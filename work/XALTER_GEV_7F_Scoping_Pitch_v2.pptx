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9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8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759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70E91"/>
          </a:solidFill>
          <a:ln w="12700">
            <a:solidFill>
              <a:srgbClr val="170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5070348"/>
            <a:ext cx="8823960" cy="73152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0" y="73152"/>
            <a:ext cx="2286000" cy="4997196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6949440" y="457200"/>
            <a:ext cx="2011680" cy="20116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7132320" y="2651760"/>
            <a:ext cx="1828800" cy="1371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4008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BEB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7F COMBUSTION SECTION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502920" y="1207008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BEB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DISASSEMBLY – VR TRAINING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502920" y="18745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kern="0" spc="400" dirty="0">
                <a:solidFill>
                  <a:srgbClr val="20C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502920" y="2423160"/>
            <a:ext cx="5029200" cy="0"/>
          </a:xfrm>
          <a:prstGeom prst="line">
            <a:avLst/>
          </a:prstGeom>
          <a:noFill/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02920" y="2606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 </a:t>
            </a:r>
            <a:r>
              <a:rPr lang="en-US" sz="1100" b="1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XALTER, INC.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2920" y="2926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TO  </a:t>
            </a:r>
            <a:r>
              <a:rPr lang="en-US" sz="1100" b="1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 VERNOVA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383280"/>
            <a:ext cx="5486400" cy="502920"/>
          </a:xfrm>
          <a:prstGeom prst="rect">
            <a:avLst/>
          </a:prstGeom>
          <a:solidFill>
            <a:srgbClr val="170E91"/>
          </a:solidFill>
          <a:ln w="12700">
            <a:solidFill>
              <a:srgbClr val="170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02920" y="33832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DISASSEMBLY SCOPE  ·  SCENES 1–4  ·  SINGLE COMBUSTION CAN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02920" y="4114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Assumes shutdown, LOTO, and zero-energy verification already complete  ·  PoC target: 10–15 min headset experience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0E91"/>
          </a:solidFill>
          <a:ln w="12700">
            <a:solidFill>
              <a:srgbClr val="170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EBEB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MEETING GOAL &amp; VALIDATION SCOPE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3474720"/>
          </a:xfrm>
          <a:prstGeom prst="rect">
            <a:avLst/>
          </a:prstGeom>
          <a:solidFill>
            <a:srgbClr val="2A2A2A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23360" cy="45720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91440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0C3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" y="1225296"/>
            <a:ext cx="380390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step-by-step procedural accuracy and safety considerations for the disassembly of a single GE 7F combustion can.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 (Roy) will review each scene, correct inaccuracies, and confirm safety gates — then annotate the slide deck offline for the next session.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get GEV executives in the headset for 10–15 minutes to prove VR/XR is superior to traditional 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023360" cy="3474720"/>
          </a:xfrm>
          <a:prstGeom prst="rect">
            <a:avLst/>
          </a:prstGeom>
          <a:solidFill>
            <a:srgbClr val="2A2A2A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02336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18888" y="91440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SCOPE — PROOF OF CONCEPT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18888" y="1225296"/>
            <a:ext cx="380390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Scene 1: Tool &amp; Consumable Selection (Digital Picklist)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Scene 2: Forward Can, Fuel Nozzle &amp; Liner Cap Removal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Scene 3: Crossfire Tubes, Liner &amp; Flow Sleeve Removal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Scene 4: Transition Piece Removal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Scope: Shutdown, LOTO, upper casing removal, full reassembly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4663440"/>
            <a:ext cx="8503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  ·  Machine is shut down, LOTO complete, zero-energy verified, and upper turbine casing pre-removed. Mechanics are entering the combustion section.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09728"/>
            <a:ext cx="1417320" cy="329184"/>
          </a:xfrm>
          <a:prstGeom prst="rect">
            <a:avLst/>
          </a:prstGeom>
          <a:solidFill>
            <a:srgbClr val="170E91"/>
          </a:solidFill>
          <a:ln w="12700">
            <a:solidFill>
              <a:srgbClr val="170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972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7548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BEB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Picklist: Tool Selection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 ·  Learner selects correct tools from the outage unit staging area. Wrong selections trigger a coaching gate.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2697480" cy="3108960"/>
          </a:xfrm>
          <a:prstGeom prst="rect">
            <a:avLst/>
          </a:prstGeom>
          <a:solidFill>
            <a:srgbClr val="2A2A2A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2697480" cy="45720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46304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0C3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MECHANICAL TOOLS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773936"/>
            <a:ext cx="247802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must select all of the following: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1/2-inch impact wrench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3/4-inch 12-point socket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3/16-inch Allen wrench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5/16-inch Allen wrench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Dead blow hammer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Torque wrench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(rated 125 ft-lb)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18688" y="1371600"/>
            <a:ext cx="2697480" cy="3108960"/>
          </a:xfrm>
          <a:prstGeom prst="rect">
            <a:avLst/>
          </a:prstGeom>
          <a:solidFill>
            <a:srgbClr val="2A2A2A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18688" y="1371600"/>
            <a:ext cx="2697480" cy="45720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28416" y="146304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0C3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RIGGING EQUIPMENT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28416" y="1773936"/>
            <a:ext cx="247802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Heavy-lift gear required — several components exceed 1,000 lbs.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Crane / overhead lift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Rigging straps / slings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Rigging is basic field skill — mechanics determine their own setup. VR models rigging at approximate form factor; not engineered-precise.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3056" y="1371600"/>
            <a:ext cx="2697480" cy="3108960"/>
          </a:xfrm>
          <a:prstGeom prst="rect">
            <a:avLst/>
          </a:prstGeom>
          <a:solidFill>
            <a:srgbClr val="2A2A2A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63056" y="1371600"/>
            <a:ext cx="2697480" cy="45720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72784" y="146304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0C3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CONSUMABLES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72784" y="1773936"/>
            <a:ext cx="247802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gaskets required for: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Fuel nozzle flange connection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Forward-to-aft can joint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Anti-seize available for specific screws (assembly goes together mostly dry).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No barcode scanning in field — VR mechanic TBD per GEV feedback.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70E91"/>
          </a:solidFill>
          <a:ln w="12700">
            <a:solidFill>
              <a:srgbClr val="170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4663440"/>
            <a:ext cx="8503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WITH ROY:  Are all tools listed correct and complete? Are there additional consumables? Confirm gasket locations.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09728"/>
            <a:ext cx="1417320" cy="329184"/>
          </a:xfrm>
          <a:prstGeom prst="rect">
            <a:avLst/>
          </a:prstGeom>
          <a:solidFill>
            <a:srgbClr val="170E91"/>
          </a:solidFill>
          <a:ln w="12700">
            <a:solidFill>
              <a:srgbClr val="170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972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7548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BEB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Forward Can, Fuel Nozzle &amp; Liner Cap Removal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 ·  Remove the first major assembly — forward can, fuel nozzle, and liner cap come off as a single combined unit.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2697480" cy="3108960"/>
          </a:xfrm>
          <a:prstGeom prst="rect">
            <a:avLst/>
          </a:prstGeom>
          <a:solidFill>
            <a:srgbClr val="2A2A2A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2697480" cy="45720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46304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0C3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FLANGE BOLT REMOVAL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773936"/>
            <a:ext cx="247802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1/2-inch impact wrench + 3/4-inch 12-point socket.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Approx. 24–36 bolts on the forward can flange (exact count TBD — GEV to confirm).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mechanic: learner performs 2–3 bolts manually, then simulation auto-completes remainder.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18688" y="1371600"/>
            <a:ext cx="2697480" cy="3108960"/>
          </a:xfrm>
          <a:prstGeom prst="rect">
            <a:avLst/>
          </a:prstGeom>
          <a:solidFill>
            <a:srgbClr val="2A2A2A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18688" y="1371600"/>
            <a:ext cx="2697480" cy="45720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28416" y="146304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0C3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COMBINED ASSEMBLY LIFT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28416" y="1773936"/>
            <a:ext cx="247802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bolts are removed, forward can + fuel nozzle + liner cap slide off as a SINGLE combined assembly.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Weight: approx. 1,000 lbs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must rig crane/lift before extraction. Assembly lifts out via overhead crane — VR crane model directionally accurate, not engineered-precise.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3056" y="1371600"/>
            <a:ext cx="2697480" cy="3108960"/>
          </a:xfrm>
          <a:prstGeom prst="rect">
            <a:avLst/>
          </a:prstGeom>
          <a:solidFill>
            <a:srgbClr val="2A2A2A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63056" y="1371600"/>
            <a:ext cx="269748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72784" y="146304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 SAFETY GATE — GASKET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72784" y="1773936"/>
            <a:ext cx="247802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Gasket must be visually confirmed present on fuel nozzle flange before assembly is cleared.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gasket sits at the forward-to-aft can joint — both must be identified and staged as replaced parts before the scene advances.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70E91"/>
          </a:solidFill>
          <a:ln w="12700">
            <a:solidFill>
              <a:srgbClr val="170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4663440"/>
            <a:ext cx="8503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WITH ROY: Confirm bolt count (24 vs. 36). Confirm crane lift is correct method. Are there additional disconnect steps before the assembly slides off?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09728"/>
            <a:ext cx="1417320" cy="329184"/>
          </a:xfrm>
          <a:prstGeom prst="rect">
            <a:avLst/>
          </a:prstGeom>
          <a:solidFill>
            <a:srgbClr val="170E91"/>
          </a:solidFill>
          <a:ln w="12700">
            <a:solidFill>
              <a:srgbClr val="170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972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3 — PART 1 OF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7548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BEB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Crossfire Tubes: Retaining Fork Removal &amp; Pullback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 ·  Crossfire tubes MUST be cleared before the combustion liner can be removed — hard sequence gate.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2697480" cy="3108960"/>
          </a:xfrm>
          <a:prstGeom prst="rect">
            <a:avLst/>
          </a:prstGeom>
          <a:solidFill>
            <a:srgbClr val="2A2A2A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2697480" cy="45720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46304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0C3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CROSSFIRE TUBE FUNCTION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773936"/>
            <a:ext cx="247802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Tubes connect all 14 combustion chambers, carrying fire from spark plugs (in 2 of 14 chambers) to the rest of the unit.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aft can contains a crossfire tube port on the flow sleeve; tubes are a male and female two-piece assembly.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18688" y="1371600"/>
            <a:ext cx="2697480" cy="3108960"/>
          </a:xfrm>
          <a:prstGeom prst="rect">
            <a:avLst/>
          </a:prstGeom>
          <a:solidFill>
            <a:srgbClr val="2A2A2A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18688" y="1371600"/>
            <a:ext cx="2697480" cy="45720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28416" y="146304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0C3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REMOVAL SEQUENCE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28416" y="1773936"/>
            <a:ext cx="247802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Remove the retaining fork (fork-style clip) that holds the crossfire tube in place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Pull the male and female tube sections back to clear the liner extraction path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Tubes are NOT fully removed — they are retracted back into their ports.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3056" y="1371600"/>
            <a:ext cx="2697480" cy="3108960"/>
          </a:xfrm>
          <a:prstGeom prst="rect">
            <a:avLst/>
          </a:prstGeom>
          <a:solidFill>
            <a:srgbClr val="2A2A2A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63056" y="1371600"/>
            <a:ext cx="269748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72784" y="146304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 SAFETY GATE — SEQUENCE LOCK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72784" y="1773936"/>
            <a:ext cx="247802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Attempting to pull the combustion liner before both crossfire tubes are retracted: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block — reflects real mechanical constraint (liner physically cannot clear the crossfire tube ports).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70E91"/>
          </a:solidFill>
          <a:ln w="12700">
            <a:solidFill>
              <a:srgbClr val="170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4663440"/>
            <a:ext cx="8503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WITH ROY:  Is fork removal correct terminology? Are both inner and outer crossfire tube sections retracted, or just pulled back? Confirm sequence gate is accurate.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09728"/>
            <a:ext cx="1417320" cy="329184"/>
          </a:xfrm>
          <a:prstGeom prst="rect">
            <a:avLst/>
          </a:prstGeom>
          <a:solidFill>
            <a:srgbClr val="170E91"/>
          </a:solidFill>
          <a:ln w="12700">
            <a:solidFill>
              <a:srgbClr val="170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972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3 — PART 2 OF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7548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BEB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Combustion Liner &amp; Flow Sleeve Removal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 ·  Liner is extracted from the flow sleeve; flow sleeve is then pulled from the aft can.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2697480" cy="3108960"/>
          </a:xfrm>
          <a:prstGeom prst="rect">
            <a:avLst/>
          </a:prstGeom>
          <a:solidFill>
            <a:srgbClr val="2A2A2A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2697480" cy="45720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46304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0C3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LINER EXTRACTION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773936"/>
            <a:ext cx="247802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3 L-shaped indexing brackets using 3/16" Allen screws.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Brackets are attached to the liner and index into notches on the flow sleeve (aligning crossfire tube holes, spark plug holes, etc.).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Liner slides out forward — weight approx. 75 lbs, rigged via crane.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Liner: REPLACED. Has white ceramic thermal barrier coating.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18688" y="1371600"/>
            <a:ext cx="2697480" cy="3108960"/>
          </a:xfrm>
          <a:prstGeom prst="rect">
            <a:avLst/>
          </a:prstGeom>
          <a:solidFill>
            <a:srgbClr val="2A2A2A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18688" y="1371600"/>
            <a:ext cx="2697480" cy="45720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28416" y="146304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0C3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 SLEEVE REMOVAL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28416" y="1773936"/>
            <a:ext cx="247802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liner is extracted, the flow sleeve is pulled from the aft can.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sleeve: REUSED — not replaced. No refurbishment step by mechanics.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approx. 75 lbs — crane assist. The liner rides inside the flow sleeve; flow sleeve directs compressor airflow around liner for cooling.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3056" y="1371600"/>
            <a:ext cx="2697480" cy="3108960"/>
          </a:xfrm>
          <a:prstGeom prst="rect">
            <a:avLst/>
          </a:prstGeom>
          <a:solidFill>
            <a:srgbClr val="2A2A2A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63056" y="1371600"/>
            <a:ext cx="2697480" cy="45720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72784" y="146304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0C3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X-RAY / TRANSPARENCY VIEW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72784" y="1773936"/>
            <a:ext cx="247802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VR mechanic: toggle a transparency view before extraction to visualize: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liner seats inside flow sleeve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flow sleeve seats inside aft can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Spatial relationship to the transition piece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 confirmed: this is useful for learners building spatial mental model.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70E91"/>
          </a:solidFill>
          <a:ln w="12700">
            <a:solidFill>
              <a:srgbClr val="170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4663440"/>
            <a:ext cx="8503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WITH ROY:  Are 3/16" Allen screws correct for the L-brackets? Confirm liner vs. flow sleeve replacement/reuse decision. Is crane required for both, or can liner be manually extracted?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09728"/>
            <a:ext cx="1417320" cy="329184"/>
          </a:xfrm>
          <a:prstGeom prst="rect">
            <a:avLst/>
          </a:prstGeom>
          <a:solidFill>
            <a:srgbClr val="170E91"/>
          </a:solidFill>
          <a:ln w="12700">
            <a:solidFill>
              <a:srgbClr val="170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972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7548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BEB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Transition Piece Removal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 ·  Most technically detailed step — aft bracket bolts, bear claws, bullhorn disengage, and crane lift out the top.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2697480" cy="3520440"/>
          </a:xfrm>
          <a:prstGeom prst="rect">
            <a:avLst/>
          </a:prstGeom>
          <a:solidFill>
            <a:srgbClr val="2A2A2A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2697480" cy="45720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46304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0C3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 OVERVIEW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773936"/>
            <a:ext cx="2478024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transition piece (TP) connects the combustion section to the first-stage turbine nozzle.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(round) end sits in the Bullhorn Bracket.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 (rectangular) end bolts to the first-stage nozzle bracket at top of unit.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ceramic thermal barrier coating inside — REPLACED every CI.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Weight: approx. 150 lbs.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18688" y="1371600"/>
            <a:ext cx="2697480" cy="3520440"/>
          </a:xfrm>
          <a:prstGeom prst="rect">
            <a:avLst/>
          </a:prstGeom>
          <a:solidFill>
            <a:srgbClr val="2A2A2A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18688" y="1371600"/>
            <a:ext cx="2697480" cy="45720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28416" y="146304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0C3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REMOVAL SEQUENCE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28416" y="1773936"/>
            <a:ext cx="2478024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Go to aft bracket (top of unit) — 2 bolts into first-stage nozzle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Release Bear Claws — bend back the lock tabs that prevent bolt spin-out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Remove the 2 aft bolts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Slide the TP forward to disengage from the Bullhorn Bracket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Lift the TP out through the top of the unit via crane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Torque value (reassembly): 125 ft-lb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3056" y="1371600"/>
            <a:ext cx="2697480" cy="3520440"/>
          </a:xfrm>
          <a:prstGeom prst="rect">
            <a:avLst/>
          </a:prstGeom>
          <a:solidFill>
            <a:srgbClr val="2A2A2A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63056" y="1371600"/>
            <a:ext cx="269748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72784" y="146304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 KEY GATES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72784" y="1773936"/>
            <a:ext cx="2478024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 Claw Gate: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must bend lock tabs back before attempting to spin bolts — attempting to remove bolts with bear claws locked triggers an error.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Direction Gate: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 must slide FORWARD to disengage from bullhorn bracket — attempting to lift before disengaging triggers a geometry warning.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Path Gate: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 exits through the TOP of the unit only.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70E91"/>
          </a:solidFill>
          <a:ln w="12700">
            <a:solidFill>
              <a:srgbClr val="170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4663440"/>
            <a:ext cx="8503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WITH ROY:  Confirm bolt count (2 at aft bracket). Are bear claws bent by hand or a tool? Confirm 125 ft-lb torque applies to this specific bracket. Confirm TP exits top only.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0E91"/>
          </a:solidFill>
          <a:ln w="12700">
            <a:solidFill>
              <a:srgbClr val="170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EBEB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REASSEMBLY — OUT OF PoC SCOPE (PLACEHOLDER)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3566160"/>
          </a:xfrm>
          <a:prstGeom prst="rect">
            <a:avLst/>
          </a:prstGeom>
          <a:solidFill>
            <a:srgbClr val="2A2A2A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Reassembly is reverse-order of disassembly with the following confirmed exceptions: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" cy="4754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4356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TRANSITION PIECE SEAL GAP MEASUREMENT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6550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bolting TP to first-stage nozzle, mechanic goes inside and measures seal engagement. Minimum: 1/8-inch engagement required. Side seals also slide down between adjacent TPs.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54864" cy="4754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09397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BEAR CLAWS — LOCK-IN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3134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bolts are torqued to 125 ft-lb, bear claw lock tabs are bent back over bolts to prevent spin-out.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734056"/>
            <a:ext cx="54864" cy="4754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7523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GASKETS — NEW EVERY TIME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2971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gaskets installed at fuel nozzle flange and forward-to-aft can joint before reassembly.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392424"/>
            <a:ext cx="54864" cy="4754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4107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ANTI-SEIZE — LIMITED USE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3630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Anti-seize applied to specific screws only (not a full lubrication step). Assembly otherwise goes together dry.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4663440"/>
            <a:ext cx="8503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·  Full reassembly will be added to scope if XALTER and GE Vernova proceed beyond the PoC. This slide is a reference placeholder only.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0E91"/>
          </a:solidFill>
          <a:ln w="12700">
            <a:solidFill>
              <a:srgbClr val="170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EBEB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PARTS DISPOSITION: REPLACED vs. REUSED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371246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BEBEB"/>
                          </a:solidFill>
                        </a:rPr>
                        <a:t>COMPONENT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0E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BEBEB"/>
                          </a:solidFill>
                        </a:rPr>
                        <a:t>DISPOSITION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0E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BEBEB"/>
                          </a:solidFill>
                        </a:rPr>
                        <a:t>NOTES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0E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BEBEB"/>
                          </a:solidFill>
                        </a:rPr>
                        <a:t>Forward Can + Fuel Nozzle + Liner Cap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6B35"/>
                          </a:solidFill>
                        </a:rPr>
                        <a:t>REPLACED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Come off as one combined assembly (~1,000 lbs, crane)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BEBEB"/>
                          </a:solidFill>
                        </a:rPr>
                        <a:t>Combustion Liner (inner piece)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6B35"/>
                          </a:solidFill>
                        </a:rPr>
                        <a:t>REPLACED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White ceramic TBC coating; ~75 lbs, crane out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BEBEB"/>
                          </a:solidFill>
                        </a:rPr>
                        <a:t>Flow Sleeve (outer piece)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0C3EF"/>
                          </a:solidFill>
                        </a:rPr>
                        <a:t>REUSED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Not refurbished — simply removed, inspected, reinstalled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BEBEB"/>
                          </a:solidFill>
                        </a:rPr>
                        <a:t>Transition Piece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6B35"/>
                          </a:solidFill>
                        </a:rPr>
                        <a:t>REPLACED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Ceramic TBC on inside; ~150 lbs; exits out top via crane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BEBEB"/>
                          </a:solidFill>
                        </a:rPr>
                        <a:t>Gaskets (×2)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6B35"/>
                          </a:solidFill>
                        </a:rPr>
                        <a:t>REPLACED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Fuel nozzle flange + forward-to-aft can joint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BEBEB"/>
                          </a:solidFill>
                        </a:rPr>
                        <a:t>Crossfire Tubes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0C3EF"/>
                          </a:solidFill>
                        </a:rPr>
                        <a:t>RETRACTED ONLY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Not removed — pulled back to allow liner extraction, then reseated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20040" y="4663440"/>
            <a:ext cx="8503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WITH Roy  ·  Confirm all part dispositions. Are there any additional consumables or parts replaced at every CI that are not listed here?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0E91"/>
          </a:solidFill>
          <a:ln w="12700">
            <a:solidFill>
              <a:srgbClr val="170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EBEB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VR MECHANICS &amp; SAFETY GATE 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691640"/>
          </a:xfrm>
          <a:prstGeom prst="rect">
            <a:avLst/>
          </a:prstGeom>
          <a:solidFill>
            <a:srgbClr val="2A2A2A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60520" cy="45720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914400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0C3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X-RAY / TRANSPARENCY 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225296"/>
            <a:ext cx="394106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Toggle-on view to see liner inside flow sleeve, flow sleeve inside aft can, and spatial relationship to the TP before any extraction step. Roy confirmed: useful for learner spatial orientation.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60520" cy="1691640"/>
          </a:xfrm>
          <a:prstGeom prst="rect">
            <a:avLst/>
          </a:prstGeom>
          <a:solidFill>
            <a:srgbClr val="2A2A2A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6052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18888" y="914400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 GATES — SEQUENCE LOCKS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18888" y="1225296"/>
            <a:ext cx="394106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Crossfire tubes must be retracted before liner can move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Bear claws must be released before TP bolts can spin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TP must slide forward before lift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Crane must be rigged before heavy assemblies can be moved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4160520" cy="1691640"/>
          </a:xfrm>
          <a:prstGeom prst="rect">
            <a:avLst/>
          </a:prstGeom>
          <a:solidFill>
            <a:srgbClr val="2A2A2A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4160520" cy="45720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834640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0C3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EFFICIENCY MECHANIC — BOLT SKIP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3145536"/>
            <a:ext cx="394106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repetitive bolt tasks (e.g., 24–36 flange bolts):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performs 2–3 manually → simulation auto-completes remainder.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PoC engagement high without 30-min session time.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743200"/>
            <a:ext cx="4160520" cy="1691640"/>
          </a:xfrm>
          <a:prstGeom prst="rect">
            <a:avLst/>
          </a:prstGeom>
          <a:solidFill>
            <a:srgbClr val="2A2A2A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743200"/>
            <a:ext cx="4160520" cy="45720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18888" y="2834640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0C3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COACHING INTERVENTIONS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18888" y="3145536"/>
            <a:ext cx="394106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sequence → error message + reset to last valid state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Incorrect tool selection → coaching card explains correct choice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gasket / bear claw → pop-up warning before scene advances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interventions non-punitive for PoC — educational tone.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4663440"/>
            <a:ext cx="8503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XALTER, INC.  ·  CONFIDENTIAL  ·  GE VERNOVA SCOPING SESSION  ·  7F COMBUSTION INSPECTION VR TRAINING PROTOTYPE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0E91"/>
          </a:solidFill>
          <a:ln w="12700">
            <a:solidFill>
              <a:srgbClr val="170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EBEB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POC SCOPE — WHAT WE'RE BUILDING &amp; WHY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3474720"/>
          </a:xfrm>
          <a:prstGeom prst="rect">
            <a:avLst/>
          </a:prstGeom>
          <a:solidFill>
            <a:srgbClr val="2A2A2A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23360" cy="45720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91440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0C3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 PoC DEMONSTRATES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" y="1225296"/>
            <a:ext cx="380390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VR/XR is superior to other modalities for complex industrial disassembly procedures. VR/XR may not replace instructor-led and/or CBT training, but it’s more real-world experiential with higher retention rates and more scalable than many other modalities.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proof points: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Step-by-step procedural immersion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Physics-based part interactions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Safety gate enforcement without risk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Scalable to all 14 combustion chambers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Repeatable, consistent training delivery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 for demo: GEV leadership (Jim and Cal)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023360" cy="3474720"/>
          </a:xfrm>
          <a:prstGeom prst="rect">
            <a:avLst/>
          </a:prstGeom>
          <a:solidFill>
            <a:srgbClr val="2A2A2A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02336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18888" y="91440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SCOPE DECISIONS FROM THIS MEETING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18888" y="1225296"/>
            <a:ext cx="380390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— Disassembly only (Scenes 1–4)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— Efficiency bolt skip mechanic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— X-ray spatial view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— Rigging (form-accurate, not engineered-precise)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— Shutdown / LOTO / casing removal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— Full reassembly</a:t>
            </a:r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— Borescope inspection (done pre-outage by others)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headset time: 10–15 min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70E91"/>
          </a:solidFill>
          <a:ln w="12700">
            <a:solidFill>
              <a:srgbClr val="170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4663440"/>
            <a:ext cx="8503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  ·  Roy / Linda to annotate deck with corrections by the end of this week and provide photos/video of rigging, crossfire tubes, L-brackets, and combustion liner. Schedule follow-up session next week.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170E91"/>
          </a:solidFill>
          <a:ln w="12700">
            <a:solidFill>
              <a:srgbClr val="170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20116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BEB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DISCUSSION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100" dirty="0">
                <a:solidFill>
                  <a:srgbClr val="20C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Validation with Roy ·  Alpha Build Spec Lock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following require Roy’s expert input before XALTER begins Alpha build.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176272"/>
            <a:ext cx="4160520" cy="1051560"/>
          </a:xfrm>
          <a:prstGeom prst="rect">
            <a:avLst/>
          </a:prstGeom>
          <a:solidFill>
            <a:srgbClr val="2A2A2A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2176272"/>
            <a:ext cx="4160520" cy="36576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0C3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BOLT COUNT &amp; SEQUENCE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560320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count on the forward can flange (24 or 36+). Does a specific cross-pattern bolt removal sequence matter, or is it within range?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2176272"/>
            <a:ext cx="4160520" cy="1051560"/>
          </a:xfrm>
          <a:prstGeom prst="rect">
            <a:avLst/>
          </a:prstGeom>
          <a:solidFill>
            <a:srgbClr val="2A2A2A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2176272"/>
            <a:ext cx="416052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22677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TORQUE VALUE — 125 FT-LB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560320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125 ft-lb correct specifically for the TP aft bracket bolts? Are there other torque-critical fasteners in Scenes 1–4?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429000"/>
            <a:ext cx="4160520" cy="1051560"/>
          </a:xfrm>
          <a:prstGeom prst="rect">
            <a:avLst/>
          </a:prstGeom>
          <a:solidFill>
            <a:srgbClr val="2A2A2A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160520" cy="36576"/>
          </a:xfrm>
          <a:prstGeom prst="rect">
            <a:avLst/>
          </a:prstGeom>
          <a:solidFill>
            <a:srgbClr val="20C3EF"/>
          </a:solidFill>
          <a:ln w="12700">
            <a:solidFill>
              <a:srgbClr val="20C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5204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0C3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 FIELD ERRORS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813048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most frequent mistakes mechanics make during disassembly? Which should become coaching triggers in the VR?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429000"/>
            <a:ext cx="4160520" cy="1051560"/>
          </a:xfrm>
          <a:prstGeom prst="rect">
            <a:avLst/>
          </a:prstGeom>
          <a:solidFill>
            <a:srgbClr val="2A2A2A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3429000"/>
            <a:ext cx="416052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35204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PHOTOS / VIDEO NEEDED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813048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B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GEV to provide: rigging equipment, crossfire tube retainers/forks, L-bracket indexing tabs, and combustion liner. Video preferred.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4663440"/>
            <a:ext cx="8503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XALTER, INC.  ·  CONFIDENTIAL  ·  GE VERNOVA SCOPING SESSION  ·  7F COMBUSTION INSPECTION VR TRAINING PROTOTYPE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2157</Words>
  <Application>Microsoft Office PowerPoint</Application>
  <PresentationFormat>On-screen Show (16:9)</PresentationFormat>
  <Paragraphs>252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7F Combustion Section VR Training – GE Vernova Scoping Pitch v2</dc:title>
  <dc:subject>PptxGenJS Presentation</dc:subject>
  <dc:creator>XALTER, Inc.</dc:creator>
  <cp:lastModifiedBy>Nelson, Linda (GE Vernova)</cp:lastModifiedBy>
  <cp:revision>2</cp:revision>
  <dcterms:created xsi:type="dcterms:W3CDTF">2026-05-13T20:07:28Z</dcterms:created>
  <dcterms:modified xsi:type="dcterms:W3CDTF">2026-08-28T12:13:39Z</dcterms:modified>
</cp:coreProperties>
</file>