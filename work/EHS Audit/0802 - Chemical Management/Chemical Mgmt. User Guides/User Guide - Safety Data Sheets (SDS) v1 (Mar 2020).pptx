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diagrams/data13.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diagrams/data10.xml" ContentType="application/vnd.openxmlformats-officedocument.drawingml.diagramData+xml"/>
  <Override PartName="/ppt/diagrams/data4.xml" ContentType="application/vnd.openxmlformats-officedocument.drawingml.diagramData+xml"/>
  <Override PartName="/ppt/diagrams/data20.xml" ContentType="application/vnd.openxmlformats-officedocument.drawingml.diagramData+xml"/>
  <Override PartName="/ppt/diagrams/data19.xml" ContentType="application/vnd.openxmlformats-officedocument.drawingml.diagramData+xml"/>
  <Override PartName="/ppt/diagrams/data18.xml" ContentType="application/vnd.openxmlformats-officedocument.drawingml.diagramData+xml"/>
  <Override PartName="/ppt/diagrams/data17.xml" ContentType="application/vnd.openxmlformats-officedocument.drawingml.diagramData+xml"/>
  <Override PartName="/ppt/diagrams/data5.xml" ContentType="application/vnd.openxmlformats-officedocument.drawingml.diagramData+xml"/>
  <Override PartName="/ppt/diagrams/data15.xml" ContentType="application/vnd.openxmlformats-officedocument.drawingml.diagramData+xml"/>
  <Override PartName="/ppt/diagrams/data6.xml" ContentType="application/vnd.openxmlformats-officedocument.drawingml.diagramData+xml"/>
  <Override PartName="/ppt/diagrams/data12.xml" ContentType="application/vnd.openxmlformats-officedocument.drawingml.diagramData+xml"/>
  <Override PartName="/ppt/diagrams/data16.xml" ContentType="application/vnd.openxmlformats-officedocument.drawingml.diagramData+xml"/>
  <Override PartName="/ppt/diagrams/data7.xml" ContentType="application/vnd.openxmlformats-officedocument.drawingml.diagramData+xml"/>
  <Override PartName="/ppt/diagrams/data1.xml" ContentType="application/vnd.openxmlformats-officedocument.drawingml.diagramData+xml"/>
  <Override PartName="/ppt/presentation.xml" ContentType="application/vnd.openxmlformats-officedocument.presentationml.presentation.main+xml"/>
  <Override PartName="/ppt/diagrams/data11.xml" ContentType="application/vnd.openxmlformats-officedocument.drawingml.diagramData+xml"/>
  <Override PartName="/ppt/diagrams/data8.xml" ContentType="application/vnd.openxmlformats-officedocument.drawingml.diagramData+xml"/>
  <Override PartName="/ppt/diagrams/data2.xml" ContentType="application/vnd.openxmlformats-officedocument.drawingml.diagramData+xml"/>
  <Override PartName="/ppt/diagrams/data14.xml" ContentType="application/vnd.openxmlformats-officedocument.drawingml.diagramData+xml"/>
  <Override PartName="/ppt/diagrams/data9.xml" ContentType="application/vnd.openxmlformats-officedocument.drawingml.diagramData+xml"/>
  <Override PartName="/ppt/diagrams/data3.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diagrams/colors20.xml" ContentType="application/vnd.openxmlformats-officedocument.drawingml.diagramColor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colors12.xml" ContentType="application/vnd.openxmlformats-officedocument.drawingml.diagramColors+xml"/>
  <Override PartName="/ppt/diagrams/drawing10.xml" ContentType="application/vnd.ms-office.drawingml.diagramDrawing+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rawing12.xml" ContentType="application/vnd.ms-office.drawingml.diagramDrawing+xml"/>
  <Override PartName="/ppt/diagrams/colors10.xml" ContentType="application/vnd.openxmlformats-officedocument.drawingml.diagramColors+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quickStyle10.xml" ContentType="application/vnd.openxmlformats-officedocument.drawingml.diagramStyle+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layout10.xml" ContentType="application/vnd.openxmlformats-officedocument.drawingml.diagramLayout+xml"/>
  <Override PartName="/ppt/diagrams/layout20.xml" ContentType="application/vnd.openxmlformats-officedocument.drawingml.diagramLayout+xml"/>
  <Override PartName="/ppt/diagrams/quickStyle20.xml" ContentType="application/vnd.openxmlformats-officedocument.drawingml.diagramStyle+xml"/>
  <Override PartName="/ppt/diagrams/drawing20.xml" ContentType="application/vnd.ms-office.drawingml.diagramDrawing+xml"/>
  <Override PartName="/ppt/diagrams/drawing9.xml" ContentType="application/vnd.ms-office.drawingml.diagramDrawing+xml"/>
  <Override PartName="/ppt/diagrams/colors9.xml" ContentType="application/vnd.openxmlformats-officedocument.drawingml.diagramColors+xml"/>
  <Override PartName="/ppt/diagrams/quickStyle11.xml" ContentType="application/vnd.openxmlformats-officedocument.drawingml.diagramStyle+xml"/>
  <Override PartName="/ppt/diagrams/layout13.xml" ContentType="application/vnd.openxmlformats-officedocument.drawingml.diagramLayout+xml"/>
  <Override PartName="/ppt/diagrams/quickStyle9.xml" ContentType="application/vnd.openxmlformats-officedocument.drawingml.diagramStyle+xml"/>
  <Override PartName="/ppt/diagrams/layout9.xml" ContentType="application/vnd.openxmlformats-officedocument.drawingml.diagramLayout+xml"/>
  <Override PartName="/ppt/diagrams/drawing8.xml" ContentType="application/vnd.ms-office.drawingml.diagramDrawing+xml"/>
  <Override PartName="/ppt/diagrams/colors8.xml" ContentType="application/vnd.openxmlformats-officedocument.drawingml.diagramColors+xml"/>
  <Override PartName="/ppt/diagrams/quickStyle8.xml" ContentType="application/vnd.openxmlformats-officedocument.drawingml.diagramStyle+xml"/>
  <Override PartName="/ppt/diagrams/layout8.xml" ContentType="application/vnd.openxmlformats-officedocument.drawingml.diagramLayout+xml"/>
  <Override PartName="/ppt/diagrams/drawing7.xml" ContentType="application/vnd.ms-office.drawingml.diagramDrawing+xml"/>
  <Override PartName="/ppt/diagrams/colors7.xml" ContentType="application/vnd.openxmlformats-officedocument.drawingml.diagramColors+xml"/>
  <Override PartName="/ppt/diagrams/quickStyle7.xml" ContentType="application/vnd.openxmlformats-officedocument.drawingml.diagramStyle+xml"/>
  <Override PartName="/ppt/diagrams/layout7.xml" ContentType="application/vnd.openxmlformats-officedocument.drawingml.diagramLayout+xml"/>
  <Override PartName="/ppt/diagrams/drawing6.xml" ContentType="application/vnd.ms-office.drawingml.diagramDrawing+xml"/>
  <Override PartName="/ppt/diagrams/colors6.xml" ContentType="application/vnd.openxmlformats-officedocument.drawingml.diagramColors+xml"/>
  <Override PartName="/ppt/diagrams/quickStyle6.xml" ContentType="application/vnd.openxmlformats-officedocument.drawingml.diagramStyle+xml"/>
  <Override PartName="/ppt/diagrams/layout6.xml" ContentType="application/vnd.openxmlformats-officedocument.drawingml.diagramLayout+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diagrams/layout5.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colors11.xml" ContentType="application/vnd.openxmlformats-officedocument.drawingml.diagramColors+xml"/>
  <Override PartName="/ppt/diagrams/layout11.xml" ContentType="application/vnd.openxmlformats-officedocument.drawingml.diagramLayout+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rawing4.xml" ContentType="application/vnd.ms-office.drawingml.diagramDrawing+xml"/>
  <Override PartName="/ppt/diagrams/layout12.xml" ContentType="application/vnd.openxmlformats-officedocument.drawingml.diagramLayout+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quickStyle12.xml" ContentType="application/vnd.openxmlformats-officedocument.drawingml.diagramStyle+xml"/>
  <Override PartName="/ppt/diagrams/drawing11.xml" ContentType="application/vnd.ms-office.drawingml.diagramDrawing+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74" r:id="rId2"/>
  </p:sldMasterIdLst>
  <p:notesMasterIdLst>
    <p:notesMasterId r:id="rId26"/>
  </p:notesMasterIdLst>
  <p:handoutMasterIdLst>
    <p:handoutMasterId r:id="rId27"/>
  </p:handoutMasterIdLst>
  <p:sldIdLst>
    <p:sldId id="488" r:id="rId3"/>
    <p:sldId id="482" r:id="rId4"/>
    <p:sldId id="454" r:id="rId5"/>
    <p:sldId id="455" r:id="rId6"/>
    <p:sldId id="484" r:id="rId7"/>
    <p:sldId id="432" r:id="rId8"/>
    <p:sldId id="416" r:id="rId9"/>
    <p:sldId id="433" r:id="rId10"/>
    <p:sldId id="417" r:id="rId11"/>
    <p:sldId id="456" r:id="rId12"/>
    <p:sldId id="437" r:id="rId13"/>
    <p:sldId id="438" r:id="rId14"/>
    <p:sldId id="458" r:id="rId15"/>
    <p:sldId id="439" r:id="rId16"/>
    <p:sldId id="464" r:id="rId17"/>
    <p:sldId id="465" r:id="rId18"/>
    <p:sldId id="486" r:id="rId19"/>
    <p:sldId id="467" r:id="rId20"/>
    <p:sldId id="468" r:id="rId21"/>
    <p:sldId id="469" r:id="rId22"/>
    <p:sldId id="470" r:id="rId23"/>
    <p:sldId id="487" r:id="rId24"/>
    <p:sldId id="31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32" userDrawn="1">
          <p15:clr>
            <a:srgbClr val="A4A3A4"/>
          </p15:clr>
        </p15:guide>
        <p15:guide id="4" orient="horz" pos="494" userDrawn="1">
          <p15:clr>
            <a:srgbClr val="A4A3A4"/>
          </p15:clr>
        </p15:guide>
        <p15:guide id="5" orient="horz" pos="1152" userDrawn="1">
          <p15:clr>
            <a:srgbClr val="A4A3A4"/>
          </p15:clr>
        </p15:guide>
        <p15:guide id="7" pos="7152" userDrawn="1">
          <p15:clr>
            <a:srgbClr val="A4A3A4"/>
          </p15:clr>
        </p15:guide>
        <p15:guide id="8" pos="50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9AAA"/>
    <a:srgbClr val="3FAE2A"/>
    <a:srgbClr val="B7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7752061-5463-48E6-A297-43E0E91C0267}">
  <a:tblStyle styleId="{0817EA92-75D0-4044-A80A-286907CE0DDB}" styleName="GE Ruled Table">
    <a:wholeTbl>
      <a:tcTxStyle>
        <a:fontRef idx="minor">
          <a:prstClr val="black"/>
        </a:fontRef>
        <a:schemeClr val="accent2"/>
      </a:tcTxStyle>
      <a:tcStyle>
        <a:tcBdr>
          <a:left>
            <a:ln w="0" cmpd="sng">
              <a:solidFill>
                <a:schemeClr val="bg1"/>
              </a:solidFill>
            </a:ln>
          </a:left>
          <a:right>
            <a:ln w="0" cmpd="sng">
              <a:solidFill>
                <a:schemeClr val="bg1"/>
              </a:solidFill>
            </a:ln>
          </a:right>
          <a:top>
            <a:ln w="19050" cmpd="sng">
              <a:gradFill>
                <a:gsLst>
                  <a:gs pos="0">
                    <a:schemeClr val="bg1"/>
                  </a:gs>
                  <a:gs pos="25000">
                    <a:srgbClr val="B7E6FF"/>
                  </a:gs>
                  <a:gs pos="100000">
                    <a:schemeClr val="accent3"/>
                  </a:gs>
                </a:gsLst>
                <a:lin ang="0" scaled="0"/>
              </a:gradFill>
            </a:ln>
          </a:top>
          <a:bottom>
            <a:ln w="0" cmpd="sng">
              <a:solidFill>
                <a:schemeClr val="bg1"/>
              </a:solidFill>
            </a:ln>
          </a:bottom>
          <a:insideH>
            <a:ln w="19050" cmpd="sng">
              <a:gradFill>
                <a:gsLst>
                  <a:gs pos="0">
                    <a:schemeClr val="bg1"/>
                  </a:gs>
                  <a:gs pos="25000">
                    <a:srgbClr val="B7E6FF"/>
                  </a:gs>
                  <a:gs pos="100000">
                    <a:schemeClr val="accent3"/>
                  </a:gs>
                </a:gsLst>
                <a:lin ang="0" scaled="0"/>
              </a:gradFill>
            </a:ln>
          </a:insideH>
          <a:insideV>
            <a:ln w="0" cmpd="sng">
              <a:solidFill>
                <a:schemeClr val="bg1"/>
              </a:solidFill>
            </a:ln>
          </a:insideV>
        </a:tcBdr>
      </a:tcStyle>
    </a:wholeTbl>
    <a:band1H>
      <a:tcStyle>
        <a:tcBdr/>
      </a:tcStyle>
    </a:band1H>
    <a:band2H>
      <a:tcStyle>
        <a:tcBdr/>
      </a:tcStyle>
    </a:band2H>
    <a:band1V>
      <a:tcStyle>
        <a:tcBdr/>
      </a:tcStyle>
    </a:band1V>
    <a:band2V>
      <a:tcStyle>
        <a:tcBdr/>
      </a:tcStyle>
    </a:band2V>
    <a:lastCol>
      <a:tcStyle>
        <a:tcBdr/>
      </a:tcStyle>
    </a:lastCol>
    <a:firstCol>
      <a:tcTxStyle b="on">
        <a:fontRef idx="minor">
          <a:prstClr val="black"/>
        </a:fontRef>
        <a:schemeClr val="accent2"/>
      </a:tcTxStyle>
      <a:tcStyle>
        <a:tcBdr>
          <a:top>
            <a:ln w="0" cmpd="sng">
              <a:solidFill>
                <a:schemeClr val="lt1"/>
              </a:solidFill>
            </a:ln>
          </a:top>
          <a:insideH>
            <a:ln w="0" cmpd="sng">
              <a:solidFill>
                <a:schemeClr val="lt1"/>
              </a:solidFill>
            </a:ln>
          </a:insideH>
        </a:tcBdr>
      </a:tcStyle>
    </a:firstCol>
    <a:lastRow>
      <a:tcStyle>
        <a:tcBdr/>
      </a:tcStyle>
    </a:lastRow>
    <a:firstRow>
      <a:tcStyle>
        <a:tcBdr/>
      </a:tcStyle>
    </a:firstRow>
  </a:tblStyle>
  <a:tblStyle styleId="{B7752061-5463-48E6-A297-43E0E91C0267}" styleName="GE Solid Table">
    <a:wholeTbl>
      <a:tcTxStyle>
        <a:fontRef idx="minor">
          <a:prstClr val="black"/>
        </a:fontRef>
        <a:schemeClr val="accent2"/>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6" autoAdjust="0"/>
    <p:restoredTop sz="94660"/>
  </p:normalViewPr>
  <p:slideViewPr>
    <p:cSldViewPr snapToGrid="0" showGuides="1">
      <p:cViewPr varScale="1">
        <p:scale>
          <a:sx n="110" d="100"/>
          <a:sy n="110" d="100"/>
        </p:scale>
        <p:origin x="264" y="108"/>
      </p:cViewPr>
      <p:guideLst>
        <p:guide orient="horz" pos="2160"/>
        <p:guide pos="3840"/>
        <p:guide orient="horz" pos="1032"/>
        <p:guide orient="horz" pos="494"/>
        <p:guide orient="horz" pos="1152"/>
        <p:guide pos="7152"/>
        <p:guide pos="504"/>
      </p:guideLst>
    </p:cSldViewPr>
  </p:slideViewPr>
  <p:notesTextViewPr>
    <p:cViewPr>
      <p:scale>
        <a:sx n="1" d="1"/>
        <a:sy n="1" d="1"/>
      </p:scale>
      <p:origin x="0" y="0"/>
    </p:cViewPr>
  </p:notesTextViewPr>
  <p:sorterViewPr>
    <p:cViewPr>
      <p:scale>
        <a:sx n="80" d="100"/>
        <a:sy n="80" d="100"/>
      </p:scale>
      <p:origin x="0" y="8056"/>
    </p:cViewPr>
  </p:sorterViewPr>
  <p:notesViewPr>
    <p:cSldViewPr snapToGrid="0" showGuides="1">
      <p:cViewPr varScale="1">
        <p:scale>
          <a:sx n="88" d="100"/>
          <a:sy n="88" d="100"/>
        </p:scale>
        <p:origin x="373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customXml" Target="../customXml/item3.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6.xml"/></Relationships>
</file>

<file path=ppt/diagrams/_rels/data3.xml.rels><?xml version="1.0" encoding="UTF-8" standalone="yes"?>
<Relationships xmlns="http://schemas.openxmlformats.org/package/2006/relationships"><Relationship Id="rId2" Type="http://schemas.openxmlformats.org/officeDocument/2006/relationships/hyperlink" Target="https://poisoncentres.echa.europa.eu/" TargetMode="External"/><Relationship Id="rId1" Type="http://schemas.openxmlformats.org/officeDocument/2006/relationships/hyperlink" Target="https://echa.europa.eu/support/helpdesks" TargetMode="External"/></Relationships>
</file>

<file path=ppt/diagrams/_rels/drawing3.xml.rels><?xml version="1.0" encoding="UTF-8" standalone="yes"?>
<Relationships xmlns="http://schemas.openxmlformats.org/package/2006/relationships"><Relationship Id="rId2" Type="http://schemas.openxmlformats.org/officeDocument/2006/relationships/hyperlink" Target="https://poisoncentres.echa.europa.eu/" TargetMode="External"/><Relationship Id="rId1" Type="http://schemas.openxmlformats.org/officeDocument/2006/relationships/hyperlink" Target="https://echa.europa.eu/support/helpdesks"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EE2398-90C4-4818-B844-AEBE37DFE3A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D2174C4-613B-4423-82E7-B57B56449667}">
      <dgm:prSet custT="1"/>
      <dgm:spPr/>
      <dgm:t>
        <a:bodyPr/>
        <a:lstStyle/>
        <a:p>
          <a:r>
            <a:rPr lang="en-GB" sz="1400" dirty="0">
              <a:solidFill>
                <a:schemeClr val="tx1">
                  <a:lumMod val="50000"/>
                </a:schemeClr>
              </a:solidFill>
            </a:rPr>
            <a:t>Name of a substance </a:t>
          </a:r>
          <a:endParaRPr lang="es-ES" sz="1400" dirty="0"/>
        </a:p>
      </dgm:t>
    </dgm:pt>
    <dgm:pt modelId="{56632721-53F1-43CC-AFD6-C32797D7410A}" type="parTrans" cxnId="{5F6E3FD4-8769-45F0-ACF2-D76A1F824EF1}">
      <dgm:prSet/>
      <dgm:spPr/>
      <dgm:t>
        <a:bodyPr/>
        <a:lstStyle/>
        <a:p>
          <a:endParaRPr lang="en-US" sz="1400"/>
        </a:p>
      </dgm:t>
    </dgm:pt>
    <dgm:pt modelId="{A0C46D4D-0F18-4EB3-AC24-EF25BFA97FFA}" type="sibTrans" cxnId="{5F6E3FD4-8769-45F0-ACF2-D76A1F824EF1}">
      <dgm:prSet/>
      <dgm:spPr/>
      <dgm:t>
        <a:bodyPr/>
        <a:lstStyle/>
        <a:p>
          <a:endParaRPr lang="en-US" sz="1400"/>
        </a:p>
      </dgm:t>
    </dgm:pt>
    <dgm:pt modelId="{EFD700C9-6DBC-4C16-941F-0EBFA1E26BE6}">
      <dgm:prSet custT="1"/>
      <dgm:spPr/>
      <dgm:t>
        <a:bodyPr/>
        <a:lstStyle/>
        <a:p>
          <a:r>
            <a:rPr lang="en-GB" sz="1300" dirty="0"/>
            <a:t> Used to access information on the ECHA website</a:t>
          </a:r>
          <a:endParaRPr lang="es-ES" sz="1300" dirty="0"/>
        </a:p>
      </dgm:t>
    </dgm:pt>
    <dgm:pt modelId="{C6BB1D6A-19F9-41B5-9AC8-FDA97BC7812B}" type="parTrans" cxnId="{5C4893F7-519C-4A2C-84EC-EF814AAD4887}">
      <dgm:prSet/>
      <dgm:spPr/>
      <dgm:t>
        <a:bodyPr/>
        <a:lstStyle/>
        <a:p>
          <a:endParaRPr lang="en-US" sz="1400"/>
        </a:p>
      </dgm:t>
    </dgm:pt>
    <dgm:pt modelId="{2BB4238A-EF6F-41C8-A1F2-6580FFD3AA20}" type="sibTrans" cxnId="{5C4893F7-519C-4A2C-84EC-EF814AAD4887}">
      <dgm:prSet/>
      <dgm:spPr/>
      <dgm:t>
        <a:bodyPr/>
        <a:lstStyle/>
        <a:p>
          <a:endParaRPr lang="en-US" sz="1400"/>
        </a:p>
      </dgm:t>
    </dgm:pt>
    <dgm:pt modelId="{02EC0D29-F591-43B5-94A6-FBBE5AC5C37D}">
      <dgm:prSet custT="1"/>
      <dgm:spPr/>
      <dgm:t>
        <a:bodyPr/>
        <a:lstStyle/>
        <a:p>
          <a:r>
            <a:rPr lang="en-GB" sz="1400" dirty="0"/>
            <a:t> If REACH registered, registration number will be communicated down the supply chain</a:t>
          </a:r>
          <a:endParaRPr lang="es-ES" sz="1400" dirty="0"/>
        </a:p>
      </dgm:t>
    </dgm:pt>
    <dgm:pt modelId="{B8D3CEB6-578C-4B82-BDE7-3C87D8DD1F3F}" type="parTrans" cxnId="{7E74E394-782D-4C3F-B2E8-B8B03174D706}">
      <dgm:prSet/>
      <dgm:spPr/>
      <dgm:t>
        <a:bodyPr/>
        <a:lstStyle/>
        <a:p>
          <a:endParaRPr lang="en-US" sz="1400"/>
        </a:p>
      </dgm:t>
    </dgm:pt>
    <dgm:pt modelId="{7E98F225-A802-4B86-A412-CB70E17A4F5B}" type="sibTrans" cxnId="{7E74E394-782D-4C3F-B2E8-B8B03174D706}">
      <dgm:prSet/>
      <dgm:spPr/>
      <dgm:t>
        <a:bodyPr/>
        <a:lstStyle/>
        <a:p>
          <a:endParaRPr lang="en-US" sz="1400"/>
        </a:p>
      </dgm:t>
    </dgm:pt>
    <dgm:pt modelId="{51E0EA8B-51D5-4CA3-B34E-C818C9602B94}">
      <dgm:prSet custT="1"/>
      <dgm:spPr/>
      <dgm:t>
        <a:bodyPr/>
        <a:lstStyle/>
        <a:p>
          <a:r>
            <a:rPr lang="en-GB" sz="1400" dirty="0"/>
            <a:t> NO registration number: </a:t>
          </a:r>
        </a:p>
        <a:p>
          <a:r>
            <a:rPr lang="en-GB" sz="1400" dirty="0"/>
            <a:t> Exempt from registration or not yet registered</a:t>
          </a:r>
          <a:endParaRPr lang="es-ES" sz="1400" dirty="0"/>
        </a:p>
      </dgm:t>
    </dgm:pt>
    <dgm:pt modelId="{74F17B7D-67E7-4494-BBEF-A34B5A477BF5}" type="parTrans" cxnId="{26232582-6C9D-4A70-81AF-89E632BFCE05}">
      <dgm:prSet/>
      <dgm:spPr/>
      <dgm:t>
        <a:bodyPr/>
        <a:lstStyle/>
        <a:p>
          <a:endParaRPr lang="en-US" sz="1400"/>
        </a:p>
      </dgm:t>
    </dgm:pt>
    <dgm:pt modelId="{7E74047C-23C3-4041-AD35-05E22AE7D2DA}" type="sibTrans" cxnId="{26232582-6C9D-4A70-81AF-89E632BFCE05}">
      <dgm:prSet/>
      <dgm:spPr/>
      <dgm:t>
        <a:bodyPr/>
        <a:lstStyle/>
        <a:p>
          <a:endParaRPr lang="en-US" sz="1400"/>
        </a:p>
      </dgm:t>
    </dgm:pt>
    <dgm:pt modelId="{3564865F-3BD1-46F0-9CF3-7D318FD584A4}">
      <dgm:prSet custT="1"/>
      <dgm:spPr/>
      <dgm:t>
        <a:bodyPr/>
        <a:lstStyle/>
        <a:p>
          <a:r>
            <a:rPr lang="en-GB" sz="1400" dirty="0">
              <a:solidFill>
                <a:schemeClr val="tx1">
                  <a:lumMod val="50000"/>
                </a:schemeClr>
              </a:solidFill>
            </a:rPr>
            <a:t>Other relevant identifiers:</a:t>
          </a:r>
        </a:p>
      </dgm:t>
    </dgm:pt>
    <dgm:pt modelId="{4BE8BF94-5ED1-41E8-986C-128B4C00D45C}" type="parTrans" cxnId="{3C5BD863-9ABC-42BC-A079-7451B896FC24}">
      <dgm:prSet/>
      <dgm:spPr/>
      <dgm:t>
        <a:bodyPr/>
        <a:lstStyle/>
        <a:p>
          <a:endParaRPr lang="en-US" sz="1400"/>
        </a:p>
      </dgm:t>
    </dgm:pt>
    <dgm:pt modelId="{F09452C4-15A0-4E88-AEAC-28B5F86DF9FD}" type="sibTrans" cxnId="{3C5BD863-9ABC-42BC-A079-7451B896FC24}">
      <dgm:prSet/>
      <dgm:spPr/>
      <dgm:t>
        <a:bodyPr/>
        <a:lstStyle/>
        <a:p>
          <a:endParaRPr lang="en-US" sz="1400"/>
        </a:p>
      </dgm:t>
    </dgm:pt>
    <dgm:pt modelId="{91E6B375-6EF8-4298-85AB-3196468D54B8}">
      <dgm:prSet custT="1"/>
      <dgm:spPr/>
      <dgm:t>
        <a:bodyPr/>
        <a:lstStyle/>
        <a:p>
          <a:r>
            <a:rPr lang="en-GB" sz="1400" dirty="0"/>
            <a:t>REACH REGISTRATION NUMBER:      </a:t>
          </a:r>
        </a:p>
        <a:p>
          <a:r>
            <a:rPr lang="en-GB" sz="1300" dirty="0"/>
            <a:t>01-nnnnnnnnnn-nn-nnnn</a:t>
          </a:r>
          <a:endParaRPr lang="en-GB" sz="1300" dirty="0">
            <a:solidFill>
              <a:schemeClr val="tx1">
                <a:lumMod val="50000"/>
              </a:schemeClr>
            </a:solidFill>
          </a:endParaRPr>
        </a:p>
      </dgm:t>
    </dgm:pt>
    <dgm:pt modelId="{46C8771B-7439-42DE-809D-9D1551EF3605}" type="parTrans" cxnId="{37169CC0-75DB-491E-895C-F6DF5B114F9E}">
      <dgm:prSet/>
      <dgm:spPr/>
      <dgm:t>
        <a:bodyPr/>
        <a:lstStyle/>
        <a:p>
          <a:endParaRPr lang="en-US" sz="1400"/>
        </a:p>
      </dgm:t>
    </dgm:pt>
    <dgm:pt modelId="{B36B12DE-2EF9-4FA2-BED6-6A5AC050ED1C}" type="sibTrans" cxnId="{37169CC0-75DB-491E-895C-F6DF5B114F9E}">
      <dgm:prSet/>
      <dgm:spPr/>
      <dgm:t>
        <a:bodyPr/>
        <a:lstStyle/>
        <a:p>
          <a:endParaRPr lang="en-US" sz="1400"/>
        </a:p>
      </dgm:t>
    </dgm:pt>
    <dgm:pt modelId="{CE5C7249-248A-464E-ACA0-A1D475838531}">
      <dgm:prSet custT="1"/>
      <dgm:spPr/>
      <dgm:t>
        <a:bodyPr/>
        <a:lstStyle/>
        <a:p>
          <a:r>
            <a:rPr lang="en-GB" sz="1300" dirty="0"/>
            <a:t> last four digits: “-0000” -  lead registrant</a:t>
          </a:r>
          <a:endParaRPr lang="en-GB" sz="1300" dirty="0">
            <a:solidFill>
              <a:schemeClr val="tx1">
                <a:lumMod val="50000"/>
              </a:schemeClr>
            </a:solidFill>
          </a:endParaRPr>
        </a:p>
      </dgm:t>
    </dgm:pt>
    <dgm:pt modelId="{A906FF3F-1760-425E-B255-CF65E82F5125}" type="parTrans" cxnId="{FA71B9F0-892A-4C70-9343-C100C667300B}">
      <dgm:prSet/>
      <dgm:spPr/>
      <dgm:t>
        <a:bodyPr/>
        <a:lstStyle/>
        <a:p>
          <a:endParaRPr lang="en-US" sz="1400"/>
        </a:p>
      </dgm:t>
    </dgm:pt>
    <dgm:pt modelId="{9AC559E1-534B-477A-B333-2AC7278E23EF}" type="sibTrans" cxnId="{FA71B9F0-892A-4C70-9343-C100C667300B}">
      <dgm:prSet/>
      <dgm:spPr/>
      <dgm:t>
        <a:bodyPr/>
        <a:lstStyle/>
        <a:p>
          <a:endParaRPr lang="en-US" sz="1400"/>
        </a:p>
      </dgm:t>
    </dgm:pt>
    <dgm:pt modelId="{43D2D063-8396-4361-A132-945E4E7EFDBD}">
      <dgm:prSet custT="1"/>
      <dgm:spPr/>
      <dgm:t>
        <a:bodyPr/>
        <a:lstStyle/>
        <a:p>
          <a:r>
            <a:rPr lang="en-GB" sz="1300" dirty="0"/>
            <a:t>last four digits:  “-XXXX” - registrant is confidential</a:t>
          </a:r>
          <a:endParaRPr lang="en-GB" sz="1300" dirty="0">
            <a:solidFill>
              <a:schemeClr val="tx1">
                <a:lumMod val="50000"/>
              </a:schemeClr>
            </a:solidFill>
          </a:endParaRPr>
        </a:p>
      </dgm:t>
    </dgm:pt>
    <dgm:pt modelId="{39A6B6CE-F72F-4256-A60B-5A98FD89BD92}" type="parTrans" cxnId="{2AB9BF4C-2DCC-4BF7-A22C-1FC449FA02EF}">
      <dgm:prSet/>
      <dgm:spPr/>
      <dgm:t>
        <a:bodyPr/>
        <a:lstStyle/>
        <a:p>
          <a:endParaRPr lang="en-US" sz="1400"/>
        </a:p>
      </dgm:t>
    </dgm:pt>
    <dgm:pt modelId="{5D0F2DB3-19F5-467B-BEAF-5F5F2BBC5FBE}" type="sibTrans" cxnId="{2AB9BF4C-2DCC-4BF7-A22C-1FC449FA02EF}">
      <dgm:prSet/>
      <dgm:spPr/>
      <dgm:t>
        <a:bodyPr/>
        <a:lstStyle/>
        <a:p>
          <a:endParaRPr lang="en-US" sz="1400"/>
        </a:p>
      </dgm:t>
    </dgm:pt>
    <dgm:pt modelId="{86AB4E4B-643A-44FE-9F8E-721B81648D8C}">
      <dgm:prSet custT="1"/>
      <dgm:spPr/>
      <dgm:t>
        <a:bodyPr/>
        <a:lstStyle/>
        <a:p>
          <a:r>
            <a:rPr lang="en-GB" sz="1300" dirty="0">
              <a:solidFill>
                <a:schemeClr val="tx1">
                  <a:lumMod val="50000"/>
                </a:schemeClr>
              </a:solidFill>
            </a:rPr>
            <a:t>Alternative names, </a:t>
          </a:r>
        </a:p>
      </dgm:t>
    </dgm:pt>
    <dgm:pt modelId="{5BE7BEC2-C8A0-494E-A58A-4504BAA256CE}" type="parTrans" cxnId="{3C0561AA-D32D-48CD-B6F1-E19A2359C059}">
      <dgm:prSet/>
      <dgm:spPr/>
      <dgm:t>
        <a:bodyPr/>
        <a:lstStyle/>
        <a:p>
          <a:endParaRPr lang="en-US"/>
        </a:p>
      </dgm:t>
    </dgm:pt>
    <dgm:pt modelId="{2F5B9014-EEE2-42D8-9C0A-B9C2A8506A40}" type="sibTrans" cxnId="{3C0561AA-D32D-48CD-B6F1-E19A2359C059}">
      <dgm:prSet/>
      <dgm:spPr/>
      <dgm:t>
        <a:bodyPr/>
        <a:lstStyle/>
        <a:p>
          <a:endParaRPr lang="en-US"/>
        </a:p>
      </dgm:t>
    </dgm:pt>
    <dgm:pt modelId="{4E039206-8A48-4F53-AB4F-CE3761217134}">
      <dgm:prSet custT="1"/>
      <dgm:spPr/>
      <dgm:t>
        <a:bodyPr/>
        <a:lstStyle/>
        <a:p>
          <a:r>
            <a:rPr lang="en-GB" sz="1300" dirty="0">
              <a:solidFill>
                <a:schemeClr val="tx1">
                  <a:lumMod val="50000"/>
                </a:schemeClr>
              </a:solidFill>
            </a:rPr>
            <a:t>EC# , CAS#, or Index numbers (Annex VI of CLP Regulations)</a:t>
          </a:r>
        </a:p>
      </dgm:t>
    </dgm:pt>
    <dgm:pt modelId="{8C67BF39-AFF0-41EA-8A68-1BAC5C21AF6F}" type="parTrans" cxnId="{C67FE03A-B6D4-485F-9F88-B4D97EAAE43D}">
      <dgm:prSet/>
      <dgm:spPr/>
      <dgm:t>
        <a:bodyPr/>
        <a:lstStyle/>
        <a:p>
          <a:endParaRPr lang="en-US"/>
        </a:p>
      </dgm:t>
    </dgm:pt>
    <dgm:pt modelId="{26A40664-7196-4E7B-92C7-3B54512C19A2}" type="sibTrans" cxnId="{C67FE03A-B6D4-485F-9F88-B4D97EAAE43D}">
      <dgm:prSet/>
      <dgm:spPr/>
      <dgm:t>
        <a:bodyPr/>
        <a:lstStyle/>
        <a:p>
          <a:endParaRPr lang="en-US"/>
        </a:p>
      </dgm:t>
    </dgm:pt>
    <dgm:pt modelId="{C9B3ABD9-AFD4-47A5-A9AE-1279D930F4B4}">
      <dgm:prSet custT="1"/>
      <dgm:spPr/>
      <dgm:t>
        <a:bodyPr/>
        <a:lstStyle/>
        <a:p>
          <a:r>
            <a:rPr lang="en-GB" sz="1300" dirty="0">
              <a:solidFill>
                <a:schemeClr val="tx1">
                  <a:lumMod val="50000"/>
                </a:schemeClr>
              </a:solidFill>
            </a:rPr>
            <a:t>Trade name or other designation of the substance or  mixture</a:t>
          </a:r>
          <a:endParaRPr lang="es-ES" sz="1300" dirty="0"/>
        </a:p>
      </dgm:t>
    </dgm:pt>
    <dgm:pt modelId="{2DA85858-D49C-40E3-B9B5-72EED431D110}" type="parTrans" cxnId="{E73C81FC-6884-46F7-AE5A-8583454B9C2D}">
      <dgm:prSet/>
      <dgm:spPr/>
      <dgm:t>
        <a:bodyPr/>
        <a:lstStyle/>
        <a:p>
          <a:endParaRPr lang="en-US"/>
        </a:p>
      </dgm:t>
    </dgm:pt>
    <dgm:pt modelId="{FDED4812-5064-481B-BD90-7077FA0AB331}" type="sibTrans" cxnId="{E73C81FC-6884-46F7-AE5A-8583454B9C2D}">
      <dgm:prSet/>
      <dgm:spPr/>
      <dgm:t>
        <a:bodyPr/>
        <a:lstStyle/>
        <a:p>
          <a:endParaRPr lang="en-US"/>
        </a:p>
      </dgm:t>
    </dgm:pt>
    <dgm:pt modelId="{1293FEC7-7355-444B-B621-61189CCB2024}" type="pres">
      <dgm:prSet presAssocID="{A2EE2398-90C4-4818-B844-AEBE37DFE3AD}" presName="vert0" presStyleCnt="0">
        <dgm:presLayoutVars>
          <dgm:dir/>
          <dgm:animOne val="branch"/>
          <dgm:animLvl val="lvl"/>
        </dgm:presLayoutVars>
      </dgm:prSet>
      <dgm:spPr/>
    </dgm:pt>
    <dgm:pt modelId="{0EB7BF24-8969-4680-B3E4-5803F74C1162}" type="pres">
      <dgm:prSet presAssocID="{ED2174C4-613B-4423-82E7-B57B56449667}" presName="thickLine" presStyleLbl="alignNode1" presStyleIdx="0" presStyleCnt="5"/>
      <dgm:spPr/>
    </dgm:pt>
    <dgm:pt modelId="{2BD05165-76D2-46AC-A0AE-ABCD35A2338B}" type="pres">
      <dgm:prSet presAssocID="{ED2174C4-613B-4423-82E7-B57B56449667}" presName="horz1" presStyleCnt="0"/>
      <dgm:spPr/>
    </dgm:pt>
    <dgm:pt modelId="{1E9DC0C0-8F33-4743-B74D-8F93797AF503}" type="pres">
      <dgm:prSet presAssocID="{ED2174C4-613B-4423-82E7-B57B56449667}" presName="tx1" presStyleLbl="revTx" presStyleIdx="0" presStyleCnt="11" custScaleX="207222"/>
      <dgm:spPr/>
    </dgm:pt>
    <dgm:pt modelId="{E2E36BF3-07FC-4844-A63B-62A74533E0BD}" type="pres">
      <dgm:prSet presAssocID="{ED2174C4-613B-4423-82E7-B57B56449667}" presName="vert1" presStyleCnt="0"/>
      <dgm:spPr/>
    </dgm:pt>
    <dgm:pt modelId="{EFE12148-CEAE-42E6-854C-866C6A923514}" type="pres">
      <dgm:prSet presAssocID="{C9B3ABD9-AFD4-47A5-A9AE-1279D930F4B4}" presName="vertSpace2a" presStyleCnt="0"/>
      <dgm:spPr/>
    </dgm:pt>
    <dgm:pt modelId="{232C61FB-7D67-41F4-9976-A5DC3BF2D73B}" type="pres">
      <dgm:prSet presAssocID="{C9B3ABD9-AFD4-47A5-A9AE-1279D930F4B4}" presName="horz2" presStyleCnt="0"/>
      <dgm:spPr/>
    </dgm:pt>
    <dgm:pt modelId="{6E5E0637-94ED-4F93-8F64-174EB90B2FC8}" type="pres">
      <dgm:prSet presAssocID="{C9B3ABD9-AFD4-47A5-A9AE-1279D930F4B4}" presName="horzSpace2" presStyleCnt="0"/>
      <dgm:spPr/>
    </dgm:pt>
    <dgm:pt modelId="{A3ACE963-0074-4E52-9CC0-27277E9971F4}" type="pres">
      <dgm:prSet presAssocID="{C9B3ABD9-AFD4-47A5-A9AE-1279D930F4B4}" presName="tx2" presStyleLbl="revTx" presStyleIdx="1" presStyleCnt="11"/>
      <dgm:spPr/>
    </dgm:pt>
    <dgm:pt modelId="{5F945B8C-176E-4F4B-9036-E18BD05ACA15}" type="pres">
      <dgm:prSet presAssocID="{C9B3ABD9-AFD4-47A5-A9AE-1279D930F4B4}" presName="vert2" presStyleCnt="0"/>
      <dgm:spPr/>
    </dgm:pt>
    <dgm:pt modelId="{C3988DDD-118F-4052-905A-1184437F297C}" type="pres">
      <dgm:prSet presAssocID="{C9B3ABD9-AFD4-47A5-A9AE-1279D930F4B4}" presName="thinLine2b" presStyleLbl="callout" presStyleIdx="0" presStyleCnt="6"/>
      <dgm:spPr/>
    </dgm:pt>
    <dgm:pt modelId="{F3E50839-884A-4D63-8BE2-1E25C0B2E785}" type="pres">
      <dgm:prSet presAssocID="{C9B3ABD9-AFD4-47A5-A9AE-1279D930F4B4}" presName="vertSpace2b" presStyleCnt="0"/>
      <dgm:spPr/>
    </dgm:pt>
    <dgm:pt modelId="{4675EAEF-DC41-4AEE-B438-0B3419942424}" type="pres">
      <dgm:prSet presAssocID="{3564865F-3BD1-46F0-9CF3-7D318FD584A4}" presName="thickLine" presStyleLbl="alignNode1" presStyleIdx="1" presStyleCnt="5"/>
      <dgm:spPr/>
    </dgm:pt>
    <dgm:pt modelId="{A81257C7-34CA-49C4-8962-6C1085A536B6}" type="pres">
      <dgm:prSet presAssocID="{3564865F-3BD1-46F0-9CF3-7D318FD584A4}" presName="horz1" presStyleCnt="0"/>
      <dgm:spPr/>
    </dgm:pt>
    <dgm:pt modelId="{7D175308-7AA2-4828-AC70-C89038FE25DE}" type="pres">
      <dgm:prSet presAssocID="{3564865F-3BD1-46F0-9CF3-7D318FD584A4}" presName="tx1" presStyleLbl="revTx" presStyleIdx="2" presStyleCnt="11" custScaleX="208825"/>
      <dgm:spPr/>
    </dgm:pt>
    <dgm:pt modelId="{A0757E3C-AF6F-4914-B7F7-047411A6C9ED}" type="pres">
      <dgm:prSet presAssocID="{3564865F-3BD1-46F0-9CF3-7D318FD584A4}" presName="vert1" presStyleCnt="0"/>
      <dgm:spPr/>
    </dgm:pt>
    <dgm:pt modelId="{1030A3F2-C8FC-4C2E-B18E-4A07A2B021FB}" type="pres">
      <dgm:prSet presAssocID="{86AB4E4B-643A-44FE-9F8E-721B81648D8C}" presName="vertSpace2a" presStyleCnt="0"/>
      <dgm:spPr/>
    </dgm:pt>
    <dgm:pt modelId="{C5B87ACF-56AF-4538-B452-830C2BE7BB6A}" type="pres">
      <dgm:prSet presAssocID="{86AB4E4B-643A-44FE-9F8E-721B81648D8C}" presName="horz2" presStyleCnt="0"/>
      <dgm:spPr/>
    </dgm:pt>
    <dgm:pt modelId="{4BFEBE19-1FE0-4024-A238-78F0B77F6FD1}" type="pres">
      <dgm:prSet presAssocID="{86AB4E4B-643A-44FE-9F8E-721B81648D8C}" presName="horzSpace2" presStyleCnt="0"/>
      <dgm:spPr/>
    </dgm:pt>
    <dgm:pt modelId="{DF560152-DA56-4EAC-8DEC-F909C074196D}" type="pres">
      <dgm:prSet presAssocID="{86AB4E4B-643A-44FE-9F8E-721B81648D8C}" presName="tx2" presStyleLbl="revTx" presStyleIdx="3" presStyleCnt="11"/>
      <dgm:spPr/>
    </dgm:pt>
    <dgm:pt modelId="{E79BE87E-CF90-4EF3-A318-F192544F1163}" type="pres">
      <dgm:prSet presAssocID="{86AB4E4B-643A-44FE-9F8E-721B81648D8C}" presName="vert2" presStyleCnt="0"/>
      <dgm:spPr/>
    </dgm:pt>
    <dgm:pt modelId="{047D132F-454F-4DAC-B3E5-E18DB31D398B}" type="pres">
      <dgm:prSet presAssocID="{86AB4E4B-643A-44FE-9F8E-721B81648D8C}" presName="thinLine2b" presStyleLbl="callout" presStyleIdx="1" presStyleCnt="6"/>
      <dgm:spPr/>
    </dgm:pt>
    <dgm:pt modelId="{56D34F22-1D3A-4CBE-B669-ADBEE0CDC72F}" type="pres">
      <dgm:prSet presAssocID="{86AB4E4B-643A-44FE-9F8E-721B81648D8C}" presName="vertSpace2b" presStyleCnt="0"/>
      <dgm:spPr/>
    </dgm:pt>
    <dgm:pt modelId="{BFB0D8BF-ECF4-4824-9E8B-FE1FA95C8E38}" type="pres">
      <dgm:prSet presAssocID="{4E039206-8A48-4F53-AB4F-CE3761217134}" presName="horz2" presStyleCnt="0"/>
      <dgm:spPr/>
    </dgm:pt>
    <dgm:pt modelId="{D4E6260C-46E1-4BAF-B24E-814CD5C3EB31}" type="pres">
      <dgm:prSet presAssocID="{4E039206-8A48-4F53-AB4F-CE3761217134}" presName="horzSpace2" presStyleCnt="0"/>
      <dgm:spPr/>
    </dgm:pt>
    <dgm:pt modelId="{9236B4B8-5E40-4F70-AD1B-90036A1DF75E}" type="pres">
      <dgm:prSet presAssocID="{4E039206-8A48-4F53-AB4F-CE3761217134}" presName="tx2" presStyleLbl="revTx" presStyleIdx="4" presStyleCnt="11"/>
      <dgm:spPr/>
    </dgm:pt>
    <dgm:pt modelId="{66E42D29-0F07-4A94-8CFC-BA0592D1CB9A}" type="pres">
      <dgm:prSet presAssocID="{4E039206-8A48-4F53-AB4F-CE3761217134}" presName="vert2" presStyleCnt="0"/>
      <dgm:spPr/>
    </dgm:pt>
    <dgm:pt modelId="{043598AD-A115-4616-A393-999D741E83B8}" type="pres">
      <dgm:prSet presAssocID="{4E039206-8A48-4F53-AB4F-CE3761217134}" presName="thinLine2b" presStyleLbl="callout" presStyleIdx="2" presStyleCnt="6"/>
      <dgm:spPr/>
    </dgm:pt>
    <dgm:pt modelId="{177985EE-BB09-4B79-8CC6-2CC38F94C1FF}" type="pres">
      <dgm:prSet presAssocID="{4E039206-8A48-4F53-AB4F-CE3761217134}" presName="vertSpace2b" presStyleCnt="0"/>
      <dgm:spPr/>
    </dgm:pt>
    <dgm:pt modelId="{B3DD9808-085C-4F63-801B-28868212328B}" type="pres">
      <dgm:prSet presAssocID="{91E6B375-6EF8-4298-85AB-3196468D54B8}" presName="thickLine" presStyleLbl="alignNode1" presStyleIdx="2" presStyleCnt="5"/>
      <dgm:spPr/>
    </dgm:pt>
    <dgm:pt modelId="{F55C2D2E-C932-446D-9851-D24D92E671CA}" type="pres">
      <dgm:prSet presAssocID="{91E6B375-6EF8-4298-85AB-3196468D54B8}" presName="horz1" presStyleCnt="0"/>
      <dgm:spPr/>
    </dgm:pt>
    <dgm:pt modelId="{0A5F7727-E99D-443B-811B-9692979D1320}" type="pres">
      <dgm:prSet presAssocID="{91E6B375-6EF8-4298-85AB-3196468D54B8}" presName="tx1" presStyleLbl="revTx" presStyleIdx="5" presStyleCnt="11" custScaleX="206773"/>
      <dgm:spPr/>
    </dgm:pt>
    <dgm:pt modelId="{5700C8E6-9A9E-4578-B28C-404BFDF5A3DA}" type="pres">
      <dgm:prSet presAssocID="{91E6B375-6EF8-4298-85AB-3196468D54B8}" presName="vert1" presStyleCnt="0"/>
      <dgm:spPr/>
    </dgm:pt>
    <dgm:pt modelId="{C80957FC-680E-4D36-BE6F-A9C76E5713AE}" type="pres">
      <dgm:prSet presAssocID="{CE5C7249-248A-464E-ACA0-A1D475838531}" presName="vertSpace2a" presStyleCnt="0"/>
      <dgm:spPr/>
    </dgm:pt>
    <dgm:pt modelId="{9D1701FA-5CE1-4F5F-886E-2F2987F14339}" type="pres">
      <dgm:prSet presAssocID="{CE5C7249-248A-464E-ACA0-A1D475838531}" presName="horz2" presStyleCnt="0"/>
      <dgm:spPr/>
    </dgm:pt>
    <dgm:pt modelId="{38B14523-2F2A-432A-8420-6BFB932A8F55}" type="pres">
      <dgm:prSet presAssocID="{CE5C7249-248A-464E-ACA0-A1D475838531}" presName="horzSpace2" presStyleCnt="0"/>
      <dgm:spPr/>
    </dgm:pt>
    <dgm:pt modelId="{B5C37513-7198-4578-B1AB-1FDC09042E04}" type="pres">
      <dgm:prSet presAssocID="{CE5C7249-248A-464E-ACA0-A1D475838531}" presName="tx2" presStyleLbl="revTx" presStyleIdx="6" presStyleCnt="11"/>
      <dgm:spPr/>
    </dgm:pt>
    <dgm:pt modelId="{2892CA9F-5076-4690-8377-02C9F86E13A5}" type="pres">
      <dgm:prSet presAssocID="{CE5C7249-248A-464E-ACA0-A1D475838531}" presName="vert2" presStyleCnt="0"/>
      <dgm:spPr/>
    </dgm:pt>
    <dgm:pt modelId="{8D427095-1DEC-4DE9-8053-A3D7C01E423B}" type="pres">
      <dgm:prSet presAssocID="{CE5C7249-248A-464E-ACA0-A1D475838531}" presName="thinLine2b" presStyleLbl="callout" presStyleIdx="3" presStyleCnt="6"/>
      <dgm:spPr/>
    </dgm:pt>
    <dgm:pt modelId="{D9110844-0BF4-4BD2-B053-DF3A38B39C9F}" type="pres">
      <dgm:prSet presAssocID="{CE5C7249-248A-464E-ACA0-A1D475838531}" presName="vertSpace2b" presStyleCnt="0"/>
      <dgm:spPr/>
    </dgm:pt>
    <dgm:pt modelId="{BAA76C56-D989-4CF8-B7BC-C77E9D1169FF}" type="pres">
      <dgm:prSet presAssocID="{43D2D063-8396-4361-A132-945E4E7EFDBD}" presName="horz2" presStyleCnt="0"/>
      <dgm:spPr/>
    </dgm:pt>
    <dgm:pt modelId="{89B5055F-65B3-4DD8-B0D1-053DF9CE629B}" type="pres">
      <dgm:prSet presAssocID="{43D2D063-8396-4361-A132-945E4E7EFDBD}" presName="horzSpace2" presStyleCnt="0"/>
      <dgm:spPr/>
    </dgm:pt>
    <dgm:pt modelId="{60266A3D-51DC-4107-B1AC-DE308587F194}" type="pres">
      <dgm:prSet presAssocID="{43D2D063-8396-4361-A132-945E4E7EFDBD}" presName="tx2" presStyleLbl="revTx" presStyleIdx="7" presStyleCnt="11"/>
      <dgm:spPr/>
    </dgm:pt>
    <dgm:pt modelId="{CECD62E1-7324-4742-82F5-31D438557AB6}" type="pres">
      <dgm:prSet presAssocID="{43D2D063-8396-4361-A132-945E4E7EFDBD}" presName="vert2" presStyleCnt="0"/>
      <dgm:spPr/>
    </dgm:pt>
    <dgm:pt modelId="{D7452C36-92D7-431E-AE5F-5C75620386E2}" type="pres">
      <dgm:prSet presAssocID="{43D2D063-8396-4361-A132-945E4E7EFDBD}" presName="thinLine2b" presStyleLbl="callout" presStyleIdx="4" presStyleCnt="6"/>
      <dgm:spPr/>
    </dgm:pt>
    <dgm:pt modelId="{AC55C89B-43D0-4310-B495-204DED7F6366}" type="pres">
      <dgm:prSet presAssocID="{43D2D063-8396-4361-A132-945E4E7EFDBD}" presName="vertSpace2b" presStyleCnt="0"/>
      <dgm:spPr/>
    </dgm:pt>
    <dgm:pt modelId="{0D3B0219-A247-4D2D-9654-6A87B7A1E3F6}" type="pres">
      <dgm:prSet presAssocID="{EFD700C9-6DBC-4C16-941F-0EBFA1E26BE6}" presName="horz2" presStyleCnt="0"/>
      <dgm:spPr/>
    </dgm:pt>
    <dgm:pt modelId="{FCB3926F-4948-47D4-B760-11AC5728B1AB}" type="pres">
      <dgm:prSet presAssocID="{EFD700C9-6DBC-4C16-941F-0EBFA1E26BE6}" presName="horzSpace2" presStyleCnt="0"/>
      <dgm:spPr/>
    </dgm:pt>
    <dgm:pt modelId="{DBE854AC-A6EF-4BD0-AA0E-03B27D6C67C0}" type="pres">
      <dgm:prSet presAssocID="{EFD700C9-6DBC-4C16-941F-0EBFA1E26BE6}" presName="tx2" presStyleLbl="revTx" presStyleIdx="8" presStyleCnt="11" custScaleX="103456" custScaleY="97483"/>
      <dgm:spPr/>
    </dgm:pt>
    <dgm:pt modelId="{27400CA2-9C36-4ED9-8592-FB251405DAC7}" type="pres">
      <dgm:prSet presAssocID="{EFD700C9-6DBC-4C16-941F-0EBFA1E26BE6}" presName="vert2" presStyleCnt="0"/>
      <dgm:spPr/>
    </dgm:pt>
    <dgm:pt modelId="{EDA83FF3-D9EB-4C55-825E-DF25100EEFB1}" type="pres">
      <dgm:prSet presAssocID="{EFD700C9-6DBC-4C16-941F-0EBFA1E26BE6}" presName="thinLine2b" presStyleLbl="callout" presStyleIdx="5" presStyleCnt="6"/>
      <dgm:spPr/>
    </dgm:pt>
    <dgm:pt modelId="{0FA5F2B5-AA46-4A52-9B26-BFB71747100A}" type="pres">
      <dgm:prSet presAssocID="{EFD700C9-6DBC-4C16-941F-0EBFA1E26BE6}" presName="vertSpace2b" presStyleCnt="0"/>
      <dgm:spPr/>
    </dgm:pt>
    <dgm:pt modelId="{20FD4752-A4D9-40A6-BDA8-0A982235BB57}" type="pres">
      <dgm:prSet presAssocID="{02EC0D29-F591-43B5-94A6-FBBE5AC5C37D}" presName="thickLine" presStyleLbl="alignNode1" presStyleIdx="3" presStyleCnt="5"/>
      <dgm:spPr/>
    </dgm:pt>
    <dgm:pt modelId="{9D0B0B7C-12B4-497F-9CE1-044AEB0DE71D}" type="pres">
      <dgm:prSet presAssocID="{02EC0D29-F591-43B5-94A6-FBBE5AC5C37D}" presName="horz1" presStyleCnt="0"/>
      <dgm:spPr/>
    </dgm:pt>
    <dgm:pt modelId="{9E4131D6-B959-40A3-BDC0-577604512999}" type="pres">
      <dgm:prSet presAssocID="{02EC0D29-F591-43B5-94A6-FBBE5AC5C37D}" presName="tx1" presStyleLbl="revTx" presStyleIdx="9" presStyleCnt="11" custScaleX="500000"/>
      <dgm:spPr/>
    </dgm:pt>
    <dgm:pt modelId="{DC718F27-D633-471B-95FA-2E66B98D4BF8}" type="pres">
      <dgm:prSet presAssocID="{02EC0D29-F591-43B5-94A6-FBBE5AC5C37D}" presName="vert1" presStyleCnt="0"/>
      <dgm:spPr/>
    </dgm:pt>
    <dgm:pt modelId="{880524DF-A544-4DA1-BBB2-50792585D815}" type="pres">
      <dgm:prSet presAssocID="{51E0EA8B-51D5-4CA3-B34E-C818C9602B94}" presName="thickLine" presStyleLbl="alignNode1" presStyleIdx="4" presStyleCnt="5"/>
      <dgm:spPr/>
    </dgm:pt>
    <dgm:pt modelId="{A079B4E7-7D7A-492B-B591-95CFBE7899C2}" type="pres">
      <dgm:prSet presAssocID="{51E0EA8B-51D5-4CA3-B34E-C818C9602B94}" presName="horz1" presStyleCnt="0"/>
      <dgm:spPr/>
    </dgm:pt>
    <dgm:pt modelId="{C1DC0B94-EDF4-48DC-9486-94CC02347401}" type="pres">
      <dgm:prSet presAssocID="{51E0EA8B-51D5-4CA3-B34E-C818C9602B94}" presName="tx1" presStyleLbl="revTx" presStyleIdx="10" presStyleCnt="11" custScaleX="500000"/>
      <dgm:spPr/>
    </dgm:pt>
    <dgm:pt modelId="{9173CF4E-781F-4D0F-80A7-9A8814385112}" type="pres">
      <dgm:prSet presAssocID="{51E0EA8B-51D5-4CA3-B34E-C818C9602B94}" presName="vert1" presStyleCnt="0"/>
      <dgm:spPr/>
    </dgm:pt>
  </dgm:ptLst>
  <dgm:cxnLst>
    <dgm:cxn modelId="{5D74B522-DAEF-4DC7-9B66-C6C9661C86D2}" type="presOf" srcId="{CE5C7249-248A-464E-ACA0-A1D475838531}" destId="{B5C37513-7198-4578-B1AB-1FDC09042E04}" srcOrd="0" destOrd="0" presId="urn:microsoft.com/office/officeart/2008/layout/LinedList"/>
    <dgm:cxn modelId="{D029B92A-8CB7-4618-ABA0-246779C241CF}" type="presOf" srcId="{91E6B375-6EF8-4298-85AB-3196468D54B8}" destId="{0A5F7727-E99D-443B-811B-9692979D1320}" srcOrd="0" destOrd="0" presId="urn:microsoft.com/office/officeart/2008/layout/LinedList"/>
    <dgm:cxn modelId="{03AC3D39-49A9-42E9-AF63-9BD4A0EE73C0}" type="presOf" srcId="{43D2D063-8396-4361-A132-945E4E7EFDBD}" destId="{60266A3D-51DC-4107-B1AC-DE308587F194}" srcOrd="0" destOrd="0" presId="urn:microsoft.com/office/officeart/2008/layout/LinedList"/>
    <dgm:cxn modelId="{C67FE03A-B6D4-485F-9F88-B4D97EAAE43D}" srcId="{3564865F-3BD1-46F0-9CF3-7D318FD584A4}" destId="{4E039206-8A48-4F53-AB4F-CE3761217134}" srcOrd="1" destOrd="0" parTransId="{8C67BF39-AFF0-41EA-8A68-1BAC5C21AF6F}" sibTransId="{26A40664-7196-4E7B-92C7-3B54512C19A2}"/>
    <dgm:cxn modelId="{9D5D5D5E-EBD8-4E70-A9D0-BEBD7BF4E504}" type="presOf" srcId="{02EC0D29-F591-43B5-94A6-FBBE5AC5C37D}" destId="{9E4131D6-B959-40A3-BDC0-577604512999}" srcOrd="0" destOrd="0" presId="urn:microsoft.com/office/officeart/2008/layout/LinedList"/>
    <dgm:cxn modelId="{05DE1343-C23D-4A29-AB1C-0BA19702CC98}" type="presOf" srcId="{C9B3ABD9-AFD4-47A5-A9AE-1279D930F4B4}" destId="{A3ACE963-0074-4E52-9CC0-27277E9971F4}" srcOrd="0" destOrd="0" presId="urn:microsoft.com/office/officeart/2008/layout/LinedList"/>
    <dgm:cxn modelId="{3C5BD863-9ABC-42BC-A079-7451B896FC24}" srcId="{A2EE2398-90C4-4818-B844-AEBE37DFE3AD}" destId="{3564865F-3BD1-46F0-9CF3-7D318FD584A4}" srcOrd="1" destOrd="0" parTransId="{4BE8BF94-5ED1-41E8-986C-128B4C00D45C}" sibTransId="{F09452C4-15A0-4E88-AEAC-28B5F86DF9FD}"/>
    <dgm:cxn modelId="{2AB9BF4C-2DCC-4BF7-A22C-1FC449FA02EF}" srcId="{91E6B375-6EF8-4298-85AB-3196468D54B8}" destId="{43D2D063-8396-4361-A132-945E4E7EFDBD}" srcOrd="1" destOrd="0" parTransId="{39A6B6CE-F72F-4256-A60B-5A98FD89BD92}" sibTransId="{5D0F2DB3-19F5-467B-BEAF-5F5F2BBC5FBE}"/>
    <dgm:cxn modelId="{2158E44D-E1F8-452F-98A7-86A7BA4F3BCD}" type="presOf" srcId="{86AB4E4B-643A-44FE-9F8E-721B81648D8C}" destId="{DF560152-DA56-4EAC-8DEC-F909C074196D}" srcOrd="0" destOrd="0" presId="urn:microsoft.com/office/officeart/2008/layout/LinedList"/>
    <dgm:cxn modelId="{95247875-A2DF-411A-9F01-50BC4D8CE527}" type="presOf" srcId="{51E0EA8B-51D5-4CA3-B34E-C818C9602B94}" destId="{C1DC0B94-EDF4-48DC-9486-94CC02347401}" srcOrd="0" destOrd="0" presId="urn:microsoft.com/office/officeart/2008/layout/LinedList"/>
    <dgm:cxn modelId="{26232582-6C9D-4A70-81AF-89E632BFCE05}" srcId="{A2EE2398-90C4-4818-B844-AEBE37DFE3AD}" destId="{51E0EA8B-51D5-4CA3-B34E-C818C9602B94}" srcOrd="4" destOrd="0" parTransId="{74F17B7D-67E7-4494-BBEF-A34B5A477BF5}" sibTransId="{7E74047C-23C3-4041-AD35-05E22AE7D2DA}"/>
    <dgm:cxn modelId="{7E74E394-782D-4C3F-B2E8-B8B03174D706}" srcId="{A2EE2398-90C4-4818-B844-AEBE37DFE3AD}" destId="{02EC0D29-F591-43B5-94A6-FBBE5AC5C37D}" srcOrd="3" destOrd="0" parTransId="{B8D3CEB6-578C-4B82-BDE7-3C87D8DD1F3F}" sibTransId="{7E98F225-A802-4B86-A412-CB70E17A4F5B}"/>
    <dgm:cxn modelId="{A7A70BA6-D754-47BD-8F11-8790EF95A87F}" type="presOf" srcId="{ED2174C4-613B-4423-82E7-B57B56449667}" destId="{1E9DC0C0-8F33-4743-B74D-8F93797AF503}" srcOrd="0" destOrd="0" presId="urn:microsoft.com/office/officeart/2008/layout/LinedList"/>
    <dgm:cxn modelId="{3C0561AA-D32D-48CD-B6F1-E19A2359C059}" srcId="{3564865F-3BD1-46F0-9CF3-7D318FD584A4}" destId="{86AB4E4B-643A-44FE-9F8E-721B81648D8C}" srcOrd="0" destOrd="0" parTransId="{5BE7BEC2-C8A0-494E-A58A-4504BAA256CE}" sibTransId="{2F5B9014-EEE2-42D8-9C0A-B9C2A8506A40}"/>
    <dgm:cxn modelId="{76C3A1B4-B669-4141-BE68-38762CFE69B1}" type="presOf" srcId="{A2EE2398-90C4-4818-B844-AEBE37DFE3AD}" destId="{1293FEC7-7355-444B-B621-61189CCB2024}" srcOrd="0" destOrd="0" presId="urn:microsoft.com/office/officeart/2008/layout/LinedList"/>
    <dgm:cxn modelId="{1D499FBB-2DEB-488B-9563-E23E8BD087BA}" type="presOf" srcId="{EFD700C9-6DBC-4C16-941F-0EBFA1E26BE6}" destId="{DBE854AC-A6EF-4BD0-AA0E-03B27D6C67C0}" srcOrd="0" destOrd="0" presId="urn:microsoft.com/office/officeart/2008/layout/LinedList"/>
    <dgm:cxn modelId="{37169CC0-75DB-491E-895C-F6DF5B114F9E}" srcId="{A2EE2398-90C4-4818-B844-AEBE37DFE3AD}" destId="{91E6B375-6EF8-4298-85AB-3196468D54B8}" srcOrd="2" destOrd="0" parTransId="{46C8771B-7439-42DE-809D-9D1551EF3605}" sibTransId="{B36B12DE-2EF9-4FA2-BED6-6A5AC050ED1C}"/>
    <dgm:cxn modelId="{5F6E3FD4-8769-45F0-ACF2-D76A1F824EF1}" srcId="{A2EE2398-90C4-4818-B844-AEBE37DFE3AD}" destId="{ED2174C4-613B-4423-82E7-B57B56449667}" srcOrd="0" destOrd="0" parTransId="{56632721-53F1-43CC-AFD6-C32797D7410A}" sibTransId="{A0C46D4D-0F18-4EB3-AC24-EF25BFA97FFA}"/>
    <dgm:cxn modelId="{FA71B9F0-892A-4C70-9343-C100C667300B}" srcId="{91E6B375-6EF8-4298-85AB-3196468D54B8}" destId="{CE5C7249-248A-464E-ACA0-A1D475838531}" srcOrd="0" destOrd="0" parTransId="{A906FF3F-1760-425E-B255-CF65E82F5125}" sibTransId="{9AC559E1-534B-477A-B333-2AC7278E23EF}"/>
    <dgm:cxn modelId="{6577E3F0-0452-43EB-890E-D356AC16AA66}" type="presOf" srcId="{4E039206-8A48-4F53-AB4F-CE3761217134}" destId="{9236B4B8-5E40-4F70-AD1B-90036A1DF75E}" srcOrd="0" destOrd="0" presId="urn:microsoft.com/office/officeart/2008/layout/LinedList"/>
    <dgm:cxn modelId="{5C4893F7-519C-4A2C-84EC-EF814AAD4887}" srcId="{91E6B375-6EF8-4298-85AB-3196468D54B8}" destId="{EFD700C9-6DBC-4C16-941F-0EBFA1E26BE6}" srcOrd="2" destOrd="0" parTransId="{C6BB1D6A-19F9-41B5-9AC8-FDA97BC7812B}" sibTransId="{2BB4238A-EF6F-41C8-A1F2-6580FFD3AA20}"/>
    <dgm:cxn modelId="{E73C81FC-6884-46F7-AE5A-8583454B9C2D}" srcId="{ED2174C4-613B-4423-82E7-B57B56449667}" destId="{C9B3ABD9-AFD4-47A5-A9AE-1279D930F4B4}" srcOrd="0" destOrd="0" parTransId="{2DA85858-D49C-40E3-B9B5-72EED431D110}" sibTransId="{FDED4812-5064-481B-BD90-7077FA0AB331}"/>
    <dgm:cxn modelId="{1A8673FF-4C76-4729-A395-22261709F7DA}" type="presOf" srcId="{3564865F-3BD1-46F0-9CF3-7D318FD584A4}" destId="{7D175308-7AA2-4828-AC70-C89038FE25DE}" srcOrd="0" destOrd="0" presId="urn:microsoft.com/office/officeart/2008/layout/LinedList"/>
    <dgm:cxn modelId="{E3D8AAEF-BBB0-4400-A457-C65A544FD175}" type="presParOf" srcId="{1293FEC7-7355-444B-B621-61189CCB2024}" destId="{0EB7BF24-8969-4680-B3E4-5803F74C1162}" srcOrd="0" destOrd="0" presId="urn:microsoft.com/office/officeart/2008/layout/LinedList"/>
    <dgm:cxn modelId="{F37D5EE6-6B55-430D-A197-6A6CB48DB823}" type="presParOf" srcId="{1293FEC7-7355-444B-B621-61189CCB2024}" destId="{2BD05165-76D2-46AC-A0AE-ABCD35A2338B}" srcOrd="1" destOrd="0" presId="urn:microsoft.com/office/officeart/2008/layout/LinedList"/>
    <dgm:cxn modelId="{918A9718-0FEA-4964-B419-43A11D0106B3}" type="presParOf" srcId="{2BD05165-76D2-46AC-A0AE-ABCD35A2338B}" destId="{1E9DC0C0-8F33-4743-B74D-8F93797AF503}" srcOrd="0" destOrd="0" presId="urn:microsoft.com/office/officeart/2008/layout/LinedList"/>
    <dgm:cxn modelId="{53FCF5F8-1D1A-4FFA-A7CB-34747A7E3C11}" type="presParOf" srcId="{2BD05165-76D2-46AC-A0AE-ABCD35A2338B}" destId="{E2E36BF3-07FC-4844-A63B-62A74533E0BD}" srcOrd="1" destOrd="0" presId="urn:microsoft.com/office/officeart/2008/layout/LinedList"/>
    <dgm:cxn modelId="{C1C58C11-A52D-42E0-AFF6-F0CB6958807B}" type="presParOf" srcId="{E2E36BF3-07FC-4844-A63B-62A74533E0BD}" destId="{EFE12148-CEAE-42E6-854C-866C6A923514}" srcOrd="0" destOrd="0" presId="urn:microsoft.com/office/officeart/2008/layout/LinedList"/>
    <dgm:cxn modelId="{FDC4ABF7-AFFD-45CD-9C48-92FBBDBDEB8C}" type="presParOf" srcId="{E2E36BF3-07FC-4844-A63B-62A74533E0BD}" destId="{232C61FB-7D67-41F4-9976-A5DC3BF2D73B}" srcOrd="1" destOrd="0" presId="urn:microsoft.com/office/officeart/2008/layout/LinedList"/>
    <dgm:cxn modelId="{55C683B5-26A8-4B03-BB27-C4BF5378D42B}" type="presParOf" srcId="{232C61FB-7D67-41F4-9976-A5DC3BF2D73B}" destId="{6E5E0637-94ED-4F93-8F64-174EB90B2FC8}" srcOrd="0" destOrd="0" presId="urn:microsoft.com/office/officeart/2008/layout/LinedList"/>
    <dgm:cxn modelId="{ACF83345-D9BA-4ED0-97F7-D496E4C692F9}" type="presParOf" srcId="{232C61FB-7D67-41F4-9976-A5DC3BF2D73B}" destId="{A3ACE963-0074-4E52-9CC0-27277E9971F4}" srcOrd="1" destOrd="0" presId="urn:microsoft.com/office/officeart/2008/layout/LinedList"/>
    <dgm:cxn modelId="{F5F0D1C4-492F-495B-8A96-30278FA255DB}" type="presParOf" srcId="{232C61FB-7D67-41F4-9976-A5DC3BF2D73B}" destId="{5F945B8C-176E-4F4B-9036-E18BD05ACA15}" srcOrd="2" destOrd="0" presId="urn:microsoft.com/office/officeart/2008/layout/LinedList"/>
    <dgm:cxn modelId="{E36BE7C0-FAD8-4DAC-9F37-E30EEF22C376}" type="presParOf" srcId="{E2E36BF3-07FC-4844-A63B-62A74533E0BD}" destId="{C3988DDD-118F-4052-905A-1184437F297C}" srcOrd="2" destOrd="0" presId="urn:microsoft.com/office/officeart/2008/layout/LinedList"/>
    <dgm:cxn modelId="{EB4D34A7-EB0D-49BB-B6D2-457DD25D0B20}" type="presParOf" srcId="{E2E36BF3-07FC-4844-A63B-62A74533E0BD}" destId="{F3E50839-884A-4D63-8BE2-1E25C0B2E785}" srcOrd="3" destOrd="0" presId="urn:microsoft.com/office/officeart/2008/layout/LinedList"/>
    <dgm:cxn modelId="{2A77C71A-4DB2-44CF-9B4B-C209E6961708}" type="presParOf" srcId="{1293FEC7-7355-444B-B621-61189CCB2024}" destId="{4675EAEF-DC41-4AEE-B438-0B3419942424}" srcOrd="2" destOrd="0" presId="urn:microsoft.com/office/officeart/2008/layout/LinedList"/>
    <dgm:cxn modelId="{F3A0EFB0-3F0E-4793-81B4-5811A8DD3669}" type="presParOf" srcId="{1293FEC7-7355-444B-B621-61189CCB2024}" destId="{A81257C7-34CA-49C4-8962-6C1085A536B6}" srcOrd="3" destOrd="0" presId="urn:microsoft.com/office/officeart/2008/layout/LinedList"/>
    <dgm:cxn modelId="{48DA0D03-94BA-4D65-8B93-9CA0E9DF3A7E}" type="presParOf" srcId="{A81257C7-34CA-49C4-8962-6C1085A536B6}" destId="{7D175308-7AA2-4828-AC70-C89038FE25DE}" srcOrd="0" destOrd="0" presId="urn:microsoft.com/office/officeart/2008/layout/LinedList"/>
    <dgm:cxn modelId="{085D81D2-7EEF-40FF-A7AD-94829F20B900}" type="presParOf" srcId="{A81257C7-34CA-49C4-8962-6C1085A536B6}" destId="{A0757E3C-AF6F-4914-B7F7-047411A6C9ED}" srcOrd="1" destOrd="0" presId="urn:microsoft.com/office/officeart/2008/layout/LinedList"/>
    <dgm:cxn modelId="{E38CA620-26D2-4CAA-B25D-69E1661BB898}" type="presParOf" srcId="{A0757E3C-AF6F-4914-B7F7-047411A6C9ED}" destId="{1030A3F2-C8FC-4C2E-B18E-4A07A2B021FB}" srcOrd="0" destOrd="0" presId="urn:microsoft.com/office/officeart/2008/layout/LinedList"/>
    <dgm:cxn modelId="{85ACD3A1-F2DF-478F-8865-BB92EEF737A4}" type="presParOf" srcId="{A0757E3C-AF6F-4914-B7F7-047411A6C9ED}" destId="{C5B87ACF-56AF-4538-B452-830C2BE7BB6A}" srcOrd="1" destOrd="0" presId="urn:microsoft.com/office/officeart/2008/layout/LinedList"/>
    <dgm:cxn modelId="{35272A83-96EA-4AE7-8C0C-8395FBA30181}" type="presParOf" srcId="{C5B87ACF-56AF-4538-B452-830C2BE7BB6A}" destId="{4BFEBE19-1FE0-4024-A238-78F0B77F6FD1}" srcOrd="0" destOrd="0" presId="urn:microsoft.com/office/officeart/2008/layout/LinedList"/>
    <dgm:cxn modelId="{F88BA819-40BC-4391-B8F8-FE073699D8F0}" type="presParOf" srcId="{C5B87ACF-56AF-4538-B452-830C2BE7BB6A}" destId="{DF560152-DA56-4EAC-8DEC-F909C074196D}" srcOrd="1" destOrd="0" presId="urn:microsoft.com/office/officeart/2008/layout/LinedList"/>
    <dgm:cxn modelId="{BEF71C0F-0C7D-460D-8EFC-8505CF20F398}" type="presParOf" srcId="{C5B87ACF-56AF-4538-B452-830C2BE7BB6A}" destId="{E79BE87E-CF90-4EF3-A318-F192544F1163}" srcOrd="2" destOrd="0" presId="urn:microsoft.com/office/officeart/2008/layout/LinedList"/>
    <dgm:cxn modelId="{9301BDDB-60C1-4788-A58C-A90848525DE2}" type="presParOf" srcId="{A0757E3C-AF6F-4914-B7F7-047411A6C9ED}" destId="{047D132F-454F-4DAC-B3E5-E18DB31D398B}" srcOrd="2" destOrd="0" presId="urn:microsoft.com/office/officeart/2008/layout/LinedList"/>
    <dgm:cxn modelId="{889DF9FF-3339-487E-BA33-2C30E407E05F}" type="presParOf" srcId="{A0757E3C-AF6F-4914-B7F7-047411A6C9ED}" destId="{56D34F22-1D3A-4CBE-B669-ADBEE0CDC72F}" srcOrd="3" destOrd="0" presId="urn:microsoft.com/office/officeart/2008/layout/LinedList"/>
    <dgm:cxn modelId="{CA7C598D-F940-47BB-86A6-2E3BFE2E1678}" type="presParOf" srcId="{A0757E3C-AF6F-4914-B7F7-047411A6C9ED}" destId="{BFB0D8BF-ECF4-4824-9E8B-FE1FA95C8E38}" srcOrd="4" destOrd="0" presId="urn:microsoft.com/office/officeart/2008/layout/LinedList"/>
    <dgm:cxn modelId="{1AA0A4C2-F289-479A-AA76-413999543FF5}" type="presParOf" srcId="{BFB0D8BF-ECF4-4824-9E8B-FE1FA95C8E38}" destId="{D4E6260C-46E1-4BAF-B24E-814CD5C3EB31}" srcOrd="0" destOrd="0" presId="urn:microsoft.com/office/officeart/2008/layout/LinedList"/>
    <dgm:cxn modelId="{65A1DB9E-AC93-42F3-8A6E-060A062C4A33}" type="presParOf" srcId="{BFB0D8BF-ECF4-4824-9E8B-FE1FA95C8E38}" destId="{9236B4B8-5E40-4F70-AD1B-90036A1DF75E}" srcOrd="1" destOrd="0" presId="urn:microsoft.com/office/officeart/2008/layout/LinedList"/>
    <dgm:cxn modelId="{E6B59E85-F989-49E4-BBCE-F2A905FF0670}" type="presParOf" srcId="{BFB0D8BF-ECF4-4824-9E8B-FE1FA95C8E38}" destId="{66E42D29-0F07-4A94-8CFC-BA0592D1CB9A}" srcOrd="2" destOrd="0" presId="urn:microsoft.com/office/officeart/2008/layout/LinedList"/>
    <dgm:cxn modelId="{2C1BFD85-05EE-4B35-BCA8-6C298E18A318}" type="presParOf" srcId="{A0757E3C-AF6F-4914-B7F7-047411A6C9ED}" destId="{043598AD-A115-4616-A393-999D741E83B8}" srcOrd="5" destOrd="0" presId="urn:microsoft.com/office/officeart/2008/layout/LinedList"/>
    <dgm:cxn modelId="{A40188F4-0DA6-4D91-BB95-AD4CE71F952B}" type="presParOf" srcId="{A0757E3C-AF6F-4914-B7F7-047411A6C9ED}" destId="{177985EE-BB09-4B79-8CC6-2CC38F94C1FF}" srcOrd="6" destOrd="0" presId="urn:microsoft.com/office/officeart/2008/layout/LinedList"/>
    <dgm:cxn modelId="{217B883E-66AA-4575-8D09-6E7786623BE6}" type="presParOf" srcId="{1293FEC7-7355-444B-B621-61189CCB2024}" destId="{B3DD9808-085C-4F63-801B-28868212328B}" srcOrd="4" destOrd="0" presId="urn:microsoft.com/office/officeart/2008/layout/LinedList"/>
    <dgm:cxn modelId="{CD89A9B7-3A6C-4BEC-AB9D-B63C22DB37DE}" type="presParOf" srcId="{1293FEC7-7355-444B-B621-61189CCB2024}" destId="{F55C2D2E-C932-446D-9851-D24D92E671CA}" srcOrd="5" destOrd="0" presId="urn:microsoft.com/office/officeart/2008/layout/LinedList"/>
    <dgm:cxn modelId="{3D3B58B7-7BE5-40DB-9388-1D8A45889348}" type="presParOf" srcId="{F55C2D2E-C932-446D-9851-D24D92E671CA}" destId="{0A5F7727-E99D-443B-811B-9692979D1320}" srcOrd="0" destOrd="0" presId="urn:microsoft.com/office/officeart/2008/layout/LinedList"/>
    <dgm:cxn modelId="{342ECF40-548A-4156-975B-334831CA0BFB}" type="presParOf" srcId="{F55C2D2E-C932-446D-9851-D24D92E671CA}" destId="{5700C8E6-9A9E-4578-B28C-404BFDF5A3DA}" srcOrd="1" destOrd="0" presId="urn:microsoft.com/office/officeart/2008/layout/LinedList"/>
    <dgm:cxn modelId="{109A28A3-A099-4D19-BC99-AB5EBD6231B6}" type="presParOf" srcId="{5700C8E6-9A9E-4578-B28C-404BFDF5A3DA}" destId="{C80957FC-680E-4D36-BE6F-A9C76E5713AE}" srcOrd="0" destOrd="0" presId="urn:microsoft.com/office/officeart/2008/layout/LinedList"/>
    <dgm:cxn modelId="{DAB3BE68-6A5F-4CCF-B59F-BF0A0CB67732}" type="presParOf" srcId="{5700C8E6-9A9E-4578-B28C-404BFDF5A3DA}" destId="{9D1701FA-5CE1-4F5F-886E-2F2987F14339}" srcOrd="1" destOrd="0" presId="urn:microsoft.com/office/officeart/2008/layout/LinedList"/>
    <dgm:cxn modelId="{F470C3C1-9C24-42B1-AE4E-DC5A67A0FFF6}" type="presParOf" srcId="{9D1701FA-5CE1-4F5F-886E-2F2987F14339}" destId="{38B14523-2F2A-432A-8420-6BFB932A8F55}" srcOrd="0" destOrd="0" presId="urn:microsoft.com/office/officeart/2008/layout/LinedList"/>
    <dgm:cxn modelId="{590FC4F3-BF53-4EA3-85C6-E22206A44448}" type="presParOf" srcId="{9D1701FA-5CE1-4F5F-886E-2F2987F14339}" destId="{B5C37513-7198-4578-B1AB-1FDC09042E04}" srcOrd="1" destOrd="0" presId="urn:microsoft.com/office/officeart/2008/layout/LinedList"/>
    <dgm:cxn modelId="{B6BA3563-BEE1-40A5-BFD0-12A249EE171A}" type="presParOf" srcId="{9D1701FA-5CE1-4F5F-886E-2F2987F14339}" destId="{2892CA9F-5076-4690-8377-02C9F86E13A5}" srcOrd="2" destOrd="0" presId="urn:microsoft.com/office/officeart/2008/layout/LinedList"/>
    <dgm:cxn modelId="{21C48FD8-74D7-4A0D-B5B8-037CF307CC74}" type="presParOf" srcId="{5700C8E6-9A9E-4578-B28C-404BFDF5A3DA}" destId="{8D427095-1DEC-4DE9-8053-A3D7C01E423B}" srcOrd="2" destOrd="0" presId="urn:microsoft.com/office/officeart/2008/layout/LinedList"/>
    <dgm:cxn modelId="{1108FFE2-D15F-4AF0-9B90-4670F55B489D}" type="presParOf" srcId="{5700C8E6-9A9E-4578-B28C-404BFDF5A3DA}" destId="{D9110844-0BF4-4BD2-B053-DF3A38B39C9F}" srcOrd="3" destOrd="0" presId="urn:microsoft.com/office/officeart/2008/layout/LinedList"/>
    <dgm:cxn modelId="{A34FB2D2-698D-4B31-8818-460E46EF0C74}" type="presParOf" srcId="{5700C8E6-9A9E-4578-B28C-404BFDF5A3DA}" destId="{BAA76C56-D989-4CF8-B7BC-C77E9D1169FF}" srcOrd="4" destOrd="0" presId="urn:microsoft.com/office/officeart/2008/layout/LinedList"/>
    <dgm:cxn modelId="{FD205EF8-68F7-491E-AC61-9B82E8164E19}" type="presParOf" srcId="{BAA76C56-D989-4CF8-B7BC-C77E9D1169FF}" destId="{89B5055F-65B3-4DD8-B0D1-053DF9CE629B}" srcOrd="0" destOrd="0" presId="urn:microsoft.com/office/officeart/2008/layout/LinedList"/>
    <dgm:cxn modelId="{3712BA6A-1A6B-441E-B8E9-F6DA38838AFC}" type="presParOf" srcId="{BAA76C56-D989-4CF8-B7BC-C77E9D1169FF}" destId="{60266A3D-51DC-4107-B1AC-DE308587F194}" srcOrd="1" destOrd="0" presId="urn:microsoft.com/office/officeart/2008/layout/LinedList"/>
    <dgm:cxn modelId="{7BB4BCB0-E94C-4FAC-B108-951E94EA1FBC}" type="presParOf" srcId="{BAA76C56-D989-4CF8-B7BC-C77E9D1169FF}" destId="{CECD62E1-7324-4742-82F5-31D438557AB6}" srcOrd="2" destOrd="0" presId="urn:microsoft.com/office/officeart/2008/layout/LinedList"/>
    <dgm:cxn modelId="{259DF050-F58A-4D64-9161-1D5F4BFE29B9}" type="presParOf" srcId="{5700C8E6-9A9E-4578-B28C-404BFDF5A3DA}" destId="{D7452C36-92D7-431E-AE5F-5C75620386E2}" srcOrd="5" destOrd="0" presId="urn:microsoft.com/office/officeart/2008/layout/LinedList"/>
    <dgm:cxn modelId="{DC2E07FF-90AB-4E75-9747-BE5284BAC2FF}" type="presParOf" srcId="{5700C8E6-9A9E-4578-B28C-404BFDF5A3DA}" destId="{AC55C89B-43D0-4310-B495-204DED7F6366}" srcOrd="6" destOrd="0" presId="urn:microsoft.com/office/officeart/2008/layout/LinedList"/>
    <dgm:cxn modelId="{BEDDF0CE-7199-490A-86EB-86819D399E31}" type="presParOf" srcId="{5700C8E6-9A9E-4578-B28C-404BFDF5A3DA}" destId="{0D3B0219-A247-4D2D-9654-6A87B7A1E3F6}" srcOrd="7" destOrd="0" presId="urn:microsoft.com/office/officeart/2008/layout/LinedList"/>
    <dgm:cxn modelId="{B12E7BDA-EFB4-4640-969A-1B9B81AD9DEE}" type="presParOf" srcId="{0D3B0219-A247-4D2D-9654-6A87B7A1E3F6}" destId="{FCB3926F-4948-47D4-B760-11AC5728B1AB}" srcOrd="0" destOrd="0" presId="urn:microsoft.com/office/officeart/2008/layout/LinedList"/>
    <dgm:cxn modelId="{423601F8-E1F6-4B2C-A37E-D2AAB65BC3A8}" type="presParOf" srcId="{0D3B0219-A247-4D2D-9654-6A87B7A1E3F6}" destId="{DBE854AC-A6EF-4BD0-AA0E-03B27D6C67C0}" srcOrd="1" destOrd="0" presId="urn:microsoft.com/office/officeart/2008/layout/LinedList"/>
    <dgm:cxn modelId="{0571FF87-D9D0-4002-AE92-62F665B50840}" type="presParOf" srcId="{0D3B0219-A247-4D2D-9654-6A87B7A1E3F6}" destId="{27400CA2-9C36-4ED9-8592-FB251405DAC7}" srcOrd="2" destOrd="0" presId="urn:microsoft.com/office/officeart/2008/layout/LinedList"/>
    <dgm:cxn modelId="{FF3A47BA-D6CA-4677-BC5D-ED1E509653E7}" type="presParOf" srcId="{5700C8E6-9A9E-4578-B28C-404BFDF5A3DA}" destId="{EDA83FF3-D9EB-4C55-825E-DF25100EEFB1}" srcOrd="8" destOrd="0" presId="urn:microsoft.com/office/officeart/2008/layout/LinedList"/>
    <dgm:cxn modelId="{445ABDEB-EE30-4847-97AB-4E8F9A165CF4}" type="presParOf" srcId="{5700C8E6-9A9E-4578-B28C-404BFDF5A3DA}" destId="{0FA5F2B5-AA46-4A52-9B26-BFB71747100A}" srcOrd="9" destOrd="0" presId="urn:microsoft.com/office/officeart/2008/layout/LinedList"/>
    <dgm:cxn modelId="{9AC0F8C2-F241-4B02-A6A0-04C32EA5B5AA}" type="presParOf" srcId="{1293FEC7-7355-444B-B621-61189CCB2024}" destId="{20FD4752-A4D9-40A6-BDA8-0A982235BB57}" srcOrd="6" destOrd="0" presId="urn:microsoft.com/office/officeart/2008/layout/LinedList"/>
    <dgm:cxn modelId="{A9AE1CC8-A250-4427-B2C7-E1512F05E89F}" type="presParOf" srcId="{1293FEC7-7355-444B-B621-61189CCB2024}" destId="{9D0B0B7C-12B4-497F-9CE1-044AEB0DE71D}" srcOrd="7" destOrd="0" presId="urn:microsoft.com/office/officeart/2008/layout/LinedList"/>
    <dgm:cxn modelId="{37349F59-F94D-46E8-BFE0-7B5023E24C1C}" type="presParOf" srcId="{9D0B0B7C-12B4-497F-9CE1-044AEB0DE71D}" destId="{9E4131D6-B959-40A3-BDC0-577604512999}" srcOrd="0" destOrd="0" presId="urn:microsoft.com/office/officeart/2008/layout/LinedList"/>
    <dgm:cxn modelId="{4CF92FEB-DD44-4587-B642-8331F5A88D23}" type="presParOf" srcId="{9D0B0B7C-12B4-497F-9CE1-044AEB0DE71D}" destId="{DC718F27-D633-471B-95FA-2E66B98D4BF8}" srcOrd="1" destOrd="0" presId="urn:microsoft.com/office/officeart/2008/layout/LinedList"/>
    <dgm:cxn modelId="{6B15406A-FC54-4B2B-83B0-FB3214E37C7E}" type="presParOf" srcId="{1293FEC7-7355-444B-B621-61189CCB2024}" destId="{880524DF-A544-4DA1-BBB2-50792585D815}" srcOrd="8" destOrd="0" presId="urn:microsoft.com/office/officeart/2008/layout/LinedList"/>
    <dgm:cxn modelId="{6D1742F5-0BF5-422E-B7A6-D5207E1ACA2E}" type="presParOf" srcId="{1293FEC7-7355-444B-B621-61189CCB2024}" destId="{A079B4E7-7D7A-492B-B591-95CFBE7899C2}" srcOrd="9" destOrd="0" presId="urn:microsoft.com/office/officeart/2008/layout/LinedList"/>
    <dgm:cxn modelId="{83BA4467-D91B-4B18-BC90-BDB0580814A7}" type="presParOf" srcId="{A079B4E7-7D7A-492B-B591-95CFBE7899C2}" destId="{C1DC0B94-EDF4-48DC-9486-94CC02347401}" srcOrd="0" destOrd="0" presId="urn:microsoft.com/office/officeart/2008/layout/LinedList"/>
    <dgm:cxn modelId="{FB41E37B-E5A4-4415-86FB-CE190D7449BB}" type="presParOf" srcId="{A079B4E7-7D7A-492B-B591-95CFBE7899C2}" destId="{9173CF4E-781F-4D0F-80A7-9A881438511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B39A7A-9613-4225-8949-9FEABF22B7A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C2AE07F-6252-48D6-A140-F705B2B9FD9B}">
      <dgm:prSet custT="1"/>
      <dgm:spPr/>
      <dgm:t>
        <a:bodyPr/>
        <a:lstStyle/>
        <a:p>
          <a:r>
            <a:rPr lang="en-GB" sz="1400" noProof="0" dirty="0"/>
            <a:t>Check in Section 1.2 if your use is Identified by your supplier.</a:t>
          </a:r>
        </a:p>
      </dgm:t>
    </dgm:pt>
    <dgm:pt modelId="{C3AF5B71-7909-4D2C-A8AF-020CE66B2B2F}" type="parTrans" cxnId="{3FB6B656-004F-41C6-B0C3-8FFEB80FFF0E}">
      <dgm:prSet/>
      <dgm:spPr/>
      <dgm:t>
        <a:bodyPr/>
        <a:lstStyle/>
        <a:p>
          <a:endParaRPr lang="en-GB" noProof="0" dirty="0"/>
        </a:p>
      </dgm:t>
    </dgm:pt>
    <dgm:pt modelId="{EB29A36A-22AF-4021-9D9E-9D0B5ECD8A09}" type="sibTrans" cxnId="{3FB6B656-004F-41C6-B0C3-8FFEB80FFF0E}">
      <dgm:prSet/>
      <dgm:spPr/>
      <dgm:t>
        <a:bodyPr/>
        <a:lstStyle/>
        <a:p>
          <a:endParaRPr lang="en-GB" noProof="0" dirty="0"/>
        </a:p>
      </dgm:t>
    </dgm:pt>
    <dgm:pt modelId="{ABF74819-41EB-4B8B-AC25-DC4BF5D7EEFD}">
      <dgm:prSet custT="1"/>
      <dgm:spPr/>
      <dgm:t>
        <a:bodyPr/>
        <a:lstStyle/>
        <a:p>
          <a:r>
            <a:rPr lang="en-GB" sz="1400" noProof="0" dirty="0"/>
            <a:t>If section 1.2 specifies that your use is advised against – options</a:t>
          </a:r>
        </a:p>
      </dgm:t>
    </dgm:pt>
    <dgm:pt modelId="{9C3CE336-56FF-491A-A24D-B80EE05869BA}" type="parTrans" cxnId="{93229E6D-FD00-4A11-8989-B1B2C24F248B}">
      <dgm:prSet/>
      <dgm:spPr/>
      <dgm:t>
        <a:bodyPr/>
        <a:lstStyle/>
        <a:p>
          <a:endParaRPr lang="en-GB" noProof="0" dirty="0"/>
        </a:p>
      </dgm:t>
    </dgm:pt>
    <dgm:pt modelId="{8491F846-830F-4138-9770-C11A8756130D}" type="sibTrans" cxnId="{93229E6D-FD00-4A11-8989-B1B2C24F248B}">
      <dgm:prSet/>
      <dgm:spPr/>
      <dgm:t>
        <a:bodyPr/>
        <a:lstStyle/>
        <a:p>
          <a:endParaRPr lang="en-GB" noProof="0" dirty="0"/>
        </a:p>
      </dgm:t>
    </dgm:pt>
    <dgm:pt modelId="{B6D6A505-EB32-4C91-98D3-C650C9664512}">
      <dgm:prSet custT="1"/>
      <dgm:spPr/>
      <dgm:t>
        <a:bodyPr/>
        <a:lstStyle/>
        <a:p>
          <a:r>
            <a:rPr lang="en-GB" sz="1300" noProof="0" dirty="0"/>
            <a:t>Stop this use of the substance (as such or in a mixture)</a:t>
          </a:r>
        </a:p>
      </dgm:t>
    </dgm:pt>
    <dgm:pt modelId="{06E90923-1BC2-4B3A-87DD-4C4925C89A6A}" type="parTrans" cxnId="{51B812F6-E41C-44B9-B6F1-9937EC46F549}">
      <dgm:prSet/>
      <dgm:spPr/>
      <dgm:t>
        <a:bodyPr/>
        <a:lstStyle/>
        <a:p>
          <a:endParaRPr lang="en-GB" noProof="0" dirty="0"/>
        </a:p>
      </dgm:t>
    </dgm:pt>
    <dgm:pt modelId="{AF520A77-C524-4599-8982-AACB4266BB1A}" type="sibTrans" cxnId="{51B812F6-E41C-44B9-B6F1-9937EC46F549}">
      <dgm:prSet/>
      <dgm:spPr/>
      <dgm:t>
        <a:bodyPr/>
        <a:lstStyle/>
        <a:p>
          <a:endParaRPr lang="en-GB" noProof="0" dirty="0"/>
        </a:p>
      </dgm:t>
    </dgm:pt>
    <dgm:pt modelId="{B718B287-792A-4C4B-96F7-A3DD3EB8EC31}">
      <dgm:prSet custT="1"/>
      <dgm:spPr/>
      <dgm:t>
        <a:bodyPr/>
        <a:lstStyle/>
        <a:p>
          <a:r>
            <a:rPr lang="en-GB" sz="1300" noProof="0" dirty="0"/>
            <a:t>Switch to a supplier who has covered your use with appropriate RMM</a:t>
          </a:r>
        </a:p>
      </dgm:t>
    </dgm:pt>
    <dgm:pt modelId="{090DBC0C-F821-4F02-8BE8-F1C7FAC282AB}" type="parTrans" cxnId="{D514A141-0B5F-4D23-811F-60A1D7971562}">
      <dgm:prSet/>
      <dgm:spPr/>
      <dgm:t>
        <a:bodyPr/>
        <a:lstStyle/>
        <a:p>
          <a:endParaRPr lang="en-GB" noProof="0" dirty="0"/>
        </a:p>
      </dgm:t>
    </dgm:pt>
    <dgm:pt modelId="{EFBCB755-1708-4D73-ACEF-F0FF301A4E08}" type="sibTrans" cxnId="{D514A141-0B5F-4D23-811F-60A1D7971562}">
      <dgm:prSet/>
      <dgm:spPr/>
      <dgm:t>
        <a:bodyPr/>
        <a:lstStyle/>
        <a:p>
          <a:endParaRPr lang="en-GB" noProof="0" dirty="0"/>
        </a:p>
      </dgm:t>
    </dgm:pt>
    <dgm:pt modelId="{28F36D7B-DE34-4423-99A9-6F6C10697909}">
      <dgm:prSet custT="1"/>
      <dgm:spPr/>
      <dgm:t>
        <a:bodyPr/>
        <a:lstStyle/>
        <a:p>
          <a:r>
            <a:rPr lang="en-GB" sz="1300" noProof="0" dirty="0"/>
            <a:t>Undertake a DU Chemical Safety Report to verify use is safe</a:t>
          </a:r>
        </a:p>
      </dgm:t>
    </dgm:pt>
    <dgm:pt modelId="{BFB40A6B-0085-4415-BA6F-4E10E1254043}" type="parTrans" cxnId="{57C71803-1A25-49C4-BC44-B05F8A2255CF}">
      <dgm:prSet/>
      <dgm:spPr/>
      <dgm:t>
        <a:bodyPr/>
        <a:lstStyle/>
        <a:p>
          <a:endParaRPr lang="en-GB" noProof="0" dirty="0"/>
        </a:p>
      </dgm:t>
    </dgm:pt>
    <dgm:pt modelId="{7F5BEEE1-782B-42BE-AA7F-C30EBCDF320F}" type="sibTrans" cxnId="{57C71803-1A25-49C4-BC44-B05F8A2255CF}">
      <dgm:prSet/>
      <dgm:spPr/>
      <dgm:t>
        <a:bodyPr/>
        <a:lstStyle/>
        <a:p>
          <a:endParaRPr lang="en-GB" noProof="0" dirty="0"/>
        </a:p>
      </dgm:t>
    </dgm:pt>
    <dgm:pt modelId="{EB8B5F03-6C38-48C2-8572-2EA98F68F1E6}">
      <dgm:prSet custT="1"/>
      <dgm:spPr/>
      <dgm:t>
        <a:bodyPr/>
        <a:lstStyle/>
        <a:p>
          <a:r>
            <a:rPr lang="en-GB" sz="1400" noProof="0" dirty="0"/>
            <a:t>Uses may be described with:</a:t>
          </a:r>
        </a:p>
      </dgm:t>
    </dgm:pt>
    <dgm:pt modelId="{F17C66AD-EF14-41C0-88A7-DF1276F8BF9A}" type="parTrans" cxnId="{1B0F9306-2B5B-48B9-BC29-A064E681D77F}">
      <dgm:prSet/>
      <dgm:spPr/>
      <dgm:t>
        <a:bodyPr/>
        <a:lstStyle/>
        <a:p>
          <a:endParaRPr lang="en-GB" noProof="0" dirty="0"/>
        </a:p>
      </dgm:t>
    </dgm:pt>
    <dgm:pt modelId="{DBE5EBEC-751F-4FEF-9952-B03E4535AFC0}" type="sibTrans" cxnId="{1B0F9306-2B5B-48B9-BC29-A064E681D77F}">
      <dgm:prSet/>
      <dgm:spPr/>
      <dgm:t>
        <a:bodyPr/>
        <a:lstStyle/>
        <a:p>
          <a:endParaRPr lang="en-GB" noProof="0" dirty="0"/>
        </a:p>
      </dgm:t>
    </dgm:pt>
    <dgm:pt modelId="{8D497677-E785-4B03-8293-ABFD0CFF9204}">
      <dgm:prSet custT="1"/>
      <dgm:spPr/>
      <dgm:t>
        <a:bodyPr/>
        <a:lstStyle/>
        <a:p>
          <a:r>
            <a:rPr lang="en-GB" sz="1300" noProof="0" dirty="0"/>
            <a:t>Codes from the Standard Use Descriptor System </a:t>
          </a:r>
        </a:p>
        <a:p>
          <a:r>
            <a:rPr lang="en-GB" sz="1300" noProof="0" dirty="0"/>
            <a:t>(e.g. SU21, PC18 etc.)</a:t>
          </a:r>
        </a:p>
      </dgm:t>
    </dgm:pt>
    <dgm:pt modelId="{2B49B91C-361F-4C35-9949-8525AB0587E2}" type="parTrans" cxnId="{F67ACD29-6B8F-469F-B011-0EF84ACDC3DE}">
      <dgm:prSet/>
      <dgm:spPr/>
      <dgm:t>
        <a:bodyPr/>
        <a:lstStyle/>
        <a:p>
          <a:endParaRPr lang="en-GB" noProof="0" dirty="0"/>
        </a:p>
      </dgm:t>
    </dgm:pt>
    <dgm:pt modelId="{0BD3AA98-9FF0-4301-82A4-BE4239DC894D}" type="sibTrans" cxnId="{F67ACD29-6B8F-469F-B011-0EF84ACDC3DE}">
      <dgm:prSet/>
      <dgm:spPr/>
      <dgm:t>
        <a:bodyPr/>
        <a:lstStyle/>
        <a:p>
          <a:endParaRPr lang="en-GB" noProof="0" dirty="0"/>
        </a:p>
      </dgm:t>
    </dgm:pt>
    <dgm:pt modelId="{D445D040-BCB3-440A-A44A-556487B461C7}">
      <dgm:prSet custT="1"/>
      <dgm:spPr/>
      <dgm:t>
        <a:bodyPr/>
        <a:lstStyle/>
        <a:p>
          <a:r>
            <a:rPr lang="en-GB" sz="1300" noProof="0" dirty="0"/>
            <a:t>Text (e.g. ‘’Coatings for Paint’’)</a:t>
          </a:r>
        </a:p>
      </dgm:t>
    </dgm:pt>
    <dgm:pt modelId="{A572EC15-BE73-441E-99F5-FF575D071A66}" type="parTrans" cxnId="{FBE74BBF-2780-4F22-8C90-87A208A56068}">
      <dgm:prSet/>
      <dgm:spPr/>
      <dgm:t>
        <a:bodyPr/>
        <a:lstStyle/>
        <a:p>
          <a:endParaRPr lang="en-GB" noProof="0" dirty="0"/>
        </a:p>
      </dgm:t>
    </dgm:pt>
    <dgm:pt modelId="{C2BCAA39-7BB0-4AB3-8D25-C34E35DA45EF}" type="sibTrans" cxnId="{FBE74BBF-2780-4F22-8C90-87A208A56068}">
      <dgm:prSet/>
      <dgm:spPr/>
      <dgm:t>
        <a:bodyPr/>
        <a:lstStyle/>
        <a:p>
          <a:endParaRPr lang="en-GB" noProof="0" dirty="0"/>
        </a:p>
      </dgm:t>
    </dgm:pt>
    <dgm:pt modelId="{E029C2FC-5743-409D-814A-1E38527DEFD4}">
      <dgm:prSet custT="1"/>
      <dgm:spPr/>
      <dgm:t>
        <a:bodyPr/>
        <a:lstStyle/>
        <a:p>
          <a:r>
            <a:rPr lang="en-GB" sz="1300" noProof="0" dirty="0"/>
            <a:t>If the SDS has exposure scenarios, check the recommended conditions for safe use.</a:t>
          </a:r>
        </a:p>
        <a:p>
          <a:endParaRPr lang="en-GB" sz="1300" noProof="0" dirty="0"/>
        </a:p>
        <a:p>
          <a:r>
            <a:rPr lang="en-GB" sz="1300" noProof="0" dirty="0"/>
            <a:t>If your use is not covered, contact your supplier</a:t>
          </a:r>
        </a:p>
      </dgm:t>
    </dgm:pt>
    <dgm:pt modelId="{091A0FDC-80EE-4384-A96D-C95B65FEF99A}" type="parTrans" cxnId="{7D93F200-1D2E-49A2-802B-C6E88CBC61F5}">
      <dgm:prSet/>
      <dgm:spPr/>
      <dgm:t>
        <a:bodyPr/>
        <a:lstStyle/>
        <a:p>
          <a:endParaRPr lang="en-GB" noProof="0" dirty="0"/>
        </a:p>
      </dgm:t>
    </dgm:pt>
    <dgm:pt modelId="{396B8BD6-F112-4372-B0E4-FE6F087F4A8F}" type="sibTrans" cxnId="{7D93F200-1D2E-49A2-802B-C6E88CBC61F5}">
      <dgm:prSet/>
      <dgm:spPr/>
      <dgm:t>
        <a:bodyPr/>
        <a:lstStyle/>
        <a:p>
          <a:endParaRPr lang="en-GB" noProof="0" dirty="0"/>
        </a:p>
      </dgm:t>
    </dgm:pt>
    <dgm:pt modelId="{FC3F42E4-31C2-42D5-B806-1C37544A6872}" type="pres">
      <dgm:prSet presAssocID="{27B39A7A-9613-4225-8949-9FEABF22B7A4}" presName="vert0" presStyleCnt="0">
        <dgm:presLayoutVars>
          <dgm:dir/>
          <dgm:animOne val="branch"/>
          <dgm:animLvl val="lvl"/>
        </dgm:presLayoutVars>
      </dgm:prSet>
      <dgm:spPr/>
    </dgm:pt>
    <dgm:pt modelId="{2381746C-2768-4FF5-AD8C-A82FE126D7A2}" type="pres">
      <dgm:prSet presAssocID="{CC2AE07F-6252-48D6-A140-F705B2B9FD9B}" presName="thickLine" presStyleLbl="alignNode1" presStyleIdx="0" presStyleCnt="3"/>
      <dgm:spPr/>
    </dgm:pt>
    <dgm:pt modelId="{5AE65AD6-D68F-4A33-AB45-BC6F7E4960F0}" type="pres">
      <dgm:prSet presAssocID="{CC2AE07F-6252-48D6-A140-F705B2B9FD9B}" presName="horz1" presStyleCnt="0"/>
      <dgm:spPr/>
    </dgm:pt>
    <dgm:pt modelId="{E3EA415F-4BBB-488D-BD49-B1939AA9A224}" type="pres">
      <dgm:prSet presAssocID="{CC2AE07F-6252-48D6-A140-F705B2B9FD9B}" presName="tx1" presStyleLbl="revTx" presStyleIdx="0" presStyleCnt="9" custScaleX="212222"/>
      <dgm:spPr/>
    </dgm:pt>
    <dgm:pt modelId="{494BD55D-3B94-4423-8D90-C7EDE91D3859}" type="pres">
      <dgm:prSet presAssocID="{CC2AE07F-6252-48D6-A140-F705B2B9FD9B}" presName="vert1" presStyleCnt="0"/>
      <dgm:spPr/>
    </dgm:pt>
    <dgm:pt modelId="{BABF7F24-9ED1-4E2F-B551-1A305D9DD428}" type="pres">
      <dgm:prSet presAssocID="{E029C2FC-5743-409D-814A-1E38527DEFD4}" presName="vertSpace2a" presStyleCnt="0"/>
      <dgm:spPr/>
    </dgm:pt>
    <dgm:pt modelId="{A1A23EB6-0A05-4D8C-A957-3B502C92C7EF}" type="pres">
      <dgm:prSet presAssocID="{E029C2FC-5743-409D-814A-1E38527DEFD4}" presName="horz2" presStyleCnt="0"/>
      <dgm:spPr/>
    </dgm:pt>
    <dgm:pt modelId="{A5A8AC73-6848-430A-93F7-9AD915CC8E5F}" type="pres">
      <dgm:prSet presAssocID="{E029C2FC-5743-409D-814A-1E38527DEFD4}" presName="horzSpace2" presStyleCnt="0"/>
      <dgm:spPr/>
    </dgm:pt>
    <dgm:pt modelId="{DB08BB93-5E5F-48B9-94E8-F824434BA442}" type="pres">
      <dgm:prSet presAssocID="{E029C2FC-5743-409D-814A-1E38527DEFD4}" presName="tx2" presStyleLbl="revTx" presStyleIdx="1" presStyleCnt="9"/>
      <dgm:spPr/>
    </dgm:pt>
    <dgm:pt modelId="{083764BC-DFAF-41B8-9BD7-2A8D068A4B36}" type="pres">
      <dgm:prSet presAssocID="{E029C2FC-5743-409D-814A-1E38527DEFD4}" presName="vert2" presStyleCnt="0"/>
      <dgm:spPr/>
    </dgm:pt>
    <dgm:pt modelId="{6118BE09-6642-49A7-B1BE-1303FB8C1CD1}" type="pres">
      <dgm:prSet presAssocID="{E029C2FC-5743-409D-814A-1E38527DEFD4}" presName="thinLine2b" presStyleLbl="callout" presStyleIdx="0" presStyleCnt="6"/>
      <dgm:spPr/>
    </dgm:pt>
    <dgm:pt modelId="{9AE4AD5C-D162-42D8-AB56-F50B2FF0B56E}" type="pres">
      <dgm:prSet presAssocID="{E029C2FC-5743-409D-814A-1E38527DEFD4}" presName="vertSpace2b" presStyleCnt="0"/>
      <dgm:spPr/>
    </dgm:pt>
    <dgm:pt modelId="{8DA14B31-F253-4321-A316-9DBD10AD4342}" type="pres">
      <dgm:prSet presAssocID="{ABF74819-41EB-4B8B-AC25-DC4BF5D7EEFD}" presName="thickLine" presStyleLbl="alignNode1" presStyleIdx="1" presStyleCnt="3"/>
      <dgm:spPr/>
    </dgm:pt>
    <dgm:pt modelId="{1493B70E-9AFA-4E05-B09E-E595D92E051C}" type="pres">
      <dgm:prSet presAssocID="{ABF74819-41EB-4B8B-AC25-DC4BF5D7EEFD}" presName="horz1" presStyleCnt="0"/>
      <dgm:spPr/>
    </dgm:pt>
    <dgm:pt modelId="{94413F16-5A6C-4521-BA80-5B62E3217D44}" type="pres">
      <dgm:prSet presAssocID="{ABF74819-41EB-4B8B-AC25-DC4BF5D7EEFD}" presName="tx1" presStyleLbl="revTx" presStyleIdx="2" presStyleCnt="9" custScaleX="202558"/>
      <dgm:spPr/>
    </dgm:pt>
    <dgm:pt modelId="{1AEEBCBF-0DCC-478A-B471-DA4D422EF65B}" type="pres">
      <dgm:prSet presAssocID="{ABF74819-41EB-4B8B-AC25-DC4BF5D7EEFD}" presName="vert1" presStyleCnt="0"/>
      <dgm:spPr/>
    </dgm:pt>
    <dgm:pt modelId="{D91EFC69-6B73-4E8A-BDB5-79BFF0A5A515}" type="pres">
      <dgm:prSet presAssocID="{B6D6A505-EB32-4C91-98D3-C650C9664512}" presName="vertSpace2a" presStyleCnt="0"/>
      <dgm:spPr/>
    </dgm:pt>
    <dgm:pt modelId="{DE4EC555-96A9-4AA3-A82F-B6F0620A2847}" type="pres">
      <dgm:prSet presAssocID="{B6D6A505-EB32-4C91-98D3-C650C9664512}" presName="horz2" presStyleCnt="0"/>
      <dgm:spPr/>
    </dgm:pt>
    <dgm:pt modelId="{D507E3D7-8DBF-4583-88D3-BBA3B39B88B5}" type="pres">
      <dgm:prSet presAssocID="{B6D6A505-EB32-4C91-98D3-C650C9664512}" presName="horzSpace2" presStyleCnt="0"/>
      <dgm:spPr/>
    </dgm:pt>
    <dgm:pt modelId="{3853290D-3F63-42C0-B3FD-9EDA1FEA8772}" type="pres">
      <dgm:prSet presAssocID="{B6D6A505-EB32-4C91-98D3-C650C9664512}" presName="tx2" presStyleLbl="revTx" presStyleIdx="3" presStyleCnt="9"/>
      <dgm:spPr/>
    </dgm:pt>
    <dgm:pt modelId="{DC5A617B-B2A0-44B0-BA98-56A8EC71A049}" type="pres">
      <dgm:prSet presAssocID="{B6D6A505-EB32-4C91-98D3-C650C9664512}" presName="vert2" presStyleCnt="0"/>
      <dgm:spPr/>
    </dgm:pt>
    <dgm:pt modelId="{CACC64D9-0111-4D72-9775-927CC278F978}" type="pres">
      <dgm:prSet presAssocID="{B6D6A505-EB32-4C91-98D3-C650C9664512}" presName="thinLine2b" presStyleLbl="callout" presStyleIdx="1" presStyleCnt="6"/>
      <dgm:spPr/>
    </dgm:pt>
    <dgm:pt modelId="{64C855B5-E553-4DDC-A8E7-95A4324C300F}" type="pres">
      <dgm:prSet presAssocID="{B6D6A505-EB32-4C91-98D3-C650C9664512}" presName="vertSpace2b" presStyleCnt="0"/>
      <dgm:spPr/>
    </dgm:pt>
    <dgm:pt modelId="{FDD4FEB1-13BF-4071-82F2-C4BF6D05CDF6}" type="pres">
      <dgm:prSet presAssocID="{B718B287-792A-4C4B-96F7-A3DD3EB8EC31}" presName="horz2" presStyleCnt="0"/>
      <dgm:spPr/>
    </dgm:pt>
    <dgm:pt modelId="{C6FC1B7B-894A-4810-95E2-F3617F47CFB4}" type="pres">
      <dgm:prSet presAssocID="{B718B287-792A-4C4B-96F7-A3DD3EB8EC31}" presName="horzSpace2" presStyleCnt="0"/>
      <dgm:spPr/>
    </dgm:pt>
    <dgm:pt modelId="{2DBBFE4F-DDAA-4ED1-A39D-4E7F46F9044F}" type="pres">
      <dgm:prSet presAssocID="{B718B287-792A-4C4B-96F7-A3DD3EB8EC31}" presName="tx2" presStyleLbl="revTx" presStyleIdx="4" presStyleCnt="9"/>
      <dgm:spPr/>
    </dgm:pt>
    <dgm:pt modelId="{F6EF7019-3FCE-43E4-AD20-B4B9E0E1C3FC}" type="pres">
      <dgm:prSet presAssocID="{B718B287-792A-4C4B-96F7-A3DD3EB8EC31}" presName="vert2" presStyleCnt="0"/>
      <dgm:spPr/>
    </dgm:pt>
    <dgm:pt modelId="{A0F9F601-C76E-442B-9EEC-96E699CA6C4B}" type="pres">
      <dgm:prSet presAssocID="{B718B287-792A-4C4B-96F7-A3DD3EB8EC31}" presName="thinLine2b" presStyleLbl="callout" presStyleIdx="2" presStyleCnt="6"/>
      <dgm:spPr/>
    </dgm:pt>
    <dgm:pt modelId="{D8C3E8C0-7898-4BCF-886D-CC7D1C64EDC6}" type="pres">
      <dgm:prSet presAssocID="{B718B287-792A-4C4B-96F7-A3DD3EB8EC31}" presName="vertSpace2b" presStyleCnt="0"/>
      <dgm:spPr/>
    </dgm:pt>
    <dgm:pt modelId="{B8DA58FE-301A-41E7-A0C2-B1E7369B03BC}" type="pres">
      <dgm:prSet presAssocID="{28F36D7B-DE34-4423-99A9-6F6C10697909}" presName="horz2" presStyleCnt="0"/>
      <dgm:spPr/>
    </dgm:pt>
    <dgm:pt modelId="{2E79B4A3-2E57-44CC-87B0-528601782080}" type="pres">
      <dgm:prSet presAssocID="{28F36D7B-DE34-4423-99A9-6F6C10697909}" presName="horzSpace2" presStyleCnt="0"/>
      <dgm:spPr/>
    </dgm:pt>
    <dgm:pt modelId="{C8B794AA-B0F5-4061-BA15-B8096CA3304C}" type="pres">
      <dgm:prSet presAssocID="{28F36D7B-DE34-4423-99A9-6F6C10697909}" presName="tx2" presStyleLbl="revTx" presStyleIdx="5" presStyleCnt="9"/>
      <dgm:spPr/>
    </dgm:pt>
    <dgm:pt modelId="{E7CE88A6-58CD-4738-8815-614CCD993483}" type="pres">
      <dgm:prSet presAssocID="{28F36D7B-DE34-4423-99A9-6F6C10697909}" presName="vert2" presStyleCnt="0"/>
      <dgm:spPr/>
    </dgm:pt>
    <dgm:pt modelId="{A3241DC7-6212-45E9-BD3A-465D04DFFD9D}" type="pres">
      <dgm:prSet presAssocID="{28F36D7B-DE34-4423-99A9-6F6C10697909}" presName="thinLine2b" presStyleLbl="callout" presStyleIdx="3" presStyleCnt="6"/>
      <dgm:spPr/>
    </dgm:pt>
    <dgm:pt modelId="{4892BB25-84C5-49DB-943B-BCE4E723A64A}" type="pres">
      <dgm:prSet presAssocID="{28F36D7B-DE34-4423-99A9-6F6C10697909}" presName="vertSpace2b" presStyleCnt="0"/>
      <dgm:spPr/>
    </dgm:pt>
    <dgm:pt modelId="{D33073B9-8288-4DCA-9502-7E0B96F58A6E}" type="pres">
      <dgm:prSet presAssocID="{EB8B5F03-6C38-48C2-8572-2EA98F68F1E6}" presName="thickLine" presStyleLbl="alignNode1" presStyleIdx="2" presStyleCnt="3"/>
      <dgm:spPr/>
    </dgm:pt>
    <dgm:pt modelId="{3263B507-794F-4D72-A1EF-0FD440A0A339}" type="pres">
      <dgm:prSet presAssocID="{EB8B5F03-6C38-48C2-8572-2EA98F68F1E6}" presName="horz1" presStyleCnt="0"/>
      <dgm:spPr/>
    </dgm:pt>
    <dgm:pt modelId="{C31362E9-1DAE-4872-8F49-A4AC9B23996D}" type="pres">
      <dgm:prSet presAssocID="{EB8B5F03-6C38-48C2-8572-2EA98F68F1E6}" presName="tx1" presStyleLbl="revTx" presStyleIdx="6" presStyleCnt="9" custScaleX="208112"/>
      <dgm:spPr/>
    </dgm:pt>
    <dgm:pt modelId="{B9159CD3-F25F-4CCC-A6C6-40E8F33A14F3}" type="pres">
      <dgm:prSet presAssocID="{EB8B5F03-6C38-48C2-8572-2EA98F68F1E6}" presName="vert1" presStyleCnt="0"/>
      <dgm:spPr/>
    </dgm:pt>
    <dgm:pt modelId="{A3B20EE9-5472-499B-8C1C-99657DCE1DDD}" type="pres">
      <dgm:prSet presAssocID="{D445D040-BCB3-440A-A44A-556487B461C7}" presName="vertSpace2a" presStyleCnt="0"/>
      <dgm:spPr/>
    </dgm:pt>
    <dgm:pt modelId="{CA3F0D8E-07BB-47F9-9665-C37923EB91AA}" type="pres">
      <dgm:prSet presAssocID="{D445D040-BCB3-440A-A44A-556487B461C7}" presName="horz2" presStyleCnt="0"/>
      <dgm:spPr/>
    </dgm:pt>
    <dgm:pt modelId="{4DC4C127-1631-428A-87B6-93B4B06FB9B2}" type="pres">
      <dgm:prSet presAssocID="{D445D040-BCB3-440A-A44A-556487B461C7}" presName="horzSpace2" presStyleCnt="0"/>
      <dgm:spPr/>
    </dgm:pt>
    <dgm:pt modelId="{D9CC57AE-EB2A-44BF-BBE4-ABEB60B7A6E4}" type="pres">
      <dgm:prSet presAssocID="{D445D040-BCB3-440A-A44A-556487B461C7}" presName="tx2" presStyleLbl="revTx" presStyleIdx="7" presStyleCnt="9"/>
      <dgm:spPr/>
    </dgm:pt>
    <dgm:pt modelId="{5B819192-5FC2-4845-A2E9-C6E5CA223577}" type="pres">
      <dgm:prSet presAssocID="{D445D040-BCB3-440A-A44A-556487B461C7}" presName="vert2" presStyleCnt="0"/>
      <dgm:spPr/>
    </dgm:pt>
    <dgm:pt modelId="{1C6E0E33-BAB0-4DAA-810F-9DF1985D6159}" type="pres">
      <dgm:prSet presAssocID="{D445D040-BCB3-440A-A44A-556487B461C7}" presName="thinLine2b" presStyleLbl="callout" presStyleIdx="4" presStyleCnt="6"/>
      <dgm:spPr/>
    </dgm:pt>
    <dgm:pt modelId="{22B7D626-13B1-40B9-9F65-469889CEA010}" type="pres">
      <dgm:prSet presAssocID="{D445D040-BCB3-440A-A44A-556487B461C7}" presName="vertSpace2b" presStyleCnt="0"/>
      <dgm:spPr/>
    </dgm:pt>
    <dgm:pt modelId="{A99BC450-7407-488A-83E5-C47A02F075EC}" type="pres">
      <dgm:prSet presAssocID="{8D497677-E785-4B03-8293-ABFD0CFF9204}" presName="horz2" presStyleCnt="0"/>
      <dgm:spPr/>
    </dgm:pt>
    <dgm:pt modelId="{0D670E9D-4E42-4EC3-91BE-A82936894049}" type="pres">
      <dgm:prSet presAssocID="{8D497677-E785-4B03-8293-ABFD0CFF9204}" presName="horzSpace2" presStyleCnt="0"/>
      <dgm:spPr/>
    </dgm:pt>
    <dgm:pt modelId="{B1F9FC2D-7855-4394-B680-A8E2B167252E}" type="pres">
      <dgm:prSet presAssocID="{8D497677-E785-4B03-8293-ABFD0CFF9204}" presName="tx2" presStyleLbl="revTx" presStyleIdx="8" presStyleCnt="9"/>
      <dgm:spPr/>
    </dgm:pt>
    <dgm:pt modelId="{9F220DE7-87EE-4DA7-821A-42CA40CCCDEB}" type="pres">
      <dgm:prSet presAssocID="{8D497677-E785-4B03-8293-ABFD0CFF9204}" presName="vert2" presStyleCnt="0"/>
      <dgm:spPr/>
    </dgm:pt>
    <dgm:pt modelId="{8714B567-A717-4710-8AC4-D8652322F458}" type="pres">
      <dgm:prSet presAssocID="{8D497677-E785-4B03-8293-ABFD0CFF9204}" presName="thinLine2b" presStyleLbl="callout" presStyleIdx="5" presStyleCnt="6"/>
      <dgm:spPr/>
    </dgm:pt>
    <dgm:pt modelId="{A099C1C8-A21D-4163-A004-1D6E96A52F0C}" type="pres">
      <dgm:prSet presAssocID="{8D497677-E785-4B03-8293-ABFD0CFF9204}" presName="vertSpace2b" presStyleCnt="0"/>
      <dgm:spPr/>
    </dgm:pt>
  </dgm:ptLst>
  <dgm:cxnLst>
    <dgm:cxn modelId="{7D93F200-1D2E-49A2-802B-C6E88CBC61F5}" srcId="{CC2AE07F-6252-48D6-A140-F705B2B9FD9B}" destId="{E029C2FC-5743-409D-814A-1E38527DEFD4}" srcOrd="0" destOrd="0" parTransId="{091A0FDC-80EE-4384-A96D-C95B65FEF99A}" sibTransId="{396B8BD6-F112-4372-B0E4-FE6F087F4A8F}"/>
    <dgm:cxn modelId="{57C71803-1A25-49C4-BC44-B05F8A2255CF}" srcId="{ABF74819-41EB-4B8B-AC25-DC4BF5D7EEFD}" destId="{28F36D7B-DE34-4423-99A9-6F6C10697909}" srcOrd="2" destOrd="0" parTransId="{BFB40A6B-0085-4415-BA6F-4E10E1254043}" sibTransId="{7F5BEEE1-782B-42BE-AA7F-C30EBCDF320F}"/>
    <dgm:cxn modelId="{1B0F9306-2B5B-48B9-BC29-A064E681D77F}" srcId="{27B39A7A-9613-4225-8949-9FEABF22B7A4}" destId="{EB8B5F03-6C38-48C2-8572-2EA98F68F1E6}" srcOrd="2" destOrd="0" parTransId="{F17C66AD-EF14-41C0-88A7-DF1276F8BF9A}" sibTransId="{DBE5EBEC-751F-4FEF-9952-B03E4535AFC0}"/>
    <dgm:cxn modelId="{52EEAA10-0D6F-420B-8F8C-493E795D3E23}" type="presOf" srcId="{ABF74819-41EB-4B8B-AC25-DC4BF5D7EEFD}" destId="{94413F16-5A6C-4521-BA80-5B62E3217D44}" srcOrd="0" destOrd="0" presId="urn:microsoft.com/office/officeart/2008/layout/LinedList"/>
    <dgm:cxn modelId="{C114A923-65A3-4EE7-9000-9B99C7698AD2}" type="presOf" srcId="{B718B287-792A-4C4B-96F7-A3DD3EB8EC31}" destId="{2DBBFE4F-DDAA-4ED1-A39D-4E7F46F9044F}" srcOrd="0" destOrd="0" presId="urn:microsoft.com/office/officeart/2008/layout/LinedList"/>
    <dgm:cxn modelId="{F67ACD29-6B8F-469F-B011-0EF84ACDC3DE}" srcId="{EB8B5F03-6C38-48C2-8572-2EA98F68F1E6}" destId="{8D497677-E785-4B03-8293-ABFD0CFF9204}" srcOrd="1" destOrd="0" parTransId="{2B49B91C-361F-4C35-9949-8525AB0587E2}" sibTransId="{0BD3AA98-9FF0-4301-82A4-BE4239DC894D}"/>
    <dgm:cxn modelId="{3B302536-4C6F-4024-94E6-D20A3256785E}" type="presOf" srcId="{28F36D7B-DE34-4423-99A9-6F6C10697909}" destId="{C8B794AA-B0F5-4061-BA15-B8096CA3304C}" srcOrd="0" destOrd="0" presId="urn:microsoft.com/office/officeart/2008/layout/LinedList"/>
    <dgm:cxn modelId="{9B709B5B-5E81-4DAA-9F1F-20555A8BFDCC}" type="presOf" srcId="{EB8B5F03-6C38-48C2-8572-2EA98F68F1E6}" destId="{C31362E9-1DAE-4872-8F49-A4AC9B23996D}" srcOrd="0" destOrd="0" presId="urn:microsoft.com/office/officeart/2008/layout/LinedList"/>
    <dgm:cxn modelId="{1CEF7341-EE04-4830-9496-781DAB327A33}" type="presOf" srcId="{27B39A7A-9613-4225-8949-9FEABF22B7A4}" destId="{FC3F42E4-31C2-42D5-B806-1C37544A6872}" srcOrd="0" destOrd="0" presId="urn:microsoft.com/office/officeart/2008/layout/LinedList"/>
    <dgm:cxn modelId="{D514A141-0B5F-4D23-811F-60A1D7971562}" srcId="{ABF74819-41EB-4B8B-AC25-DC4BF5D7EEFD}" destId="{B718B287-792A-4C4B-96F7-A3DD3EB8EC31}" srcOrd="1" destOrd="0" parTransId="{090DBC0C-F821-4F02-8BE8-F1C7FAC282AB}" sibTransId="{EFBCB755-1708-4D73-ACEF-F0FF301A4E08}"/>
    <dgm:cxn modelId="{B5ABD742-C130-4C86-9BBA-FCA2CB30C9F1}" type="presOf" srcId="{E029C2FC-5743-409D-814A-1E38527DEFD4}" destId="{DB08BB93-5E5F-48B9-94E8-F824434BA442}" srcOrd="0" destOrd="0" presId="urn:microsoft.com/office/officeart/2008/layout/LinedList"/>
    <dgm:cxn modelId="{93229E6D-FD00-4A11-8989-B1B2C24F248B}" srcId="{27B39A7A-9613-4225-8949-9FEABF22B7A4}" destId="{ABF74819-41EB-4B8B-AC25-DC4BF5D7EEFD}" srcOrd="1" destOrd="0" parTransId="{9C3CE336-56FF-491A-A24D-B80EE05869BA}" sibTransId="{8491F846-830F-4138-9770-C11A8756130D}"/>
    <dgm:cxn modelId="{4A825F52-6183-47A6-8FCC-4D0180993032}" type="presOf" srcId="{8D497677-E785-4B03-8293-ABFD0CFF9204}" destId="{B1F9FC2D-7855-4394-B680-A8E2B167252E}" srcOrd="0" destOrd="0" presId="urn:microsoft.com/office/officeart/2008/layout/LinedList"/>
    <dgm:cxn modelId="{3FB6B656-004F-41C6-B0C3-8FFEB80FFF0E}" srcId="{27B39A7A-9613-4225-8949-9FEABF22B7A4}" destId="{CC2AE07F-6252-48D6-A140-F705B2B9FD9B}" srcOrd="0" destOrd="0" parTransId="{C3AF5B71-7909-4D2C-A8AF-020CE66B2B2F}" sibTransId="{EB29A36A-22AF-4021-9D9E-9D0B5ECD8A09}"/>
    <dgm:cxn modelId="{A6DB839E-4BB3-406D-B2C1-3195B60AABDA}" type="presOf" srcId="{B6D6A505-EB32-4C91-98D3-C650C9664512}" destId="{3853290D-3F63-42C0-B3FD-9EDA1FEA8772}" srcOrd="0" destOrd="0" presId="urn:microsoft.com/office/officeart/2008/layout/LinedList"/>
    <dgm:cxn modelId="{AC11EE9F-F223-4D4A-A56E-D7DA61FE88E4}" type="presOf" srcId="{D445D040-BCB3-440A-A44A-556487B461C7}" destId="{D9CC57AE-EB2A-44BF-BBE4-ABEB60B7A6E4}" srcOrd="0" destOrd="0" presId="urn:microsoft.com/office/officeart/2008/layout/LinedList"/>
    <dgm:cxn modelId="{FBE74BBF-2780-4F22-8C90-87A208A56068}" srcId="{EB8B5F03-6C38-48C2-8572-2EA98F68F1E6}" destId="{D445D040-BCB3-440A-A44A-556487B461C7}" srcOrd="0" destOrd="0" parTransId="{A572EC15-BE73-441E-99F5-FF575D071A66}" sibTransId="{C2BCAA39-7BB0-4AB3-8D25-C34E35DA45EF}"/>
    <dgm:cxn modelId="{68525FCB-B74D-4ADD-A15C-8BC966AD1A6B}" type="presOf" srcId="{CC2AE07F-6252-48D6-A140-F705B2B9FD9B}" destId="{E3EA415F-4BBB-488D-BD49-B1939AA9A224}" srcOrd="0" destOrd="0" presId="urn:microsoft.com/office/officeart/2008/layout/LinedList"/>
    <dgm:cxn modelId="{51B812F6-E41C-44B9-B6F1-9937EC46F549}" srcId="{ABF74819-41EB-4B8B-AC25-DC4BF5D7EEFD}" destId="{B6D6A505-EB32-4C91-98D3-C650C9664512}" srcOrd="0" destOrd="0" parTransId="{06E90923-1BC2-4B3A-87DD-4C4925C89A6A}" sibTransId="{AF520A77-C524-4599-8982-AACB4266BB1A}"/>
    <dgm:cxn modelId="{3F026949-C018-4D72-A1F5-34C70E89E560}" type="presParOf" srcId="{FC3F42E4-31C2-42D5-B806-1C37544A6872}" destId="{2381746C-2768-4FF5-AD8C-A82FE126D7A2}" srcOrd="0" destOrd="0" presId="urn:microsoft.com/office/officeart/2008/layout/LinedList"/>
    <dgm:cxn modelId="{851D5681-FCD3-4F54-A7A2-48EB8305A2E6}" type="presParOf" srcId="{FC3F42E4-31C2-42D5-B806-1C37544A6872}" destId="{5AE65AD6-D68F-4A33-AB45-BC6F7E4960F0}" srcOrd="1" destOrd="0" presId="urn:microsoft.com/office/officeart/2008/layout/LinedList"/>
    <dgm:cxn modelId="{020CB64C-F00C-4A5A-B3D2-E1FD5CAA0D0A}" type="presParOf" srcId="{5AE65AD6-D68F-4A33-AB45-BC6F7E4960F0}" destId="{E3EA415F-4BBB-488D-BD49-B1939AA9A224}" srcOrd="0" destOrd="0" presId="urn:microsoft.com/office/officeart/2008/layout/LinedList"/>
    <dgm:cxn modelId="{6B560516-7250-4A53-A657-DEB17FB590CB}" type="presParOf" srcId="{5AE65AD6-D68F-4A33-AB45-BC6F7E4960F0}" destId="{494BD55D-3B94-4423-8D90-C7EDE91D3859}" srcOrd="1" destOrd="0" presId="urn:microsoft.com/office/officeart/2008/layout/LinedList"/>
    <dgm:cxn modelId="{68CB8CFF-C018-458F-A7E2-96A576C729D1}" type="presParOf" srcId="{494BD55D-3B94-4423-8D90-C7EDE91D3859}" destId="{BABF7F24-9ED1-4E2F-B551-1A305D9DD428}" srcOrd="0" destOrd="0" presId="urn:microsoft.com/office/officeart/2008/layout/LinedList"/>
    <dgm:cxn modelId="{56282BA5-3103-4C29-A440-7019142DFFD8}" type="presParOf" srcId="{494BD55D-3B94-4423-8D90-C7EDE91D3859}" destId="{A1A23EB6-0A05-4D8C-A957-3B502C92C7EF}" srcOrd="1" destOrd="0" presId="urn:microsoft.com/office/officeart/2008/layout/LinedList"/>
    <dgm:cxn modelId="{689C4BDC-BFA0-4B25-B4B5-67B119FEB249}" type="presParOf" srcId="{A1A23EB6-0A05-4D8C-A957-3B502C92C7EF}" destId="{A5A8AC73-6848-430A-93F7-9AD915CC8E5F}" srcOrd="0" destOrd="0" presId="urn:microsoft.com/office/officeart/2008/layout/LinedList"/>
    <dgm:cxn modelId="{F3AA332A-DD38-4A37-90DF-759A8352D780}" type="presParOf" srcId="{A1A23EB6-0A05-4D8C-A957-3B502C92C7EF}" destId="{DB08BB93-5E5F-48B9-94E8-F824434BA442}" srcOrd="1" destOrd="0" presId="urn:microsoft.com/office/officeart/2008/layout/LinedList"/>
    <dgm:cxn modelId="{3A70D94F-BF09-41C6-8594-86CB23EFBEA9}" type="presParOf" srcId="{A1A23EB6-0A05-4D8C-A957-3B502C92C7EF}" destId="{083764BC-DFAF-41B8-9BD7-2A8D068A4B36}" srcOrd="2" destOrd="0" presId="urn:microsoft.com/office/officeart/2008/layout/LinedList"/>
    <dgm:cxn modelId="{E2403C8B-49F9-4950-8D53-E0CDF7C97A1C}" type="presParOf" srcId="{494BD55D-3B94-4423-8D90-C7EDE91D3859}" destId="{6118BE09-6642-49A7-B1BE-1303FB8C1CD1}" srcOrd="2" destOrd="0" presId="urn:microsoft.com/office/officeart/2008/layout/LinedList"/>
    <dgm:cxn modelId="{FFCA97F0-4CA0-4E04-9E62-AF5AA7CB1FB6}" type="presParOf" srcId="{494BD55D-3B94-4423-8D90-C7EDE91D3859}" destId="{9AE4AD5C-D162-42D8-AB56-F50B2FF0B56E}" srcOrd="3" destOrd="0" presId="urn:microsoft.com/office/officeart/2008/layout/LinedList"/>
    <dgm:cxn modelId="{C38812E9-9FAA-4024-A6DA-78CC35F0CBF6}" type="presParOf" srcId="{FC3F42E4-31C2-42D5-B806-1C37544A6872}" destId="{8DA14B31-F253-4321-A316-9DBD10AD4342}" srcOrd="2" destOrd="0" presId="urn:microsoft.com/office/officeart/2008/layout/LinedList"/>
    <dgm:cxn modelId="{F9EE22FB-6A63-484C-8507-750165F9EB91}" type="presParOf" srcId="{FC3F42E4-31C2-42D5-B806-1C37544A6872}" destId="{1493B70E-9AFA-4E05-B09E-E595D92E051C}" srcOrd="3" destOrd="0" presId="urn:microsoft.com/office/officeart/2008/layout/LinedList"/>
    <dgm:cxn modelId="{5177F099-B624-4C35-8CF9-1B4EB96B15F8}" type="presParOf" srcId="{1493B70E-9AFA-4E05-B09E-E595D92E051C}" destId="{94413F16-5A6C-4521-BA80-5B62E3217D44}" srcOrd="0" destOrd="0" presId="urn:microsoft.com/office/officeart/2008/layout/LinedList"/>
    <dgm:cxn modelId="{D771F7B1-3C0D-4B7F-9A52-DF44633916BC}" type="presParOf" srcId="{1493B70E-9AFA-4E05-B09E-E595D92E051C}" destId="{1AEEBCBF-0DCC-478A-B471-DA4D422EF65B}" srcOrd="1" destOrd="0" presId="urn:microsoft.com/office/officeart/2008/layout/LinedList"/>
    <dgm:cxn modelId="{A5DB7E58-DB5D-4583-80E8-DCFEB1BC4B89}" type="presParOf" srcId="{1AEEBCBF-0DCC-478A-B471-DA4D422EF65B}" destId="{D91EFC69-6B73-4E8A-BDB5-79BFF0A5A515}" srcOrd="0" destOrd="0" presId="urn:microsoft.com/office/officeart/2008/layout/LinedList"/>
    <dgm:cxn modelId="{70197B67-11BE-411F-9AA7-B70A62C811B4}" type="presParOf" srcId="{1AEEBCBF-0DCC-478A-B471-DA4D422EF65B}" destId="{DE4EC555-96A9-4AA3-A82F-B6F0620A2847}" srcOrd="1" destOrd="0" presId="urn:microsoft.com/office/officeart/2008/layout/LinedList"/>
    <dgm:cxn modelId="{E4D1739B-F295-4FA5-A1E2-8AB3824DDDD8}" type="presParOf" srcId="{DE4EC555-96A9-4AA3-A82F-B6F0620A2847}" destId="{D507E3D7-8DBF-4583-88D3-BBA3B39B88B5}" srcOrd="0" destOrd="0" presId="urn:microsoft.com/office/officeart/2008/layout/LinedList"/>
    <dgm:cxn modelId="{C7DF9D1D-A756-4EE1-B80A-C7E9A3B327DE}" type="presParOf" srcId="{DE4EC555-96A9-4AA3-A82F-B6F0620A2847}" destId="{3853290D-3F63-42C0-B3FD-9EDA1FEA8772}" srcOrd="1" destOrd="0" presId="urn:microsoft.com/office/officeart/2008/layout/LinedList"/>
    <dgm:cxn modelId="{AEC674A9-C03D-4096-A74C-3DB11AE4D7B3}" type="presParOf" srcId="{DE4EC555-96A9-4AA3-A82F-B6F0620A2847}" destId="{DC5A617B-B2A0-44B0-BA98-56A8EC71A049}" srcOrd="2" destOrd="0" presId="urn:microsoft.com/office/officeart/2008/layout/LinedList"/>
    <dgm:cxn modelId="{8FB4577C-9594-4259-B38D-654ADE66BC57}" type="presParOf" srcId="{1AEEBCBF-0DCC-478A-B471-DA4D422EF65B}" destId="{CACC64D9-0111-4D72-9775-927CC278F978}" srcOrd="2" destOrd="0" presId="urn:microsoft.com/office/officeart/2008/layout/LinedList"/>
    <dgm:cxn modelId="{1FDFC6C4-64D7-4FE9-B454-F8480BD8D763}" type="presParOf" srcId="{1AEEBCBF-0DCC-478A-B471-DA4D422EF65B}" destId="{64C855B5-E553-4DDC-A8E7-95A4324C300F}" srcOrd="3" destOrd="0" presId="urn:microsoft.com/office/officeart/2008/layout/LinedList"/>
    <dgm:cxn modelId="{BE699A7D-B21A-4968-9A85-E491EA4E9F98}" type="presParOf" srcId="{1AEEBCBF-0DCC-478A-B471-DA4D422EF65B}" destId="{FDD4FEB1-13BF-4071-82F2-C4BF6D05CDF6}" srcOrd="4" destOrd="0" presId="urn:microsoft.com/office/officeart/2008/layout/LinedList"/>
    <dgm:cxn modelId="{0004AE69-1335-4879-8B9C-88763B37C1C9}" type="presParOf" srcId="{FDD4FEB1-13BF-4071-82F2-C4BF6D05CDF6}" destId="{C6FC1B7B-894A-4810-95E2-F3617F47CFB4}" srcOrd="0" destOrd="0" presId="urn:microsoft.com/office/officeart/2008/layout/LinedList"/>
    <dgm:cxn modelId="{9A525FFE-5BFF-4E8D-ADE9-9FD0EC15A03A}" type="presParOf" srcId="{FDD4FEB1-13BF-4071-82F2-C4BF6D05CDF6}" destId="{2DBBFE4F-DDAA-4ED1-A39D-4E7F46F9044F}" srcOrd="1" destOrd="0" presId="urn:microsoft.com/office/officeart/2008/layout/LinedList"/>
    <dgm:cxn modelId="{432D0973-A744-4700-841D-6F287BF23A57}" type="presParOf" srcId="{FDD4FEB1-13BF-4071-82F2-C4BF6D05CDF6}" destId="{F6EF7019-3FCE-43E4-AD20-B4B9E0E1C3FC}" srcOrd="2" destOrd="0" presId="urn:microsoft.com/office/officeart/2008/layout/LinedList"/>
    <dgm:cxn modelId="{C72F2F51-02AD-4A16-BDFA-C7CE29A6B644}" type="presParOf" srcId="{1AEEBCBF-0DCC-478A-B471-DA4D422EF65B}" destId="{A0F9F601-C76E-442B-9EEC-96E699CA6C4B}" srcOrd="5" destOrd="0" presId="urn:microsoft.com/office/officeart/2008/layout/LinedList"/>
    <dgm:cxn modelId="{8FB44DDB-11E2-4F08-8338-60A57AB96566}" type="presParOf" srcId="{1AEEBCBF-0DCC-478A-B471-DA4D422EF65B}" destId="{D8C3E8C0-7898-4BCF-886D-CC7D1C64EDC6}" srcOrd="6" destOrd="0" presId="urn:microsoft.com/office/officeart/2008/layout/LinedList"/>
    <dgm:cxn modelId="{3151DD77-7583-4B1E-84E6-DE510BB47767}" type="presParOf" srcId="{1AEEBCBF-0DCC-478A-B471-DA4D422EF65B}" destId="{B8DA58FE-301A-41E7-A0C2-B1E7369B03BC}" srcOrd="7" destOrd="0" presId="urn:microsoft.com/office/officeart/2008/layout/LinedList"/>
    <dgm:cxn modelId="{BE03A4A6-ABBC-4663-A4BC-7BDE9A4A5D95}" type="presParOf" srcId="{B8DA58FE-301A-41E7-A0C2-B1E7369B03BC}" destId="{2E79B4A3-2E57-44CC-87B0-528601782080}" srcOrd="0" destOrd="0" presId="urn:microsoft.com/office/officeart/2008/layout/LinedList"/>
    <dgm:cxn modelId="{3F0F7C58-C8A3-4EE3-A971-5EDC721B8CC7}" type="presParOf" srcId="{B8DA58FE-301A-41E7-A0C2-B1E7369B03BC}" destId="{C8B794AA-B0F5-4061-BA15-B8096CA3304C}" srcOrd="1" destOrd="0" presId="urn:microsoft.com/office/officeart/2008/layout/LinedList"/>
    <dgm:cxn modelId="{D3EABDC4-B251-4F0C-BBFF-7CABC904D692}" type="presParOf" srcId="{B8DA58FE-301A-41E7-A0C2-B1E7369B03BC}" destId="{E7CE88A6-58CD-4738-8815-614CCD993483}" srcOrd="2" destOrd="0" presId="urn:microsoft.com/office/officeart/2008/layout/LinedList"/>
    <dgm:cxn modelId="{7DB3EA77-78D9-4527-BE57-CE98242D1913}" type="presParOf" srcId="{1AEEBCBF-0DCC-478A-B471-DA4D422EF65B}" destId="{A3241DC7-6212-45E9-BD3A-465D04DFFD9D}" srcOrd="8" destOrd="0" presId="urn:microsoft.com/office/officeart/2008/layout/LinedList"/>
    <dgm:cxn modelId="{D95B3BF1-9EFE-4A90-B60E-B3E30E709D70}" type="presParOf" srcId="{1AEEBCBF-0DCC-478A-B471-DA4D422EF65B}" destId="{4892BB25-84C5-49DB-943B-BCE4E723A64A}" srcOrd="9" destOrd="0" presId="urn:microsoft.com/office/officeart/2008/layout/LinedList"/>
    <dgm:cxn modelId="{5FBEF25F-3A86-4BBD-96C3-66FEBBE06BFB}" type="presParOf" srcId="{FC3F42E4-31C2-42D5-B806-1C37544A6872}" destId="{D33073B9-8288-4DCA-9502-7E0B96F58A6E}" srcOrd="4" destOrd="0" presId="urn:microsoft.com/office/officeart/2008/layout/LinedList"/>
    <dgm:cxn modelId="{BBBFEDBF-3998-43B5-9F88-DB529BAAED7C}" type="presParOf" srcId="{FC3F42E4-31C2-42D5-B806-1C37544A6872}" destId="{3263B507-794F-4D72-A1EF-0FD440A0A339}" srcOrd="5" destOrd="0" presId="urn:microsoft.com/office/officeart/2008/layout/LinedList"/>
    <dgm:cxn modelId="{D2BFE0ED-507C-444B-9E14-9605CCD4C0AD}" type="presParOf" srcId="{3263B507-794F-4D72-A1EF-0FD440A0A339}" destId="{C31362E9-1DAE-4872-8F49-A4AC9B23996D}" srcOrd="0" destOrd="0" presId="urn:microsoft.com/office/officeart/2008/layout/LinedList"/>
    <dgm:cxn modelId="{74782AA9-902B-46BA-ABDE-F49E15CD0437}" type="presParOf" srcId="{3263B507-794F-4D72-A1EF-0FD440A0A339}" destId="{B9159CD3-F25F-4CCC-A6C6-40E8F33A14F3}" srcOrd="1" destOrd="0" presId="urn:microsoft.com/office/officeart/2008/layout/LinedList"/>
    <dgm:cxn modelId="{0B8AEE38-F195-4B1D-86DC-7883AA096E1B}" type="presParOf" srcId="{B9159CD3-F25F-4CCC-A6C6-40E8F33A14F3}" destId="{A3B20EE9-5472-499B-8C1C-99657DCE1DDD}" srcOrd="0" destOrd="0" presId="urn:microsoft.com/office/officeart/2008/layout/LinedList"/>
    <dgm:cxn modelId="{E9FE86DC-F397-4125-9985-DDDD98D73A6C}" type="presParOf" srcId="{B9159CD3-F25F-4CCC-A6C6-40E8F33A14F3}" destId="{CA3F0D8E-07BB-47F9-9665-C37923EB91AA}" srcOrd="1" destOrd="0" presId="urn:microsoft.com/office/officeart/2008/layout/LinedList"/>
    <dgm:cxn modelId="{886BE7D8-6EA9-4783-A2AE-870B2D116C54}" type="presParOf" srcId="{CA3F0D8E-07BB-47F9-9665-C37923EB91AA}" destId="{4DC4C127-1631-428A-87B6-93B4B06FB9B2}" srcOrd="0" destOrd="0" presId="urn:microsoft.com/office/officeart/2008/layout/LinedList"/>
    <dgm:cxn modelId="{5CA020E6-6A1B-4AC4-AAAF-22E1F3C46280}" type="presParOf" srcId="{CA3F0D8E-07BB-47F9-9665-C37923EB91AA}" destId="{D9CC57AE-EB2A-44BF-BBE4-ABEB60B7A6E4}" srcOrd="1" destOrd="0" presId="urn:microsoft.com/office/officeart/2008/layout/LinedList"/>
    <dgm:cxn modelId="{90C122B0-6CD2-4CF2-9CF2-4C221369068F}" type="presParOf" srcId="{CA3F0D8E-07BB-47F9-9665-C37923EB91AA}" destId="{5B819192-5FC2-4845-A2E9-C6E5CA223577}" srcOrd="2" destOrd="0" presId="urn:microsoft.com/office/officeart/2008/layout/LinedList"/>
    <dgm:cxn modelId="{50C6D107-D2FD-4C00-B0AF-17608DF6B29D}" type="presParOf" srcId="{B9159CD3-F25F-4CCC-A6C6-40E8F33A14F3}" destId="{1C6E0E33-BAB0-4DAA-810F-9DF1985D6159}" srcOrd="2" destOrd="0" presId="urn:microsoft.com/office/officeart/2008/layout/LinedList"/>
    <dgm:cxn modelId="{954BBE40-6504-42E3-944C-70F53475728C}" type="presParOf" srcId="{B9159CD3-F25F-4CCC-A6C6-40E8F33A14F3}" destId="{22B7D626-13B1-40B9-9F65-469889CEA010}" srcOrd="3" destOrd="0" presId="urn:microsoft.com/office/officeart/2008/layout/LinedList"/>
    <dgm:cxn modelId="{4EFE3D65-8CBB-4506-A837-8C64DC27FECD}" type="presParOf" srcId="{B9159CD3-F25F-4CCC-A6C6-40E8F33A14F3}" destId="{A99BC450-7407-488A-83E5-C47A02F075EC}" srcOrd="4" destOrd="0" presId="urn:microsoft.com/office/officeart/2008/layout/LinedList"/>
    <dgm:cxn modelId="{B75EC2D3-A254-4929-A6A8-91B585E1E600}" type="presParOf" srcId="{A99BC450-7407-488A-83E5-C47A02F075EC}" destId="{0D670E9D-4E42-4EC3-91BE-A82936894049}" srcOrd="0" destOrd="0" presId="urn:microsoft.com/office/officeart/2008/layout/LinedList"/>
    <dgm:cxn modelId="{1F28D581-C3ED-49B4-8263-9FE07724A88D}" type="presParOf" srcId="{A99BC450-7407-488A-83E5-C47A02F075EC}" destId="{B1F9FC2D-7855-4394-B680-A8E2B167252E}" srcOrd="1" destOrd="0" presId="urn:microsoft.com/office/officeart/2008/layout/LinedList"/>
    <dgm:cxn modelId="{5D683C83-83EF-454D-96B1-D73CD38F1BC8}" type="presParOf" srcId="{A99BC450-7407-488A-83E5-C47A02F075EC}" destId="{9F220DE7-87EE-4DA7-821A-42CA40CCCDEB}" srcOrd="2" destOrd="0" presId="urn:microsoft.com/office/officeart/2008/layout/LinedList"/>
    <dgm:cxn modelId="{5DCEFAC8-5CCF-4522-866B-A3359FA3BB6F}" type="presParOf" srcId="{B9159CD3-F25F-4CCC-A6C6-40E8F33A14F3}" destId="{8714B567-A717-4710-8AC4-D8652322F458}" srcOrd="5" destOrd="0" presId="urn:microsoft.com/office/officeart/2008/layout/LinedList"/>
    <dgm:cxn modelId="{0D412B87-4E4D-4A08-A886-3B62579B0FD9}" type="presParOf" srcId="{B9159CD3-F25F-4CCC-A6C6-40E8F33A14F3}" destId="{A099C1C8-A21D-4163-A004-1D6E96A52F0C}"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7739BD-868A-41E7-9E27-F706826EEE6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D3B66B2-DEC2-4478-B8F6-6CB1CA39414D}">
      <dgm:prSet custT="1"/>
      <dgm:spPr/>
      <dgm:t>
        <a:bodyPr/>
        <a:lstStyle/>
        <a:p>
          <a:r>
            <a:rPr lang="en-US" sz="1400" dirty="0"/>
            <a:t>Section 1.4 – Emergency telephone number</a:t>
          </a:r>
          <a:endParaRPr lang="es-ES" sz="1400" dirty="0"/>
        </a:p>
      </dgm:t>
    </dgm:pt>
    <dgm:pt modelId="{6312640F-D415-438B-B9BC-6307388ED1B5}" type="parTrans" cxnId="{47A63B86-6B21-40FC-B8F0-6AF437BFFDBC}">
      <dgm:prSet/>
      <dgm:spPr/>
      <dgm:t>
        <a:bodyPr/>
        <a:lstStyle/>
        <a:p>
          <a:endParaRPr lang="en-US" sz="1400"/>
        </a:p>
      </dgm:t>
    </dgm:pt>
    <dgm:pt modelId="{3FF7BFC3-C1BC-4212-8183-4F78B9075BCB}" type="sibTrans" cxnId="{47A63B86-6B21-40FC-B8F0-6AF437BFFDBC}">
      <dgm:prSet/>
      <dgm:spPr/>
      <dgm:t>
        <a:bodyPr/>
        <a:lstStyle/>
        <a:p>
          <a:endParaRPr lang="en-US" sz="1400"/>
        </a:p>
      </dgm:t>
    </dgm:pt>
    <dgm:pt modelId="{B398616D-BA78-4370-813A-D8F72A0450EB}">
      <dgm:prSet custT="1"/>
      <dgm:spPr/>
      <dgm:t>
        <a:bodyPr/>
        <a:lstStyle/>
        <a:p>
          <a:r>
            <a:rPr lang="en-US" sz="1400"/>
            <a:t>Suppliers must provide an emergency contact number in the Country where the product is placed on the market. </a:t>
          </a:r>
          <a:endParaRPr lang="es-ES" sz="1400"/>
        </a:p>
      </dgm:t>
    </dgm:pt>
    <dgm:pt modelId="{D65B4F14-CFA7-4AAB-9FB7-A1AAD822AA47}" type="parTrans" cxnId="{4C777C6D-3C02-4C86-BEA0-191D6AD251B9}">
      <dgm:prSet/>
      <dgm:spPr/>
      <dgm:t>
        <a:bodyPr/>
        <a:lstStyle/>
        <a:p>
          <a:endParaRPr lang="en-US" sz="1400"/>
        </a:p>
      </dgm:t>
    </dgm:pt>
    <dgm:pt modelId="{B9FCF94F-152B-438D-B0D1-56B53907298D}" type="sibTrans" cxnId="{4C777C6D-3C02-4C86-BEA0-191D6AD251B9}">
      <dgm:prSet/>
      <dgm:spPr/>
      <dgm:t>
        <a:bodyPr/>
        <a:lstStyle/>
        <a:p>
          <a:endParaRPr lang="en-US" sz="1400"/>
        </a:p>
      </dgm:t>
    </dgm:pt>
    <dgm:pt modelId="{EF4D480F-DF30-4539-B5A0-8D60B3A60B4E}">
      <dgm:prSet custT="1"/>
      <dgm:spPr/>
      <dgm:t>
        <a:bodyPr/>
        <a:lstStyle/>
        <a:p>
          <a:r>
            <a:rPr lang="en-US" sz="1400" dirty="0"/>
            <a:t>Every EU Country has a National Helpdesk (poison centres) which can be contacted for further information:  </a:t>
          </a:r>
          <a:r>
            <a:rPr lang="en-US" sz="1400" dirty="0">
              <a:hlinkClick xmlns:r="http://schemas.openxmlformats.org/officeDocument/2006/relationships" r:id="rId1"/>
            </a:rPr>
            <a:t>h</a:t>
          </a:r>
          <a:r>
            <a:rPr lang="es-ES" sz="1400" b="0" i="0" u="none" strike="noStrike" baseline="0" dirty="0">
              <a:solidFill>
                <a:schemeClr val="tx1"/>
              </a:solidFill>
              <a:latin typeface="+mn-lt"/>
              <a:ea typeface="+mn-ea"/>
              <a:cs typeface="+mn-cs"/>
              <a:hlinkClick xmlns:r="http://schemas.openxmlformats.org/officeDocument/2006/relationships" r:id="rId1"/>
            </a:rPr>
            <a:t>ttps://echa.europa.eu/support/helpdesks</a:t>
          </a:r>
          <a:endParaRPr lang="es-ES" sz="1400" b="0" i="0" u="none" strike="noStrike" baseline="0" dirty="0">
            <a:solidFill>
              <a:schemeClr val="tx1"/>
            </a:solidFill>
            <a:latin typeface="+mn-lt"/>
            <a:ea typeface="+mn-ea"/>
            <a:cs typeface="+mn-cs"/>
          </a:endParaRPr>
        </a:p>
        <a:p>
          <a:endParaRPr lang="es-ES" sz="1400" b="0" i="0" u="none" strike="noStrike" baseline="0" dirty="0">
            <a:solidFill>
              <a:schemeClr val="tx1"/>
            </a:solidFill>
            <a:latin typeface="+mn-lt"/>
            <a:ea typeface="+mn-ea"/>
            <a:cs typeface="+mn-cs"/>
          </a:endParaRPr>
        </a:p>
        <a:p>
          <a:endParaRPr lang="es-ES" sz="1400" dirty="0"/>
        </a:p>
      </dgm:t>
    </dgm:pt>
    <dgm:pt modelId="{24047523-9D0A-427A-BB69-CE0E0C85D084}" type="parTrans" cxnId="{785FCB33-2032-47A8-A6AA-4DE860917BB7}">
      <dgm:prSet/>
      <dgm:spPr/>
      <dgm:t>
        <a:bodyPr/>
        <a:lstStyle/>
        <a:p>
          <a:endParaRPr lang="en-US" sz="1400"/>
        </a:p>
      </dgm:t>
    </dgm:pt>
    <dgm:pt modelId="{F61B1E16-00BB-4545-B962-D17D14042525}" type="sibTrans" cxnId="{785FCB33-2032-47A8-A6AA-4DE860917BB7}">
      <dgm:prSet/>
      <dgm:spPr/>
      <dgm:t>
        <a:bodyPr/>
        <a:lstStyle/>
        <a:p>
          <a:endParaRPr lang="en-US" sz="1400"/>
        </a:p>
      </dgm:t>
    </dgm:pt>
    <dgm:pt modelId="{DCA00A39-CCF5-4827-A90B-293C76BEF081}">
      <dgm:prSet custT="1"/>
      <dgm:spPr/>
      <dgm:t>
        <a:bodyPr/>
        <a:lstStyle/>
        <a:p>
          <a:r>
            <a:rPr lang="es-ES_tradnl" sz="1400" dirty="0"/>
            <a:t>It is the duty of the supplier to communicate their SDS to the National Poison Centers as applicable.  </a:t>
          </a:r>
        </a:p>
        <a:p>
          <a:r>
            <a:rPr lang="es-ES_tradnl" sz="1400" b="0" i="0" u="none" strike="noStrike" baseline="0" dirty="0">
              <a:solidFill>
                <a:schemeClr val="tx1"/>
              </a:solidFill>
              <a:latin typeface="+mn-lt"/>
              <a:ea typeface="+mn-ea"/>
              <a:cs typeface="+mn-cs"/>
              <a:hlinkClick xmlns:r="http://schemas.openxmlformats.org/officeDocument/2006/relationships" r:id="rId2"/>
            </a:rPr>
            <a:t>https://poisoncentres.echa.europa.eu/</a:t>
          </a:r>
          <a:endParaRPr lang="es-ES_tradnl" sz="1400" b="0" i="0" u="none" strike="noStrike" baseline="0" dirty="0">
            <a:solidFill>
              <a:schemeClr val="tx1"/>
            </a:solidFill>
            <a:latin typeface="+mn-lt"/>
            <a:ea typeface="+mn-ea"/>
            <a:cs typeface="+mn-cs"/>
          </a:endParaRPr>
        </a:p>
        <a:p>
          <a:endParaRPr lang="es-ES" sz="1400" dirty="0"/>
        </a:p>
      </dgm:t>
    </dgm:pt>
    <dgm:pt modelId="{C12A5D08-5F06-426D-9437-4CDCE400F098}" type="parTrans" cxnId="{6A56F665-5B5C-45BF-B18B-924B973BB2AA}">
      <dgm:prSet/>
      <dgm:spPr/>
      <dgm:t>
        <a:bodyPr/>
        <a:lstStyle/>
        <a:p>
          <a:endParaRPr lang="en-US" sz="1400"/>
        </a:p>
      </dgm:t>
    </dgm:pt>
    <dgm:pt modelId="{2615C0C9-EEB4-41AC-8641-8643A23B1055}" type="sibTrans" cxnId="{6A56F665-5B5C-45BF-B18B-924B973BB2AA}">
      <dgm:prSet/>
      <dgm:spPr/>
      <dgm:t>
        <a:bodyPr/>
        <a:lstStyle/>
        <a:p>
          <a:endParaRPr lang="en-US" sz="1400"/>
        </a:p>
      </dgm:t>
    </dgm:pt>
    <dgm:pt modelId="{61EB9428-A623-46D9-9046-D78F79CFC600}" type="pres">
      <dgm:prSet presAssocID="{447739BD-868A-41E7-9E27-F706826EEE67}" presName="vert0" presStyleCnt="0">
        <dgm:presLayoutVars>
          <dgm:dir/>
          <dgm:animOne val="branch"/>
          <dgm:animLvl val="lvl"/>
        </dgm:presLayoutVars>
      </dgm:prSet>
      <dgm:spPr/>
    </dgm:pt>
    <dgm:pt modelId="{FB052A85-A569-4170-B479-098F97097A01}" type="pres">
      <dgm:prSet presAssocID="{FD3B66B2-DEC2-4478-B8F6-6CB1CA39414D}" presName="thickLine" presStyleLbl="alignNode1" presStyleIdx="0" presStyleCnt="4"/>
      <dgm:spPr/>
    </dgm:pt>
    <dgm:pt modelId="{44D4A787-1A8C-4221-8E27-4564CCDCAEF9}" type="pres">
      <dgm:prSet presAssocID="{FD3B66B2-DEC2-4478-B8F6-6CB1CA39414D}" presName="horz1" presStyleCnt="0"/>
      <dgm:spPr/>
    </dgm:pt>
    <dgm:pt modelId="{A8F262A7-D819-42E1-A6D1-A3DC0F189D60}" type="pres">
      <dgm:prSet presAssocID="{FD3B66B2-DEC2-4478-B8F6-6CB1CA39414D}" presName="tx1" presStyleLbl="revTx" presStyleIdx="0" presStyleCnt="4"/>
      <dgm:spPr/>
    </dgm:pt>
    <dgm:pt modelId="{8C57E090-B8D3-4E51-991F-2BF65EB16E8D}" type="pres">
      <dgm:prSet presAssocID="{FD3B66B2-DEC2-4478-B8F6-6CB1CA39414D}" presName="vert1" presStyleCnt="0"/>
      <dgm:spPr/>
    </dgm:pt>
    <dgm:pt modelId="{3C9ECB33-7331-4197-92D8-6BFFBEBCF635}" type="pres">
      <dgm:prSet presAssocID="{B398616D-BA78-4370-813A-D8F72A0450EB}" presName="thickLine" presStyleLbl="alignNode1" presStyleIdx="1" presStyleCnt="4"/>
      <dgm:spPr/>
    </dgm:pt>
    <dgm:pt modelId="{53DFF900-61BD-4F17-BE5E-C3EFB553F8EA}" type="pres">
      <dgm:prSet presAssocID="{B398616D-BA78-4370-813A-D8F72A0450EB}" presName="horz1" presStyleCnt="0"/>
      <dgm:spPr/>
    </dgm:pt>
    <dgm:pt modelId="{6C471D1E-3F5B-43BB-9168-C1033F921A2A}" type="pres">
      <dgm:prSet presAssocID="{B398616D-BA78-4370-813A-D8F72A0450EB}" presName="tx1" presStyleLbl="revTx" presStyleIdx="1" presStyleCnt="4"/>
      <dgm:spPr/>
    </dgm:pt>
    <dgm:pt modelId="{8242F27A-8A8B-4CA5-9203-8E8D44BF646E}" type="pres">
      <dgm:prSet presAssocID="{B398616D-BA78-4370-813A-D8F72A0450EB}" presName="vert1" presStyleCnt="0"/>
      <dgm:spPr/>
    </dgm:pt>
    <dgm:pt modelId="{0D988FC8-5443-4BBF-A567-0187097FCD7C}" type="pres">
      <dgm:prSet presAssocID="{EF4D480F-DF30-4539-B5A0-8D60B3A60B4E}" presName="thickLine" presStyleLbl="alignNode1" presStyleIdx="2" presStyleCnt="4"/>
      <dgm:spPr/>
    </dgm:pt>
    <dgm:pt modelId="{275CCDF0-66C7-4013-AE02-0828846CF473}" type="pres">
      <dgm:prSet presAssocID="{EF4D480F-DF30-4539-B5A0-8D60B3A60B4E}" presName="horz1" presStyleCnt="0"/>
      <dgm:spPr/>
    </dgm:pt>
    <dgm:pt modelId="{FA7DE2AC-5452-437A-9FF9-090B8141E38F}" type="pres">
      <dgm:prSet presAssocID="{EF4D480F-DF30-4539-B5A0-8D60B3A60B4E}" presName="tx1" presStyleLbl="revTx" presStyleIdx="2" presStyleCnt="4"/>
      <dgm:spPr/>
    </dgm:pt>
    <dgm:pt modelId="{0F56F5DA-3A71-4A5C-A1E9-9803AD1E5099}" type="pres">
      <dgm:prSet presAssocID="{EF4D480F-DF30-4539-B5A0-8D60B3A60B4E}" presName="vert1" presStyleCnt="0"/>
      <dgm:spPr/>
    </dgm:pt>
    <dgm:pt modelId="{43FD21C1-9DF6-4A86-BFCD-8C66C56D87EA}" type="pres">
      <dgm:prSet presAssocID="{DCA00A39-CCF5-4827-A90B-293C76BEF081}" presName="thickLine" presStyleLbl="alignNode1" presStyleIdx="3" presStyleCnt="4"/>
      <dgm:spPr/>
    </dgm:pt>
    <dgm:pt modelId="{1E614C85-E4DF-480E-9474-BD3B3F017F53}" type="pres">
      <dgm:prSet presAssocID="{DCA00A39-CCF5-4827-A90B-293C76BEF081}" presName="horz1" presStyleCnt="0"/>
      <dgm:spPr/>
    </dgm:pt>
    <dgm:pt modelId="{A77C2CED-559B-457F-B8C3-88D9F55AFB93}" type="pres">
      <dgm:prSet presAssocID="{DCA00A39-CCF5-4827-A90B-293C76BEF081}" presName="tx1" presStyleLbl="revTx" presStyleIdx="3" presStyleCnt="4"/>
      <dgm:spPr/>
    </dgm:pt>
    <dgm:pt modelId="{3131B61E-F6AB-4B1A-8596-7C302CF50197}" type="pres">
      <dgm:prSet presAssocID="{DCA00A39-CCF5-4827-A90B-293C76BEF081}" presName="vert1" presStyleCnt="0"/>
      <dgm:spPr/>
    </dgm:pt>
  </dgm:ptLst>
  <dgm:cxnLst>
    <dgm:cxn modelId="{785FCB33-2032-47A8-A6AA-4DE860917BB7}" srcId="{447739BD-868A-41E7-9E27-F706826EEE67}" destId="{EF4D480F-DF30-4539-B5A0-8D60B3A60B4E}" srcOrd="2" destOrd="0" parTransId="{24047523-9D0A-427A-BB69-CE0E0C85D084}" sibTransId="{F61B1E16-00BB-4545-B962-D17D14042525}"/>
    <dgm:cxn modelId="{12D9815F-D7C8-4592-9AAF-FDE28F3FDACF}" type="presOf" srcId="{EF4D480F-DF30-4539-B5A0-8D60B3A60B4E}" destId="{FA7DE2AC-5452-437A-9FF9-090B8141E38F}" srcOrd="0" destOrd="0" presId="urn:microsoft.com/office/officeart/2008/layout/LinedList"/>
    <dgm:cxn modelId="{A24CDB61-DB49-4D5C-A0F2-DBE2BEB4F27D}" type="presOf" srcId="{DCA00A39-CCF5-4827-A90B-293C76BEF081}" destId="{A77C2CED-559B-457F-B8C3-88D9F55AFB93}" srcOrd="0" destOrd="0" presId="urn:microsoft.com/office/officeart/2008/layout/LinedList"/>
    <dgm:cxn modelId="{6A56F665-5B5C-45BF-B18B-924B973BB2AA}" srcId="{447739BD-868A-41E7-9E27-F706826EEE67}" destId="{DCA00A39-CCF5-4827-A90B-293C76BEF081}" srcOrd="3" destOrd="0" parTransId="{C12A5D08-5F06-426D-9437-4CDCE400F098}" sibTransId="{2615C0C9-EEB4-41AC-8641-8643A23B1055}"/>
    <dgm:cxn modelId="{4C777C6D-3C02-4C86-BEA0-191D6AD251B9}" srcId="{447739BD-868A-41E7-9E27-F706826EEE67}" destId="{B398616D-BA78-4370-813A-D8F72A0450EB}" srcOrd="1" destOrd="0" parTransId="{D65B4F14-CFA7-4AAB-9FB7-A1AAD822AA47}" sibTransId="{B9FCF94F-152B-438D-B0D1-56B53907298D}"/>
    <dgm:cxn modelId="{47A63B86-6B21-40FC-B8F0-6AF437BFFDBC}" srcId="{447739BD-868A-41E7-9E27-F706826EEE67}" destId="{FD3B66B2-DEC2-4478-B8F6-6CB1CA39414D}" srcOrd="0" destOrd="0" parTransId="{6312640F-D415-438B-B9BC-6307388ED1B5}" sibTransId="{3FF7BFC3-C1BC-4212-8183-4F78B9075BCB}"/>
    <dgm:cxn modelId="{B48B6AEC-2B82-4CCC-BCF4-6C4ACCE53EBD}" type="presOf" srcId="{FD3B66B2-DEC2-4478-B8F6-6CB1CA39414D}" destId="{A8F262A7-D819-42E1-A6D1-A3DC0F189D60}" srcOrd="0" destOrd="0" presId="urn:microsoft.com/office/officeart/2008/layout/LinedList"/>
    <dgm:cxn modelId="{511FE6EC-08A3-4116-8172-581EC8638D5A}" type="presOf" srcId="{447739BD-868A-41E7-9E27-F706826EEE67}" destId="{61EB9428-A623-46D9-9046-D78F79CFC600}" srcOrd="0" destOrd="0" presId="urn:microsoft.com/office/officeart/2008/layout/LinedList"/>
    <dgm:cxn modelId="{915E94F0-94B5-4304-9CB0-B7FFA0529D3B}" type="presOf" srcId="{B398616D-BA78-4370-813A-D8F72A0450EB}" destId="{6C471D1E-3F5B-43BB-9168-C1033F921A2A}" srcOrd="0" destOrd="0" presId="urn:microsoft.com/office/officeart/2008/layout/LinedList"/>
    <dgm:cxn modelId="{3B8F5702-8713-47FB-B30F-9072C4079A4C}" type="presParOf" srcId="{61EB9428-A623-46D9-9046-D78F79CFC600}" destId="{FB052A85-A569-4170-B479-098F97097A01}" srcOrd="0" destOrd="0" presId="urn:microsoft.com/office/officeart/2008/layout/LinedList"/>
    <dgm:cxn modelId="{3E3FD8E6-D7CC-40F5-A1D8-659AAFD56E76}" type="presParOf" srcId="{61EB9428-A623-46D9-9046-D78F79CFC600}" destId="{44D4A787-1A8C-4221-8E27-4564CCDCAEF9}" srcOrd="1" destOrd="0" presId="urn:microsoft.com/office/officeart/2008/layout/LinedList"/>
    <dgm:cxn modelId="{86E96637-0526-4060-9631-BFCA97409A78}" type="presParOf" srcId="{44D4A787-1A8C-4221-8E27-4564CCDCAEF9}" destId="{A8F262A7-D819-42E1-A6D1-A3DC0F189D60}" srcOrd="0" destOrd="0" presId="urn:microsoft.com/office/officeart/2008/layout/LinedList"/>
    <dgm:cxn modelId="{6BB61053-3F5B-44A0-B769-DA480D85558D}" type="presParOf" srcId="{44D4A787-1A8C-4221-8E27-4564CCDCAEF9}" destId="{8C57E090-B8D3-4E51-991F-2BF65EB16E8D}" srcOrd="1" destOrd="0" presId="urn:microsoft.com/office/officeart/2008/layout/LinedList"/>
    <dgm:cxn modelId="{13383A69-C05E-4CC5-8F57-116A7BD58D9B}" type="presParOf" srcId="{61EB9428-A623-46D9-9046-D78F79CFC600}" destId="{3C9ECB33-7331-4197-92D8-6BFFBEBCF635}" srcOrd="2" destOrd="0" presId="urn:microsoft.com/office/officeart/2008/layout/LinedList"/>
    <dgm:cxn modelId="{87192309-EC11-4D10-B069-1002A80BA708}" type="presParOf" srcId="{61EB9428-A623-46D9-9046-D78F79CFC600}" destId="{53DFF900-61BD-4F17-BE5E-C3EFB553F8EA}" srcOrd="3" destOrd="0" presId="urn:microsoft.com/office/officeart/2008/layout/LinedList"/>
    <dgm:cxn modelId="{B479BC18-F30A-4827-A85B-8C4DF0DFE8B9}" type="presParOf" srcId="{53DFF900-61BD-4F17-BE5E-C3EFB553F8EA}" destId="{6C471D1E-3F5B-43BB-9168-C1033F921A2A}" srcOrd="0" destOrd="0" presId="urn:microsoft.com/office/officeart/2008/layout/LinedList"/>
    <dgm:cxn modelId="{6AC58032-06CD-4D72-AFF3-540F714AFF2E}" type="presParOf" srcId="{53DFF900-61BD-4F17-BE5E-C3EFB553F8EA}" destId="{8242F27A-8A8B-4CA5-9203-8E8D44BF646E}" srcOrd="1" destOrd="0" presId="urn:microsoft.com/office/officeart/2008/layout/LinedList"/>
    <dgm:cxn modelId="{0CDA8913-BCD4-4D3D-833A-465E13908325}" type="presParOf" srcId="{61EB9428-A623-46D9-9046-D78F79CFC600}" destId="{0D988FC8-5443-4BBF-A567-0187097FCD7C}" srcOrd="4" destOrd="0" presId="urn:microsoft.com/office/officeart/2008/layout/LinedList"/>
    <dgm:cxn modelId="{F1287787-6DDA-4F7B-8637-051F44DE6E28}" type="presParOf" srcId="{61EB9428-A623-46D9-9046-D78F79CFC600}" destId="{275CCDF0-66C7-4013-AE02-0828846CF473}" srcOrd="5" destOrd="0" presId="urn:microsoft.com/office/officeart/2008/layout/LinedList"/>
    <dgm:cxn modelId="{28B4EBC0-F0C1-494B-8B4C-6C68836FDCC3}" type="presParOf" srcId="{275CCDF0-66C7-4013-AE02-0828846CF473}" destId="{FA7DE2AC-5452-437A-9FF9-090B8141E38F}" srcOrd="0" destOrd="0" presId="urn:microsoft.com/office/officeart/2008/layout/LinedList"/>
    <dgm:cxn modelId="{39508B94-CBFD-4C7D-9D4D-8DBC440FC257}" type="presParOf" srcId="{275CCDF0-66C7-4013-AE02-0828846CF473}" destId="{0F56F5DA-3A71-4A5C-A1E9-9803AD1E5099}" srcOrd="1" destOrd="0" presId="urn:microsoft.com/office/officeart/2008/layout/LinedList"/>
    <dgm:cxn modelId="{D8D4C337-6421-4201-9F67-176D5F6BA4D0}" type="presParOf" srcId="{61EB9428-A623-46D9-9046-D78F79CFC600}" destId="{43FD21C1-9DF6-4A86-BFCD-8C66C56D87EA}" srcOrd="6" destOrd="0" presId="urn:microsoft.com/office/officeart/2008/layout/LinedList"/>
    <dgm:cxn modelId="{E0A01169-9100-4C1F-A6BF-6A451D79B75B}" type="presParOf" srcId="{61EB9428-A623-46D9-9046-D78F79CFC600}" destId="{1E614C85-E4DF-480E-9474-BD3B3F017F53}" srcOrd="7" destOrd="0" presId="urn:microsoft.com/office/officeart/2008/layout/LinedList"/>
    <dgm:cxn modelId="{40C5B1A3-79BE-43CB-BC23-47124F404471}" type="presParOf" srcId="{1E614C85-E4DF-480E-9474-BD3B3F017F53}" destId="{A77C2CED-559B-457F-B8C3-88D9F55AFB93}" srcOrd="0" destOrd="0" presId="urn:microsoft.com/office/officeart/2008/layout/LinedList"/>
    <dgm:cxn modelId="{61442E03-BA3B-446F-86FF-09DCA6983AB9}" type="presParOf" srcId="{1E614C85-E4DF-480E-9474-BD3B3F017F53}" destId="{3131B61E-F6AB-4B1A-8596-7C302CF50197}"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E1B7F1-F294-42F8-8EA1-445AEC191B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BDE7F41-3C4A-4CE5-94FE-7933615CEC39}">
      <dgm:prSet custT="1"/>
      <dgm:spPr/>
      <dgm:t>
        <a:bodyPr/>
        <a:lstStyle/>
        <a:p>
          <a:r>
            <a:rPr lang="en-GB" sz="1400" noProof="0" dirty="0"/>
            <a:t>Gives info on:</a:t>
          </a:r>
        </a:p>
      </dgm:t>
    </dgm:pt>
    <dgm:pt modelId="{57F7B21C-F5BA-4026-8660-4A8DCF8FF284}" type="parTrans" cxnId="{304304BA-20F5-4BD6-9BDB-9D32E4275EE0}">
      <dgm:prSet/>
      <dgm:spPr/>
      <dgm:t>
        <a:bodyPr/>
        <a:lstStyle/>
        <a:p>
          <a:endParaRPr lang="en-GB" sz="1400" noProof="0" dirty="0"/>
        </a:p>
      </dgm:t>
    </dgm:pt>
    <dgm:pt modelId="{1D6F813F-5188-47D0-A63A-1D7F57AE557E}" type="sibTrans" cxnId="{304304BA-20F5-4BD6-9BDB-9D32E4275EE0}">
      <dgm:prSet/>
      <dgm:spPr/>
      <dgm:t>
        <a:bodyPr/>
        <a:lstStyle/>
        <a:p>
          <a:endParaRPr lang="en-GB" sz="1400" noProof="0" dirty="0"/>
        </a:p>
      </dgm:t>
    </dgm:pt>
    <dgm:pt modelId="{5946062A-5ECC-486E-947C-55D2312D01FF}">
      <dgm:prSet custT="1"/>
      <dgm:spPr/>
      <dgm:t>
        <a:bodyPr/>
        <a:lstStyle/>
        <a:p>
          <a:r>
            <a:rPr lang="en-GB" sz="1400" noProof="0" dirty="0"/>
            <a:t>How the chemical should be labelled  (Hazard pictograms, risk phrases &amp; safety advice)</a:t>
          </a:r>
        </a:p>
      </dgm:t>
    </dgm:pt>
    <dgm:pt modelId="{B179B330-D7A0-47A2-B92C-2207CF1603C9}" type="parTrans" cxnId="{B5836988-4352-41B4-82E6-E57AF35D6375}">
      <dgm:prSet/>
      <dgm:spPr/>
      <dgm:t>
        <a:bodyPr/>
        <a:lstStyle/>
        <a:p>
          <a:endParaRPr lang="en-GB" sz="1400" noProof="0" dirty="0"/>
        </a:p>
      </dgm:t>
    </dgm:pt>
    <dgm:pt modelId="{6F960B92-851C-476D-B51A-B1A7BDA58119}" type="sibTrans" cxnId="{B5836988-4352-41B4-82E6-E57AF35D6375}">
      <dgm:prSet/>
      <dgm:spPr/>
      <dgm:t>
        <a:bodyPr/>
        <a:lstStyle/>
        <a:p>
          <a:endParaRPr lang="en-GB" sz="1400" noProof="0" dirty="0"/>
        </a:p>
      </dgm:t>
    </dgm:pt>
    <dgm:pt modelId="{8F2897F2-0A69-4F78-BA0B-3C4976F849C5}">
      <dgm:prSet custT="1"/>
      <dgm:spPr/>
      <dgm:t>
        <a:bodyPr/>
        <a:lstStyle/>
        <a:p>
          <a:r>
            <a:rPr lang="en-GB" sz="1400" noProof="0" dirty="0"/>
            <a:t>Any additional hazard information not resulting in classification and, if relevant, why substance is PBT or vPvB</a:t>
          </a:r>
        </a:p>
      </dgm:t>
    </dgm:pt>
    <dgm:pt modelId="{A56900CF-E1A9-4BD7-81A5-FFA3D3D01772}" type="parTrans" cxnId="{4115F09E-6610-4C26-90A1-DA35F3B18646}">
      <dgm:prSet/>
      <dgm:spPr/>
      <dgm:t>
        <a:bodyPr/>
        <a:lstStyle/>
        <a:p>
          <a:endParaRPr lang="en-GB" sz="1400" noProof="0" dirty="0"/>
        </a:p>
      </dgm:t>
    </dgm:pt>
    <dgm:pt modelId="{E702923E-CA35-4C42-881E-316358F68F34}" type="sibTrans" cxnId="{4115F09E-6610-4C26-90A1-DA35F3B18646}">
      <dgm:prSet/>
      <dgm:spPr/>
      <dgm:t>
        <a:bodyPr/>
        <a:lstStyle/>
        <a:p>
          <a:endParaRPr lang="en-GB" sz="1400" noProof="0" dirty="0"/>
        </a:p>
      </dgm:t>
    </dgm:pt>
    <dgm:pt modelId="{57C5B96D-9315-40F8-8D53-2697FFC0D916}">
      <dgm:prSet custT="1"/>
      <dgm:spPr/>
      <dgm:t>
        <a:bodyPr/>
        <a:lstStyle/>
        <a:p>
          <a:r>
            <a:rPr lang="en-GB" sz="1400" noProof="0" dirty="0"/>
            <a:t>Classification of the substance or mixture:</a:t>
          </a:r>
        </a:p>
        <a:p>
          <a:r>
            <a:rPr lang="en-GB" sz="1400" noProof="0" dirty="0"/>
            <a:t>EU CLP </a:t>
          </a:r>
        </a:p>
        <a:p>
          <a:r>
            <a:rPr lang="en-GB" sz="1400" b="0" i="0" u="none" strike="noStrike" baseline="0" noProof="0" dirty="0">
              <a:solidFill>
                <a:schemeClr val="tx1"/>
              </a:solidFill>
              <a:latin typeface="+mn-lt"/>
              <a:ea typeface="+mn-ea"/>
              <a:cs typeface="+mn-cs"/>
            </a:rPr>
            <a:t>(EC) No 1272/2008 )</a:t>
          </a:r>
          <a:endParaRPr lang="en-GB" sz="1400" noProof="0" dirty="0"/>
        </a:p>
      </dgm:t>
    </dgm:pt>
    <dgm:pt modelId="{993366E7-AE10-4292-885B-77E8D9BB9E3E}" type="parTrans" cxnId="{E6A59176-3ECD-4FC0-9C20-6A3D73FF7F27}">
      <dgm:prSet/>
      <dgm:spPr/>
      <dgm:t>
        <a:bodyPr/>
        <a:lstStyle/>
        <a:p>
          <a:endParaRPr lang="en-GB" sz="1400" noProof="0" dirty="0"/>
        </a:p>
      </dgm:t>
    </dgm:pt>
    <dgm:pt modelId="{D34B8789-39CC-4CF8-AAF9-B1E6E6784439}" type="sibTrans" cxnId="{E6A59176-3ECD-4FC0-9C20-6A3D73FF7F27}">
      <dgm:prSet/>
      <dgm:spPr/>
      <dgm:t>
        <a:bodyPr/>
        <a:lstStyle/>
        <a:p>
          <a:endParaRPr lang="en-GB" sz="1400" noProof="0" dirty="0"/>
        </a:p>
      </dgm:t>
    </dgm:pt>
    <dgm:pt modelId="{00C5CAD4-12C5-44C9-8433-1B6DB13F409B}">
      <dgm:prSet custT="1"/>
      <dgm:spPr/>
      <dgm:t>
        <a:bodyPr/>
        <a:lstStyle/>
        <a:p>
          <a:r>
            <a:rPr lang="en-GB" sz="1300" noProof="0" dirty="0"/>
            <a:t>Essential information when assessing the risk to workers and the environment</a:t>
          </a:r>
        </a:p>
      </dgm:t>
    </dgm:pt>
    <dgm:pt modelId="{EBEF31E9-D277-4BCC-AB1E-FA75A4039B26}" type="parTrans" cxnId="{9CA6DA9E-2C87-45B1-8381-F22B10D3BBA6}">
      <dgm:prSet/>
      <dgm:spPr/>
      <dgm:t>
        <a:bodyPr/>
        <a:lstStyle/>
        <a:p>
          <a:endParaRPr lang="en-GB" sz="1400" noProof="0" dirty="0"/>
        </a:p>
      </dgm:t>
    </dgm:pt>
    <dgm:pt modelId="{FF80133A-EF02-4023-9BAE-66A91E33657F}" type="sibTrans" cxnId="{9CA6DA9E-2C87-45B1-8381-F22B10D3BBA6}">
      <dgm:prSet/>
      <dgm:spPr/>
      <dgm:t>
        <a:bodyPr/>
        <a:lstStyle/>
        <a:p>
          <a:endParaRPr lang="en-GB" sz="1400" noProof="0" dirty="0"/>
        </a:p>
      </dgm:t>
    </dgm:pt>
    <dgm:pt modelId="{AA582B15-69CE-4931-883E-C5B8B9E3306E}">
      <dgm:prSet custT="1"/>
      <dgm:spPr/>
      <dgm:t>
        <a:bodyPr/>
        <a:lstStyle/>
        <a:p>
          <a:r>
            <a:rPr lang="en-GB" sz="1300" kern="1200" noProof="0" dirty="0">
              <a:solidFill>
                <a:srgbClr val="63666A">
                  <a:hueOff val="0"/>
                  <a:satOff val="0"/>
                  <a:lumOff val="0"/>
                  <a:alphaOff val="0"/>
                </a:srgbClr>
              </a:solidFill>
              <a:latin typeface="GE Inspira Sans"/>
              <a:ea typeface="+mn-ea"/>
              <a:cs typeface="+mn-cs"/>
            </a:rPr>
            <a:t>Differences in classification from different suppliers may be justified (e.g. impurities, concentrations etc. </a:t>
          </a:r>
        </a:p>
      </dgm:t>
    </dgm:pt>
    <dgm:pt modelId="{C932DE8D-07F5-46EF-A26B-673C6B2181EE}" type="parTrans" cxnId="{83D6B417-3CD7-4565-A991-CD9D5FB4CFF1}">
      <dgm:prSet/>
      <dgm:spPr/>
      <dgm:t>
        <a:bodyPr/>
        <a:lstStyle/>
        <a:p>
          <a:endParaRPr lang="en-GB" sz="1400" noProof="0" dirty="0"/>
        </a:p>
      </dgm:t>
    </dgm:pt>
    <dgm:pt modelId="{409885A4-B1EB-48CC-8D59-46C00AEE2E81}" type="sibTrans" cxnId="{83D6B417-3CD7-4565-A991-CD9D5FB4CFF1}">
      <dgm:prSet/>
      <dgm:spPr/>
      <dgm:t>
        <a:bodyPr/>
        <a:lstStyle/>
        <a:p>
          <a:endParaRPr lang="en-GB" sz="1400" noProof="0" dirty="0"/>
        </a:p>
      </dgm:t>
    </dgm:pt>
    <dgm:pt modelId="{CDF95955-BF2E-4824-9BAD-F4067A2E8011}">
      <dgm:prSet custT="1"/>
      <dgm:spPr/>
      <dgm:t>
        <a:bodyPr/>
        <a:lstStyle/>
        <a:p>
          <a:r>
            <a:rPr lang="en-GB" sz="1300" noProof="0" dirty="0"/>
            <a:t>Check classification is consistent with information in Sections 9 to 12.  Additional information can be found in Section 16 </a:t>
          </a:r>
        </a:p>
      </dgm:t>
    </dgm:pt>
    <dgm:pt modelId="{B10F7C58-7783-4641-8A1E-EB7D14F24355}" type="sibTrans" cxnId="{76BBA6A7-34B3-4BD8-A2CE-E133F16CF923}">
      <dgm:prSet/>
      <dgm:spPr/>
      <dgm:t>
        <a:bodyPr/>
        <a:lstStyle/>
        <a:p>
          <a:endParaRPr lang="en-GB" sz="1400" noProof="0" dirty="0"/>
        </a:p>
      </dgm:t>
    </dgm:pt>
    <dgm:pt modelId="{C769CDEF-D3D3-4C0E-A173-A4CE156F0F3D}" type="parTrans" cxnId="{76BBA6A7-34B3-4BD8-A2CE-E133F16CF923}">
      <dgm:prSet/>
      <dgm:spPr/>
      <dgm:t>
        <a:bodyPr/>
        <a:lstStyle/>
        <a:p>
          <a:endParaRPr lang="en-GB" sz="1400" noProof="0" dirty="0"/>
        </a:p>
      </dgm:t>
    </dgm:pt>
    <dgm:pt modelId="{E10B59E2-2D61-4543-8753-9A1AE4F52257}">
      <dgm:prSet custT="1"/>
      <dgm:spPr/>
      <dgm:t>
        <a:bodyPr/>
        <a:lstStyle/>
        <a:p>
          <a:r>
            <a:rPr lang="en-GB" sz="1300" kern="1200" noProof="0" dirty="0">
              <a:solidFill>
                <a:srgbClr val="63666A">
                  <a:hueOff val="0"/>
                  <a:satOff val="0"/>
                  <a:lumOff val="0"/>
                  <a:alphaOff val="0"/>
                </a:srgbClr>
              </a:solidFill>
              <a:latin typeface="GE Inspira Sans"/>
              <a:ea typeface="+mn-ea"/>
              <a:cs typeface="+mn-cs"/>
            </a:rPr>
            <a:t>If  according to CLP is non-hazardous, it should be clearly stated</a:t>
          </a:r>
        </a:p>
      </dgm:t>
    </dgm:pt>
    <dgm:pt modelId="{41259A47-9CAC-4C83-A7BB-F36D16297EC9}" type="parTrans" cxnId="{96296812-5072-4C15-97E8-E1D181C8A4A2}">
      <dgm:prSet/>
      <dgm:spPr/>
      <dgm:t>
        <a:bodyPr/>
        <a:lstStyle/>
        <a:p>
          <a:endParaRPr lang="en-GB" noProof="0" dirty="0"/>
        </a:p>
      </dgm:t>
    </dgm:pt>
    <dgm:pt modelId="{B65B80F2-C4D2-4E11-9A79-5BC6C1D62C4F}" type="sibTrans" cxnId="{96296812-5072-4C15-97E8-E1D181C8A4A2}">
      <dgm:prSet/>
      <dgm:spPr/>
      <dgm:t>
        <a:bodyPr/>
        <a:lstStyle/>
        <a:p>
          <a:endParaRPr lang="en-GB" noProof="0" dirty="0"/>
        </a:p>
      </dgm:t>
    </dgm:pt>
    <dgm:pt modelId="{A19696AB-3C8F-4DA4-AA87-91AB0D752D99}">
      <dgm:prSet custT="1"/>
      <dgm:spPr/>
      <dgm:t>
        <a:bodyPr/>
        <a:lstStyle/>
        <a:p>
          <a:r>
            <a:rPr lang="en-GB" sz="1400" kern="1200" noProof="0" dirty="0">
              <a:solidFill>
                <a:schemeClr val="tx1"/>
              </a:solidFill>
              <a:latin typeface="GE Inspira Sans"/>
              <a:ea typeface="+mn-ea"/>
              <a:cs typeface="+mn-cs"/>
            </a:rPr>
            <a:t>When classification is given in both CLP and DSD or DPD, </a:t>
          </a:r>
        </a:p>
        <a:p>
          <a:r>
            <a:rPr lang="en-GB" sz="1400" b="1" kern="1200" noProof="0" dirty="0">
              <a:solidFill>
                <a:schemeClr val="tx1"/>
              </a:solidFill>
              <a:latin typeface="GE Inspira Sans"/>
              <a:ea typeface="+mn-ea"/>
              <a:cs typeface="+mn-cs"/>
            </a:rPr>
            <a:t>consider the CLP classification only</a:t>
          </a:r>
          <a:r>
            <a:rPr lang="en-GB" sz="1400" kern="1200" noProof="0" dirty="0">
              <a:solidFill>
                <a:schemeClr val="tx1"/>
              </a:solidFill>
              <a:latin typeface="GE Inspira Sans"/>
              <a:ea typeface="+mn-ea"/>
              <a:cs typeface="+mn-cs"/>
            </a:rPr>
            <a:t>.</a:t>
          </a:r>
        </a:p>
      </dgm:t>
    </dgm:pt>
    <dgm:pt modelId="{03139F94-A006-4A45-837D-A62549202B85}" type="parTrans" cxnId="{15BDF68C-6FC3-4F93-AA90-E77173A1807C}">
      <dgm:prSet/>
      <dgm:spPr/>
      <dgm:t>
        <a:bodyPr/>
        <a:lstStyle/>
        <a:p>
          <a:endParaRPr lang="en-GB" noProof="0" dirty="0"/>
        </a:p>
      </dgm:t>
    </dgm:pt>
    <dgm:pt modelId="{70E4601A-81C9-45B7-9B93-ADCC4FD09241}" type="sibTrans" cxnId="{15BDF68C-6FC3-4F93-AA90-E77173A1807C}">
      <dgm:prSet/>
      <dgm:spPr/>
      <dgm:t>
        <a:bodyPr/>
        <a:lstStyle/>
        <a:p>
          <a:endParaRPr lang="en-GB" noProof="0" dirty="0"/>
        </a:p>
      </dgm:t>
    </dgm:pt>
    <dgm:pt modelId="{305E9957-DA4C-4CE8-904D-52D38081DDA3}">
      <dgm:prSet custT="1"/>
      <dgm:spPr/>
      <dgm:t>
        <a:bodyPr/>
        <a:lstStyle/>
        <a:p>
          <a:r>
            <a:rPr lang="en-GB" sz="1400" noProof="0" dirty="0"/>
            <a:t>Hazard classification of chemical</a:t>
          </a:r>
        </a:p>
      </dgm:t>
    </dgm:pt>
    <dgm:pt modelId="{651C15D5-5EA0-4839-BCFB-75A55C644ABA}" type="parTrans" cxnId="{EBEFC83D-6B91-4929-9CCB-3C2EBD70E01A}">
      <dgm:prSet/>
      <dgm:spPr/>
      <dgm:t>
        <a:bodyPr/>
        <a:lstStyle/>
        <a:p>
          <a:endParaRPr lang="en-GB" noProof="0" dirty="0"/>
        </a:p>
      </dgm:t>
    </dgm:pt>
    <dgm:pt modelId="{73AA30B9-5F2D-4F5C-8F9A-90838BEC3931}" type="sibTrans" cxnId="{EBEFC83D-6B91-4929-9CCB-3C2EBD70E01A}">
      <dgm:prSet/>
      <dgm:spPr/>
      <dgm:t>
        <a:bodyPr/>
        <a:lstStyle/>
        <a:p>
          <a:endParaRPr lang="en-GB" noProof="0" dirty="0"/>
        </a:p>
      </dgm:t>
    </dgm:pt>
    <dgm:pt modelId="{D1CAE15E-85FE-4DC6-B40C-E09C4676BDB3}" type="pres">
      <dgm:prSet presAssocID="{EEE1B7F1-F294-42F8-8EA1-445AEC191B19}" presName="vert0" presStyleCnt="0">
        <dgm:presLayoutVars>
          <dgm:dir/>
          <dgm:animOne val="branch"/>
          <dgm:animLvl val="lvl"/>
        </dgm:presLayoutVars>
      </dgm:prSet>
      <dgm:spPr/>
    </dgm:pt>
    <dgm:pt modelId="{57729B6F-72C1-4BCB-B0D9-59C7E31CF206}" type="pres">
      <dgm:prSet presAssocID="{ABDE7F41-3C4A-4CE5-94FE-7933615CEC39}" presName="thickLine" presStyleLbl="alignNode1" presStyleIdx="0" presStyleCnt="3"/>
      <dgm:spPr/>
    </dgm:pt>
    <dgm:pt modelId="{B57EB2E1-D0E6-49FE-AB26-0321DEBE53C5}" type="pres">
      <dgm:prSet presAssocID="{ABDE7F41-3C4A-4CE5-94FE-7933615CEC39}" presName="horz1" presStyleCnt="0"/>
      <dgm:spPr/>
    </dgm:pt>
    <dgm:pt modelId="{1A7C42BD-10AD-4E96-A1D3-61E3C4F57D72}" type="pres">
      <dgm:prSet presAssocID="{ABDE7F41-3C4A-4CE5-94FE-7933615CEC39}" presName="tx1" presStyleLbl="revTx" presStyleIdx="0" presStyleCnt="10" custScaleX="102823" custScaleY="30304"/>
      <dgm:spPr/>
    </dgm:pt>
    <dgm:pt modelId="{5C84E492-6B2F-4254-BFDB-D263A10DBEA0}" type="pres">
      <dgm:prSet presAssocID="{ABDE7F41-3C4A-4CE5-94FE-7933615CEC39}" presName="vert1" presStyleCnt="0"/>
      <dgm:spPr/>
    </dgm:pt>
    <dgm:pt modelId="{9188D950-A9EE-489C-B8D4-E3B4FA816C9C}" type="pres">
      <dgm:prSet presAssocID="{305E9957-DA4C-4CE8-904D-52D38081DDA3}" presName="vertSpace2a" presStyleCnt="0"/>
      <dgm:spPr/>
    </dgm:pt>
    <dgm:pt modelId="{D2A1A0BC-E9E3-4D08-A7F6-606739FF73EF}" type="pres">
      <dgm:prSet presAssocID="{305E9957-DA4C-4CE8-904D-52D38081DDA3}" presName="horz2" presStyleCnt="0"/>
      <dgm:spPr/>
    </dgm:pt>
    <dgm:pt modelId="{381C4406-6821-4436-91C6-A508247F9251}" type="pres">
      <dgm:prSet presAssocID="{305E9957-DA4C-4CE8-904D-52D38081DDA3}" presName="horzSpace2" presStyleCnt="0"/>
      <dgm:spPr/>
    </dgm:pt>
    <dgm:pt modelId="{77A405F5-1503-4776-9E09-43BBAD374903}" type="pres">
      <dgm:prSet presAssocID="{305E9957-DA4C-4CE8-904D-52D38081DDA3}" presName="tx2" presStyleLbl="revTx" presStyleIdx="1" presStyleCnt="10"/>
      <dgm:spPr/>
    </dgm:pt>
    <dgm:pt modelId="{1C6D9D9A-4B2B-4961-9867-2064C6AE99BB}" type="pres">
      <dgm:prSet presAssocID="{305E9957-DA4C-4CE8-904D-52D38081DDA3}" presName="vert2" presStyleCnt="0"/>
      <dgm:spPr/>
    </dgm:pt>
    <dgm:pt modelId="{6A08D91C-971B-490A-AB01-3FF41A56463F}" type="pres">
      <dgm:prSet presAssocID="{305E9957-DA4C-4CE8-904D-52D38081DDA3}" presName="thinLine2b" presStyleLbl="callout" presStyleIdx="0" presStyleCnt="7"/>
      <dgm:spPr/>
    </dgm:pt>
    <dgm:pt modelId="{C34B7F15-19D9-4E85-91C5-B81AB0F9C4C8}" type="pres">
      <dgm:prSet presAssocID="{305E9957-DA4C-4CE8-904D-52D38081DDA3}" presName="vertSpace2b" presStyleCnt="0"/>
      <dgm:spPr/>
    </dgm:pt>
    <dgm:pt modelId="{B03956FA-A30F-4DA4-B47E-7F652ED958E5}" type="pres">
      <dgm:prSet presAssocID="{5946062A-5ECC-486E-947C-55D2312D01FF}" presName="horz2" presStyleCnt="0"/>
      <dgm:spPr/>
    </dgm:pt>
    <dgm:pt modelId="{F5A4CD3C-01AD-4F4F-A5B2-7E4732D19D4E}" type="pres">
      <dgm:prSet presAssocID="{5946062A-5ECC-486E-947C-55D2312D01FF}" presName="horzSpace2" presStyleCnt="0"/>
      <dgm:spPr/>
    </dgm:pt>
    <dgm:pt modelId="{2E25B381-31C9-4337-A8A9-866BFD79DAC5}" type="pres">
      <dgm:prSet presAssocID="{5946062A-5ECC-486E-947C-55D2312D01FF}" presName="tx2" presStyleLbl="revTx" presStyleIdx="2" presStyleCnt="10"/>
      <dgm:spPr/>
    </dgm:pt>
    <dgm:pt modelId="{A7E74CA7-E54D-4D9E-BC1D-B6C02649CD06}" type="pres">
      <dgm:prSet presAssocID="{5946062A-5ECC-486E-947C-55D2312D01FF}" presName="vert2" presStyleCnt="0"/>
      <dgm:spPr/>
    </dgm:pt>
    <dgm:pt modelId="{420B8DC9-E433-4E14-964E-8D641332164B}" type="pres">
      <dgm:prSet presAssocID="{5946062A-5ECC-486E-947C-55D2312D01FF}" presName="thinLine2b" presStyleLbl="callout" presStyleIdx="1" presStyleCnt="7"/>
      <dgm:spPr/>
    </dgm:pt>
    <dgm:pt modelId="{4D16D23B-58BD-49B5-B668-0F460859A15A}" type="pres">
      <dgm:prSet presAssocID="{5946062A-5ECC-486E-947C-55D2312D01FF}" presName="vertSpace2b" presStyleCnt="0"/>
      <dgm:spPr/>
    </dgm:pt>
    <dgm:pt modelId="{8A3B1FE7-2B29-4F75-BAF7-5FA054720E8A}" type="pres">
      <dgm:prSet presAssocID="{8F2897F2-0A69-4F78-BA0B-3C4976F849C5}" presName="horz2" presStyleCnt="0"/>
      <dgm:spPr/>
    </dgm:pt>
    <dgm:pt modelId="{C826C0AA-DDC0-4F98-8D00-9B49AF58BA2A}" type="pres">
      <dgm:prSet presAssocID="{8F2897F2-0A69-4F78-BA0B-3C4976F849C5}" presName="horzSpace2" presStyleCnt="0"/>
      <dgm:spPr/>
    </dgm:pt>
    <dgm:pt modelId="{983C0066-62F3-4C76-BD54-923284762EDF}" type="pres">
      <dgm:prSet presAssocID="{8F2897F2-0A69-4F78-BA0B-3C4976F849C5}" presName="tx2" presStyleLbl="revTx" presStyleIdx="3" presStyleCnt="10"/>
      <dgm:spPr/>
    </dgm:pt>
    <dgm:pt modelId="{6D850962-36A0-498A-89A3-1215F6259DDA}" type="pres">
      <dgm:prSet presAssocID="{8F2897F2-0A69-4F78-BA0B-3C4976F849C5}" presName="vert2" presStyleCnt="0"/>
      <dgm:spPr/>
    </dgm:pt>
    <dgm:pt modelId="{C0DD57CB-6A37-4548-84A0-B346D07CD03D}" type="pres">
      <dgm:prSet presAssocID="{8F2897F2-0A69-4F78-BA0B-3C4976F849C5}" presName="thinLine2b" presStyleLbl="callout" presStyleIdx="2" presStyleCnt="7"/>
      <dgm:spPr/>
    </dgm:pt>
    <dgm:pt modelId="{E375ADDA-8ED3-4C8C-B097-0A9A67360AF6}" type="pres">
      <dgm:prSet presAssocID="{8F2897F2-0A69-4F78-BA0B-3C4976F849C5}" presName="vertSpace2b" presStyleCnt="0"/>
      <dgm:spPr/>
    </dgm:pt>
    <dgm:pt modelId="{A33202CB-D0A5-4F51-A753-CEEB4424E46B}" type="pres">
      <dgm:prSet presAssocID="{57C5B96D-9315-40F8-8D53-2697FFC0D916}" presName="thickLine" presStyleLbl="alignNode1" presStyleIdx="1" presStyleCnt="3"/>
      <dgm:spPr/>
    </dgm:pt>
    <dgm:pt modelId="{5375D090-DA8A-4D5F-A3BE-C7ACDB8FCFDA}" type="pres">
      <dgm:prSet presAssocID="{57C5B96D-9315-40F8-8D53-2697FFC0D916}" presName="horz1" presStyleCnt="0"/>
      <dgm:spPr/>
    </dgm:pt>
    <dgm:pt modelId="{C2DA35A6-7449-4B8C-93DC-96AD12E87AB7}" type="pres">
      <dgm:prSet presAssocID="{57C5B96D-9315-40F8-8D53-2697FFC0D916}" presName="tx1" presStyleLbl="revTx" presStyleIdx="4" presStyleCnt="10"/>
      <dgm:spPr/>
    </dgm:pt>
    <dgm:pt modelId="{933ECDCD-F950-4110-BC82-AE0DC1E6EEA3}" type="pres">
      <dgm:prSet presAssocID="{57C5B96D-9315-40F8-8D53-2697FFC0D916}" presName="vert1" presStyleCnt="0"/>
      <dgm:spPr/>
    </dgm:pt>
    <dgm:pt modelId="{59729962-F8D7-4F73-BA69-B0DD336779A5}" type="pres">
      <dgm:prSet presAssocID="{00C5CAD4-12C5-44C9-8433-1B6DB13F409B}" presName="vertSpace2a" presStyleCnt="0"/>
      <dgm:spPr/>
    </dgm:pt>
    <dgm:pt modelId="{8CC0B230-58F0-4913-AC12-0D4D2FB7F3B0}" type="pres">
      <dgm:prSet presAssocID="{00C5CAD4-12C5-44C9-8433-1B6DB13F409B}" presName="horz2" presStyleCnt="0"/>
      <dgm:spPr/>
    </dgm:pt>
    <dgm:pt modelId="{E7A810DF-5FF2-4806-8E53-296A702EA2D7}" type="pres">
      <dgm:prSet presAssocID="{00C5CAD4-12C5-44C9-8433-1B6DB13F409B}" presName="horzSpace2" presStyleCnt="0"/>
      <dgm:spPr/>
    </dgm:pt>
    <dgm:pt modelId="{F07E90E7-99A5-4CBE-A12E-F42BE6ACD884}" type="pres">
      <dgm:prSet presAssocID="{00C5CAD4-12C5-44C9-8433-1B6DB13F409B}" presName="tx2" presStyleLbl="revTx" presStyleIdx="5" presStyleCnt="10"/>
      <dgm:spPr/>
    </dgm:pt>
    <dgm:pt modelId="{29BAAE6D-F083-4723-9E48-239D9EB1300B}" type="pres">
      <dgm:prSet presAssocID="{00C5CAD4-12C5-44C9-8433-1B6DB13F409B}" presName="vert2" presStyleCnt="0"/>
      <dgm:spPr/>
    </dgm:pt>
    <dgm:pt modelId="{232D0F89-B05B-4CF1-B1E1-D0B9C9092DB7}" type="pres">
      <dgm:prSet presAssocID="{00C5CAD4-12C5-44C9-8433-1B6DB13F409B}" presName="thinLine2b" presStyleLbl="callout" presStyleIdx="3" presStyleCnt="7"/>
      <dgm:spPr/>
    </dgm:pt>
    <dgm:pt modelId="{12A5DDED-1101-4ECC-86E3-083C2FAE0297}" type="pres">
      <dgm:prSet presAssocID="{00C5CAD4-12C5-44C9-8433-1B6DB13F409B}" presName="vertSpace2b" presStyleCnt="0"/>
      <dgm:spPr/>
    </dgm:pt>
    <dgm:pt modelId="{F0D8EFA2-F2C8-446C-B42C-7E935F70E1DC}" type="pres">
      <dgm:prSet presAssocID="{CDF95955-BF2E-4824-9BAD-F4067A2E8011}" presName="horz2" presStyleCnt="0"/>
      <dgm:spPr/>
    </dgm:pt>
    <dgm:pt modelId="{7751EBFD-58CC-4382-97F9-39CB05E97B68}" type="pres">
      <dgm:prSet presAssocID="{CDF95955-BF2E-4824-9BAD-F4067A2E8011}" presName="horzSpace2" presStyleCnt="0"/>
      <dgm:spPr/>
    </dgm:pt>
    <dgm:pt modelId="{DC94343C-D5DF-45CA-BA49-B35FBD849C17}" type="pres">
      <dgm:prSet presAssocID="{CDF95955-BF2E-4824-9BAD-F4067A2E8011}" presName="tx2" presStyleLbl="revTx" presStyleIdx="6" presStyleCnt="10"/>
      <dgm:spPr/>
    </dgm:pt>
    <dgm:pt modelId="{96535B5C-993C-4778-9895-DF24D63A24AC}" type="pres">
      <dgm:prSet presAssocID="{CDF95955-BF2E-4824-9BAD-F4067A2E8011}" presName="vert2" presStyleCnt="0"/>
      <dgm:spPr/>
    </dgm:pt>
    <dgm:pt modelId="{7A3DAF98-AE3C-4DE7-BCEC-3FD40522C596}" type="pres">
      <dgm:prSet presAssocID="{CDF95955-BF2E-4824-9BAD-F4067A2E8011}" presName="thinLine2b" presStyleLbl="callout" presStyleIdx="4" presStyleCnt="7"/>
      <dgm:spPr/>
    </dgm:pt>
    <dgm:pt modelId="{F4FE15C5-9A99-4266-AB36-F55B980F1A72}" type="pres">
      <dgm:prSet presAssocID="{CDF95955-BF2E-4824-9BAD-F4067A2E8011}" presName="vertSpace2b" presStyleCnt="0"/>
      <dgm:spPr/>
    </dgm:pt>
    <dgm:pt modelId="{317CF78A-162D-4B80-B305-C52CFBF34604}" type="pres">
      <dgm:prSet presAssocID="{AA582B15-69CE-4931-883E-C5B8B9E3306E}" presName="horz2" presStyleCnt="0"/>
      <dgm:spPr/>
    </dgm:pt>
    <dgm:pt modelId="{620CC369-6727-4FAA-94B4-6E85B34312ED}" type="pres">
      <dgm:prSet presAssocID="{AA582B15-69CE-4931-883E-C5B8B9E3306E}" presName="horzSpace2" presStyleCnt="0"/>
      <dgm:spPr/>
    </dgm:pt>
    <dgm:pt modelId="{E77621EE-A37C-4C50-A4E9-C00E7E048A09}" type="pres">
      <dgm:prSet presAssocID="{AA582B15-69CE-4931-883E-C5B8B9E3306E}" presName="tx2" presStyleLbl="revTx" presStyleIdx="7" presStyleCnt="10"/>
      <dgm:spPr/>
    </dgm:pt>
    <dgm:pt modelId="{04A4CBCC-09D5-4AF0-B00C-8BB880ABA973}" type="pres">
      <dgm:prSet presAssocID="{AA582B15-69CE-4931-883E-C5B8B9E3306E}" presName="vert2" presStyleCnt="0"/>
      <dgm:spPr/>
    </dgm:pt>
    <dgm:pt modelId="{89998B0B-CB4A-4BC2-A612-DFCFACAB1C08}" type="pres">
      <dgm:prSet presAssocID="{AA582B15-69CE-4931-883E-C5B8B9E3306E}" presName="thinLine2b" presStyleLbl="callout" presStyleIdx="5" presStyleCnt="7"/>
      <dgm:spPr/>
    </dgm:pt>
    <dgm:pt modelId="{2F56C24D-899B-4FFD-AFC6-68B000656E38}" type="pres">
      <dgm:prSet presAssocID="{AA582B15-69CE-4931-883E-C5B8B9E3306E}" presName="vertSpace2b" presStyleCnt="0"/>
      <dgm:spPr/>
    </dgm:pt>
    <dgm:pt modelId="{1784EA38-FEE9-4F9A-9CD4-4DBA296D5050}" type="pres">
      <dgm:prSet presAssocID="{E10B59E2-2D61-4543-8753-9A1AE4F52257}" presName="horz2" presStyleCnt="0"/>
      <dgm:spPr/>
    </dgm:pt>
    <dgm:pt modelId="{FFF57945-9739-48F6-B68D-2D24EB136363}" type="pres">
      <dgm:prSet presAssocID="{E10B59E2-2D61-4543-8753-9A1AE4F52257}" presName="horzSpace2" presStyleCnt="0"/>
      <dgm:spPr/>
    </dgm:pt>
    <dgm:pt modelId="{6046E839-DA47-43F1-9FD1-3968729AD949}" type="pres">
      <dgm:prSet presAssocID="{E10B59E2-2D61-4543-8753-9A1AE4F52257}" presName="tx2" presStyleLbl="revTx" presStyleIdx="8" presStyleCnt="10"/>
      <dgm:spPr/>
    </dgm:pt>
    <dgm:pt modelId="{34FE2A8F-CAE4-46C0-971D-4D9207DCFE69}" type="pres">
      <dgm:prSet presAssocID="{E10B59E2-2D61-4543-8753-9A1AE4F52257}" presName="vert2" presStyleCnt="0"/>
      <dgm:spPr/>
    </dgm:pt>
    <dgm:pt modelId="{0A25BB03-4554-4BC9-8F13-8A6B2096CB0B}" type="pres">
      <dgm:prSet presAssocID="{E10B59E2-2D61-4543-8753-9A1AE4F52257}" presName="thinLine2b" presStyleLbl="callout" presStyleIdx="6" presStyleCnt="7"/>
      <dgm:spPr/>
    </dgm:pt>
    <dgm:pt modelId="{FF37097D-B46A-4787-867C-7A89FB1760BC}" type="pres">
      <dgm:prSet presAssocID="{E10B59E2-2D61-4543-8753-9A1AE4F52257}" presName="vertSpace2b" presStyleCnt="0"/>
      <dgm:spPr/>
    </dgm:pt>
    <dgm:pt modelId="{E17F09EA-9FC9-4298-87B5-BC329B2B8DBC}" type="pres">
      <dgm:prSet presAssocID="{A19696AB-3C8F-4DA4-AA87-91AB0D752D99}" presName="thickLine" presStyleLbl="alignNode1" presStyleIdx="2" presStyleCnt="3"/>
      <dgm:spPr/>
    </dgm:pt>
    <dgm:pt modelId="{29539B54-271A-44E4-B2A8-15ADAD003029}" type="pres">
      <dgm:prSet presAssocID="{A19696AB-3C8F-4DA4-AA87-91AB0D752D99}" presName="horz1" presStyleCnt="0"/>
      <dgm:spPr/>
    </dgm:pt>
    <dgm:pt modelId="{01B349DA-EDE5-40A7-BEEC-84745CD9D013}" type="pres">
      <dgm:prSet presAssocID="{A19696AB-3C8F-4DA4-AA87-91AB0D752D99}" presName="tx1" presStyleLbl="revTx" presStyleIdx="9" presStyleCnt="10" custScaleX="500000"/>
      <dgm:spPr/>
    </dgm:pt>
    <dgm:pt modelId="{90767EF0-3B0E-4830-A9EA-9772B22A69C4}" type="pres">
      <dgm:prSet presAssocID="{A19696AB-3C8F-4DA4-AA87-91AB0D752D99}" presName="vert1" presStyleCnt="0"/>
      <dgm:spPr/>
    </dgm:pt>
  </dgm:ptLst>
  <dgm:cxnLst>
    <dgm:cxn modelId="{96296812-5072-4C15-97E8-E1D181C8A4A2}" srcId="{57C5B96D-9315-40F8-8D53-2697FFC0D916}" destId="{E10B59E2-2D61-4543-8753-9A1AE4F52257}" srcOrd="3" destOrd="0" parTransId="{41259A47-9CAC-4C83-A7BB-F36D16297EC9}" sibTransId="{B65B80F2-C4D2-4E11-9A79-5BC6C1D62C4F}"/>
    <dgm:cxn modelId="{83D6B417-3CD7-4565-A991-CD9D5FB4CFF1}" srcId="{57C5B96D-9315-40F8-8D53-2697FFC0D916}" destId="{AA582B15-69CE-4931-883E-C5B8B9E3306E}" srcOrd="2" destOrd="0" parTransId="{C932DE8D-07F5-46EF-A26B-673C6B2181EE}" sibTransId="{409885A4-B1EB-48CC-8D59-46C00AEE2E81}"/>
    <dgm:cxn modelId="{532FBA18-9825-4AFF-8B18-FE3F45F9CADA}" type="presOf" srcId="{5946062A-5ECC-486E-947C-55D2312D01FF}" destId="{2E25B381-31C9-4337-A8A9-866BFD79DAC5}" srcOrd="0" destOrd="0" presId="urn:microsoft.com/office/officeart/2008/layout/LinedList"/>
    <dgm:cxn modelId="{27540A1A-7C81-476F-BB83-4903026DBE07}" type="presOf" srcId="{305E9957-DA4C-4CE8-904D-52D38081DDA3}" destId="{77A405F5-1503-4776-9E09-43BBAD374903}" srcOrd="0" destOrd="0" presId="urn:microsoft.com/office/officeart/2008/layout/LinedList"/>
    <dgm:cxn modelId="{CAB35B24-84CD-4580-A475-CBE27CF19B0A}" type="presOf" srcId="{ABDE7F41-3C4A-4CE5-94FE-7933615CEC39}" destId="{1A7C42BD-10AD-4E96-A1D3-61E3C4F57D72}" srcOrd="0" destOrd="0" presId="urn:microsoft.com/office/officeart/2008/layout/LinedList"/>
    <dgm:cxn modelId="{BEF58025-EC14-475B-8861-FF38DA1ED5D3}" type="presOf" srcId="{CDF95955-BF2E-4824-9BAD-F4067A2E8011}" destId="{DC94343C-D5DF-45CA-BA49-B35FBD849C17}" srcOrd="0" destOrd="0" presId="urn:microsoft.com/office/officeart/2008/layout/LinedList"/>
    <dgm:cxn modelId="{EBEFC83D-6B91-4929-9CCB-3C2EBD70E01A}" srcId="{ABDE7F41-3C4A-4CE5-94FE-7933615CEC39}" destId="{305E9957-DA4C-4CE8-904D-52D38081DDA3}" srcOrd="0" destOrd="0" parTransId="{651C15D5-5EA0-4839-BCFB-75A55C644ABA}" sibTransId="{73AA30B9-5F2D-4F5C-8F9A-90838BEC3931}"/>
    <dgm:cxn modelId="{E3C56A3F-44F5-4F5B-98B3-7309B3694A27}" type="presOf" srcId="{AA582B15-69CE-4931-883E-C5B8B9E3306E}" destId="{E77621EE-A37C-4C50-A4E9-C00E7E048A09}" srcOrd="0" destOrd="0" presId="urn:microsoft.com/office/officeart/2008/layout/LinedList"/>
    <dgm:cxn modelId="{E6A59176-3ECD-4FC0-9C20-6A3D73FF7F27}" srcId="{EEE1B7F1-F294-42F8-8EA1-445AEC191B19}" destId="{57C5B96D-9315-40F8-8D53-2697FFC0D916}" srcOrd="1" destOrd="0" parTransId="{993366E7-AE10-4292-885B-77E8D9BB9E3E}" sibTransId="{D34B8789-39CC-4CF8-AAF9-B1E6E6784439}"/>
    <dgm:cxn modelId="{AA02367F-6DF0-4A1C-AC7D-47E67A93E1EA}" type="presOf" srcId="{00C5CAD4-12C5-44C9-8433-1B6DB13F409B}" destId="{F07E90E7-99A5-4CBE-A12E-F42BE6ACD884}" srcOrd="0" destOrd="0" presId="urn:microsoft.com/office/officeart/2008/layout/LinedList"/>
    <dgm:cxn modelId="{B5836988-4352-41B4-82E6-E57AF35D6375}" srcId="{ABDE7F41-3C4A-4CE5-94FE-7933615CEC39}" destId="{5946062A-5ECC-486E-947C-55D2312D01FF}" srcOrd="1" destOrd="0" parTransId="{B179B330-D7A0-47A2-B92C-2207CF1603C9}" sibTransId="{6F960B92-851C-476D-B51A-B1A7BDA58119}"/>
    <dgm:cxn modelId="{CB915B89-5CF4-4F7E-AB49-9F1AD5F04C27}" type="presOf" srcId="{EEE1B7F1-F294-42F8-8EA1-445AEC191B19}" destId="{D1CAE15E-85FE-4DC6-B40C-E09C4676BDB3}" srcOrd="0" destOrd="0" presId="urn:microsoft.com/office/officeart/2008/layout/LinedList"/>
    <dgm:cxn modelId="{15BDF68C-6FC3-4F93-AA90-E77173A1807C}" srcId="{EEE1B7F1-F294-42F8-8EA1-445AEC191B19}" destId="{A19696AB-3C8F-4DA4-AA87-91AB0D752D99}" srcOrd="2" destOrd="0" parTransId="{03139F94-A006-4A45-837D-A62549202B85}" sibTransId="{70E4601A-81C9-45B7-9B93-ADCC4FD09241}"/>
    <dgm:cxn modelId="{C55AD88F-1058-4B54-8982-AEB505802D66}" type="presOf" srcId="{8F2897F2-0A69-4F78-BA0B-3C4976F849C5}" destId="{983C0066-62F3-4C76-BD54-923284762EDF}" srcOrd="0" destOrd="0" presId="urn:microsoft.com/office/officeart/2008/layout/LinedList"/>
    <dgm:cxn modelId="{9CA6DA9E-2C87-45B1-8381-F22B10D3BBA6}" srcId="{57C5B96D-9315-40F8-8D53-2697FFC0D916}" destId="{00C5CAD4-12C5-44C9-8433-1B6DB13F409B}" srcOrd="0" destOrd="0" parTransId="{EBEF31E9-D277-4BCC-AB1E-FA75A4039B26}" sibTransId="{FF80133A-EF02-4023-9BAE-66A91E33657F}"/>
    <dgm:cxn modelId="{4115F09E-6610-4C26-90A1-DA35F3B18646}" srcId="{ABDE7F41-3C4A-4CE5-94FE-7933615CEC39}" destId="{8F2897F2-0A69-4F78-BA0B-3C4976F849C5}" srcOrd="2" destOrd="0" parTransId="{A56900CF-E1A9-4BD7-81A5-FFA3D3D01772}" sibTransId="{E702923E-CA35-4C42-881E-316358F68F34}"/>
    <dgm:cxn modelId="{76BBA6A7-34B3-4BD8-A2CE-E133F16CF923}" srcId="{57C5B96D-9315-40F8-8D53-2697FFC0D916}" destId="{CDF95955-BF2E-4824-9BAD-F4067A2E8011}" srcOrd="1" destOrd="0" parTransId="{C769CDEF-D3D3-4C0E-A173-A4CE156F0F3D}" sibTransId="{B10F7C58-7783-4641-8A1E-EB7D14F24355}"/>
    <dgm:cxn modelId="{304304BA-20F5-4BD6-9BDB-9D32E4275EE0}" srcId="{EEE1B7F1-F294-42F8-8EA1-445AEC191B19}" destId="{ABDE7F41-3C4A-4CE5-94FE-7933615CEC39}" srcOrd="0" destOrd="0" parTransId="{57F7B21C-F5BA-4026-8660-4A8DCF8FF284}" sibTransId="{1D6F813F-5188-47D0-A63A-1D7F57AE557E}"/>
    <dgm:cxn modelId="{CC35CDBB-76AB-4291-B229-350F13F5F344}" type="presOf" srcId="{A19696AB-3C8F-4DA4-AA87-91AB0D752D99}" destId="{01B349DA-EDE5-40A7-BEEC-84745CD9D013}" srcOrd="0" destOrd="0" presId="urn:microsoft.com/office/officeart/2008/layout/LinedList"/>
    <dgm:cxn modelId="{BA3B7AD6-346F-45C8-8A8D-7FD9B5388A4D}" type="presOf" srcId="{57C5B96D-9315-40F8-8D53-2697FFC0D916}" destId="{C2DA35A6-7449-4B8C-93DC-96AD12E87AB7}" srcOrd="0" destOrd="0" presId="urn:microsoft.com/office/officeart/2008/layout/LinedList"/>
    <dgm:cxn modelId="{C9CDE0D7-BBFD-4F2D-B48C-B95554DBEDCD}" type="presOf" srcId="{E10B59E2-2D61-4543-8753-9A1AE4F52257}" destId="{6046E839-DA47-43F1-9FD1-3968729AD949}" srcOrd="0" destOrd="0" presId="urn:microsoft.com/office/officeart/2008/layout/LinedList"/>
    <dgm:cxn modelId="{F5F5C72F-EB8F-4B8A-B837-761EBC821FAA}" type="presParOf" srcId="{D1CAE15E-85FE-4DC6-B40C-E09C4676BDB3}" destId="{57729B6F-72C1-4BCB-B0D9-59C7E31CF206}" srcOrd="0" destOrd="0" presId="urn:microsoft.com/office/officeart/2008/layout/LinedList"/>
    <dgm:cxn modelId="{80E6DA96-D781-4134-8BA8-1C204EC9E53B}" type="presParOf" srcId="{D1CAE15E-85FE-4DC6-B40C-E09C4676BDB3}" destId="{B57EB2E1-D0E6-49FE-AB26-0321DEBE53C5}" srcOrd="1" destOrd="0" presId="urn:microsoft.com/office/officeart/2008/layout/LinedList"/>
    <dgm:cxn modelId="{42C0739D-43A2-48BB-BF77-C88FAE9E02AD}" type="presParOf" srcId="{B57EB2E1-D0E6-49FE-AB26-0321DEBE53C5}" destId="{1A7C42BD-10AD-4E96-A1D3-61E3C4F57D72}" srcOrd="0" destOrd="0" presId="urn:microsoft.com/office/officeart/2008/layout/LinedList"/>
    <dgm:cxn modelId="{2F511240-54A0-427D-A4BE-61E3B76CA8A1}" type="presParOf" srcId="{B57EB2E1-D0E6-49FE-AB26-0321DEBE53C5}" destId="{5C84E492-6B2F-4254-BFDB-D263A10DBEA0}" srcOrd="1" destOrd="0" presId="urn:microsoft.com/office/officeart/2008/layout/LinedList"/>
    <dgm:cxn modelId="{EA3B031D-C623-40FC-BBC9-EB0DDE92541C}" type="presParOf" srcId="{5C84E492-6B2F-4254-BFDB-D263A10DBEA0}" destId="{9188D950-A9EE-489C-B8D4-E3B4FA816C9C}" srcOrd="0" destOrd="0" presId="urn:microsoft.com/office/officeart/2008/layout/LinedList"/>
    <dgm:cxn modelId="{97D535EA-8C8A-48E5-838F-DB98AD63C5CE}" type="presParOf" srcId="{5C84E492-6B2F-4254-BFDB-D263A10DBEA0}" destId="{D2A1A0BC-E9E3-4D08-A7F6-606739FF73EF}" srcOrd="1" destOrd="0" presId="urn:microsoft.com/office/officeart/2008/layout/LinedList"/>
    <dgm:cxn modelId="{15BF8D93-2C9F-45CC-8D85-312D957DFCEA}" type="presParOf" srcId="{D2A1A0BC-E9E3-4D08-A7F6-606739FF73EF}" destId="{381C4406-6821-4436-91C6-A508247F9251}" srcOrd="0" destOrd="0" presId="urn:microsoft.com/office/officeart/2008/layout/LinedList"/>
    <dgm:cxn modelId="{124172BD-C229-4041-9F8A-332E009A023E}" type="presParOf" srcId="{D2A1A0BC-E9E3-4D08-A7F6-606739FF73EF}" destId="{77A405F5-1503-4776-9E09-43BBAD374903}" srcOrd="1" destOrd="0" presId="urn:microsoft.com/office/officeart/2008/layout/LinedList"/>
    <dgm:cxn modelId="{DE881891-B9A1-40DC-BDB9-91ABB10AF8BC}" type="presParOf" srcId="{D2A1A0BC-E9E3-4D08-A7F6-606739FF73EF}" destId="{1C6D9D9A-4B2B-4961-9867-2064C6AE99BB}" srcOrd="2" destOrd="0" presId="urn:microsoft.com/office/officeart/2008/layout/LinedList"/>
    <dgm:cxn modelId="{DD044DBA-882E-4F9F-8131-B6F08AE89147}" type="presParOf" srcId="{5C84E492-6B2F-4254-BFDB-D263A10DBEA0}" destId="{6A08D91C-971B-490A-AB01-3FF41A56463F}" srcOrd="2" destOrd="0" presId="urn:microsoft.com/office/officeart/2008/layout/LinedList"/>
    <dgm:cxn modelId="{D5B56F1F-2561-48BD-9910-A96C61E978E1}" type="presParOf" srcId="{5C84E492-6B2F-4254-BFDB-D263A10DBEA0}" destId="{C34B7F15-19D9-4E85-91C5-B81AB0F9C4C8}" srcOrd="3" destOrd="0" presId="urn:microsoft.com/office/officeart/2008/layout/LinedList"/>
    <dgm:cxn modelId="{F4B138C5-C6C4-4DB9-8C32-554BE9902BDF}" type="presParOf" srcId="{5C84E492-6B2F-4254-BFDB-D263A10DBEA0}" destId="{B03956FA-A30F-4DA4-B47E-7F652ED958E5}" srcOrd="4" destOrd="0" presId="urn:microsoft.com/office/officeart/2008/layout/LinedList"/>
    <dgm:cxn modelId="{9C35ACF9-E980-4AA0-BAA5-1D4F8D1F498A}" type="presParOf" srcId="{B03956FA-A30F-4DA4-B47E-7F652ED958E5}" destId="{F5A4CD3C-01AD-4F4F-A5B2-7E4732D19D4E}" srcOrd="0" destOrd="0" presId="urn:microsoft.com/office/officeart/2008/layout/LinedList"/>
    <dgm:cxn modelId="{22C487AC-389D-496A-8B0E-66DFF8E4F9D9}" type="presParOf" srcId="{B03956FA-A30F-4DA4-B47E-7F652ED958E5}" destId="{2E25B381-31C9-4337-A8A9-866BFD79DAC5}" srcOrd="1" destOrd="0" presId="urn:microsoft.com/office/officeart/2008/layout/LinedList"/>
    <dgm:cxn modelId="{DFDB7E71-D09C-41A5-B157-226C0170C8A5}" type="presParOf" srcId="{B03956FA-A30F-4DA4-B47E-7F652ED958E5}" destId="{A7E74CA7-E54D-4D9E-BC1D-B6C02649CD06}" srcOrd="2" destOrd="0" presId="urn:microsoft.com/office/officeart/2008/layout/LinedList"/>
    <dgm:cxn modelId="{98421C1A-C591-49C0-98F5-F74135B6D238}" type="presParOf" srcId="{5C84E492-6B2F-4254-BFDB-D263A10DBEA0}" destId="{420B8DC9-E433-4E14-964E-8D641332164B}" srcOrd="5" destOrd="0" presId="urn:microsoft.com/office/officeart/2008/layout/LinedList"/>
    <dgm:cxn modelId="{2DE3A22A-E806-400D-A544-6C86F5BD059E}" type="presParOf" srcId="{5C84E492-6B2F-4254-BFDB-D263A10DBEA0}" destId="{4D16D23B-58BD-49B5-B668-0F460859A15A}" srcOrd="6" destOrd="0" presId="urn:microsoft.com/office/officeart/2008/layout/LinedList"/>
    <dgm:cxn modelId="{11B4098D-4D76-46FA-B12B-820AA87FBBCE}" type="presParOf" srcId="{5C84E492-6B2F-4254-BFDB-D263A10DBEA0}" destId="{8A3B1FE7-2B29-4F75-BAF7-5FA054720E8A}" srcOrd="7" destOrd="0" presId="urn:microsoft.com/office/officeart/2008/layout/LinedList"/>
    <dgm:cxn modelId="{BD96E5BD-4ABF-4665-8F0F-EAFC2266A6C9}" type="presParOf" srcId="{8A3B1FE7-2B29-4F75-BAF7-5FA054720E8A}" destId="{C826C0AA-DDC0-4F98-8D00-9B49AF58BA2A}" srcOrd="0" destOrd="0" presId="urn:microsoft.com/office/officeart/2008/layout/LinedList"/>
    <dgm:cxn modelId="{A4F8B967-87D1-41AF-B6AF-E9F181C6293C}" type="presParOf" srcId="{8A3B1FE7-2B29-4F75-BAF7-5FA054720E8A}" destId="{983C0066-62F3-4C76-BD54-923284762EDF}" srcOrd="1" destOrd="0" presId="urn:microsoft.com/office/officeart/2008/layout/LinedList"/>
    <dgm:cxn modelId="{FF766544-1527-487F-8C2D-6C4949445CEA}" type="presParOf" srcId="{8A3B1FE7-2B29-4F75-BAF7-5FA054720E8A}" destId="{6D850962-36A0-498A-89A3-1215F6259DDA}" srcOrd="2" destOrd="0" presId="urn:microsoft.com/office/officeart/2008/layout/LinedList"/>
    <dgm:cxn modelId="{2B4196EB-3C13-48FC-AF97-03CD1D1536C6}" type="presParOf" srcId="{5C84E492-6B2F-4254-BFDB-D263A10DBEA0}" destId="{C0DD57CB-6A37-4548-84A0-B346D07CD03D}" srcOrd="8" destOrd="0" presId="urn:microsoft.com/office/officeart/2008/layout/LinedList"/>
    <dgm:cxn modelId="{890AC43A-045E-4D4E-8B3C-48E229B75A95}" type="presParOf" srcId="{5C84E492-6B2F-4254-BFDB-D263A10DBEA0}" destId="{E375ADDA-8ED3-4C8C-B097-0A9A67360AF6}" srcOrd="9" destOrd="0" presId="urn:microsoft.com/office/officeart/2008/layout/LinedList"/>
    <dgm:cxn modelId="{D7F56C67-EB68-4A27-9D25-740E0FA7D65D}" type="presParOf" srcId="{D1CAE15E-85FE-4DC6-B40C-E09C4676BDB3}" destId="{A33202CB-D0A5-4F51-A753-CEEB4424E46B}" srcOrd="2" destOrd="0" presId="urn:microsoft.com/office/officeart/2008/layout/LinedList"/>
    <dgm:cxn modelId="{4CBAAAC7-03C9-4145-92B5-5E4CBF05DD60}" type="presParOf" srcId="{D1CAE15E-85FE-4DC6-B40C-E09C4676BDB3}" destId="{5375D090-DA8A-4D5F-A3BE-C7ACDB8FCFDA}" srcOrd="3" destOrd="0" presId="urn:microsoft.com/office/officeart/2008/layout/LinedList"/>
    <dgm:cxn modelId="{F7B6F20F-AEBD-4134-8271-DED032D2391C}" type="presParOf" srcId="{5375D090-DA8A-4D5F-A3BE-C7ACDB8FCFDA}" destId="{C2DA35A6-7449-4B8C-93DC-96AD12E87AB7}" srcOrd="0" destOrd="0" presId="urn:microsoft.com/office/officeart/2008/layout/LinedList"/>
    <dgm:cxn modelId="{2EC3DCFA-F98D-4CE6-83CA-805BF8AB9C44}" type="presParOf" srcId="{5375D090-DA8A-4D5F-A3BE-C7ACDB8FCFDA}" destId="{933ECDCD-F950-4110-BC82-AE0DC1E6EEA3}" srcOrd="1" destOrd="0" presId="urn:microsoft.com/office/officeart/2008/layout/LinedList"/>
    <dgm:cxn modelId="{8BA80516-A4FF-48D5-895C-033856CBAE95}" type="presParOf" srcId="{933ECDCD-F950-4110-BC82-AE0DC1E6EEA3}" destId="{59729962-F8D7-4F73-BA69-B0DD336779A5}" srcOrd="0" destOrd="0" presId="urn:microsoft.com/office/officeart/2008/layout/LinedList"/>
    <dgm:cxn modelId="{DDB12086-95CF-4065-BCDF-D878B96F6581}" type="presParOf" srcId="{933ECDCD-F950-4110-BC82-AE0DC1E6EEA3}" destId="{8CC0B230-58F0-4913-AC12-0D4D2FB7F3B0}" srcOrd="1" destOrd="0" presId="urn:microsoft.com/office/officeart/2008/layout/LinedList"/>
    <dgm:cxn modelId="{34B7AFAC-8D45-4F88-B7FF-E0CB123285ED}" type="presParOf" srcId="{8CC0B230-58F0-4913-AC12-0D4D2FB7F3B0}" destId="{E7A810DF-5FF2-4806-8E53-296A702EA2D7}" srcOrd="0" destOrd="0" presId="urn:microsoft.com/office/officeart/2008/layout/LinedList"/>
    <dgm:cxn modelId="{5133ED07-EEC3-484D-96D3-1D729BF1150C}" type="presParOf" srcId="{8CC0B230-58F0-4913-AC12-0D4D2FB7F3B0}" destId="{F07E90E7-99A5-4CBE-A12E-F42BE6ACD884}" srcOrd="1" destOrd="0" presId="urn:microsoft.com/office/officeart/2008/layout/LinedList"/>
    <dgm:cxn modelId="{54862FAC-3C32-47BB-9DA3-9AD8C0196B27}" type="presParOf" srcId="{8CC0B230-58F0-4913-AC12-0D4D2FB7F3B0}" destId="{29BAAE6D-F083-4723-9E48-239D9EB1300B}" srcOrd="2" destOrd="0" presId="urn:microsoft.com/office/officeart/2008/layout/LinedList"/>
    <dgm:cxn modelId="{DFF7E4AF-D30E-42BD-BD17-1309515B7F93}" type="presParOf" srcId="{933ECDCD-F950-4110-BC82-AE0DC1E6EEA3}" destId="{232D0F89-B05B-4CF1-B1E1-D0B9C9092DB7}" srcOrd="2" destOrd="0" presId="urn:microsoft.com/office/officeart/2008/layout/LinedList"/>
    <dgm:cxn modelId="{936F28D6-15E3-46FE-8744-CE09BBBBD727}" type="presParOf" srcId="{933ECDCD-F950-4110-BC82-AE0DC1E6EEA3}" destId="{12A5DDED-1101-4ECC-86E3-083C2FAE0297}" srcOrd="3" destOrd="0" presId="urn:microsoft.com/office/officeart/2008/layout/LinedList"/>
    <dgm:cxn modelId="{9FA4572D-0730-4D27-A86F-9AB40D4A751E}" type="presParOf" srcId="{933ECDCD-F950-4110-BC82-AE0DC1E6EEA3}" destId="{F0D8EFA2-F2C8-446C-B42C-7E935F70E1DC}" srcOrd="4" destOrd="0" presId="urn:microsoft.com/office/officeart/2008/layout/LinedList"/>
    <dgm:cxn modelId="{883B12C4-3A95-446E-B63C-C845A46E8A97}" type="presParOf" srcId="{F0D8EFA2-F2C8-446C-B42C-7E935F70E1DC}" destId="{7751EBFD-58CC-4382-97F9-39CB05E97B68}" srcOrd="0" destOrd="0" presId="urn:microsoft.com/office/officeart/2008/layout/LinedList"/>
    <dgm:cxn modelId="{214CA696-736A-45C3-BCB1-A4BB5C1C6AAA}" type="presParOf" srcId="{F0D8EFA2-F2C8-446C-B42C-7E935F70E1DC}" destId="{DC94343C-D5DF-45CA-BA49-B35FBD849C17}" srcOrd="1" destOrd="0" presId="urn:microsoft.com/office/officeart/2008/layout/LinedList"/>
    <dgm:cxn modelId="{7925EBFD-5D8E-4C4E-B73D-EBFAC0DFBD40}" type="presParOf" srcId="{F0D8EFA2-F2C8-446C-B42C-7E935F70E1DC}" destId="{96535B5C-993C-4778-9895-DF24D63A24AC}" srcOrd="2" destOrd="0" presId="urn:microsoft.com/office/officeart/2008/layout/LinedList"/>
    <dgm:cxn modelId="{87BD5BF9-DF1A-46D0-B648-26696C875CDB}" type="presParOf" srcId="{933ECDCD-F950-4110-BC82-AE0DC1E6EEA3}" destId="{7A3DAF98-AE3C-4DE7-BCEC-3FD40522C596}" srcOrd="5" destOrd="0" presId="urn:microsoft.com/office/officeart/2008/layout/LinedList"/>
    <dgm:cxn modelId="{DBADD3F3-691E-4827-8644-062C2DC3FD44}" type="presParOf" srcId="{933ECDCD-F950-4110-BC82-AE0DC1E6EEA3}" destId="{F4FE15C5-9A99-4266-AB36-F55B980F1A72}" srcOrd="6" destOrd="0" presId="urn:microsoft.com/office/officeart/2008/layout/LinedList"/>
    <dgm:cxn modelId="{56FE40DE-B807-4CA0-8BCD-46A9F59612B1}" type="presParOf" srcId="{933ECDCD-F950-4110-BC82-AE0DC1E6EEA3}" destId="{317CF78A-162D-4B80-B305-C52CFBF34604}" srcOrd="7" destOrd="0" presId="urn:microsoft.com/office/officeart/2008/layout/LinedList"/>
    <dgm:cxn modelId="{8C299583-51E7-4A35-8EF5-21289D051C88}" type="presParOf" srcId="{317CF78A-162D-4B80-B305-C52CFBF34604}" destId="{620CC369-6727-4FAA-94B4-6E85B34312ED}" srcOrd="0" destOrd="0" presId="urn:microsoft.com/office/officeart/2008/layout/LinedList"/>
    <dgm:cxn modelId="{971305E0-1610-49FA-A2F9-DDA5A46D5E75}" type="presParOf" srcId="{317CF78A-162D-4B80-B305-C52CFBF34604}" destId="{E77621EE-A37C-4C50-A4E9-C00E7E048A09}" srcOrd="1" destOrd="0" presId="urn:microsoft.com/office/officeart/2008/layout/LinedList"/>
    <dgm:cxn modelId="{5A681094-9736-4D47-8BB1-D048344B37E5}" type="presParOf" srcId="{317CF78A-162D-4B80-B305-C52CFBF34604}" destId="{04A4CBCC-09D5-4AF0-B00C-8BB880ABA973}" srcOrd="2" destOrd="0" presId="urn:microsoft.com/office/officeart/2008/layout/LinedList"/>
    <dgm:cxn modelId="{6CF0489F-89F6-4875-94A4-9D9E0B0BAB81}" type="presParOf" srcId="{933ECDCD-F950-4110-BC82-AE0DC1E6EEA3}" destId="{89998B0B-CB4A-4BC2-A612-DFCFACAB1C08}" srcOrd="8" destOrd="0" presId="urn:microsoft.com/office/officeart/2008/layout/LinedList"/>
    <dgm:cxn modelId="{193B47DD-D3C4-4DDD-B748-D0609F1D2FB7}" type="presParOf" srcId="{933ECDCD-F950-4110-BC82-AE0DC1E6EEA3}" destId="{2F56C24D-899B-4FFD-AFC6-68B000656E38}" srcOrd="9" destOrd="0" presId="urn:microsoft.com/office/officeart/2008/layout/LinedList"/>
    <dgm:cxn modelId="{0DA51D0D-1C44-48EE-8E17-11FBB9A85F5D}" type="presParOf" srcId="{933ECDCD-F950-4110-BC82-AE0DC1E6EEA3}" destId="{1784EA38-FEE9-4F9A-9CD4-4DBA296D5050}" srcOrd="10" destOrd="0" presId="urn:microsoft.com/office/officeart/2008/layout/LinedList"/>
    <dgm:cxn modelId="{C07E3C11-6D02-4ABC-9629-30F7E01699FE}" type="presParOf" srcId="{1784EA38-FEE9-4F9A-9CD4-4DBA296D5050}" destId="{FFF57945-9739-48F6-B68D-2D24EB136363}" srcOrd="0" destOrd="0" presId="urn:microsoft.com/office/officeart/2008/layout/LinedList"/>
    <dgm:cxn modelId="{DA5CAC22-CA8A-4E1F-90A3-1874D871D718}" type="presParOf" srcId="{1784EA38-FEE9-4F9A-9CD4-4DBA296D5050}" destId="{6046E839-DA47-43F1-9FD1-3968729AD949}" srcOrd="1" destOrd="0" presId="urn:microsoft.com/office/officeart/2008/layout/LinedList"/>
    <dgm:cxn modelId="{57237138-3CCD-4DAA-AB28-D7993CF67748}" type="presParOf" srcId="{1784EA38-FEE9-4F9A-9CD4-4DBA296D5050}" destId="{34FE2A8F-CAE4-46C0-971D-4D9207DCFE69}" srcOrd="2" destOrd="0" presId="urn:microsoft.com/office/officeart/2008/layout/LinedList"/>
    <dgm:cxn modelId="{9A6F39DE-23A8-4C3A-9614-B59FF2EDF89E}" type="presParOf" srcId="{933ECDCD-F950-4110-BC82-AE0DC1E6EEA3}" destId="{0A25BB03-4554-4BC9-8F13-8A6B2096CB0B}" srcOrd="11" destOrd="0" presId="urn:microsoft.com/office/officeart/2008/layout/LinedList"/>
    <dgm:cxn modelId="{F90D1C05-CE0E-42B8-97E1-3C83603FB302}" type="presParOf" srcId="{933ECDCD-F950-4110-BC82-AE0DC1E6EEA3}" destId="{FF37097D-B46A-4787-867C-7A89FB1760BC}" srcOrd="12" destOrd="0" presId="urn:microsoft.com/office/officeart/2008/layout/LinedList"/>
    <dgm:cxn modelId="{457981B2-4657-4C9D-BE45-F0619E8FB1CD}" type="presParOf" srcId="{D1CAE15E-85FE-4DC6-B40C-E09C4676BDB3}" destId="{E17F09EA-9FC9-4298-87B5-BC329B2B8DBC}" srcOrd="4" destOrd="0" presId="urn:microsoft.com/office/officeart/2008/layout/LinedList"/>
    <dgm:cxn modelId="{B548D533-824E-4A92-BD95-6D07540D3BD8}" type="presParOf" srcId="{D1CAE15E-85FE-4DC6-B40C-E09C4676BDB3}" destId="{29539B54-271A-44E4-B2A8-15ADAD003029}" srcOrd="5" destOrd="0" presId="urn:microsoft.com/office/officeart/2008/layout/LinedList"/>
    <dgm:cxn modelId="{8429A623-9B2E-4B27-B0DB-7311F0B4EAA3}" type="presParOf" srcId="{29539B54-271A-44E4-B2A8-15ADAD003029}" destId="{01B349DA-EDE5-40A7-BEEC-84745CD9D013}" srcOrd="0" destOrd="0" presId="urn:microsoft.com/office/officeart/2008/layout/LinedList"/>
    <dgm:cxn modelId="{64C961B6-9FFE-421C-B994-52E6A5649D7B}" type="presParOf" srcId="{29539B54-271A-44E4-B2A8-15ADAD003029}" destId="{90767EF0-3B0E-4830-A9EA-9772B22A69C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2CB6074-DD47-4348-9128-6499CA0DACF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1C16984-10D5-4E42-AE82-908EA3989C74}">
      <dgm:prSet custT="1"/>
      <dgm:spPr/>
      <dgm:t>
        <a:bodyPr/>
        <a:lstStyle/>
        <a:p>
          <a:r>
            <a:rPr lang="en-GB" sz="1400" noProof="0" dirty="0"/>
            <a:t>Must include all elements in the label of the product</a:t>
          </a:r>
        </a:p>
      </dgm:t>
    </dgm:pt>
    <dgm:pt modelId="{3B5E3EEB-CC84-4670-B456-92B3D1A8EF18}" type="parTrans" cxnId="{02D1A9DB-1E37-45C1-BFB4-59083444AB95}">
      <dgm:prSet/>
      <dgm:spPr/>
      <dgm:t>
        <a:bodyPr/>
        <a:lstStyle/>
        <a:p>
          <a:endParaRPr lang="en-GB" noProof="0" dirty="0"/>
        </a:p>
      </dgm:t>
    </dgm:pt>
    <dgm:pt modelId="{56AED8A3-6B7E-477F-8F12-D07E1624646B}" type="sibTrans" cxnId="{02D1A9DB-1E37-45C1-BFB4-59083444AB95}">
      <dgm:prSet/>
      <dgm:spPr/>
      <dgm:t>
        <a:bodyPr/>
        <a:lstStyle/>
        <a:p>
          <a:endParaRPr lang="en-GB" noProof="0" dirty="0"/>
        </a:p>
      </dgm:t>
    </dgm:pt>
    <dgm:pt modelId="{F75B7CC6-94B8-465D-A7E6-1306142FFFEB}">
      <dgm:prSet custT="1"/>
      <dgm:spPr/>
      <dgm:t>
        <a:bodyPr/>
        <a:lstStyle/>
        <a:p>
          <a:r>
            <a:rPr lang="en-GB" sz="1300" noProof="0" dirty="0"/>
            <a:t>Hazard pictograms</a:t>
          </a:r>
        </a:p>
      </dgm:t>
    </dgm:pt>
    <dgm:pt modelId="{02637CE5-98AD-463D-8B1C-DEE366FE4352}" type="parTrans" cxnId="{3815BDD7-F5D5-4792-8DDB-4E12DEA3602E}">
      <dgm:prSet/>
      <dgm:spPr/>
      <dgm:t>
        <a:bodyPr/>
        <a:lstStyle/>
        <a:p>
          <a:endParaRPr lang="en-GB" noProof="0" dirty="0"/>
        </a:p>
      </dgm:t>
    </dgm:pt>
    <dgm:pt modelId="{E440FC7C-C6FE-4660-94C6-E44A301962FF}" type="sibTrans" cxnId="{3815BDD7-F5D5-4792-8DDB-4E12DEA3602E}">
      <dgm:prSet/>
      <dgm:spPr/>
      <dgm:t>
        <a:bodyPr/>
        <a:lstStyle/>
        <a:p>
          <a:endParaRPr lang="en-GB" noProof="0" dirty="0"/>
        </a:p>
      </dgm:t>
    </dgm:pt>
    <dgm:pt modelId="{9ED2C5F8-77DF-4324-B235-0707C426EB1C}">
      <dgm:prSet custT="1"/>
      <dgm:spPr/>
      <dgm:t>
        <a:bodyPr/>
        <a:lstStyle/>
        <a:p>
          <a:r>
            <a:rPr lang="en-GB" sz="1300" noProof="0" dirty="0"/>
            <a:t>Signal Word</a:t>
          </a:r>
        </a:p>
      </dgm:t>
    </dgm:pt>
    <dgm:pt modelId="{4DCA15B4-C950-4E92-8C64-4FBC7FABC2E8}" type="parTrans" cxnId="{3EE80976-E6EB-4505-A27D-8EFAD04B4401}">
      <dgm:prSet/>
      <dgm:spPr/>
      <dgm:t>
        <a:bodyPr/>
        <a:lstStyle/>
        <a:p>
          <a:endParaRPr lang="en-GB" noProof="0" dirty="0"/>
        </a:p>
      </dgm:t>
    </dgm:pt>
    <dgm:pt modelId="{2F45DA63-E133-41DD-A868-FCE0147E6476}" type="sibTrans" cxnId="{3EE80976-E6EB-4505-A27D-8EFAD04B4401}">
      <dgm:prSet/>
      <dgm:spPr/>
      <dgm:t>
        <a:bodyPr/>
        <a:lstStyle/>
        <a:p>
          <a:endParaRPr lang="en-GB" noProof="0" dirty="0"/>
        </a:p>
      </dgm:t>
    </dgm:pt>
    <dgm:pt modelId="{2A6E54F0-6810-4A71-AFE4-F34E84A94CED}">
      <dgm:prSet custT="1"/>
      <dgm:spPr/>
      <dgm:t>
        <a:bodyPr/>
        <a:lstStyle/>
        <a:p>
          <a:r>
            <a:rPr lang="en-GB" sz="1300" noProof="0" dirty="0"/>
            <a:t>Precautionary elements</a:t>
          </a:r>
        </a:p>
      </dgm:t>
    </dgm:pt>
    <dgm:pt modelId="{BD02765A-BBD0-4B40-91A9-254E6182D0F8}" type="parTrans" cxnId="{70F4706F-6CAF-4EF1-8A91-804355DC6A7E}">
      <dgm:prSet/>
      <dgm:spPr/>
      <dgm:t>
        <a:bodyPr/>
        <a:lstStyle/>
        <a:p>
          <a:endParaRPr lang="en-GB" noProof="0" dirty="0"/>
        </a:p>
      </dgm:t>
    </dgm:pt>
    <dgm:pt modelId="{9517BC6F-98C6-45B6-8E02-8AA0E1071F6E}" type="sibTrans" cxnId="{70F4706F-6CAF-4EF1-8A91-804355DC6A7E}">
      <dgm:prSet/>
      <dgm:spPr/>
      <dgm:t>
        <a:bodyPr/>
        <a:lstStyle/>
        <a:p>
          <a:endParaRPr lang="en-GB" noProof="0" dirty="0"/>
        </a:p>
      </dgm:t>
    </dgm:pt>
    <dgm:pt modelId="{9FDC516D-BD62-4171-A36D-9A99771B1054}">
      <dgm:prSet custT="1"/>
      <dgm:spPr/>
      <dgm:t>
        <a:bodyPr/>
        <a:lstStyle/>
        <a:p>
          <a:r>
            <a:rPr lang="en-GB" sz="1300" noProof="0" dirty="0"/>
            <a:t>Supplemental hazard info</a:t>
          </a:r>
        </a:p>
      </dgm:t>
    </dgm:pt>
    <dgm:pt modelId="{E9DF0FC6-E417-42C9-9475-671DAC0A7665}" type="parTrans" cxnId="{6E77E46A-307A-4668-9836-466BB1FE7BAC}">
      <dgm:prSet/>
      <dgm:spPr/>
      <dgm:t>
        <a:bodyPr/>
        <a:lstStyle/>
        <a:p>
          <a:endParaRPr lang="en-GB" noProof="0" dirty="0"/>
        </a:p>
      </dgm:t>
    </dgm:pt>
    <dgm:pt modelId="{38149AE8-D39B-4586-A748-BF6521289E0C}" type="sibTrans" cxnId="{6E77E46A-307A-4668-9836-466BB1FE7BAC}">
      <dgm:prSet/>
      <dgm:spPr/>
      <dgm:t>
        <a:bodyPr/>
        <a:lstStyle/>
        <a:p>
          <a:endParaRPr lang="en-GB" noProof="0" dirty="0"/>
        </a:p>
      </dgm:t>
    </dgm:pt>
    <dgm:pt modelId="{1F41DB5A-C933-4A7F-A25C-2AF6B957EBDE}">
      <dgm:prSet custT="1"/>
      <dgm:spPr/>
      <dgm:t>
        <a:bodyPr/>
        <a:lstStyle/>
        <a:p>
          <a:r>
            <a:rPr lang="en-GB" sz="1400" noProof="0" dirty="0"/>
            <a:t>Substances  and mixtures should be labelled according to CLP only</a:t>
          </a:r>
        </a:p>
      </dgm:t>
    </dgm:pt>
    <dgm:pt modelId="{EFE84C0D-5F7A-4164-B8EF-777CF844775D}" type="parTrans" cxnId="{1F44EB8E-1448-4639-8AA5-BE8B1A69994D}">
      <dgm:prSet/>
      <dgm:spPr/>
      <dgm:t>
        <a:bodyPr/>
        <a:lstStyle/>
        <a:p>
          <a:endParaRPr lang="en-GB" noProof="0" dirty="0"/>
        </a:p>
      </dgm:t>
    </dgm:pt>
    <dgm:pt modelId="{BF380E6E-818F-4D8D-BA6D-2BDA65C002A4}" type="sibTrans" cxnId="{1F44EB8E-1448-4639-8AA5-BE8B1A69994D}">
      <dgm:prSet/>
      <dgm:spPr/>
      <dgm:t>
        <a:bodyPr/>
        <a:lstStyle/>
        <a:p>
          <a:endParaRPr lang="en-GB" noProof="0" dirty="0"/>
        </a:p>
      </dgm:t>
    </dgm:pt>
    <dgm:pt modelId="{2443A6BD-F96C-4121-AC0B-451F6B544875}">
      <dgm:prSet custT="1"/>
      <dgm:spPr/>
      <dgm:t>
        <a:bodyPr/>
        <a:lstStyle/>
        <a:p>
          <a:r>
            <a:rPr lang="en-GB" sz="1400" noProof="0" dirty="0"/>
            <a:t>If a substance on its own or in a mixture is subject to REACH authorisation, the authorisation number must be included here.</a:t>
          </a:r>
        </a:p>
      </dgm:t>
    </dgm:pt>
    <dgm:pt modelId="{C6119565-A016-4A4F-838C-C7C1FE9F33C6}" type="parTrans" cxnId="{B87C6FBD-1F06-4894-940D-4E94B2FC851C}">
      <dgm:prSet/>
      <dgm:spPr/>
      <dgm:t>
        <a:bodyPr/>
        <a:lstStyle/>
        <a:p>
          <a:endParaRPr lang="en-GB" noProof="0" dirty="0"/>
        </a:p>
      </dgm:t>
    </dgm:pt>
    <dgm:pt modelId="{1DF6D7D5-A382-472B-BDBA-186E6E5396CC}" type="sibTrans" cxnId="{B87C6FBD-1F06-4894-940D-4E94B2FC851C}">
      <dgm:prSet/>
      <dgm:spPr/>
      <dgm:t>
        <a:bodyPr/>
        <a:lstStyle/>
        <a:p>
          <a:endParaRPr lang="en-GB" noProof="0" dirty="0"/>
        </a:p>
      </dgm:t>
    </dgm:pt>
    <dgm:pt modelId="{8AD9A2D9-5D66-49DA-A33B-7B3784C85E5C}">
      <dgm:prSet custT="1"/>
      <dgm:spPr/>
      <dgm:t>
        <a:bodyPr/>
        <a:lstStyle/>
        <a:p>
          <a:r>
            <a:rPr lang="en-GB" sz="1300" noProof="0" dirty="0"/>
            <a:t>Hazard statements</a:t>
          </a:r>
        </a:p>
      </dgm:t>
    </dgm:pt>
    <dgm:pt modelId="{F412947E-884E-4C9A-9222-C5878E12A2D7}" type="parTrans" cxnId="{E7D1C0D5-2CF4-42B7-B6C1-5C9AC1D2A37A}">
      <dgm:prSet/>
      <dgm:spPr/>
      <dgm:t>
        <a:bodyPr/>
        <a:lstStyle/>
        <a:p>
          <a:endParaRPr lang="en-GB" noProof="0" dirty="0"/>
        </a:p>
      </dgm:t>
    </dgm:pt>
    <dgm:pt modelId="{7AE1B77A-AABA-4BCF-97BE-FCA86D6E23E3}" type="sibTrans" cxnId="{E7D1C0D5-2CF4-42B7-B6C1-5C9AC1D2A37A}">
      <dgm:prSet/>
      <dgm:spPr/>
      <dgm:t>
        <a:bodyPr/>
        <a:lstStyle/>
        <a:p>
          <a:endParaRPr lang="en-GB" noProof="0" dirty="0"/>
        </a:p>
      </dgm:t>
    </dgm:pt>
    <dgm:pt modelId="{8F82212E-C9D9-41C2-A0C0-F5F265C1D06E}" type="pres">
      <dgm:prSet presAssocID="{B2CB6074-DD47-4348-9128-6499CA0DACFF}" presName="vert0" presStyleCnt="0">
        <dgm:presLayoutVars>
          <dgm:dir/>
          <dgm:animOne val="branch"/>
          <dgm:animLvl val="lvl"/>
        </dgm:presLayoutVars>
      </dgm:prSet>
      <dgm:spPr/>
    </dgm:pt>
    <dgm:pt modelId="{460288FF-4559-4247-B621-AF019CCF4E35}" type="pres">
      <dgm:prSet presAssocID="{51C16984-10D5-4E42-AE82-908EA3989C74}" presName="thickLine" presStyleLbl="alignNode1" presStyleIdx="0" presStyleCnt="3"/>
      <dgm:spPr/>
    </dgm:pt>
    <dgm:pt modelId="{549B0843-D035-4E73-B1C8-3E9061C4E939}" type="pres">
      <dgm:prSet presAssocID="{51C16984-10D5-4E42-AE82-908EA3989C74}" presName="horz1" presStyleCnt="0"/>
      <dgm:spPr/>
    </dgm:pt>
    <dgm:pt modelId="{A7BE7476-B2EB-4878-B67B-02DD0C86DBF6}" type="pres">
      <dgm:prSet presAssocID="{51C16984-10D5-4E42-AE82-908EA3989C74}" presName="tx1" presStyleLbl="revTx" presStyleIdx="0" presStyleCnt="8" custScaleX="329676" custScaleY="74018"/>
      <dgm:spPr/>
    </dgm:pt>
    <dgm:pt modelId="{84D95BFE-2BCA-4732-BEA4-DC3CBD552D36}" type="pres">
      <dgm:prSet presAssocID="{51C16984-10D5-4E42-AE82-908EA3989C74}" presName="vert1" presStyleCnt="0"/>
      <dgm:spPr/>
    </dgm:pt>
    <dgm:pt modelId="{566C7699-1B39-408A-8C62-C3FC094188AE}" type="pres">
      <dgm:prSet presAssocID="{F75B7CC6-94B8-465D-A7E6-1306142FFFEB}" presName="vertSpace2a" presStyleCnt="0"/>
      <dgm:spPr/>
    </dgm:pt>
    <dgm:pt modelId="{D53C48FB-DA4C-4323-A6DC-9E716F5F50E3}" type="pres">
      <dgm:prSet presAssocID="{F75B7CC6-94B8-465D-A7E6-1306142FFFEB}" presName="horz2" presStyleCnt="0"/>
      <dgm:spPr/>
    </dgm:pt>
    <dgm:pt modelId="{1324969A-B6BB-457E-9BE2-9E983A2435DE}" type="pres">
      <dgm:prSet presAssocID="{F75B7CC6-94B8-465D-A7E6-1306142FFFEB}" presName="horzSpace2" presStyleCnt="0"/>
      <dgm:spPr/>
    </dgm:pt>
    <dgm:pt modelId="{0A2F81E4-65C6-49E4-80EA-A5F9581D6357}" type="pres">
      <dgm:prSet presAssocID="{F75B7CC6-94B8-465D-A7E6-1306142FFFEB}" presName="tx2" presStyleLbl="revTx" presStyleIdx="1" presStyleCnt="8" custScaleY="36974"/>
      <dgm:spPr/>
    </dgm:pt>
    <dgm:pt modelId="{E646BF3B-07FE-42A4-AB92-D9A17FB959AC}" type="pres">
      <dgm:prSet presAssocID="{F75B7CC6-94B8-465D-A7E6-1306142FFFEB}" presName="vert2" presStyleCnt="0"/>
      <dgm:spPr/>
    </dgm:pt>
    <dgm:pt modelId="{01424FC3-C87E-4CF8-B0D6-618C04E8E055}" type="pres">
      <dgm:prSet presAssocID="{F75B7CC6-94B8-465D-A7E6-1306142FFFEB}" presName="thinLine2b" presStyleLbl="callout" presStyleIdx="0" presStyleCnt="5"/>
      <dgm:spPr/>
    </dgm:pt>
    <dgm:pt modelId="{B10CEE39-B9E1-4667-AAF1-E4C87F28F4F8}" type="pres">
      <dgm:prSet presAssocID="{F75B7CC6-94B8-465D-A7E6-1306142FFFEB}" presName="vertSpace2b" presStyleCnt="0"/>
      <dgm:spPr/>
    </dgm:pt>
    <dgm:pt modelId="{2A8B2D28-5885-43B3-92F2-74354BE0AF3B}" type="pres">
      <dgm:prSet presAssocID="{9ED2C5F8-77DF-4324-B235-0707C426EB1C}" presName="horz2" presStyleCnt="0"/>
      <dgm:spPr/>
    </dgm:pt>
    <dgm:pt modelId="{644F6916-AEE5-4882-A967-D1CD9B74029D}" type="pres">
      <dgm:prSet presAssocID="{9ED2C5F8-77DF-4324-B235-0707C426EB1C}" presName="horzSpace2" presStyleCnt="0"/>
      <dgm:spPr/>
    </dgm:pt>
    <dgm:pt modelId="{EEB630E8-1E71-4B13-83E2-EE6B65416A3C}" type="pres">
      <dgm:prSet presAssocID="{9ED2C5F8-77DF-4324-B235-0707C426EB1C}" presName="tx2" presStyleLbl="revTx" presStyleIdx="2" presStyleCnt="8" custScaleY="42229"/>
      <dgm:spPr/>
    </dgm:pt>
    <dgm:pt modelId="{C459A9B4-73C1-4DF0-A735-73239E51CE91}" type="pres">
      <dgm:prSet presAssocID="{9ED2C5F8-77DF-4324-B235-0707C426EB1C}" presName="vert2" presStyleCnt="0"/>
      <dgm:spPr/>
    </dgm:pt>
    <dgm:pt modelId="{41502F9E-B4B8-44B7-B0A2-0CD58714B03B}" type="pres">
      <dgm:prSet presAssocID="{9ED2C5F8-77DF-4324-B235-0707C426EB1C}" presName="thinLine2b" presStyleLbl="callout" presStyleIdx="1" presStyleCnt="5"/>
      <dgm:spPr/>
    </dgm:pt>
    <dgm:pt modelId="{F6DB37FC-9262-43EB-888C-65D4A98BC1D0}" type="pres">
      <dgm:prSet presAssocID="{9ED2C5F8-77DF-4324-B235-0707C426EB1C}" presName="vertSpace2b" presStyleCnt="0"/>
      <dgm:spPr/>
    </dgm:pt>
    <dgm:pt modelId="{DA772119-C668-4E86-A660-8B4B9B6A26E6}" type="pres">
      <dgm:prSet presAssocID="{8AD9A2D9-5D66-49DA-A33B-7B3784C85E5C}" presName="horz2" presStyleCnt="0"/>
      <dgm:spPr/>
    </dgm:pt>
    <dgm:pt modelId="{686D1185-CB7D-4C67-90F6-0F263FCFE51A}" type="pres">
      <dgm:prSet presAssocID="{8AD9A2D9-5D66-49DA-A33B-7B3784C85E5C}" presName="horzSpace2" presStyleCnt="0"/>
      <dgm:spPr/>
    </dgm:pt>
    <dgm:pt modelId="{8A43A55E-F34A-4665-A561-F580590DB637}" type="pres">
      <dgm:prSet presAssocID="{8AD9A2D9-5D66-49DA-A33B-7B3784C85E5C}" presName="tx2" presStyleLbl="revTx" presStyleIdx="3" presStyleCnt="8" custScaleY="39017"/>
      <dgm:spPr/>
    </dgm:pt>
    <dgm:pt modelId="{BBCC2BD8-6B24-42F7-83CB-07918D7A7B74}" type="pres">
      <dgm:prSet presAssocID="{8AD9A2D9-5D66-49DA-A33B-7B3784C85E5C}" presName="vert2" presStyleCnt="0"/>
      <dgm:spPr/>
    </dgm:pt>
    <dgm:pt modelId="{B554EB81-651D-4CEA-9DFE-77786665A393}" type="pres">
      <dgm:prSet presAssocID="{8AD9A2D9-5D66-49DA-A33B-7B3784C85E5C}" presName="thinLine2b" presStyleLbl="callout" presStyleIdx="2" presStyleCnt="5"/>
      <dgm:spPr/>
    </dgm:pt>
    <dgm:pt modelId="{395767E7-1483-4622-BAFF-2FF598369D42}" type="pres">
      <dgm:prSet presAssocID="{8AD9A2D9-5D66-49DA-A33B-7B3784C85E5C}" presName="vertSpace2b" presStyleCnt="0"/>
      <dgm:spPr/>
    </dgm:pt>
    <dgm:pt modelId="{87CB48E5-36C3-48C9-B8E3-37EB416C7093}" type="pres">
      <dgm:prSet presAssocID="{2A6E54F0-6810-4A71-AFE4-F34E84A94CED}" presName="horz2" presStyleCnt="0"/>
      <dgm:spPr/>
    </dgm:pt>
    <dgm:pt modelId="{A6AD2FAD-C310-49D9-928A-9C8E3C512A8C}" type="pres">
      <dgm:prSet presAssocID="{2A6E54F0-6810-4A71-AFE4-F34E84A94CED}" presName="horzSpace2" presStyleCnt="0"/>
      <dgm:spPr/>
    </dgm:pt>
    <dgm:pt modelId="{50C43616-1604-48B0-8656-95E8192294BF}" type="pres">
      <dgm:prSet presAssocID="{2A6E54F0-6810-4A71-AFE4-F34E84A94CED}" presName="tx2" presStyleLbl="revTx" presStyleIdx="4" presStyleCnt="8" custScaleY="41304"/>
      <dgm:spPr/>
    </dgm:pt>
    <dgm:pt modelId="{8019CC72-E863-425D-866A-973648F5367A}" type="pres">
      <dgm:prSet presAssocID="{2A6E54F0-6810-4A71-AFE4-F34E84A94CED}" presName="vert2" presStyleCnt="0"/>
      <dgm:spPr/>
    </dgm:pt>
    <dgm:pt modelId="{AD21AE26-F046-42C0-83BD-C815C7C72F7A}" type="pres">
      <dgm:prSet presAssocID="{2A6E54F0-6810-4A71-AFE4-F34E84A94CED}" presName="thinLine2b" presStyleLbl="callout" presStyleIdx="3" presStyleCnt="5"/>
      <dgm:spPr/>
    </dgm:pt>
    <dgm:pt modelId="{9071CA59-1AC6-4529-BD41-A9663CBC11E8}" type="pres">
      <dgm:prSet presAssocID="{2A6E54F0-6810-4A71-AFE4-F34E84A94CED}" presName="vertSpace2b" presStyleCnt="0"/>
      <dgm:spPr/>
    </dgm:pt>
    <dgm:pt modelId="{6561DC09-3EFC-4FB4-A8BE-C42EBB3EA688}" type="pres">
      <dgm:prSet presAssocID="{9FDC516D-BD62-4171-A36D-9A99771B1054}" presName="horz2" presStyleCnt="0"/>
      <dgm:spPr/>
    </dgm:pt>
    <dgm:pt modelId="{365BBF63-D07D-4D05-B08F-D7F7733FD31C}" type="pres">
      <dgm:prSet presAssocID="{9FDC516D-BD62-4171-A36D-9A99771B1054}" presName="horzSpace2" presStyleCnt="0"/>
      <dgm:spPr/>
    </dgm:pt>
    <dgm:pt modelId="{DDC3A926-12C4-4A43-A78B-FA686359D5C7}" type="pres">
      <dgm:prSet presAssocID="{9FDC516D-BD62-4171-A36D-9A99771B1054}" presName="tx2" presStyleLbl="revTx" presStyleIdx="5" presStyleCnt="8" custScaleY="42074"/>
      <dgm:spPr/>
    </dgm:pt>
    <dgm:pt modelId="{4F019949-3AED-451E-9B77-7427A3E5628B}" type="pres">
      <dgm:prSet presAssocID="{9FDC516D-BD62-4171-A36D-9A99771B1054}" presName="vert2" presStyleCnt="0"/>
      <dgm:spPr/>
    </dgm:pt>
    <dgm:pt modelId="{5BB58749-B755-4F6C-98C9-6AE0F1F0D0FB}" type="pres">
      <dgm:prSet presAssocID="{9FDC516D-BD62-4171-A36D-9A99771B1054}" presName="thinLine2b" presStyleLbl="callout" presStyleIdx="4" presStyleCnt="5"/>
      <dgm:spPr/>
    </dgm:pt>
    <dgm:pt modelId="{3A111711-22A0-4CED-B9E9-C078FDCCCB2D}" type="pres">
      <dgm:prSet presAssocID="{9FDC516D-BD62-4171-A36D-9A99771B1054}" presName="vertSpace2b" presStyleCnt="0"/>
      <dgm:spPr/>
    </dgm:pt>
    <dgm:pt modelId="{09737716-04F2-46D1-AD03-96E67C0F75B2}" type="pres">
      <dgm:prSet presAssocID="{1F41DB5A-C933-4A7F-A25C-2AF6B957EBDE}" presName="thickLine" presStyleLbl="alignNode1" presStyleIdx="1" presStyleCnt="3"/>
      <dgm:spPr/>
    </dgm:pt>
    <dgm:pt modelId="{CFF15C00-6A57-4829-9C50-456023365F90}" type="pres">
      <dgm:prSet presAssocID="{1F41DB5A-C933-4A7F-A25C-2AF6B957EBDE}" presName="horz1" presStyleCnt="0"/>
      <dgm:spPr/>
    </dgm:pt>
    <dgm:pt modelId="{05D8FFD8-BBB5-46F8-9CA6-11A94EA97ABA}" type="pres">
      <dgm:prSet presAssocID="{1F41DB5A-C933-4A7F-A25C-2AF6B957EBDE}" presName="tx1" presStyleLbl="revTx" presStyleIdx="6" presStyleCnt="8" custScaleX="500000" custScaleY="21059"/>
      <dgm:spPr/>
    </dgm:pt>
    <dgm:pt modelId="{838048F5-DCF8-4485-84EE-7F896BB22C1D}" type="pres">
      <dgm:prSet presAssocID="{1F41DB5A-C933-4A7F-A25C-2AF6B957EBDE}" presName="vert1" presStyleCnt="0"/>
      <dgm:spPr/>
    </dgm:pt>
    <dgm:pt modelId="{28174893-F881-4964-8AB4-A706A507D0DB}" type="pres">
      <dgm:prSet presAssocID="{2443A6BD-F96C-4121-AC0B-451F6B544875}" presName="thickLine" presStyleLbl="alignNode1" presStyleIdx="2" presStyleCnt="3"/>
      <dgm:spPr/>
    </dgm:pt>
    <dgm:pt modelId="{089F6261-99CC-4521-9CF2-81F7B1A2533C}" type="pres">
      <dgm:prSet presAssocID="{2443A6BD-F96C-4121-AC0B-451F6B544875}" presName="horz1" presStyleCnt="0"/>
      <dgm:spPr/>
    </dgm:pt>
    <dgm:pt modelId="{E3EEF234-BD53-49DF-8DBD-C9A8D4F62BEE}" type="pres">
      <dgm:prSet presAssocID="{2443A6BD-F96C-4121-AC0B-451F6B544875}" presName="tx1" presStyleLbl="revTx" presStyleIdx="7" presStyleCnt="8" custScaleX="500000" custScaleY="27766"/>
      <dgm:spPr/>
    </dgm:pt>
    <dgm:pt modelId="{B07F7581-F915-4101-A515-10B1F26C4A42}" type="pres">
      <dgm:prSet presAssocID="{2443A6BD-F96C-4121-AC0B-451F6B544875}" presName="vert1" presStyleCnt="0"/>
      <dgm:spPr/>
    </dgm:pt>
  </dgm:ptLst>
  <dgm:cxnLst>
    <dgm:cxn modelId="{EC80BC1A-FB05-4607-8FEF-9C7C75C042B4}" type="presOf" srcId="{F75B7CC6-94B8-465D-A7E6-1306142FFFEB}" destId="{0A2F81E4-65C6-49E4-80EA-A5F9581D6357}" srcOrd="0" destOrd="0" presId="urn:microsoft.com/office/officeart/2008/layout/LinedList"/>
    <dgm:cxn modelId="{7E387623-D1B9-44D8-9942-77D6F66AEF85}" type="presOf" srcId="{8AD9A2D9-5D66-49DA-A33B-7B3784C85E5C}" destId="{8A43A55E-F34A-4665-A561-F580590DB637}" srcOrd="0" destOrd="0" presId="urn:microsoft.com/office/officeart/2008/layout/LinedList"/>
    <dgm:cxn modelId="{D4722033-E6B8-4476-AE16-09D124440F61}" type="presOf" srcId="{51C16984-10D5-4E42-AE82-908EA3989C74}" destId="{A7BE7476-B2EB-4878-B67B-02DD0C86DBF6}" srcOrd="0" destOrd="0" presId="urn:microsoft.com/office/officeart/2008/layout/LinedList"/>
    <dgm:cxn modelId="{6E77E46A-307A-4668-9836-466BB1FE7BAC}" srcId="{51C16984-10D5-4E42-AE82-908EA3989C74}" destId="{9FDC516D-BD62-4171-A36D-9A99771B1054}" srcOrd="4" destOrd="0" parTransId="{E9DF0FC6-E417-42C9-9475-671DAC0A7665}" sibTransId="{38149AE8-D39B-4586-A748-BF6521289E0C}"/>
    <dgm:cxn modelId="{70F4706F-6CAF-4EF1-8A91-804355DC6A7E}" srcId="{51C16984-10D5-4E42-AE82-908EA3989C74}" destId="{2A6E54F0-6810-4A71-AFE4-F34E84A94CED}" srcOrd="3" destOrd="0" parTransId="{BD02765A-BBD0-4B40-91A9-254E6182D0F8}" sibTransId="{9517BC6F-98C6-45B6-8E02-8AA0E1071F6E}"/>
    <dgm:cxn modelId="{C2628671-DECD-4BE4-9B0F-FE66BE7A7EDC}" type="presOf" srcId="{1F41DB5A-C933-4A7F-A25C-2AF6B957EBDE}" destId="{05D8FFD8-BBB5-46F8-9CA6-11A94EA97ABA}" srcOrd="0" destOrd="0" presId="urn:microsoft.com/office/officeart/2008/layout/LinedList"/>
    <dgm:cxn modelId="{F9B84352-5090-405B-9569-61074624FC65}" type="presOf" srcId="{2443A6BD-F96C-4121-AC0B-451F6B544875}" destId="{E3EEF234-BD53-49DF-8DBD-C9A8D4F62BEE}" srcOrd="0" destOrd="0" presId="urn:microsoft.com/office/officeart/2008/layout/LinedList"/>
    <dgm:cxn modelId="{3EE80976-E6EB-4505-A27D-8EFAD04B4401}" srcId="{51C16984-10D5-4E42-AE82-908EA3989C74}" destId="{9ED2C5F8-77DF-4324-B235-0707C426EB1C}" srcOrd="1" destOrd="0" parTransId="{4DCA15B4-C950-4E92-8C64-4FBC7FABC2E8}" sibTransId="{2F45DA63-E133-41DD-A868-FCE0147E6476}"/>
    <dgm:cxn modelId="{1F44EB8E-1448-4639-8AA5-BE8B1A69994D}" srcId="{B2CB6074-DD47-4348-9128-6499CA0DACFF}" destId="{1F41DB5A-C933-4A7F-A25C-2AF6B957EBDE}" srcOrd="1" destOrd="0" parTransId="{EFE84C0D-5F7A-4164-B8EF-777CF844775D}" sibTransId="{BF380E6E-818F-4D8D-BA6D-2BDA65C002A4}"/>
    <dgm:cxn modelId="{F51B0094-E73E-4668-9222-54AC5D47628F}" type="presOf" srcId="{9ED2C5F8-77DF-4324-B235-0707C426EB1C}" destId="{EEB630E8-1E71-4B13-83E2-EE6B65416A3C}" srcOrd="0" destOrd="0" presId="urn:microsoft.com/office/officeart/2008/layout/LinedList"/>
    <dgm:cxn modelId="{C28147A3-913B-4CDA-8DF9-E9EE5D489467}" type="presOf" srcId="{9FDC516D-BD62-4171-A36D-9A99771B1054}" destId="{DDC3A926-12C4-4A43-A78B-FA686359D5C7}" srcOrd="0" destOrd="0" presId="urn:microsoft.com/office/officeart/2008/layout/LinedList"/>
    <dgm:cxn modelId="{5235E1A9-E0E7-40B8-BCA2-ADB7A2E5831C}" type="presOf" srcId="{2A6E54F0-6810-4A71-AFE4-F34E84A94CED}" destId="{50C43616-1604-48B0-8656-95E8192294BF}" srcOrd="0" destOrd="0" presId="urn:microsoft.com/office/officeart/2008/layout/LinedList"/>
    <dgm:cxn modelId="{49270CBB-4857-4A1E-A5EB-C0FCBB4046CF}" type="presOf" srcId="{B2CB6074-DD47-4348-9128-6499CA0DACFF}" destId="{8F82212E-C9D9-41C2-A0C0-F5F265C1D06E}" srcOrd="0" destOrd="0" presId="urn:microsoft.com/office/officeart/2008/layout/LinedList"/>
    <dgm:cxn modelId="{B87C6FBD-1F06-4894-940D-4E94B2FC851C}" srcId="{B2CB6074-DD47-4348-9128-6499CA0DACFF}" destId="{2443A6BD-F96C-4121-AC0B-451F6B544875}" srcOrd="2" destOrd="0" parTransId="{C6119565-A016-4A4F-838C-C7C1FE9F33C6}" sibTransId="{1DF6D7D5-A382-472B-BDBA-186E6E5396CC}"/>
    <dgm:cxn modelId="{E7D1C0D5-2CF4-42B7-B6C1-5C9AC1D2A37A}" srcId="{51C16984-10D5-4E42-AE82-908EA3989C74}" destId="{8AD9A2D9-5D66-49DA-A33B-7B3784C85E5C}" srcOrd="2" destOrd="0" parTransId="{F412947E-884E-4C9A-9222-C5878E12A2D7}" sibTransId="{7AE1B77A-AABA-4BCF-97BE-FCA86D6E23E3}"/>
    <dgm:cxn modelId="{3815BDD7-F5D5-4792-8DDB-4E12DEA3602E}" srcId="{51C16984-10D5-4E42-AE82-908EA3989C74}" destId="{F75B7CC6-94B8-465D-A7E6-1306142FFFEB}" srcOrd="0" destOrd="0" parTransId="{02637CE5-98AD-463D-8B1C-DEE366FE4352}" sibTransId="{E440FC7C-C6FE-4660-94C6-E44A301962FF}"/>
    <dgm:cxn modelId="{02D1A9DB-1E37-45C1-BFB4-59083444AB95}" srcId="{B2CB6074-DD47-4348-9128-6499CA0DACFF}" destId="{51C16984-10D5-4E42-AE82-908EA3989C74}" srcOrd="0" destOrd="0" parTransId="{3B5E3EEB-CC84-4670-B456-92B3D1A8EF18}" sibTransId="{56AED8A3-6B7E-477F-8F12-D07E1624646B}"/>
    <dgm:cxn modelId="{A08490B8-6ED1-4101-85C7-7B2F0C74B2CF}" type="presParOf" srcId="{8F82212E-C9D9-41C2-A0C0-F5F265C1D06E}" destId="{460288FF-4559-4247-B621-AF019CCF4E35}" srcOrd="0" destOrd="0" presId="urn:microsoft.com/office/officeart/2008/layout/LinedList"/>
    <dgm:cxn modelId="{30C82A5A-864A-4022-BBA9-7F071196C082}" type="presParOf" srcId="{8F82212E-C9D9-41C2-A0C0-F5F265C1D06E}" destId="{549B0843-D035-4E73-B1C8-3E9061C4E939}" srcOrd="1" destOrd="0" presId="urn:microsoft.com/office/officeart/2008/layout/LinedList"/>
    <dgm:cxn modelId="{5EB32E64-C68C-47A1-8682-F0ADE64784EF}" type="presParOf" srcId="{549B0843-D035-4E73-B1C8-3E9061C4E939}" destId="{A7BE7476-B2EB-4878-B67B-02DD0C86DBF6}" srcOrd="0" destOrd="0" presId="urn:microsoft.com/office/officeart/2008/layout/LinedList"/>
    <dgm:cxn modelId="{C526B514-5361-4F2B-AC9C-6E1B8E038C31}" type="presParOf" srcId="{549B0843-D035-4E73-B1C8-3E9061C4E939}" destId="{84D95BFE-2BCA-4732-BEA4-DC3CBD552D36}" srcOrd="1" destOrd="0" presId="urn:microsoft.com/office/officeart/2008/layout/LinedList"/>
    <dgm:cxn modelId="{64C1A9CD-75BE-486B-8574-057CF4E11DC4}" type="presParOf" srcId="{84D95BFE-2BCA-4732-BEA4-DC3CBD552D36}" destId="{566C7699-1B39-408A-8C62-C3FC094188AE}" srcOrd="0" destOrd="0" presId="urn:microsoft.com/office/officeart/2008/layout/LinedList"/>
    <dgm:cxn modelId="{2D41957C-F015-448D-961F-3AD0C9E9638E}" type="presParOf" srcId="{84D95BFE-2BCA-4732-BEA4-DC3CBD552D36}" destId="{D53C48FB-DA4C-4323-A6DC-9E716F5F50E3}" srcOrd="1" destOrd="0" presId="urn:microsoft.com/office/officeart/2008/layout/LinedList"/>
    <dgm:cxn modelId="{7D8CE845-FF62-460D-A2A7-A6F652021EBE}" type="presParOf" srcId="{D53C48FB-DA4C-4323-A6DC-9E716F5F50E3}" destId="{1324969A-B6BB-457E-9BE2-9E983A2435DE}" srcOrd="0" destOrd="0" presId="urn:microsoft.com/office/officeart/2008/layout/LinedList"/>
    <dgm:cxn modelId="{486E410A-4260-4901-B1D1-4E75187C0582}" type="presParOf" srcId="{D53C48FB-DA4C-4323-A6DC-9E716F5F50E3}" destId="{0A2F81E4-65C6-49E4-80EA-A5F9581D6357}" srcOrd="1" destOrd="0" presId="urn:microsoft.com/office/officeart/2008/layout/LinedList"/>
    <dgm:cxn modelId="{9B976685-65FD-4782-8964-C49B1B6AC792}" type="presParOf" srcId="{D53C48FB-DA4C-4323-A6DC-9E716F5F50E3}" destId="{E646BF3B-07FE-42A4-AB92-D9A17FB959AC}" srcOrd="2" destOrd="0" presId="urn:microsoft.com/office/officeart/2008/layout/LinedList"/>
    <dgm:cxn modelId="{A60D5441-787D-40B0-93DB-E95F89023744}" type="presParOf" srcId="{84D95BFE-2BCA-4732-BEA4-DC3CBD552D36}" destId="{01424FC3-C87E-4CF8-B0D6-618C04E8E055}" srcOrd="2" destOrd="0" presId="urn:microsoft.com/office/officeart/2008/layout/LinedList"/>
    <dgm:cxn modelId="{5E1C11B7-1EA1-45B1-A598-73FDA7AD9CE2}" type="presParOf" srcId="{84D95BFE-2BCA-4732-BEA4-DC3CBD552D36}" destId="{B10CEE39-B9E1-4667-AAF1-E4C87F28F4F8}" srcOrd="3" destOrd="0" presId="urn:microsoft.com/office/officeart/2008/layout/LinedList"/>
    <dgm:cxn modelId="{4E6B57E9-BD3E-47DB-95F3-B6FE907B8899}" type="presParOf" srcId="{84D95BFE-2BCA-4732-BEA4-DC3CBD552D36}" destId="{2A8B2D28-5885-43B3-92F2-74354BE0AF3B}" srcOrd="4" destOrd="0" presId="urn:microsoft.com/office/officeart/2008/layout/LinedList"/>
    <dgm:cxn modelId="{EDB117F5-606D-4448-823A-B519F574D1EE}" type="presParOf" srcId="{2A8B2D28-5885-43B3-92F2-74354BE0AF3B}" destId="{644F6916-AEE5-4882-A967-D1CD9B74029D}" srcOrd="0" destOrd="0" presId="urn:microsoft.com/office/officeart/2008/layout/LinedList"/>
    <dgm:cxn modelId="{B398AB93-FDDE-4A60-8FF8-0D09240ABC6C}" type="presParOf" srcId="{2A8B2D28-5885-43B3-92F2-74354BE0AF3B}" destId="{EEB630E8-1E71-4B13-83E2-EE6B65416A3C}" srcOrd="1" destOrd="0" presId="urn:microsoft.com/office/officeart/2008/layout/LinedList"/>
    <dgm:cxn modelId="{E3381552-570E-4C9E-98C9-BE79A0B0CD1F}" type="presParOf" srcId="{2A8B2D28-5885-43B3-92F2-74354BE0AF3B}" destId="{C459A9B4-73C1-4DF0-A735-73239E51CE91}" srcOrd="2" destOrd="0" presId="urn:microsoft.com/office/officeart/2008/layout/LinedList"/>
    <dgm:cxn modelId="{92A4B3EC-77B0-4FA3-BCC2-1FD64EC3F3F6}" type="presParOf" srcId="{84D95BFE-2BCA-4732-BEA4-DC3CBD552D36}" destId="{41502F9E-B4B8-44B7-B0A2-0CD58714B03B}" srcOrd="5" destOrd="0" presId="urn:microsoft.com/office/officeart/2008/layout/LinedList"/>
    <dgm:cxn modelId="{B37BA13F-7FED-4776-AB82-57D764C9E6D9}" type="presParOf" srcId="{84D95BFE-2BCA-4732-BEA4-DC3CBD552D36}" destId="{F6DB37FC-9262-43EB-888C-65D4A98BC1D0}" srcOrd="6" destOrd="0" presId="urn:microsoft.com/office/officeart/2008/layout/LinedList"/>
    <dgm:cxn modelId="{73A26433-060A-4F6C-8951-CCEAF4A7F43A}" type="presParOf" srcId="{84D95BFE-2BCA-4732-BEA4-DC3CBD552D36}" destId="{DA772119-C668-4E86-A660-8B4B9B6A26E6}" srcOrd="7" destOrd="0" presId="urn:microsoft.com/office/officeart/2008/layout/LinedList"/>
    <dgm:cxn modelId="{D3BF0F50-70C0-41E7-A8DA-2087484479B0}" type="presParOf" srcId="{DA772119-C668-4E86-A660-8B4B9B6A26E6}" destId="{686D1185-CB7D-4C67-90F6-0F263FCFE51A}" srcOrd="0" destOrd="0" presId="urn:microsoft.com/office/officeart/2008/layout/LinedList"/>
    <dgm:cxn modelId="{FE0A495E-9186-43B4-B608-EFE80A705D1F}" type="presParOf" srcId="{DA772119-C668-4E86-A660-8B4B9B6A26E6}" destId="{8A43A55E-F34A-4665-A561-F580590DB637}" srcOrd="1" destOrd="0" presId="urn:microsoft.com/office/officeart/2008/layout/LinedList"/>
    <dgm:cxn modelId="{CCB9A746-6369-499A-A424-BEC02287D435}" type="presParOf" srcId="{DA772119-C668-4E86-A660-8B4B9B6A26E6}" destId="{BBCC2BD8-6B24-42F7-83CB-07918D7A7B74}" srcOrd="2" destOrd="0" presId="urn:microsoft.com/office/officeart/2008/layout/LinedList"/>
    <dgm:cxn modelId="{36CBE13C-1BB3-4740-ACE9-EAF47290E264}" type="presParOf" srcId="{84D95BFE-2BCA-4732-BEA4-DC3CBD552D36}" destId="{B554EB81-651D-4CEA-9DFE-77786665A393}" srcOrd="8" destOrd="0" presId="urn:microsoft.com/office/officeart/2008/layout/LinedList"/>
    <dgm:cxn modelId="{13791CDA-7955-44F0-9C51-01A0B4BE432C}" type="presParOf" srcId="{84D95BFE-2BCA-4732-BEA4-DC3CBD552D36}" destId="{395767E7-1483-4622-BAFF-2FF598369D42}" srcOrd="9" destOrd="0" presId="urn:microsoft.com/office/officeart/2008/layout/LinedList"/>
    <dgm:cxn modelId="{D2C4F1D3-E962-461D-BE20-A631F754E11B}" type="presParOf" srcId="{84D95BFE-2BCA-4732-BEA4-DC3CBD552D36}" destId="{87CB48E5-36C3-48C9-B8E3-37EB416C7093}" srcOrd="10" destOrd="0" presId="urn:microsoft.com/office/officeart/2008/layout/LinedList"/>
    <dgm:cxn modelId="{72926399-0D02-4B82-996E-768ACC0113F0}" type="presParOf" srcId="{87CB48E5-36C3-48C9-B8E3-37EB416C7093}" destId="{A6AD2FAD-C310-49D9-928A-9C8E3C512A8C}" srcOrd="0" destOrd="0" presId="urn:microsoft.com/office/officeart/2008/layout/LinedList"/>
    <dgm:cxn modelId="{1032A9D1-752E-4394-A39E-8EE908ED1EB0}" type="presParOf" srcId="{87CB48E5-36C3-48C9-B8E3-37EB416C7093}" destId="{50C43616-1604-48B0-8656-95E8192294BF}" srcOrd="1" destOrd="0" presId="urn:microsoft.com/office/officeart/2008/layout/LinedList"/>
    <dgm:cxn modelId="{04D69350-8688-4A70-B0B7-DAB7955FE17D}" type="presParOf" srcId="{87CB48E5-36C3-48C9-B8E3-37EB416C7093}" destId="{8019CC72-E863-425D-866A-973648F5367A}" srcOrd="2" destOrd="0" presId="urn:microsoft.com/office/officeart/2008/layout/LinedList"/>
    <dgm:cxn modelId="{653D5A49-9CFA-4700-A295-7DB10994A318}" type="presParOf" srcId="{84D95BFE-2BCA-4732-BEA4-DC3CBD552D36}" destId="{AD21AE26-F046-42C0-83BD-C815C7C72F7A}" srcOrd="11" destOrd="0" presId="urn:microsoft.com/office/officeart/2008/layout/LinedList"/>
    <dgm:cxn modelId="{97D30A44-0037-49D0-BD79-2FDBFB030341}" type="presParOf" srcId="{84D95BFE-2BCA-4732-BEA4-DC3CBD552D36}" destId="{9071CA59-1AC6-4529-BD41-A9663CBC11E8}" srcOrd="12" destOrd="0" presId="urn:microsoft.com/office/officeart/2008/layout/LinedList"/>
    <dgm:cxn modelId="{9615FC2A-F23D-48D7-9849-029BD442F3AF}" type="presParOf" srcId="{84D95BFE-2BCA-4732-BEA4-DC3CBD552D36}" destId="{6561DC09-3EFC-4FB4-A8BE-C42EBB3EA688}" srcOrd="13" destOrd="0" presId="urn:microsoft.com/office/officeart/2008/layout/LinedList"/>
    <dgm:cxn modelId="{DF5AA316-6985-4B6E-B4F3-884498E77772}" type="presParOf" srcId="{6561DC09-3EFC-4FB4-A8BE-C42EBB3EA688}" destId="{365BBF63-D07D-4D05-B08F-D7F7733FD31C}" srcOrd="0" destOrd="0" presId="urn:microsoft.com/office/officeart/2008/layout/LinedList"/>
    <dgm:cxn modelId="{69C3CB8F-26A3-49DE-840C-159B546539E5}" type="presParOf" srcId="{6561DC09-3EFC-4FB4-A8BE-C42EBB3EA688}" destId="{DDC3A926-12C4-4A43-A78B-FA686359D5C7}" srcOrd="1" destOrd="0" presId="urn:microsoft.com/office/officeart/2008/layout/LinedList"/>
    <dgm:cxn modelId="{F36F8B01-B7E7-4FE4-9B34-1B9430C130FF}" type="presParOf" srcId="{6561DC09-3EFC-4FB4-A8BE-C42EBB3EA688}" destId="{4F019949-3AED-451E-9B77-7427A3E5628B}" srcOrd="2" destOrd="0" presId="urn:microsoft.com/office/officeart/2008/layout/LinedList"/>
    <dgm:cxn modelId="{42736A05-5CB3-4413-9404-E2A649F97150}" type="presParOf" srcId="{84D95BFE-2BCA-4732-BEA4-DC3CBD552D36}" destId="{5BB58749-B755-4F6C-98C9-6AE0F1F0D0FB}" srcOrd="14" destOrd="0" presId="urn:microsoft.com/office/officeart/2008/layout/LinedList"/>
    <dgm:cxn modelId="{5106165D-C656-410F-94F7-2D98D70E20E8}" type="presParOf" srcId="{84D95BFE-2BCA-4732-BEA4-DC3CBD552D36}" destId="{3A111711-22A0-4CED-B9E9-C078FDCCCB2D}" srcOrd="15" destOrd="0" presId="urn:microsoft.com/office/officeart/2008/layout/LinedList"/>
    <dgm:cxn modelId="{60E6F4CF-11CD-495F-92EF-F021D484D296}" type="presParOf" srcId="{8F82212E-C9D9-41C2-A0C0-F5F265C1D06E}" destId="{09737716-04F2-46D1-AD03-96E67C0F75B2}" srcOrd="2" destOrd="0" presId="urn:microsoft.com/office/officeart/2008/layout/LinedList"/>
    <dgm:cxn modelId="{4EA0C0C9-533E-463B-B6BA-F60BC71EC2AE}" type="presParOf" srcId="{8F82212E-C9D9-41C2-A0C0-F5F265C1D06E}" destId="{CFF15C00-6A57-4829-9C50-456023365F90}" srcOrd="3" destOrd="0" presId="urn:microsoft.com/office/officeart/2008/layout/LinedList"/>
    <dgm:cxn modelId="{2D676747-3467-4FC9-9258-0B91079FE1FD}" type="presParOf" srcId="{CFF15C00-6A57-4829-9C50-456023365F90}" destId="{05D8FFD8-BBB5-46F8-9CA6-11A94EA97ABA}" srcOrd="0" destOrd="0" presId="urn:microsoft.com/office/officeart/2008/layout/LinedList"/>
    <dgm:cxn modelId="{359C1F63-2F20-40B4-9A86-7907EC40077B}" type="presParOf" srcId="{CFF15C00-6A57-4829-9C50-456023365F90}" destId="{838048F5-DCF8-4485-84EE-7F896BB22C1D}" srcOrd="1" destOrd="0" presId="urn:microsoft.com/office/officeart/2008/layout/LinedList"/>
    <dgm:cxn modelId="{08F42F20-DEB0-4060-906F-636BF105A194}" type="presParOf" srcId="{8F82212E-C9D9-41C2-A0C0-F5F265C1D06E}" destId="{28174893-F881-4964-8AB4-A706A507D0DB}" srcOrd="4" destOrd="0" presId="urn:microsoft.com/office/officeart/2008/layout/LinedList"/>
    <dgm:cxn modelId="{6A6C72EC-324A-4374-B964-74AD6501D59F}" type="presParOf" srcId="{8F82212E-C9D9-41C2-A0C0-F5F265C1D06E}" destId="{089F6261-99CC-4521-9CF2-81F7B1A2533C}" srcOrd="5" destOrd="0" presId="urn:microsoft.com/office/officeart/2008/layout/LinedList"/>
    <dgm:cxn modelId="{4446B78F-50EA-4FFC-A350-8A512518CFB2}" type="presParOf" srcId="{089F6261-99CC-4521-9CF2-81F7B1A2533C}" destId="{E3EEF234-BD53-49DF-8DBD-C9A8D4F62BEE}" srcOrd="0" destOrd="0" presId="urn:microsoft.com/office/officeart/2008/layout/LinedList"/>
    <dgm:cxn modelId="{809C710F-00D2-47F7-81C1-590B1C6FA1F9}" type="presParOf" srcId="{089F6261-99CC-4521-9CF2-81F7B1A2533C}" destId="{B07F7581-F915-4101-A515-10B1F26C4A42}"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323480-D5DE-41B6-8C96-F7BECC98DAB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004AE3C-711C-46AC-B5F2-4ABF93BC0704}">
      <dgm:prSet custT="1"/>
      <dgm:spPr/>
      <dgm:t>
        <a:bodyPr/>
        <a:lstStyle/>
        <a:p>
          <a:r>
            <a:rPr lang="en-GB" sz="1400" dirty="0"/>
            <a:t>Provides information on the COMPOSITION:</a:t>
          </a:r>
          <a:endParaRPr lang="es-ES" sz="1400" dirty="0"/>
        </a:p>
      </dgm:t>
    </dgm:pt>
    <dgm:pt modelId="{9C89F840-EFFD-4B28-98A2-436D41D01FBD}" type="parTrans" cxnId="{F94E6AFB-ECBF-42C2-A140-45785FF9B705}">
      <dgm:prSet/>
      <dgm:spPr/>
      <dgm:t>
        <a:bodyPr/>
        <a:lstStyle/>
        <a:p>
          <a:endParaRPr lang="en-US" sz="1400"/>
        </a:p>
      </dgm:t>
    </dgm:pt>
    <dgm:pt modelId="{FFBB498C-640C-4BB7-98CD-C3C9C6701328}" type="sibTrans" cxnId="{F94E6AFB-ECBF-42C2-A140-45785FF9B705}">
      <dgm:prSet/>
      <dgm:spPr/>
      <dgm:t>
        <a:bodyPr/>
        <a:lstStyle/>
        <a:p>
          <a:endParaRPr lang="en-US" sz="1400"/>
        </a:p>
      </dgm:t>
    </dgm:pt>
    <dgm:pt modelId="{B30833DC-EE68-48BF-AAA9-8F9C9BF5A268}">
      <dgm:prSet custT="1"/>
      <dgm:spPr/>
      <dgm:t>
        <a:bodyPr/>
        <a:lstStyle/>
        <a:p>
          <a:r>
            <a:rPr lang="en-GB" sz="1400" dirty="0"/>
            <a:t>Mixture (Section 3.2)</a:t>
          </a:r>
          <a:endParaRPr lang="es-ES" sz="1400" dirty="0"/>
        </a:p>
      </dgm:t>
    </dgm:pt>
    <dgm:pt modelId="{FE47CFD3-E37D-4E56-9E84-4404ADB30E05}" type="parTrans" cxnId="{67C4D981-90A6-457C-9635-D45C8373F2F2}">
      <dgm:prSet/>
      <dgm:spPr/>
      <dgm:t>
        <a:bodyPr/>
        <a:lstStyle/>
        <a:p>
          <a:endParaRPr lang="en-US" sz="1400"/>
        </a:p>
      </dgm:t>
    </dgm:pt>
    <dgm:pt modelId="{ABC20C2F-EF03-4D5C-8322-6ED30524BC28}" type="sibTrans" cxnId="{67C4D981-90A6-457C-9635-D45C8373F2F2}">
      <dgm:prSet/>
      <dgm:spPr/>
      <dgm:t>
        <a:bodyPr/>
        <a:lstStyle/>
        <a:p>
          <a:endParaRPr lang="en-US" sz="1400"/>
        </a:p>
      </dgm:t>
    </dgm:pt>
    <dgm:pt modelId="{14CD420B-48C4-48E2-8E85-D03CDADFF162}">
      <dgm:prSet custT="1"/>
      <dgm:spPr/>
      <dgm:t>
        <a:bodyPr/>
        <a:lstStyle/>
        <a:p>
          <a:r>
            <a:rPr lang="en-GB" sz="1400" dirty="0"/>
            <a:t>Tabulated information </a:t>
          </a:r>
          <a:endParaRPr lang="es-ES" sz="1400" dirty="0"/>
        </a:p>
      </dgm:t>
    </dgm:pt>
    <dgm:pt modelId="{59B84308-4760-4114-BC97-897AC9613A24}" type="parTrans" cxnId="{F1EE0366-65C9-4196-9746-B4C6A46BAD93}">
      <dgm:prSet/>
      <dgm:spPr/>
      <dgm:t>
        <a:bodyPr/>
        <a:lstStyle/>
        <a:p>
          <a:endParaRPr lang="en-US" sz="1400"/>
        </a:p>
      </dgm:t>
    </dgm:pt>
    <dgm:pt modelId="{08C2CEB1-7E5E-49D2-8C27-92FFEF9ABAA3}" type="sibTrans" cxnId="{F1EE0366-65C9-4196-9746-B4C6A46BAD93}">
      <dgm:prSet/>
      <dgm:spPr/>
      <dgm:t>
        <a:bodyPr/>
        <a:lstStyle/>
        <a:p>
          <a:endParaRPr lang="en-US" sz="1400"/>
        </a:p>
      </dgm:t>
    </dgm:pt>
    <dgm:pt modelId="{3600E3E9-C5B8-4836-B7AD-ECC83E3CF3FC}">
      <dgm:prSet custT="1"/>
      <dgm:spPr/>
      <dgm:t>
        <a:bodyPr/>
        <a:lstStyle/>
        <a:p>
          <a:r>
            <a:rPr lang="en-GB" sz="1300" dirty="0"/>
            <a:t>Name, trade name, </a:t>
          </a:r>
          <a:endParaRPr lang="es-ES" sz="1300" dirty="0"/>
        </a:p>
      </dgm:t>
    </dgm:pt>
    <dgm:pt modelId="{984C9B2B-45F6-4D58-9802-AAA878D3291E}" type="parTrans" cxnId="{1B906056-3523-4D72-8971-81D3EF176C11}">
      <dgm:prSet/>
      <dgm:spPr/>
      <dgm:t>
        <a:bodyPr/>
        <a:lstStyle/>
        <a:p>
          <a:endParaRPr lang="en-US" sz="1400"/>
        </a:p>
      </dgm:t>
    </dgm:pt>
    <dgm:pt modelId="{AF896960-7917-4BC0-83BB-CCA693DD4D88}" type="sibTrans" cxnId="{1B906056-3523-4D72-8971-81D3EF176C11}">
      <dgm:prSet/>
      <dgm:spPr/>
      <dgm:t>
        <a:bodyPr/>
        <a:lstStyle/>
        <a:p>
          <a:endParaRPr lang="en-US" sz="1400"/>
        </a:p>
      </dgm:t>
    </dgm:pt>
    <dgm:pt modelId="{0AEB4D6F-19F6-4A74-8514-8AFE73543DC8}">
      <dgm:prSet custT="1"/>
      <dgm:spPr/>
      <dgm:t>
        <a:bodyPr/>
        <a:lstStyle/>
        <a:p>
          <a:endParaRPr lang="en-GB" sz="1400" dirty="0"/>
        </a:p>
        <a:p>
          <a:r>
            <a:rPr lang="en-GB" sz="1400" dirty="0"/>
            <a:t>Ingredients or impurities which:</a:t>
          </a:r>
          <a:endParaRPr lang="es-ES" sz="1400" dirty="0"/>
        </a:p>
      </dgm:t>
    </dgm:pt>
    <dgm:pt modelId="{A46DBCB4-8E48-4D52-A1AA-15ABC4B98120}" type="parTrans" cxnId="{269A1318-D13C-4590-BF10-D7061D8D907B}">
      <dgm:prSet/>
      <dgm:spPr/>
      <dgm:t>
        <a:bodyPr/>
        <a:lstStyle/>
        <a:p>
          <a:endParaRPr lang="en-US" sz="1400"/>
        </a:p>
      </dgm:t>
    </dgm:pt>
    <dgm:pt modelId="{54205B1B-B140-4A2B-BC30-1C0EE1C5743D}" type="sibTrans" cxnId="{269A1318-D13C-4590-BF10-D7061D8D907B}">
      <dgm:prSet/>
      <dgm:spPr/>
      <dgm:t>
        <a:bodyPr/>
        <a:lstStyle/>
        <a:p>
          <a:endParaRPr lang="en-US" sz="1400"/>
        </a:p>
      </dgm:t>
    </dgm:pt>
    <dgm:pt modelId="{9CACD55D-638D-443E-9966-2EDBD74FE5E2}">
      <dgm:prSet custT="1"/>
      <dgm:spPr/>
      <dgm:t>
        <a:bodyPr/>
        <a:lstStyle/>
        <a:p>
          <a:r>
            <a:rPr lang="en-GB" sz="1300" dirty="0"/>
            <a:t>Contribute to final hazard classification</a:t>
          </a:r>
        </a:p>
        <a:p>
          <a:r>
            <a:rPr lang="en-GB" sz="1300" dirty="0"/>
            <a:t>Concentrations present is above certain levels of concern </a:t>
          </a:r>
        </a:p>
        <a:p>
          <a:r>
            <a:rPr lang="en-GB" sz="1300" dirty="0"/>
            <a:t>Have Occupational exposure limits</a:t>
          </a:r>
          <a:endParaRPr lang="es-ES" sz="1300" dirty="0"/>
        </a:p>
      </dgm:t>
    </dgm:pt>
    <dgm:pt modelId="{5C30121B-9ADC-489B-867C-3B76A6FD7ADC}" type="parTrans" cxnId="{0169B716-BD87-457A-BBC6-447BEEBE2621}">
      <dgm:prSet/>
      <dgm:spPr/>
      <dgm:t>
        <a:bodyPr/>
        <a:lstStyle/>
        <a:p>
          <a:endParaRPr lang="en-US" sz="1400"/>
        </a:p>
      </dgm:t>
    </dgm:pt>
    <dgm:pt modelId="{CB4052A7-9C39-4A2B-8FAA-C3E4A81D101F}" type="sibTrans" cxnId="{0169B716-BD87-457A-BBC6-447BEEBE2621}">
      <dgm:prSet/>
      <dgm:spPr/>
      <dgm:t>
        <a:bodyPr/>
        <a:lstStyle/>
        <a:p>
          <a:endParaRPr lang="en-US" sz="1400"/>
        </a:p>
      </dgm:t>
    </dgm:pt>
    <dgm:pt modelId="{9DD3AAFE-F3D9-43EA-9A00-15D93E7E0C0A}">
      <dgm:prSet custT="1"/>
      <dgm:spPr/>
      <dgm:t>
        <a:bodyPr/>
        <a:lstStyle/>
        <a:p>
          <a:r>
            <a:rPr lang="en-GB" sz="1400" dirty="0"/>
            <a:t>Substance (Section 3.1)</a:t>
          </a:r>
          <a:endParaRPr lang="es-ES" sz="1400" dirty="0"/>
        </a:p>
      </dgm:t>
    </dgm:pt>
    <dgm:pt modelId="{C5D5C408-BE8C-48F4-8C07-1A877B0835E0}" type="parTrans" cxnId="{871BB60D-2439-413D-9C79-05C33D5AA10A}">
      <dgm:prSet/>
      <dgm:spPr/>
      <dgm:t>
        <a:bodyPr/>
        <a:lstStyle/>
        <a:p>
          <a:endParaRPr lang="en-US"/>
        </a:p>
      </dgm:t>
    </dgm:pt>
    <dgm:pt modelId="{EEBBC821-717A-41E7-B3F1-4AF4BE5940C2}" type="sibTrans" cxnId="{871BB60D-2439-413D-9C79-05C33D5AA10A}">
      <dgm:prSet/>
      <dgm:spPr/>
      <dgm:t>
        <a:bodyPr/>
        <a:lstStyle/>
        <a:p>
          <a:endParaRPr lang="en-US"/>
        </a:p>
      </dgm:t>
    </dgm:pt>
    <dgm:pt modelId="{FB705C87-FE15-491C-ABAC-FF18093C62B6}">
      <dgm:prSet custT="1"/>
      <dgm:spPr/>
      <dgm:t>
        <a:bodyPr/>
        <a:lstStyle/>
        <a:p>
          <a:r>
            <a:rPr lang="en-GB" sz="1300" dirty="0"/>
            <a:t>EC # and/or CAS #, </a:t>
          </a:r>
          <a:endParaRPr lang="es-ES" sz="1300" dirty="0"/>
        </a:p>
      </dgm:t>
    </dgm:pt>
    <dgm:pt modelId="{B48D6CBF-C438-46A4-9358-FCE6D0569BD4}" type="parTrans" cxnId="{B7A1B5D3-1AF5-4236-A6D2-EE1C7C209729}">
      <dgm:prSet/>
      <dgm:spPr/>
      <dgm:t>
        <a:bodyPr/>
        <a:lstStyle/>
        <a:p>
          <a:endParaRPr lang="en-US"/>
        </a:p>
      </dgm:t>
    </dgm:pt>
    <dgm:pt modelId="{9EE6187D-0222-4B41-B8E3-C0311C92BBAD}" type="sibTrans" cxnId="{B7A1B5D3-1AF5-4236-A6D2-EE1C7C209729}">
      <dgm:prSet/>
      <dgm:spPr/>
      <dgm:t>
        <a:bodyPr/>
        <a:lstStyle/>
        <a:p>
          <a:endParaRPr lang="en-US"/>
        </a:p>
      </dgm:t>
    </dgm:pt>
    <dgm:pt modelId="{8307E7F4-3648-4397-BB3A-55169733D07C}">
      <dgm:prSet custT="1"/>
      <dgm:spPr/>
      <dgm:t>
        <a:bodyPr/>
        <a:lstStyle/>
        <a:p>
          <a:r>
            <a:rPr lang="en-GB" sz="1300" dirty="0"/>
            <a:t>REACH Registration # (where available),</a:t>
          </a:r>
          <a:endParaRPr lang="es-ES" sz="1300" dirty="0"/>
        </a:p>
      </dgm:t>
    </dgm:pt>
    <dgm:pt modelId="{F8DBE2A9-8D6D-4393-AA3B-B51977CC29F1}" type="parTrans" cxnId="{1227A532-5D9B-42B0-850D-52A22EB4A216}">
      <dgm:prSet/>
      <dgm:spPr/>
      <dgm:t>
        <a:bodyPr/>
        <a:lstStyle/>
        <a:p>
          <a:endParaRPr lang="en-US"/>
        </a:p>
      </dgm:t>
    </dgm:pt>
    <dgm:pt modelId="{D4DE129E-F5E8-4691-A52F-7AE2F52DA01C}" type="sibTrans" cxnId="{1227A532-5D9B-42B0-850D-52A22EB4A216}">
      <dgm:prSet/>
      <dgm:spPr/>
      <dgm:t>
        <a:bodyPr/>
        <a:lstStyle/>
        <a:p>
          <a:endParaRPr lang="en-US"/>
        </a:p>
      </dgm:t>
    </dgm:pt>
    <dgm:pt modelId="{7CF44514-94B3-482B-A09A-923963B78741}">
      <dgm:prSet custT="1"/>
      <dgm:spPr/>
      <dgm:t>
        <a:bodyPr/>
        <a:lstStyle/>
        <a:p>
          <a:r>
            <a:rPr lang="en-GB" sz="1300" dirty="0"/>
            <a:t>Ingredients/impurities,  etc</a:t>
          </a:r>
          <a:r>
            <a:rPr lang="en-GB" sz="1400" dirty="0"/>
            <a:t>.</a:t>
          </a:r>
          <a:endParaRPr lang="es-ES" sz="1400" dirty="0"/>
        </a:p>
      </dgm:t>
    </dgm:pt>
    <dgm:pt modelId="{06ACA891-8F29-402A-B218-A6F9B1D32EA4}" type="parTrans" cxnId="{22149875-9C74-4F08-BBBA-EDDCDD3EBC34}">
      <dgm:prSet/>
      <dgm:spPr/>
      <dgm:t>
        <a:bodyPr/>
        <a:lstStyle/>
        <a:p>
          <a:endParaRPr lang="en-US"/>
        </a:p>
      </dgm:t>
    </dgm:pt>
    <dgm:pt modelId="{99DDD268-D160-4A22-841C-7353025B5446}" type="sibTrans" cxnId="{22149875-9C74-4F08-BBBA-EDDCDD3EBC34}">
      <dgm:prSet/>
      <dgm:spPr/>
      <dgm:t>
        <a:bodyPr/>
        <a:lstStyle/>
        <a:p>
          <a:endParaRPr lang="en-US"/>
        </a:p>
      </dgm:t>
    </dgm:pt>
    <dgm:pt modelId="{4A3ED6B0-083C-433C-B718-2591EDC868A8}">
      <dgm:prSet custT="1"/>
      <dgm:spPr/>
      <dgm:t>
        <a:bodyPr/>
        <a:lstStyle/>
        <a:p>
          <a:pPr>
            <a:buNone/>
          </a:pPr>
          <a:r>
            <a:rPr lang="en-GB" sz="1300" dirty="0">
              <a:solidFill>
                <a:schemeClr val="tx1">
                  <a:lumMod val="50000"/>
                </a:schemeClr>
              </a:solidFill>
            </a:rPr>
            <a:t>For mixtures: </a:t>
          </a:r>
        </a:p>
        <a:p>
          <a:pPr>
            <a:buFont typeface="Arial" panose="020B0604020202020204" pitchFamily="34" charset="0"/>
            <a:buNone/>
          </a:pPr>
          <a:r>
            <a:rPr lang="en-GB" sz="1300" dirty="0">
              <a:solidFill>
                <a:schemeClr val="tx1">
                  <a:lumMod val="50000"/>
                </a:schemeClr>
              </a:solidFill>
            </a:rPr>
            <a:t>    Concentration (or </a:t>
          </a:r>
          <a:r>
            <a:rPr lang="en-GB" sz="1400" dirty="0">
              <a:solidFill>
                <a:schemeClr val="tx1">
                  <a:lumMod val="50000"/>
                </a:schemeClr>
              </a:solidFill>
            </a:rPr>
            <a:t>range) for classified substance</a:t>
          </a:r>
          <a:r>
            <a:rPr lang="en-GB" sz="1300" dirty="0">
              <a:solidFill>
                <a:schemeClr val="tx1">
                  <a:lumMod val="50000"/>
                </a:schemeClr>
              </a:solidFill>
            </a:rPr>
            <a:t>s</a:t>
          </a:r>
        </a:p>
        <a:p>
          <a:pPr>
            <a:buFont typeface="Arial" panose="020B0604020202020204" pitchFamily="34" charset="0"/>
            <a:buNone/>
          </a:pPr>
          <a:r>
            <a:rPr lang="en-GB" sz="1300" dirty="0">
              <a:solidFill>
                <a:schemeClr val="tx1">
                  <a:lumMod val="50000"/>
                </a:schemeClr>
              </a:solidFill>
            </a:rPr>
            <a:t>    Classification of hazardous substances</a:t>
          </a:r>
          <a:r>
            <a:rPr lang="en-GB" sz="1400" dirty="0">
              <a:solidFill>
                <a:schemeClr val="tx1">
                  <a:lumMod val="50000"/>
                </a:schemeClr>
              </a:solidFill>
            </a:rPr>
            <a:t> </a:t>
          </a:r>
        </a:p>
        <a:p>
          <a:pPr>
            <a:buFont typeface="Arial" panose="020B0604020202020204" pitchFamily="34" charset="0"/>
            <a:buNone/>
          </a:pPr>
          <a:r>
            <a:rPr lang="en-GB" sz="1300" dirty="0"/>
            <a:t>    Non-hazardous  components (optional)  </a:t>
          </a:r>
          <a:endParaRPr lang="es-ES" sz="1400" dirty="0"/>
        </a:p>
      </dgm:t>
    </dgm:pt>
    <dgm:pt modelId="{E343AFB6-A63B-493F-9CC5-458CB9C38B3F}" type="parTrans" cxnId="{C17D3394-98CE-4016-8429-EAB155EADE26}">
      <dgm:prSet/>
      <dgm:spPr/>
      <dgm:t>
        <a:bodyPr/>
        <a:lstStyle/>
        <a:p>
          <a:endParaRPr lang="en-US"/>
        </a:p>
      </dgm:t>
    </dgm:pt>
    <dgm:pt modelId="{3E9BA19A-6794-482C-BD3C-132905B3299D}" type="sibTrans" cxnId="{C17D3394-98CE-4016-8429-EAB155EADE26}">
      <dgm:prSet/>
      <dgm:spPr/>
      <dgm:t>
        <a:bodyPr/>
        <a:lstStyle/>
        <a:p>
          <a:endParaRPr lang="en-US"/>
        </a:p>
      </dgm:t>
    </dgm:pt>
    <dgm:pt modelId="{5E8C404B-5E65-48D6-9F7A-15CAD22D96DD}" type="pres">
      <dgm:prSet presAssocID="{5A323480-D5DE-41B6-8C96-F7BECC98DAB2}" presName="vert0" presStyleCnt="0">
        <dgm:presLayoutVars>
          <dgm:dir/>
          <dgm:animOne val="branch"/>
          <dgm:animLvl val="lvl"/>
        </dgm:presLayoutVars>
      </dgm:prSet>
      <dgm:spPr/>
    </dgm:pt>
    <dgm:pt modelId="{30CD636D-457F-4AE9-AB7C-50A7B832AE47}" type="pres">
      <dgm:prSet presAssocID="{3004AE3C-711C-46AC-B5F2-4ABF93BC0704}" presName="thickLine" presStyleLbl="alignNode1" presStyleIdx="0" presStyleCnt="3"/>
      <dgm:spPr/>
    </dgm:pt>
    <dgm:pt modelId="{AB7C3263-E2E9-4BDA-9AAB-DA53C8F45983}" type="pres">
      <dgm:prSet presAssocID="{3004AE3C-711C-46AC-B5F2-4ABF93BC0704}" presName="horz1" presStyleCnt="0"/>
      <dgm:spPr/>
    </dgm:pt>
    <dgm:pt modelId="{46E6D870-64F3-4FBD-AAF6-698BB851C069}" type="pres">
      <dgm:prSet presAssocID="{3004AE3C-711C-46AC-B5F2-4ABF93BC0704}" presName="tx1" presStyleLbl="revTx" presStyleIdx="0" presStyleCnt="11" custScaleX="148034" custScaleY="21857"/>
      <dgm:spPr/>
    </dgm:pt>
    <dgm:pt modelId="{101C21C8-7F7F-4432-9922-3372C80C2E8E}" type="pres">
      <dgm:prSet presAssocID="{3004AE3C-711C-46AC-B5F2-4ABF93BC0704}" presName="vert1" presStyleCnt="0"/>
      <dgm:spPr/>
    </dgm:pt>
    <dgm:pt modelId="{C708C51E-6503-4242-A2D7-B1F9BDB5D49A}" type="pres">
      <dgm:prSet presAssocID="{9DD3AAFE-F3D9-43EA-9A00-15D93E7E0C0A}" presName="vertSpace2a" presStyleCnt="0"/>
      <dgm:spPr/>
    </dgm:pt>
    <dgm:pt modelId="{035C9E38-966B-41A6-B286-5BFB61E7A2A9}" type="pres">
      <dgm:prSet presAssocID="{9DD3AAFE-F3D9-43EA-9A00-15D93E7E0C0A}" presName="horz2" presStyleCnt="0"/>
      <dgm:spPr/>
    </dgm:pt>
    <dgm:pt modelId="{EEE7E158-A00A-4D76-B27D-8CDFA78E33B1}" type="pres">
      <dgm:prSet presAssocID="{9DD3AAFE-F3D9-43EA-9A00-15D93E7E0C0A}" presName="horzSpace2" presStyleCnt="0"/>
      <dgm:spPr/>
    </dgm:pt>
    <dgm:pt modelId="{3B594130-F4ED-4C8E-9DDE-A837437DF0CD}" type="pres">
      <dgm:prSet presAssocID="{9DD3AAFE-F3D9-43EA-9A00-15D93E7E0C0A}" presName="tx2" presStyleLbl="revTx" presStyleIdx="1" presStyleCnt="11" custScaleY="7959"/>
      <dgm:spPr/>
    </dgm:pt>
    <dgm:pt modelId="{3B0D49B9-B3F8-4CFA-A5EE-F183009BEFD4}" type="pres">
      <dgm:prSet presAssocID="{9DD3AAFE-F3D9-43EA-9A00-15D93E7E0C0A}" presName="vert2" presStyleCnt="0"/>
      <dgm:spPr/>
    </dgm:pt>
    <dgm:pt modelId="{D198F3DF-7AAB-4201-900F-D7BC9600B6E0}" type="pres">
      <dgm:prSet presAssocID="{9DD3AAFE-F3D9-43EA-9A00-15D93E7E0C0A}" presName="thinLine2b" presStyleLbl="callout" presStyleIdx="0" presStyleCnt="8"/>
      <dgm:spPr/>
    </dgm:pt>
    <dgm:pt modelId="{AA7AE61C-CB7F-4489-B08E-C2178E54F0C2}" type="pres">
      <dgm:prSet presAssocID="{9DD3AAFE-F3D9-43EA-9A00-15D93E7E0C0A}" presName="vertSpace2b" presStyleCnt="0"/>
      <dgm:spPr/>
    </dgm:pt>
    <dgm:pt modelId="{EF9FF962-1348-44C8-BB95-6938D6474B4A}" type="pres">
      <dgm:prSet presAssocID="{B30833DC-EE68-48BF-AAA9-8F9C9BF5A268}" presName="horz2" presStyleCnt="0"/>
      <dgm:spPr/>
    </dgm:pt>
    <dgm:pt modelId="{AADF130E-7C41-4D60-8DD8-B2E0784682A4}" type="pres">
      <dgm:prSet presAssocID="{B30833DC-EE68-48BF-AAA9-8F9C9BF5A268}" presName="horzSpace2" presStyleCnt="0"/>
      <dgm:spPr/>
    </dgm:pt>
    <dgm:pt modelId="{F67394A3-E1B8-4794-A3F2-838BBF8F90EA}" type="pres">
      <dgm:prSet presAssocID="{B30833DC-EE68-48BF-AAA9-8F9C9BF5A268}" presName="tx2" presStyleLbl="revTx" presStyleIdx="2" presStyleCnt="11" custScaleX="99214" custScaleY="9498" custLinFactNeighborY="-487"/>
      <dgm:spPr/>
    </dgm:pt>
    <dgm:pt modelId="{852EC342-4482-4C59-A3FD-15AA7C248B15}" type="pres">
      <dgm:prSet presAssocID="{B30833DC-EE68-48BF-AAA9-8F9C9BF5A268}" presName="vert2" presStyleCnt="0"/>
      <dgm:spPr/>
    </dgm:pt>
    <dgm:pt modelId="{9D4C1365-2014-4C72-9ED6-0ABF5F69D9AA}" type="pres">
      <dgm:prSet presAssocID="{B30833DC-EE68-48BF-AAA9-8F9C9BF5A268}" presName="thinLine2b" presStyleLbl="callout" presStyleIdx="1" presStyleCnt="8"/>
      <dgm:spPr/>
    </dgm:pt>
    <dgm:pt modelId="{097DF5F5-F076-4EE4-9B7E-D437D2ACECDF}" type="pres">
      <dgm:prSet presAssocID="{B30833DC-EE68-48BF-AAA9-8F9C9BF5A268}" presName="vertSpace2b" presStyleCnt="0"/>
      <dgm:spPr/>
    </dgm:pt>
    <dgm:pt modelId="{A565EFBC-262E-4C77-A475-FA8CC48EF71E}" type="pres">
      <dgm:prSet presAssocID="{14CD420B-48C4-48E2-8E85-D03CDADFF162}" presName="thickLine" presStyleLbl="alignNode1" presStyleIdx="1" presStyleCnt="3"/>
      <dgm:spPr/>
    </dgm:pt>
    <dgm:pt modelId="{F3638A1F-395D-40AC-8628-59AA85EF37EF}" type="pres">
      <dgm:prSet presAssocID="{14CD420B-48C4-48E2-8E85-D03CDADFF162}" presName="horz1" presStyleCnt="0"/>
      <dgm:spPr/>
    </dgm:pt>
    <dgm:pt modelId="{25C04F20-7788-4ABF-9329-24313723EC13}" type="pres">
      <dgm:prSet presAssocID="{14CD420B-48C4-48E2-8E85-D03CDADFF162}" presName="tx1" presStyleLbl="revTx" presStyleIdx="3" presStyleCnt="11" custScaleX="137395" custScaleY="86879"/>
      <dgm:spPr/>
    </dgm:pt>
    <dgm:pt modelId="{2CA76A70-8410-4368-90C0-CB6C0B8D529B}" type="pres">
      <dgm:prSet presAssocID="{14CD420B-48C4-48E2-8E85-D03CDADFF162}" presName="vert1" presStyleCnt="0"/>
      <dgm:spPr/>
    </dgm:pt>
    <dgm:pt modelId="{ACF922CB-14E8-4AF1-BC2D-253C2F4511D5}" type="pres">
      <dgm:prSet presAssocID="{3600E3E9-C5B8-4836-B7AD-ECC83E3CF3FC}" presName="vertSpace2a" presStyleCnt="0"/>
      <dgm:spPr/>
    </dgm:pt>
    <dgm:pt modelId="{FF13A162-F101-48B7-8BD7-1F7DF426F3C0}" type="pres">
      <dgm:prSet presAssocID="{3600E3E9-C5B8-4836-B7AD-ECC83E3CF3FC}" presName="horz2" presStyleCnt="0"/>
      <dgm:spPr/>
    </dgm:pt>
    <dgm:pt modelId="{771B1A6C-B05B-4673-8CE4-1746E311BC7A}" type="pres">
      <dgm:prSet presAssocID="{3600E3E9-C5B8-4836-B7AD-ECC83E3CF3FC}" presName="horzSpace2" presStyleCnt="0"/>
      <dgm:spPr/>
    </dgm:pt>
    <dgm:pt modelId="{D1D3E5BF-F67C-4392-917B-4226F160E511}" type="pres">
      <dgm:prSet presAssocID="{3600E3E9-C5B8-4836-B7AD-ECC83E3CF3FC}" presName="tx2" presStyleLbl="revTx" presStyleIdx="4" presStyleCnt="11" custScaleY="22330"/>
      <dgm:spPr/>
    </dgm:pt>
    <dgm:pt modelId="{3B916DA4-18F5-47C4-B0DA-0876ADF3CC47}" type="pres">
      <dgm:prSet presAssocID="{3600E3E9-C5B8-4836-B7AD-ECC83E3CF3FC}" presName="vert2" presStyleCnt="0"/>
      <dgm:spPr/>
    </dgm:pt>
    <dgm:pt modelId="{0A4E7D1F-9FE6-43AE-AD2D-F9AF3CF6FBDF}" type="pres">
      <dgm:prSet presAssocID="{3600E3E9-C5B8-4836-B7AD-ECC83E3CF3FC}" presName="thinLine2b" presStyleLbl="callout" presStyleIdx="2" presStyleCnt="8"/>
      <dgm:spPr/>
    </dgm:pt>
    <dgm:pt modelId="{BFDAB82D-B0BC-4164-B5D4-319AA21AD99C}" type="pres">
      <dgm:prSet presAssocID="{3600E3E9-C5B8-4836-B7AD-ECC83E3CF3FC}" presName="vertSpace2b" presStyleCnt="0"/>
      <dgm:spPr/>
    </dgm:pt>
    <dgm:pt modelId="{37B8874B-63A6-4401-B7B1-A552651CB292}" type="pres">
      <dgm:prSet presAssocID="{FB705C87-FE15-491C-ABAC-FF18093C62B6}" presName="horz2" presStyleCnt="0"/>
      <dgm:spPr/>
    </dgm:pt>
    <dgm:pt modelId="{D0F2DD3A-9B9C-4F47-B090-09C1F57F5BC7}" type="pres">
      <dgm:prSet presAssocID="{FB705C87-FE15-491C-ABAC-FF18093C62B6}" presName="horzSpace2" presStyleCnt="0"/>
      <dgm:spPr/>
    </dgm:pt>
    <dgm:pt modelId="{FADA6D38-6EAC-4469-B7FC-639297CDDE93}" type="pres">
      <dgm:prSet presAssocID="{FB705C87-FE15-491C-ABAC-FF18093C62B6}" presName="tx2" presStyleLbl="revTx" presStyleIdx="5" presStyleCnt="11" custScaleY="18354"/>
      <dgm:spPr/>
    </dgm:pt>
    <dgm:pt modelId="{45A3F48F-828C-48F5-88C2-1AD99795CB63}" type="pres">
      <dgm:prSet presAssocID="{FB705C87-FE15-491C-ABAC-FF18093C62B6}" presName="vert2" presStyleCnt="0"/>
      <dgm:spPr/>
    </dgm:pt>
    <dgm:pt modelId="{D3C24225-26C0-4620-BEC9-DA3C49913936}" type="pres">
      <dgm:prSet presAssocID="{FB705C87-FE15-491C-ABAC-FF18093C62B6}" presName="thinLine2b" presStyleLbl="callout" presStyleIdx="3" presStyleCnt="8"/>
      <dgm:spPr/>
    </dgm:pt>
    <dgm:pt modelId="{F465C947-5B7D-43D2-B7BE-8B7DEC34290E}" type="pres">
      <dgm:prSet presAssocID="{FB705C87-FE15-491C-ABAC-FF18093C62B6}" presName="vertSpace2b" presStyleCnt="0"/>
      <dgm:spPr/>
    </dgm:pt>
    <dgm:pt modelId="{A9E15CF4-8ACB-4CCE-9B94-8F036192D62F}" type="pres">
      <dgm:prSet presAssocID="{8307E7F4-3648-4397-BB3A-55169733D07C}" presName="horz2" presStyleCnt="0"/>
      <dgm:spPr/>
    </dgm:pt>
    <dgm:pt modelId="{9A2856B5-A02E-429D-ADA6-DD56D5731EC3}" type="pres">
      <dgm:prSet presAssocID="{8307E7F4-3648-4397-BB3A-55169733D07C}" presName="horzSpace2" presStyleCnt="0"/>
      <dgm:spPr/>
    </dgm:pt>
    <dgm:pt modelId="{1ECFB875-D841-4FCD-8B03-E1B56DCC1652}" type="pres">
      <dgm:prSet presAssocID="{8307E7F4-3648-4397-BB3A-55169733D07C}" presName="tx2" presStyleLbl="revTx" presStyleIdx="6" presStyleCnt="11" custScaleY="19139"/>
      <dgm:spPr/>
    </dgm:pt>
    <dgm:pt modelId="{7B2B9044-4A4A-467C-AA2E-F2217CD49329}" type="pres">
      <dgm:prSet presAssocID="{8307E7F4-3648-4397-BB3A-55169733D07C}" presName="vert2" presStyleCnt="0"/>
      <dgm:spPr/>
    </dgm:pt>
    <dgm:pt modelId="{ECE7DF6B-14FC-4E43-8A38-02AEC84797A3}" type="pres">
      <dgm:prSet presAssocID="{8307E7F4-3648-4397-BB3A-55169733D07C}" presName="thinLine2b" presStyleLbl="callout" presStyleIdx="4" presStyleCnt="8"/>
      <dgm:spPr/>
    </dgm:pt>
    <dgm:pt modelId="{8336D1FF-43EB-4F01-9AF4-3BF56EF83C1D}" type="pres">
      <dgm:prSet presAssocID="{8307E7F4-3648-4397-BB3A-55169733D07C}" presName="vertSpace2b" presStyleCnt="0"/>
      <dgm:spPr/>
    </dgm:pt>
    <dgm:pt modelId="{FD7A1401-B4A3-4E9E-96F6-3CD60798276B}" type="pres">
      <dgm:prSet presAssocID="{7CF44514-94B3-482B-A09A-923963B78741}" presName="horz2" presStyleCnt="0"/>
      <dgm:spPr/>
    </dgm:pt>
    <dgm:pt modelId="{FEEBD2B5-DC35-4C9D-9561-5C87067F077E}" type="pres">
      <dgm:prSet presAssocID="{7CF44514-94B3-482B-A09A-923963B78741}" presName="horzSpace2" presStyleCnt="0"/>
      <dgm:spPr/>
    </dgm:pt>
    <dgm:pt modelId="{35061B43-6BCC-4931-982D-360DEA0E5BBB}" type="pres">
      <dgm:prSet presAssocID="{7CF44514-94B3-482B-A09A-923963B78741}" presName="tx2" presStyleLbl="revTx" presStyleIdx="7" presStyleCnt="11" custScaleY="23189"/>
      <dgm:spPr/>
    </dgm:pt>
    <dgm:pt modelId="{DAE01FC3-40E5-4CD3-B5DB-A9591BB89F03}" type="pres">
      <dgm:prSet presAssocID="{7CF44514-94B3-482B-A09A-923963B78741}" presName="vert2" presStyleCnt="0"/>
      <dgm:spPr/>
    </dgm:pt>
    <dgm:pt modelId="{A7D0DC20-7DBC-4154-A687-038137397967}" type="pres">
      <dgm:prSet presAssocID="{7CF44514-94B3-482B-A09A-923963B78741}" presName="thinLine2b" presStyleLbl="callout" presStyleIdx="5" presStyleCnt="8"/>
      <dgm:spPr/>
    </dgm:pt>
    <dgm:pt modelId="{9EC48716-FBDD-44E6-907E-2C6C5A675E40}" type="pres">
      <dgm:prSet presAssocID="{7CF44514-94B3-482B-A09A-923963B78741}" presName="vertSpace2b" presStyleCnt="0"/>
      <dgm:spPr/>
    </dgm:pt>
    <dgm:pt modelId="{CE24629F-41ED-4B5F-AFAA-0BDD9C5FE41E}" type="pres">
      <dgm:prSet presAssocID="{4A3ED6B0-083C-433C-B718-2591EDC868A8}" presName="horz2" presStyleCnt="0"/>
      <dgm:spPr/>
    </dgm:pt>
    <dgm:pt modelId="{ECBA738F-BAB7-4114-A86B-F66FB4D348C9}" type="pres">
      <dgm:prSet presAssocID="{4A3ED6B0-083C-433C-B718-2591EDC868A8}" presName="horzSpace2" presStyleCnt="0"/>
      <dgm:spPr/>
    </dgm:pt>
    <dgm:pt modelId="{BD5DEEB0-265D-411D-A27B-D79147EC613B}" type="pres">
      <dgm:prSet presAssocID="{4A3ED6B0-083C-433C-B718-2591EDC868A8}" presName="tx2" presStyleLbl="revTx" presStyleIdx="8" presStyleCnt="11" custScaleY="70835"/>
      <dgm:spPr/>
    </dgm:pt>
    <dgm:pt modelId="{BBC046FE-901A-4AD5-97A2-ED85016E4705}" type="pres">
      <dgm:prSet presAssocID="{4A3ED6B0-083C-433C-B718-2591EDC868A8}" presName="vert2" presStyleCnt="0"/>
      <dgm:spPr/>
    </dgm:pt>
    <dgm:pt modelId="{9513DF89-6F63-407F-A7F1-828DDB7F7AA9}" type="pres">
      <dgm:prSet presAssocID="{4A3ED6B0-083C-433C-B718-2591EDC868A8}" presName="thinLine2b" presStyleLbl="callout" presStyleIdx="6" presStyleCnt="8"/>
      <dgm:spPr/>
    </dgm:pt>
    <dgm:pt modelId="{B565FC1B-9B14-41A8-8BF5-325F650F301D}" type="pres">
      <dgm:prSet presAssocID="{4A3ED6B0-083C-433C-B718-2591EDC868A8}" presName="vertSpace2b" presStyleCnt="0"/>
      <dgm:spPr/>
    </dgm:pt>
    <dgm:pt modelId="{7A452747-9036-45BD-A71E-D74F539C68E2}" type="pres">
      <dgm:prSet presAssocID="{0AEB4D6F-19F6-4A74-8514-8AFE73543DC8}" presName="thickLine" presStyleLbl="alignNode1" presStyleIdx="2" presStyleCnt="3"/>
      <dgm:spPr/>
    </dgm:pt>
    <dgm:pt modelId="{CB726A58-0923-445C-BF94-15DFEE808E26}" type="pres">
      <dgm:prSet presAssocID="{0AEB4D6F-19F6-4A74-8514-8AFE73543DC8}" presName="horz1" presStyleCnt="0"/>
      <dgm:spPr/>
    </dgm:pt>
    <dgm:pt modelId="{78E5AF7B-840A-4214-B6FB-F177A6617444}" type="pres">
      <dgm:prSet presAssocID="{0AEB4D6F-19F6-4A74-8514-8AFE73543DC8}" presName="tx1" presStyleLbl="revTx" presStyleIdx="9" presStyleCnt="11" custScaleX="136538" custScaleY="30660"/>
      <dgm:spPr/>
    </dgm:pt>
    <dgm:pt modelId="{78BB0573-E569-4171-8697-D593CB936725}" type="pres">
      <dgm:prSet presAssocID="{0AEB4D6F-19F6-4A74-8514-8AFE73543DC8}" presName="vert1" presStyleCnt="0"/>
      <dgm:spPr/>
    </dgm:pt>
    <dgm:pt modelId="{A7F46A9D-5A3D-4B34-A91B-5AE5212865B0}" type="pres">
      <dgm:prSet presAssocID="{9CACD55D-638D-443E-9966-2EDBD74FE5E2}" presName="vertSpace2a" presStyleCnt="0"/>
      <dgm:spPr/>
    </dgm:pt>
    <dgm:pt modelId="{EBB298F6-798B-4736-A058-9F02FF482DEE}" type="pres">
      <dgm:prSet presAssocID="{9CACD55D-638D-443E-9966-2EDBD74FE5E2}" presName="horz2" presStyleCnt="0"/>
      <dgm:spPr/>
    </dgm:pt>
    <dgm:pt modelId="{38F78398-0B91-4469-9FDC-99C51D5219A5}" type="pres">
      <dgm:prSet presAssocID="{9CACD55D-638D-443E-9966-2EDBD74FE5E2}" presName="horzSpace2" presStyleCnt="0"/>
      <dgm:spPr/>
    </dgm:pt>
    <dgm:pt modelId="{A7F053B6-C15A-46ED-A27B-87EAFBDC764E}" type="pres">
      <dgm:prSet presAssocID="{9CACD55D-638D-443E-9966-2EDBD74FE5E2}" presName="tx2" presStyleLbl="revTx" presStyleIdx="10" presStyleCnt="11" custScaleY="28719"/>
      <dgm:spPr/>
    </dgm:pt>
    <dgm:pt modelId="{3DCDABF5-6696-4BB4-9598-47A12BFD0113}" type="pres">
      <dgm:prSet presAssocID="{9CACD55D-638D-443E-9966-2EDBD74FE5E2}" presName="vert2" presStyleCnt="0"/>
      <dgm:spPr/>
    </dgm:pt>
    <dgm:pt modelId="{E528D122-31D6-41AD-BEA5-3DF4099416AE}" type="pres">
      <dgm:prSet presAssocID="{9CACD55D-638D-443E-9966-2EDBD74FE5E2}" presName="thinLine2b" presStyleLbl="callout" presStyleIdx="7" presStyleCnt="8"/>
      <dgm:spPr/>
    </dgm:pt>
    <dgm:pt modelId="{69D5D2D9-A288-4436-A085-C0D5E0AEF809}" type="pres">
      <dgm:prSet presAssocID="{9CACD55D-638D-443E-9966-2EDBD74FE5E2}" presName="vertSpace2b" presStyleCnt="0"/>
      <dgm:spPr/>
    </dgm:pt>
  </dgm:ptLst>
  <dgm:cxnLst>
    <dgm:cxn modelId="{871BB60D-2439-413D-9C79-05C33D5AA10A}" srcId="{3004AE3C-711C-46AC-B5F2-4ABF93BC0704}" destId="{9DD3AAFE-F3D9-43EA-9A00-15D93E7E0C0A}" srcOrd="0" destOrd="0" parTransId="{C5D5C408-BE8C-48F4-8C07-1A877B0835E0}" sibTransId="{EEBBC821-717A-41E7-B3F1-4AF4BE5940C2}"/>
    <dgm:cxn modelId="{587E2514-F47A-4D47-A72B-AB55486B0AEC}" type="presOf" srcId="{0AEB4D6F-19F6-4A74-8514-8AFE73543DC8}" destId="{78E5AF7B-840A-4214-B6FB-F177A6617444}" srcOrd="0" destOrd="0" presId="urn:microsoft.com/office/officeart/2008/layout/LinedList"/>
    <dgm:cxn modelId="{0169B716-BD87-457A-BBC6-447BEEBE2621}" srcId="{0AEB4D6F-19F6-4A74-8514-8AFE73543DC8}" destId="{9CACD55D-638D-443E-9966-2EDBD74FE5E2}" srcOrd="0" destOrd="0" parTransId="{5C30121B-9ADC-489B-867C-3B76A6FD7ADC}" sibTransId="{CB4052A7-9C39-4A2B-8FAA-C3E4A81D101F}"/>
    <dgm:cxn modelId="{269A1318-D13C-4590-BF10-D7061D8D907B}" srcId="{5A323480-D5DE-41B6-8C96-F7BECC98DAB2}" destId="{0AEB4D6F-19F6-4A74-8514-8AFE73543DC8}" srcOrd="2" destOrd="0" parTransId="{A46DBCB4-8E48-4D52-A1AA-15ABC4B98120}" sibTransId="{54205B1B-B140-4A2B-BC30-1C0EE1C5743D}"/>
    <dgm:cxn modelId="{49305E22-508C-4F87-9184-64D59135F167}" type="presOf" srcId="{FB705C87-FE15-491C-ABAC-FF18093C62B6}" destId="{FADA6D38-6EAC-4469-B7FC-639297CDDE93}" srcOrd="0" destOrd="0" presId="urn:microsoft.com/office/officeart/2008/layout/LinedList"/>
    <dgm:cxn modelId="{72961327-9257-4404-8D4D-DF3638C9FFF4}" type="presOf" srcId="{9DD3AAFE-F3D9-43EA-9A00-15D93E7E0C0A}" destId="{3B594130-F4ED-4C8E-9DDE-A837437DF0CD}" srcOrd="0" destOrd="0" presId="urn:microsoft.com/office/officeart/2008/layout/LinedList"/>
    <dgm:cxn modelId="{93969A30-9C9A-4597-B406-C23CCFFFBB67}" type="presOf" srcId="{9CACD55D-638D-443E-9966-2EDBD74FE5E2}" destId="{A7F053B6-C15A-46ED-A27B-87EAFBDC764E}" srcOrd="0" destOrd="0" presId="urn:microsoft.com/office/officeart/2008/layout/LinedList"/>
    <dgm:cxn modelId="{1227A532-5D9B-42B0-850D-52A22EB4A216}" srcId="{14CD420B-48C4-48E2-8E85-D03CDADFF162}" destId="{8307E7F4-3648-4397-BB3A-55169733D07C}" srcOrd="2" destOrd="0" parTransId="{F8DBE2A9-8D6D-4393-AA3B-B51977CC29F1}" sibTransId="{D4DE129E-F5E8-4691-A52F-7AE2F52DA01C}"/>
    <dgm:cxn modelId="{F9C52135-3C8D-44D5-9C0B-8DA1496B55E3}" type="presOf" srcId="{3004AE3C-711C-46AC-B5F2-4ABF93BC0704}" destId="{46E6D870-64F3-4FBD-AAF6-698BB851C069}" srcOrd="0" destOrd="0" presId="urn:microsoft.com/office/officeart/2008/layout/LinedList"/>
    <dgm:cxn modelId="{F1EE0366-65C9-4196-9746-B4C6A46BAD93}" srcId="{5A323480-D5DE-41B6-8C96-F7BECC98DAB2}" destId="{14CD420B-48C4-48E2-8E85-D03CDADFF162}" srcOrd="1" destOrd="0" parTransId="{59B84308-4760-4114-BC97-897AC9613A24}" sibTransId="{08C2CEB1-7E5E-49D2-8C27-92FFEF9ABAA3}"/>
    <dgm:cxn modelId="{B4A0F34C-29C3-4378-878F-8028E4C3372D}" type="presOf" srcId="{14CD420B-48C4-48E2-8E85-D03CDADFF162}" destId="{25C04F20-7788-4ABF-9329-24313723EC13}" srcOrd="0" destOrd="0" presId="urn:microsoft.com/office/officeart/2008/layout/LinedList"/>
    <dgm:cxn modelId="{EE03EB72-31FC-426A-85D4-28E7564CEA07}" type="presOf" srcId="{4A3ED6B0-083C-433C-B718-2591EDC868A8}" destId="{BD5DEEB0-265D-411D-A27B-D79147EC613B}" srcOrd="0" destOrd="0" presId="urn:microsoft.com/office/officeart/2008/layout/LinedList"/>
    <dgm:cxn modelId="{72302653-956D-44AA-9DEF-C0234FC1E211}" type="presOf" srcId="{8307E7F4-3648-4397-BB3A-55169733D07C}" destId="{1ECFB875-D841-4FCD-8B03-E1B56DCC1652}" srcOrd="0" destOrd="0" presId="urn:microsoft.com/office/officeart/2008/layout/LinedList"/>
    <dgm:cxn modelId="{22149875-9C74-4F08-BBBA-EDDCDD3EBC34}" srcId="{14CD420B-48C4-48E2-8E85-D03CDADFF162}" destId="{7CF44514-94B3-482B-A09A-923963B78741}" srcOrd="3" destOrd="0" parTransId="{06ACA891-8F29-402A-B218-A6F9B1D32EA4}" sibTransId="{99DDD268-D160-4A22-841C-7353025B5446}"/>
    <dgm:cxn modelId="{1B906056-3523-4D72-8971-81D3EF176C11}" srcId="{14CD420B-48C4-48E2-8E85-D03CDADFF162}" destId="{3600E3E9-C5B8-4836-B7AD-ECC83E3CF3FC}" srcOrd="0" destOrd="0" parTransId="{984C9B2B-45F6-4D58-9802-AAA878D3291E}" sibTransId="{AF896960-7917-4BC0-83BB-CCA693DD4D88}"/>
    <dgm:cxn modelId="{DFBB8577-7DE4-44FC-ACC0-B22B9D3139B1}" type="presOf" srcId="{3600E3E9-C5B8-4836-B7AD-ECC83E3CF3FC}" destId="{D1D3E5BF-F67C-4392-917B-4226F160E511}" srcOrd="0" destOrd="0" presId="urn:microsoft.com/office/officeart/2008/layout/LinedList"/>
    <dgm:cxn modelId="{CD74F057-ED90-4607-9098-0ADF85303924}" type="presOf" srcId="{7CF44514-94B3-482B-A09A-923963B78741}" destId="{35061B43-6BCC-4931-982D-360DEA0E5BBB}" srcOrd="0" destOrd="0" presId="urn:microsoft.com/office/officeart/2008/layout/LinedList"/>
    <dgm:cxn modelId="{67C4D981-90A6-457C-9635-D45C8373F2F2}" srcId="{3004AE3C-711C-46AC-B5F2-4ABF93BC0704}" destId="{B30833DC-EE68-48BF-AAA9-8F9C9BF5A268}" srcOrd="1" destOrd="0" parTransId="{FE47CFD3-E37D-4E56-9E84-4404ADB30E05}" sibTransId="{ABC20C2F-EF03-4D5C-8322-6ED30524BC28}"/>
    <dgm:cxn modelId="{C17D3394-98CE-4016-8429-EAB155EADE26}" srcId="{14CD420B-48C4-48E2-8E85-D03CDADFF162}" destId="{4A3ED6B0-083C-433C-B718-2591EDC868A8}" srcOrd="4" destOrd="0" parTransId="{E343AFB6-A63B-493F-9CC5-458CB9C38B3F}" sibTransId="{3E9BA19A-6794-482C-BD3C-132905B3299D}"/>
    <dgm:cxn modelId="{B7A1B5D3-1AF5-4236-A6D2-EE1C7C209729}" srcId="{14CD420B-48C4-48E2-8E85-D03CDADFF162}" destId="{FB705C87-FE15-491C-ABAC-FF18093C62B6}" srcOrd="1" destOrd="0" parTransId="{B48D6CBF-C438-46A4-9358-FCE6D0569BD4}" sibTransId="{9EE6187D-0222-4B41-B8E3-C0311C92BBAD}"/>
    <dgm:cxn modelId="{560CE7E5-01AA-4BF1-BEFF-CF2E52385813}" type="presOf" srcId="{B30833DC-EE68-48BF-AAA9-8F9C9BF5A268}" destId="{F67394A3-E1B8-4794-A3F2-838BBF8F90EA}" srcOrd="0" destOrd="0" presId="urn:microsoft.com/office/officeart/2008/layout/LinedList"/>
    <dgm:cxn modelId="{0ABB05E8-74DE-43B7-991A-75255FF746F3}" type="presOf" srcId="{5A323480-D5DE-41B6-8C96-F7BECC98DAB2}" destId="{5E8C404B-5E65-48D6-9F7A-15CAD22D96DD}" srcOrd="0" destOrd="0" presId="urn:microsoft.com/office/officeart/2008/layout/LinedList"/>
    <dgm:cxn modelId="{F94E6AFB-ECBF-42C2-A140-45785FF9B705}" srcId="{5A323480-D5DE-41B6-8C96-F7BECC98DAB2}" destId="{3004AE3C-711C-46AC-B5F2-4ABF93BC0704}" srcOrd="0" destOrd="0" parTransId="{9C89F840-EFFD-4B28-98A2-436D41D01FBD}" sibTransId="{FFBB498C-640C-4BB7-98CD-C3C9C6701328}"/>
    <dgm:cxn modelId="{C895B586-AA39-404B-B224-24D65CC4BA29}" type="presParOf" srcId="{5E8C404B-5E65-48D6-9F7A-15CAD22D96DD}" destId="{30CD636D-457F-4AE9-AB7C-50A7B832AE47}" srcOrd="0" destOrd="0" presId="urn:microsoft.com/office/officeart/2008/layout/LinedList"/>
    <dgm:cxn modelId="{FD03496F-19B2-4D03-A18A-436C37FE6FDB}" type="presParOf" srcId="{5E8C404B-5E65-48D6-9F7A-15CAD22D96DD}" destId="{AB7C3263-E2E9-4BDA-9AAB-DA53C8F45983}" srcOrd="1" destOrd="0" presId="urn:microsoft.com/office/officeart/2008/layout/LinedList"/>
    <dgm:cxn modelId="{6BC9E7C6-7E34-480F-A650-3CC77D08853E}" type="presParOf" srcId="{AB7C3263-E2E9-4BDA-9AAB-DA53C8F45983}" destId="{46E6D870-64F3-4FBD-AAF6-698BB851C069}" srcOrd="0" destOrd="0" presId="urn:microsoft.com/office/officeart/2008/layout/LinedList"/>
    <dgm:cxn modelId="{04207C31-09BB-4C1A-9843-E8BDE5BCCD91}" type="presParOf" srcId="{AB7C3263-E2E9-4BDA-9AAB-DA53C8F45983}" destId="{101C21C8-7F7F-4432-9922-3372C80C2E8E}" srcOrd="1" destOrd="0" presId="urn:microsoft.com/office/officeart/2008/layout/LinedList"/>
    <dgm:cxn modelId="{8441CB43-5F7D-42DA-B63D-76438F2339E1}" type="presParOf" srcId="{101C21C8-7F7F-4432-9922-3372C80C2E8E}" destId="{C708C51E-6503-4242-A2D7-B1F9BDB5D49A}" srcOrd="0" destOrd="0" presId="urn:microsoft.com/office/officeart/2008/layout/LinedList"/>
    <dgm:cxn modelId="{D7A39951-726E-4F5C-A21D-4E23C393CAF7}" type="presParOf" srcId="{101C21C8-7F7F-4432-9922-3372C80C2E8E}" destId="{035C9E38-966B-41A6-B286-5BFB61E7A2A9}" srcOrd="1" destOrd="0" presId="urn:microsoft.com/office/officeart/2008/layout/LinedList"/>
    <dgm:cxn modelId="{564B6FF2-D5B7-45EC-B0D2-8258ABAB7DEF}" type="presParOf" srcId="{035C9E38-966B-41A6-B286-5BFB61E7A2A9}" destId="{EEE7E158-A00A-4D76-B27D-8CDFA78E33B1}" srcOrd="0" destOrd="0" presId="urn:microsoft.com/office/officeart/2008/layout/LinedList"/>
    <dgm:cxn modelId="{770C3FA8-4542-436C-8968-3A28FBB4DD32}" type="presParOf" srcId="{035C9E38-966B-41A6-B286-5BFB61E7A2A9}" destId="{3B594130-F4ED-4C8E-9DDE-A837437DF0CD}" srcOrd="1" destOrd="0" presId="urn:microsoft.com/office/officeart/2008/layout/LinedList"/>
    <dgm:cxn modelId="{D0926812-8148-4DFF-8C22-F5F8B85EDB5E}" type="presParOf" srcId="{035C9E38-966B-41A6-B286-5BFB61E7A2A9}" destId="{3B0D49B9-B3F8-4CFA-A5EE-F183009BEFD4}" srcOrd="2" destOrd="0" presId="urn:microsoft.com/office/officeart/2008/layout/LinedList"/>
    <dgm:cxn modelId="{09692136-6A43-445B-A0F3-3967E3E32128}" type="presParOf" srcId="{101C21C8-7F7F-4432-9922-3372C80C2E8E}" destId="{D198F3DF-7AAB-4201-900F-D7BC9600B6E0}" srcOrd="2" destOrd="0" presId="urn:microsoft.com/office/officeart/2008/layout/LinedList"/>
    <dgm:cxn modelId="{EEB6BEEE-8A0D-401A-AC79-D512D6F247FC}" type="presParOf" srcId="{101C21C8-7F7F-4432-9922-3372C80C2E8E}" destId="{AA7AE61C-CB7F-4489-B08E-C2178E54F0C2}" srcOrd="3" destOrd="0" presId="urn:microsoft.com/office/officeart/2008/layout/LinedList"/>
    <dgm:cxn modelId="{6733A127-D902-4A28-B274-264016166FD1}" type="presParOf" srcId="{101C21C8-7F7F-4432-9922-3372C80C2E8E}" destId="{EF9FF962-1348-44C8-BB95-6938D6474B4A}" srcOrd="4" destOrd="0" presId="urn:microsoft.com/office/officeart/2008/layout/LinedList"/>
    <dgm:cxn modelId="{20216529-9777-4140-9012-F77BD11E0EAE}" type="presParOf" srcId="{EF9FF962-1348-44C8-BB95-6938D6474B4A}" destId="{AADF130E-7C41-4D60-8DD8-B2E0784682A4}" srcOrd="0" destOrd="0" presId="urn:microsoft.com/office/officeart/2008/layout/LinedList"/>
    <dgm:cxn modelId="{EAC15700-CC75-4D81-A5A9-7592A3D0F1A3}" type="presParOf" srcId="{EF9FF962-1348-44C8-BB95-6938D6474B4A}" destId="{F67394A3-E1B8-4794-A3F2-838BBF8F90EA}" srcOrd="1" destOrd="0" presId="urn:microsoft.com/office/officeart/2008/layout/LinedList"/>
    <dgm:cxn modelId="{F39248C8-E6ED-4883-80B2-9EFF1B8ABBEE}" type="presParOf" srcId="{EF9FF962-1348-44C8-BB95-6938D6474B4A}" destId="{852EC342-4482-4C59-A3FD-15AA7C248B15}" srcOrd="2" destOrd="0" presId="urn:microsoft.com/office/officeart/2008/layout/LinedList"/>
    <dgm:cxn modelId="{90DDFA0E-66F4-4EF7-8506-842A3E977EAF}" type="presParOf" srcId="{101C21C8-7F7F-4432-9922-3372C80C2E8E}" destId="{9D4C1365-2014-4C72-9ED6-0ABF5F69D9AA}" srcOrd="5" destOrd="0" presId="urn:microsoft.com/office/officeart/2008/layout/LinedList"/>
    <dgm:cxn modelId="{68CA4889-2C65-432B-9D73-CF5A093C6F5E}" type="presParOf" srcId="{101C21C8-7F7F-4432-9922-3372C80C2E8E}" destId="{097DF5F5-F076-4EE4-9B7E-D437D2ACECDF}" srcOrd="6" destOrd="0" presId="urn:microsoft.com/office/officeart/2008/layout/LinedList"/>
    <dgm:cxn modelId="{9A2C7251-974C-4D2F-8374-8CD965B09F4E}" type="presParOf" srcId="{5E8C404B-5E65-48D6-9F7A-15CAD22D96DD}" destId="{A565EFBC-262E-4C77-A475-FA8CC48EF71E}" srcOrd="2" destOrd="0" presId="urn:microsoft.com/office/officeart/2008/layout/LinedList"/>
    <dgm:cxn modelId="{B36A75A0-056F-45E7-91E6-17C4E9508447}" type="presParOf" srcId="{5E8C404B-5E65-48D6-9F7A-15CAD22D96DD}" destId="{F3638A1F-395D-40AC-8628-59AA85EF37EF}" srcOrd="3" destOrd="0" presId="urn:microsoft.com/office/officeart/2008/layout/LinedList"/>
    <dgm:cxn modelId="{305816F3-7ED2-4912-A3D4-FBC31EAC8382}" type="presParOf" srcId="{F3638A1F-395D-40AC-8628-59AA85EF37EF}" destId="{25C04F20-7788-4ABF-9329-24313723EC13}" srcOrd="0" destOrd="0" presId="urn:microsoft.com/office/officeart/2008/layout/LinedList"/>
    <dgm:cxn modelId="{69984332-C67D-43DB-966B-A0584F5E7575}" type="presParOf" srcId="{F3638A1F-395D-40AC-8628-59AA85EF37EF}" destId="{2CA76A70-8410-4368-90C0-CB6C0B8D529B}" srcOrd="1" destOrd="0" presId="urn:microsoft.com/office/officeart/2008/layout/LinedList"/>
    <dgm:cxn modelId="{1A8F2B7C-5CDF-4076-8DC9-DA525BE3D34C}" type="presParOf" srcId="{2CA76A70-8410-4368-90C0-CB6C0B8D529B}" destId="{ACF922CB-14E8-4AF1-BC2D-253C2F4511D5}" srcOrd="0" destOrd="0" presId="urn:microsoft.com/office/officeart/2008/layout/LinedList"/>
    <dgm:cxn modelId="{39DFEDA5-FFE2-434A-B808-1F773E6876ED}" type="presParOf" srcId="{2CA76A70-8410-4368-90C0-CB6C0B8D529B}" destId="{FF13A162-F101-48B7-8BD7-1F7DF426F3C0}" srcOrd="1" destOrd="0" presId="urn:microsoft.com/office/officeart/2008/layout/LinedList"/>
    <dgm:cxn modelId="{D3B8D1FF-B758-4D65-B3A5-5357AB7A2A10}" type="presParOf" srcId="{FF13A162-F101-48B7-8BD7-1F7DF426F3C0}" destId="{771B1A6C-B05B-4673-8CE4-1746E311BC7A}" srcOrd="0" destOrd="0" presId="urn:microsoft.com/office/officeart/2008/layout/LinedList"/>
    <dgm:cxn modelId="{5EA1FA05-EE5E-4784-8A52-702485AF7C14}" type="presParOf" srcId="{FF13A162-F101-48B7-8BD7-1F7DF426F3C0}" destId="{D1D3E5BF-F67C-4392-917B-4226F160E511}" srcOrd="1" destOrd="0" presId="urn:microsoft.com/office/officeart/2008/layout/LinedList"/>
    <dgm:cxn modelId="{A369B05D-C7A4-4F26-A7A5-6C56CAADD993}" type="presParOf" srcId="{FF13A162-F101-48B7-8BD7-1F7DF426F3C0}" destId="{3B916DA4-18F5-47C4-B0DA-0876ADF3CC47}" srcOrd="2" destOrd="0" presId="urn:microsoft.com/office/officeart/2008/layout/LinedList"/>
    <dgm:cxn modelId="{DA2D8D74-A94D-499F-A819-CDE999E7AC9D}" type="presParOf" srcId="{2CA76A70-8410-4368-90C0-CB6C0B8D529B}" destId="{0A4E7D1F-9FE6-43AE-AD2D-F9AF3CF6FBDF}" srcOrd="2" destOrd="0" presId="urn:microsoft.com/office/officeart/2008/layout/LinedList"/>
    <dgm:cxn modelId="{B2F02325-B642-491E-8092-0AD184D75656}" type="presParOf" srcId="{2CA76A70-8410-4368-90C0-CB6C0B8D529B}" destId="{BFDAB82D-B0BC-4164-B5D4-319AA21AD99C}" srcOrd="3" destOrd="0" presId="urn:microsoft.com/office/officeart/2008/layout/LinedList"/>
    <dgm:cxn modelId="{8B6F64C1-D5F6-4469-9BAA-EBF8A82570CF}" type="presParOf" srcId="{2CA76A70-8410-4368-90C0-CB6C0B8D529B}" destId="{37B8874B-63A6-4401-B7B1-A552651CB292}" srcOrd="4" destOrd="0" presId="urn:microsoft.com/office/officeart/2008/layout/LinedList"/>
    <dgm:cxn modelId="{30F02492-6F39-47A9-A11F-E59C6F31ECBB}" type="presParOf" srcId="{37B8874B-63A6-4401-B7B1-A552651CB292}" destId="{D0F2DD3A-9B9C-4F47-B090-09C1F57F5BC7}" srcOrd="0" destOrd="0" presId="urn:microsoft.com/office/officeart/2008/layout/LinedList"/>
    <dgm:cxn modelId="{EFD9119D-FD26-4F25-B54B-AB41E08A901B}" type="presParOf" srcId="{37B8874B-63A6-4401-B7B1-A552651CB292}" destId="{FADA6D38-6EAC-4469-B7FC-639297CDDE93}" srcOrd="1" destOrd="0" presId="urn:microsoft.com/office/officeart/2008/layout/LinedList"/>
    <dgm:cxn modelId="{7C177797-FE1D-4680-A68D-CD1324F222AC}" type="presParOf" srcId="{37B8874B-63A6-4401-B7B1-A552651CB292}" destId="{45A3F48F-828C-48F5-88C2-1AD99795CB63}" srcOrd="2" destOrd="0" presId="urn:microsoft.com/office/officeart/2008/layout/LinedList"/>
    <dgm:cxn modelId="{592E9E03-B2FD-40DC-AEDC-D6A5E58A463F}" type="presParOf" srcId="{2CA76A70-8410-4368-90C0-CB6C0B8D529B}" destId="{D3C24225-26C0-4620-BEC9-DA3C49913936}" srcOrd="5" destOrd="0" presId="urn:microsoft.com/office/officeart/2008/layout/LinedList"/>
    <dgm:cxn modelId="{78504844-E7E9-421A-BE1B-944BEE7CC296}" type="presParOf" srcId="{2CA76A70-8410-4368-90C0-CB6C0B8D529B}" destId="{F465C947-5B7D-43D2-B7BE-8B7DEC34290E}" srcOrd="6" destOrd="0" presId="urn:microsoft.com/office/officeart/2008/layout/LinedList"/>
    <dgm:cxn modelId="{CB38E28C-E462-4154-9A5E-B3ECB9FD148E}" type="presParOf" srcId="{2CA76A70-8410-4368-90C0-CB6C0B8D529B}" destId="{A9E15CF4-8ACB-4CCE-9B94-8F036192D62F}" srcOrd="7" destOrd="0" presId="urn:microsoft.com/office/officeart/2008/layout/LinedList"/>
    <dgm:cxn modelId="{D52A136D-AB51-43C9-93C4-49AEF116D0BC}" type="presParOf" srcId="{A9E15CF4-8ACB-4CCE-9B94-8F036192D62F}" destId="{9A2856B5-A02E-429D-ADA6-DD56D5731EC3}" srcOrd="0" destOrd="0" presId="urn:microsoft.com/office/officeart/2008/layout/LinedList"/>
    <dgm:cxn modelId="{8B4B6D30-108B-49EE-80B2-5AA224B279D9}" type="presParOf" srcId="{A9E15CF4-8ACB-4CCE-9B94-8F036192D62F}" destId="{1ECFB875-D841-4FCD-8B03-E1B56DCC1652}" srcOrd="1" destOrd="0" presId="urn:microsoft.com/office/officeart/2008/layout/LinedList"/>
    <dgm:cxn modelId="{71A558EC-88FA-45C3-9B99-B8517A54F184}" type="presParOf" srcId="{A9E15CF4-8ACB-4CCE-9B94-8F036192D62F}" destId="{7B2B9044-4A4A-467C-AA2E-F2217CD49329}" srcOrd="2" destOrd="0" presId="urn:microsoft.com/office/officeart/2008/layout/LinedList"/>
    <dgm:cxn modelId="{9011304B-6D59-428A-85A7-F67B731964FB}" type="presParOf" srcId="{2CA76A70-8410-4368-90C0-CB6C0B8D529B}" destId="{ECE7DF6B-14FC-4E43-8A38-02AEC84797A3}" srcOrd="8" destOrd="0" presId="urn:microsoft.com/office/officeart/2008/layout/LinedList"/>
    <dgm:cxn modelId="{3B5D5ECF-FC35-41B0-B295-07A30A327A94}" type="presParOf" srcId="{2CA76A70-8410-4368-90C0-CB6C0B8D529B}" destId="{8336D1FF-43EB-4F01-9AF4-3BF56EF83C1D}" srcOrd="9" destOrd="0" presId="urn:microsoft.com/office/officeart/2008/layout/LinedList"/>
    <dgm:cxn modelId="{9B938556-0E91-489B-B31E-F1E788888625}" type="presParOf" srcId="{2CA76A70-8410-4368-90C0-CB6C0B8D529B}" destId="{FD7A1401-B4A3-4E9E-96F6-3CD60798276B}" srcOrd="10" destOrd="0" presId="urn:microsoft.com/office/officeart/2008/layout/LinedList"/>
    <dgm:cxn modelId="{825B2579-22F8-451D-B319-84B7B1523C0C}" type="presParOf" srcId="{FD7A1401-B4A3-4E9E-96F6-3CD60798276B}" destId="{FEEBD2B5-DC35-4C9D-9561-5C87067F077E}" srcOrd="0" destOrd="0" presId="urn:microsoft.com/office/officeart/2008/layout/LinedList"/>
    <dgm:cxn modelId="{0CFD726C-95A8-46E6-A0EA-FF35F68259D8}" type="presParOf" srcId="{FD7A1401-B4A3-4E9E-96F6-3CD60798276B}" destId="{35061B43-6BCC-4931-982D-360DEA0E5BBB}" srcOrd="1" destOrd="0" presId="urn:microsoft.com/office/officeart/2008/layout/LinedList"/>
    <dgm:cxn modelId="{274EBE0E-D461-4F78-9D1E-8BAF7FA9D607}" type="presParOf" srcId="{FD7A1401-B4A3-4E9E-96F6-3CD60798276B}" destId="{DAE01FC3-40E5-4CD3-B5DB-A9591BB89F03}" srcOrd="2" destOrd="0" presId="urn:microsoft.com/office/officeart/2008/layout/LinedList"/>
    <dgm:cxn modelId="{2F272AD4-083B-4C53-9015-4CF9367CBFFB}" type="presParOf" srcId="{2CA76A70-8410-4368-90C0-CB6C0B8D529B}" destId="{A7D0DC20-7DBC-4154-A687-038137397967}" srcOrd="11" destOrd="0" presId="urn:microsoft.com/office/officeart/2008/layout/LinedList"/>
    <dgm:cxn modelId="{DDA23E3F-82D5-4926-BD48-2BC3A97C1C15}" type="presParOf" srcId="{2CA76A70-8410-4368-90C0-CB6C0B8D529B}" destId="{9EC48716-FBDD-44E6-907E-2C6C5A675E40}" srcOrd="12" destOrd="0" presId="urn:microsoft.com/office/officeart/2008/layout/LinedList"/>
    <dgm:cxn modelId="{0EB36BD9-31B5-42DE-A313-2C94B6732C00}" type="presParOf" srcId="{2CA76A70-8410-4368-90C0-CB6C0B8D529B}" destId="{CE24629F-41ED-4B5F-AFAA-0BDD9C5FE41E}" srcOrd="13" destOrd="0" presId="urn:microsoft.com/office/officeart/2008/layout/LinedList"/>
    <dgm:cxn modelId="{E400FB62-5DF9-4C74-8341-113747649435}" type="presParOf" srcId="{CE24629F-41ED-4B5F-AFAA-0BDD9C5FE41E}" destId="{ECBA738F-BAB7-4114-A86B-F66FB4D348C9}" srcOrd="0" destOrd="0" presId="urn:microsoft.com/office/officeart/2008/layout/LinedList"/>
    <dgm:cxn modelId="{F5608BF8-2636-4B3F-803F-804FBD3CB0FA}" type="presParOf" srcId="{CE24629F-41ED-4B5F-AFAA-0BDD9C5FE41E}" destId="{BD5DEEB0-265D-411D-A27B-D79147EC613B}" srcOrd="1" destOrd="0" presId="urn:microsoft.com/office/officeart/2008/layout/LinedList"/>
    <dgm:cxn modelId="{8C9DBC16-58D6-4FCA-970E-E0AE69C04045}" type="presParOf" srcId="{CE24629F-41ED-4B5F-AFAA-0BDD9C5FE41E}" destId="{BBC046FE-901A-4AD5-97A2-ED85016E4705}" srcOrd="2" destOrd="0" presId="urn:microsoft.com/office/officeart/2008/layout/LinedList"/>
    <dgm:cxn modelId="{69F7B6F8-A369-45D4-8DBF-D9E48F76662D}" type="presParOf" srcId="{2CA76A70-8410-4368-90C0-CB6C0B8D529B}" destId="{9513DF89-6F63-407F-A7F1-828DDB7F7AA9}" srcOrd="14" destOrd="0" presId="urn:microsoft.com/office/officeart/2008/layout/LinedList"/>
    <dgm:cxn modelId="{9DA1C325-F92A-4B01-BF1D-B43DCDF1E121}" type="presParOf" srcId="{2CA76A70-8410-4368-90C0-CB6C0B8D529B}" destId="{B565FC1B-9B14-41A8-8BF5-325F650F301D}" srcOrd="15" destOrd="0" presId="urn:microsoft.com/office/officeart/2008/layout/LinedList"/>
    <dgm:cxn modelId="{04A43F4C-0910-483B-BA63-E4BACF52CF29}" type="presParOf" srcId="{5E8C404B-5E65-48D6-9F7A-15CAD22D96DD}" destId="{7A452747-9036-45BD-A71E-D74F539C68E2}" srcOrd="4" destOrd="0" presId="urn:microsoft.com/office/officeart/2008/layout/LinedList"/>
    <dgm:cxn modelId="{93D9B24C-3DB3-4C02-AA93-A5EFBA1B78E3}" type="presParOf" srcId="{5E8C404B-5E65-48D6-9F7A-15CAD22D96DD}" destId="{CB726A58-0923-445C-BF94-15DFEE808E26}" srcOrd="5" destOrd="0" presId="urn:microsoft.com/office/officeart/2008/layout/LinedList"/>
    <dgm:cxn modelId="{EF6723AD-E800-4193-8E92-BD179BC22312}" type="presParOf" srcId="{CB726A58-0923-445C-BF94-15DFEE808E26}" destId="{78E5AF7B-840A-4214-B6FB-F177A6617444}" srcOrd="0" destOrd="0" presId="urn:microsoft.com/office/officeart/2008/layout/LinedList"/>
    <dgm:cxn modelId="{F50C7C47-6859-4148-BAA6-2E2103444429}" type="presParOf" srcId="{CB726A58-0923-445C-BF94-15DFEE808E26}" destId="{78BB0573-E569-4171-8697-D593CB936725}" srcOrd="1" destOrd="0" presId="urn:microsoft.com/office/officeart/2008/layout/LinedList"/>
    <dgm:cxn modelId="{DCB95ADA-CB64-4FC6-9B91-40ECAFDD1573}" type="presParOf" srcId="{78BB0573-E569-4171-8697-D593CB936725}" destId="{A7F46A9D-5A3D-4B34-A91B-5AE5212865B0}" srcOrd="0" destOrd="0" presId="urn:microsoft.com/office/officeart/2008/layout/LinedList"/>
    <dgm:cxn modelId="{B26C4BC2-C0B2-4EA3-B773-A6B6E8437810}" type="presParOf" srcId="{78BB0573-E569-4171-8697-D593CB936725}" destId="{EBB298F6-798B-4736-A058-9F02FF482DEE}" srcOrd="1" destOrd="0" presId="urn:microsoft.com/office/officeart/2008/layout/LinedList"/>
    <dgm:cxn modelId="{FCE0754A-851B-49F0-B39C-B9A56DD98703}" type="presParOf" srcId="{EBB298F6-798B-4736-A058-9F02FF482DEE}" destId="{38F78398-0B91-4469-9FDC-99C51D5219A5}" srcOrd="0" destOrd="0" presId="urn:microsoft.com/office/officeart/2008/layout/LinedList"/>
    <dgm:cxn modelId="{93067D6B-D0A9-42A6-8C74-AC35A5690862}" type="presParOf" srcId="{EBB298F6-798B-4736-A058-9F02FF482DEE}" destId="{A7F053B6-C15A-46ED-A27B-87EAFBDC764E}" srcOrd="1" destOrd="0" presId="urn:microsoft.com/office/officeart/2008/layout/LinedList"/>
    <dgm:cxn modelId="{87BDC34D-A193-406B-8395-9FDE61029862}" type="presParOf" srcId="{EBB298F6-798B-4736-A058-9F02FF482DEE}" destId="{3DCDABF5-6696-4BB4-9598-47A12BFD0113}" srcOrd="2" destOrd="0" presId="urn:microsoft.com/office/officeart/2008/layout/LinedList"/>
    <dgm:cxn modelId="{F3AA2D95-619A-42DF-A43E-0F9060C0621A}" type="presParOf" srcId="{78BB0573-E569-4171-8697-D593CB936725}" destId="{E528D122-31D6-41AD-BEA5-3DF4099416AE}" srcOrd="2" destOrd="0" presId="urn:microsoft.com/office/officeart/2008/layout/LinedList"/>
    <dgm:cxn modelId="{C40371D3-1D66-434B-AAB5-74C61F3D0081}" type="presParOf" srcId="{78BB0573-E569-4171-8697-D593CB936725}" destId="{69D5D2D9-A288-4436-A085-C0D5E0AEF809}"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8384BC-7733-4C60-A12B-104832D0064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8F98371-773B-4560-8780-EF4D5770E50A}">
      <dgm:prSet custT="1"/>
      <dgm:spPr/>
      <dgm:t>
        <a:bodyPr/>
        <a:lstStyle/>
        <a:p>
          <a:r>
            <a:rPr lang="en-GB" sz="1400" dirty="0"/>
            <a:t>Gives info on</a:t>
          </a:r>
          <a:endParaRPr lang="es-ES" sz="1400" dirty="0"/>
        </a:p>
      </dgm:t>
    </dgm:pt>
    <dgm:pt modelId="{C17CC1CB-9379-4C7F-9324-872A5DBB65EE}" type="parTrans" cxnId="{91154BC6-F0B8-498E-81E4-555CD06CF322}">
      <dgm:prSet/>
      <dgm:spPr/>
      <dgm:t>
        <a:bodyPr/>
        <a:lstStyle/>
        <a:p>
          <a:endParaRPr lang="en-US"/>
        </a:p>
      </dgm:t>
    </dgm:pt>
    <dgm:pt modelId="{B017E760-0051-4A89-84A8-E7F9256338FD}" type="sibTrans" cxnId="{91154BC6-F0B8-498E-81E4-555CD06CF322}">
      <dgm:prSet/>
      <dgm:spPr/>
      <dgm:t>
        <a:bodyPr/>
        <a:lstStyle/>
        <a:p>
          <a:endParaRPr lang="en-US"/>
        </a:p>
      </dgm:t>
    </dgm:pt>
    <dgm:pt modelId="{0FA1CCE9-FE72-42B2-9B99-DE41EB324389}">
      <dgm:prSet/>
      <dgm:spPr/>
      <dgm:t>
        <a:bodyPr/>
        <a:lstStyle/>
        <a:p>
          <a:r>
            <a:rPr lang="en-GB" dirty="0"/>
            <a:t>first aid measures to be applied in case of accidental exposure</a:t>
          </a:r>
          <a:endParaRPr lang="es-ES" dirty="0"/>
        </a:p>
      </dgm:t>
    </dgm:pt>
    <dgm:pt modelId="{0B0BB15B-1BE3-4F50-9A5A-39C7B187789C}" type="parTrans" cxnId="{5C015363-ACBF-4E3C-BBB1-97D91523A3C8}">
      <dgm:prSet/>
      <dgm:spPr/>
      <dgm:t>
        <a:bodyPr/>
        <a:lstStyle/>
        <a:p>
          <a:endParaRPr lang="en-US"/>
        </a:p>
      </dgm:t>
    </dgm:pt>
    <dgm:pt modelId="{DBA8FCA4-5740-4E30-B62A-5077083DDBF9}" type="sibTrans" cxnId="{5C015363-ACBF-4E3C-BBB1-97D91523A3C8}">
      <dgm:prSet/>
      <dgm:spPr/>
      <dgm:t>
        <a:bodyPr/>
        <a:lstStyle/>
        <a:p>
          <a:endParaRPr lang="en-US"/>
        </a:p>
      </dgm:t>
    </dgm:pt>
    <dgm:pt modelId="{99356CCE-0723-4786-BFE1-0958EC11F805}">
      <dgm:prSet/>
      <dgm:spPr/>
      <dgm:t>
        <a:bodyPr/>
        <a:lstStyle/>
        <a:p>
          <a:r>
            <a:rPr lang="en-GB" dirty="0"/>
            <a:t>The symptoms and effects of exposure;.</a:t>
          </a:r>
          <a:endParaRPr lang="es-ES" dirty="0"/>
        </a:p>
      </dgm:t>
    </dgm:pt>
    <dgm:pt modelId="{DB88C4A5-914E-4D49-A953-7A4727BC37DE}" type="parTrans" cxnId="{58FBAC69-72F6-43EB-AEF1-EE922209C2CA}">
      <dgm:prSet/>
      <dgm:spPr/>
      <dgm:t>
        <a:bodyPr/>
        <a:lstStyle/>
        <a:p>
          <a:endParaRPr lang="en-US"/>
        </a:p>
      </dgm:t>
    </dgm:pt>
    <dgm:pt modelId="{51A82EA4-E6BE-445D-93EC-61C370870013}" type="sibTrans" cxnId="{58FBAC69-72F6-43EB-AEF1-EE922209C2CA}">
      <dgm:prSet/>
      <dgm:spPr/>
      <dgm:t>
        <a:bodyPr/>
        <a:lstStyle/>
        <a:p>
          <a:endParaRPr lang="en-US"/>
        </a:p>
      </dgm:t>
    </dgm:pt>
    <dgm:pt modelId="{24E13FF1-C466-4FF8-BF94-8783DD00ED68}">
      <dgm:prSet custT="1"/>
      <dgm:spPr/>
      <dgm:t>
        <a:bodyPr/>
        <a:lstStyle/>
        <a:p>
          <a:r>
            <a:rPr lang="en-GB" sz="1300" dirty="0"/>
            <a:t>Indications if urgent or special medical attention (antidote/medical attention/ PPE, </a:t>
          </a:r>
          <a:r>
            <a:rPr lang="en-GB" sz="1300" dirty="0" err="1"/>
            <a:t>etc</a:t>
          </a:r>
          <a:r>
            <a:rPr lang="en-GB" sz="1300" dirty="0"/>
            <a:t>) are needed.</a:t>
          </a:r>
          <a:endParaRPr lang="es-ES" sz="1300" dirty="0"/>
        </a:p>
      </dgm:t>
    </dgm:pt>
    <dgm:pt modelId="{B0289B4F-0FC7-444C-8118-88DFEB86C15C}" type="parTrans" cxnId="{1EAEC704-B7CD-47D7-A1C5-353B9106F3E1}">
      <dgm:prSet/>
      <dgm:spPr/>
      <dgm:t>
        <a:bodyPr/>
        <a:lstStyle/>
        <a:p>
          <a:endParaRPr lang="en-US"/>
        </a:p>
      </dgm:t>
    </dgm:pt>
    <dgm:pt modelId="{606D6F10-AB40-4F46-8932-60281D4112B4}" type="sibTrans" cxnId="{1EAEC704-B7CD-47D7-A1C5-353B9106F3E1}">
      <dgm:prSet/>
      <dgm:spPr/>
      <dgm:t>
        <a:bodyPr/>
        <a:lstStyle/>
        <a:p>
          <a:endParaRPr lang="en-US"/>
        </a:p>
      </dgm:t>
    </dgm:pt>
    <dgm:pt modelId="{D210A15A-82CE-4490-99C3-01C347610F11}">
      <dgm:prSet custT="1"/>
      <dgm:spPr/>
      <dgm:t>
        <a:bodyPr/>
        <a:lstStyle/>
        <a:p>
          <a:r>
            <a:rPr lang="en-GB" sz="1400" dirty="0"/>
            <a:t>They must be:</a:t>
          </a:r>
          <a:endParaRPr lang="es-ES" sz="1400" dirty="0"/>
        </a:p>
      </dgm:t>
    </dgm:pt>
    <dgm:pt modelId="{44F8784C-56BA-4A57-A87D-143290A52F5E}" type="parTrans" cxnId="{0AC5BDAD-1268-44A8-AC88-13AC7EBA0FD7}">
      <dgm:prSet/>
      <dgm:spPr/>
      <dgm:t>
        <a:bodyPr/>
        <a:lstStyle/>
        <a:p>
          <a:endParaRPr lang="en-US"/>
        </a:p>
      </dgm:t>
    </dgm:pt>
    <dgm:pt modelId="{5E567C7C-6285-4129-91FE-F53A1FCF117E}" type="sibTrans" cxnId="{0AC5BDAD-1268-44A8-AC88-13AC7EBA0FD7}">
      <dgm:prSet/>
      <dgm:spPr/>
      <dgm:t>
        <a:bodyPr/>
        <a:lstStyle/>
        <a:p>
          <a:endParaRPr lang="en-US"/>
        </a:p>
      </dgm:t>
    </dgm:pt>
    <dgm:pt modelId="{E3DB276A-063B-4B01-9773-501DF9EF5C1E}">
      <dgm:prSet custT="1"/>
      <dgm:spPr/>
      <dgm:t>
        <a:bodyPr/>
        <a:lstStyle/>
        <a:p>
          <a:r>
            <a:rPr lang="en-GB" sz="1300" dirty="0"/>
            <a:t>described a way that untrained person can understand, </a:t>
          </a:r>
          <a:endParaRPr lang="es-ES" sz="1300" dirty="0"/>
        </a:p>
      </dgm:t>
    </dgm:pt>
    <dgm:pt modelId="{9EB29A30-CDFD-4574-90DB-395FD6FB9338}" type="parTrans" cxnId="{A68E597A-E703-4674-A4D4-F2241290E131}">
      <dgm:prSet/>
      <dgm:spPr/>
      <dgm:t>
        <a:bodyPr/>
        <a:lstStyle/>
        <a:p>
          <a:endParaRPr lang="en-US"/>
        </a:p>
      </dgm:t>
    </dgm:pt>
    <dgm:pt modelId="{5F7775F7-F949-4F36-B717-AFE7E00EF342}" type="sibTrans" cxnId="{A68E597A-E703-4674-A4D4-F2241290E131}">
      <dgm:prSet/>
      <dgm:spPr/>
      <dgm:t>
        <a:bodyPr/>
        <a:lstStyle/>
        <a:p>
          <a:endParaRPr lang="en-US"/>
        </a:p>
      </dgm:t>
    </dgm:pt>
    <dgm:pt modelId="{92CBDAA0-774C-4CF2-8D2A-2DAA3FA6E62E}">
      <dgm:prSet custT="1"/>
      <dgm:spPr/>
      <dgm:t>
        <a:bodyPr/>
        <a:lstStyle/>
        <a:p>
          <a:r>
            <a:rPr lang="en-GB" sz="1300" dirty="0"/>
            <a:t>be consistent with the precautionary statements in Section 2.1.</a:t>
          </a:r>
          <a:endParaRPr lang="es-ES" sz="1300" dirty="0"/>
        </a:p>
      </dgm:t>
    </dgm:pt>
    <dgm:pt modelId="{3C8CC066-7A52-405A-8BC1-554703D61D99}" type="parTrans" cxnId="{E1741970-7A28-40C1-B3CC-03E7A0A8F4CA}">
      <dgm:prSet/>
      <dgm:spPr/>
      <dgm:t>
        <a:bodyPr/>
        <a:lstStyle/>
        <a:p>
          <a:endParaRPr lang="en-US"/>
        </a:p>
      </dgm:t>
    </dgm:pt>
    <dgm:pt modelId="{3D423693-D5D2-46B6-B852-FC555F92C070}" type="sibTrans" cxnId="{E1741970-7A28-40C1-B3CC-03E7A0A8F4CA}">
      <dgm:prSet/>
      <dgm:spPr/>
      <dgm:t>
        <a:bodyPr/>
        <a:lstStyle/>
        <a:p>
          <a:endParaRPr lang="en-US"/>
        </a:p>
      </dgm:t>
    </dgm:pt>
    <dgm:pt modelId="{6BB65464-2DC5-4A4F-946B-B75D35EADB3C}">
      <dgm:prSet custT="1"/>
      <dgm:spPr/>
      <dgm:t>
        <a:bodyPr/>
        <a:lstStyle/>
        <a:p>
          <a:r>
            <a:rPr lang="en-GB" sz="1400" dirty="0"/>
            <a:t>Useful to take SDS with you when seeking medical care after accidental  exposure to chemical. </a:t>
          </a:r>
          <a:endParaRPr lang="es-ES" sz="1400" dirty="0"/>
        </a:p>
      </dgm:t>
    </dgm:pt>
    <dgm:pt modelId="{0565D15B-B840-42BB-963C-42599380C3F1}" type="parTrans" cxnId="{F26F4E01-EACE-4A84-A2F1-C3D8896E7598}">
      <dgm:prSet/>
      <dgm:spPr/>
      <dgm:t>
        <a:bodyPr/>
        <a:lstStyle/>
        <a:p>
          <a:endParaRPr lang="en-US"/>
        </a:p>
      </dgm:t>
    </dgm:pt>
    <dgm:pt modelId="{B8935C87-88F6-488B-B772-F3BB6C45486C}" type="sibTrans" cxnId="{F26F4E01-EACE-4A84-A2F1-C3D8896E7598}">
      <dgm:prSet/>
      <dgm:spPr/>
      <dgm:t>
        <a:bodyPr/>
        <a:lstStyle/>
        <a:p>
          <a:endParaRPr lang="en-US"/>
        </a:p>
      </dgm:t>
    </dgm:pt>
    <dgm:pt modelId="{C7D8A815-D210-4B5B-940E-93FC04B08C8C}">
      <dgm:prSet custT="1"/>
      <dgm:spPr/>
      <dgm: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Additional information for medical personnel may be given under a heading such as “Notes for the doctor”. </a:t>
          </a:r>
          <a:endParaRPr lang="es-ES" sz="1400" kern="1200" dirty="0">
            <a:solidFill>
              <a:srgbClr val="63666A">
                <a:hueOff val="0"/>
                <a:satOff val="0"/>
                <a:lumOff val="0"/>
                <a:alphaOff val="0"/>
              </a:srgbClr>
            </a:solidFill>
            <a:latin typeface="GE Inspira Sans"/>
            <a:ea typeface="+mn-ea"/>
            <a:cs typeface="+mn-cs"/>
          </a:endParaRPr>
        </a:p>
      </dgm:t>
    </dgm:pt>
    <dgm:pt modelId="{3CFBBEAE-5811-459F-9EAD-7D2F59290CF8}" type="parTrans" cxnId="{F8C30436-2082-474D-89CC-E5AAF87CD397}">
      <dgm:prSet/>
      <dgm:spPr/>
      <dgm:t>
        <a:bodyPr/>
        <a:lstStyle/>
        <a:p>
          <a:endParaRPr lang="en-US"/>
        </a:p>
      </dgm:t>
    </dgm:pt>
    <dgm:pt modelId="{1FA7AA14-1AEB-49A2-9B90-A4EF7BA32449}" type="sibTrans" cxnId="{F8C30436-2082-474D-89CC-E5AAF87CD397}">
      <dgm:prSet/>
      <dgm:spPr/>
      <dgm:t>
        <a:bodyPr/>
        <a:lstStyle/>
        <a:p>
          <a:endParaRPr lang="en-US"/>
        </a:p>
      </dgm:t>
    </dgm:pt>
    <dgm:pt modelId="{9211BA6C-63CF-4060-95D1-011DA561E9DF}" type="pres">
      <dgm:prSet presAssocID="{268384BC-7733-4C60-A12B-104832D00640}" presName="vert0" presStyleCnt="0">
        <dgm:presLayoutVars>
          <dgm:dir/>
          <dgm:animOne val="branch"/>
          <dgm:animLvl val="lvl"/>
        </dgm:presLayoutVars>
      </dgm:prSet>
      <dgm:spPr/>
    </dgm:pt>
    <dgm:pt modelId="{AF84C78B-D6D1-4B8F-B38B-AEF3E8DCB001}" type="pres">
      <dgm:prSet presAssocID="{08F98371-773B-4560-8780-EF4D5770E50A}" presName="thickLine" presStyleLbl="alignNode1" presStyleIdx="0" presStyleCnt="4"/>
      <dgm:spPr/>
    </dgm:pt>
    <dgm:pt modelId="{574C6E69-753E-4BB2-A9C3-4213923E65D4}" type="pres">
      <dgm:prSet presAssocID="{08F98371-773B-4560-8780-EF4D5770E50A}" presName="horz1" presStyleCnt="0"/>
      <dgm:spPr/>
    </dgm:pt>
    <dgm:pt modelId="{B241C34E-4BAA-4D5B-BEA3-F389BB5BBF6E}" type="pres">
      <dgm:prSet presAssocID="{08F98371-773B-4560-8780-EF4D5770E50A}" presName="tx1" presStyleLbl="revTx" presStyleIdx="0" presStyleCnt="9"/>
      <dgm:spPr/>
    </dgm:pt>
    <dgm:pt modelId="{A6E78524-29A9-4686-961E-7D962BCE4F9E}" type="pres">
      <dgm:prSet presAssocID="{08F98371-773B-4560-8780-EF4D5770E50A}" presName="vert1" presStyleCnt="0"/>
      <dgm:spPr/>
    </dgm:pt>
    <dgm:pt modelId="{AC21267D-55E8-4D0B-B39B-D0CACF680520}" type="pres">
      <dgm:prSet presAssocID="{0FA1CCE9-FE72-42B2-9B99-DE41EB324389}" presName="vertSpace2a" presStyleCnt="0"/>
      <dgm:spPr/>
    </dgm:pt>
    <dgm:pt modelId="{33FE0757-2A0B-4BFA-A6C4-0255E2B0B51F}" type="pres">
      <dgm:prSet presAssocID="{0FA1CCE9-FE72-42B2-9B99-DE41EB324389}" presName="horz2" presStyleCnt="0"/>
      <dgm:spPr/>
    </dgm:pt>
    <dgm:pt modelId="{6679C6C2-0686-4021-8183-06CD6A69BC47}" type="pres">
      <dgm:prSet presAssocID="{0FA1CCE9-FE72-42B2-9B99-DE41EB324389}" presName="horzSpace2" presStyleCnt="0"/>
      <dgm:spPr/>
    </dgm:pt>
    <dgm:pt modelId="{B07BCB25-BD90-4A82-9241-EDEFD3BF49B1}" type="pres">
      <dgm:prSet presAssocID="{0FA1CCE9-FE72-42B2-9B99-DE41EB324389}" presName="tx2" presStyleLbl="revTx" presStyleIdx="1" presStyleCnt="9"/>
      <dgm:spPr/>
    </dgm:pt>
    <dgm:pt modelId="{D47C9001-36AD-4039-8CC9-DBA4D3C73013}" type="pres">
      <dgm:prSet presAssocID="{0FA1CCE9-FE72-42B2-9B99-DE41EB324389}" presName="vert2" presStyleCnt="0"/>
      <dgm:spPr/>
    </dgm:pt>
    <dgm:pt modelId="{832E6DD0-8A4A-477B-9F06-BDCACAC890A9}" type="pres">
      <dgm:prSet presAssocID="{0FA1CCE9-FE72-42B2-9B99-DE41EB324389}" presName="thinLine2b" presStyleLbl="callout" presStyleIdx="0" presStyleCnt="5"/>
      <dgm:spPr/>
    </dgm:pt>
    <dgm:pt modelId="{5F69697C-64CF-46BF-80AA-8D1E56EBDA23}" type="pres">
      <dgm:prSet presAssocID="{0FA1CCE9-FE72-42B2-9B99-DE41EB324389}" presName="vertSpace2b" presStyleCnt="0"/>
      <dgm:spPr/>
    </dgm:pt>
    <dgm:pt modelId="{F54FD978-2BA4-4889-8AC7-FBBD23C067C3}" type="pres">
      <dgm:prSet presAssocID="{99356CCE-0723-4786-BFE1-0958EC11F805}" presName="horz2" presStyleCnt="0"/>
      <dgm:spPr/>
    </dgm:pt>
    <dgm:pt modelId="{8845252F-BC62-4280-997D-8A6B27A83E4C}" type="pres">
      <dgm:prSet presAssocID="{99356CCE-0723-4786-BFE1-0958EC11F805}" presName="horzSpace2" presStyleCnt="0"/>
      <dgm:spPr/>
    </dgm:pt>
    <dgm:pt modelId="{D7F0E473-20A7-44E1-BF5A-400834570422}" type="pres">
      <dgm:prSet presAssocID="{99356CCE-0723-4786-BFE1-0958EC11F805}" presName="tx2" presStyleLbl="revTx" presStyleIdx="2" presStyleCnt="9"/>
      <dgm:spPr/>
    </dgm:pt>
    <dgm:pt modelId="{4E33D5B0-89B9-4F96-953D-A8C04BF6389B}" type="pres">
      <dgm:prSet presAssocID="{99356CCE-0723-4786-BFE1-0958EC11F805}" presName="vert2" presStyleCnt="0"/>
      <dgm:spPr/>
    </dgm:pt>
    <dgm:pt modelId="{52146940-5E46-459D-BFC4-2FC8A3C079D5}" type="pres">
      <dgm:prSet presAssocID="{99356CCE-0723-4786-BFE1-0958EC11F805}" presName="thinLine2b" presStyleLbl="callout" presStyleIdx="1" presStyleCnt="5"/>
      <dgm:spPr/>
    </dgm:pt>
    <dgm:pt modelId="{2B20B098-900B-444D-A873-98EA98207ECF}" type="pres">
      <dgm:prSet presAssocID="{99356CCE-0723-4786-BFE1-0958EC11F805}" presName="vertSpace2b" presStyleCnt="0"/>
      <dgm:spPr/>
    </dgm:pt>
    <dgm:pt modelId="{37112FF3-D473-4612-AB51-9413D542C642}" type="pres">
      <dgm:prSet presAssocID="{24E13FF1-C466-4FF8-BF94-8783DD00ED68}" presName="horz2" presStyleCnt="0"/>
      <dgm:spPr/>
    </dgm:pt>
    <dgm:pt modelId="{78184D6C-C9D2-4B93-ABB5-9928091D52CC}" type="pres">
      <dgm:prSet presAssocID="{24E13FF1-C466-4FF8-BF94-8783DD00ED68}" presName="horzSpace2" presStyleCnt="0"/>
      <dgm:spPr/>
    </dgm:pt>
    <dgm:pt modelId="{B0485DAF-D161-4A81-AE12-01A1FCC49ADA}" type="pres">
      <dgm:prSet presAssocID="{24E13FF1-C466-4FF8-BF94-8783DD00ED68}" presName="tx2" presStyleLbl="revTx" presStyleIdx="3" presStyleCnt="9"/>
      <dgm:spPr/>
    </dgm:pt>
    <dgm:pt modelId="{89F236EA-E959-4F78-8511-FB6DFCD443BE}" type="pres">
      <dgm:prSet presAssocID="{24E13FF1-C466-4FF8-BF94-8783DD00ED68}" presName="vert2" presStyleCnt="0"/>
      <dgm:spPr/>
    </dgm:pt>
    <dgm:pt modelId="{97B84883-9A4B-4AE1-9BC6-0B2489244FAD}" type="pres">
      <dgm:prSet presAssocID="{24E13FF1-C466-4FF8-BF94-8783DD00ED68}" presName="thinLine2b" presStyleLbl="callout" presStyleIdx="2" presStyleCnt="5"/>
      <dgm:spPr/>
    </dgm:pt>
    <dgm:pt modelId="{CF50248D-B4DC-43EB-B13F-8E27EA6F5C53}" type="pres">
      <dgm:prSet presAssocID="{24E13FF1-C466-4FF8-BF94-8783DD00ED68}" presName="vertSpace2b" presStyleCnt="0"/>
      <dgm:spPr/>
    </dgm:pt>
    <dgm:pt modelId="{77C7F944-84B3-4620-9F1D-EB31D6FBDCC3}" type="pres">
      <dgm:prSet presAssocID="{D210A15A-82CE-4490-99C3-01C347610F11}" presName="thickLine" presStyleLbl="alignNode1" presStyleIdx="1" presStyleCnt="4"/>
      <dgm:spPr/>
    </dgm:pt>
    <dgm:pt modelId="{CDCCFA45-A2E1-4BE7-AE9E-5348722DD52F}" type="pres">
      <dgm:prSet presAssocID="{D210A15A-82CE-4490-99C3-01C347610F11}" presName="horz1" presStyleCnt="0"/>
      <dgm:spPr/>
    </dgm:pt>
    <dgm:pt modelId="{80770AF1-3A4B-4BA4-9804-41D72EDC2F5B}" type="pres">
      <dgm:prSet presAssocID="{D210A15A-82CE-4490-99C3-01C347610F11}" presName="tx1" presStyleLbl="revTx" presStyleIdx="4" presStyleCnt="9" custScaleY="69806"/>
      <dgm:spPr/>
    </dgm:pt>
    <dgm:pt modelId="{5525AFD5-0868-4E63-B2ED-D7A0D6460C20}" type="pres">
      <dgm:prSet presAssocID="{D210A15A-82CE-4490-99C3-01C347610F11}" presName="vert1" presStyleCnt="0"/>
      <dgm:spPr/>
    </dgm:pt>
    <dgm:pt modelId="{9E8F1833-7465-42AB-B749-84F03E7E8EA6}" type="pres">
      <dgm:prSet presAssocID="{E3DB276A-063B-4B01-9773-501DF9EF5C1E}" presName="vertSpace2a" presStyleCnt="0"/>
      <dgm:spPr/>
    </dgm:pt>
    <dgm:pt modelId="{2A7838E2-9755-4CE2-B564-7B6A964E2763}" type="pres">
      <dgm:prSet presAssocID="{E3DB276A-063B-4B01-9773-501DF9EF5C1E}" presName="horz2" presStyleCnt="0"/>
      <dgm:spPr/>
    </dgm:pt>
    <dgm:pt modelId="{6CA11FEB-7FD6-4794-90CF-9A131A1586CB}" type="pres">
      <dgm:prSet presAssocID="{E3DB276A-063B-4B01-9773-501DF9EF5C1E}" presName="horzSpace2" presStyleCnt="0"/>
      <dgm:spPr/>
    </dgm:pt>
    <dgm:pt modelId="{C69D91D6-7802-48E3-974D-AD340A49B1A4}" type="pres">
      <dgm:prSet presAssocID="{E3DB276A-063B-4B01-9773-501DF9EF5C1E}" presName="tx2" presStyleLbl="revTx" presStyleIdx="5" presStyleCnt="9" custScaleY="27742"/>
      <dgm:spPr/>
    </dgm:pt>
    <dgm:pt modelId="{AC1CCB59-09B4-4189-B6E0-D72EE5019C61}" type="pres">
      <dgm:prSet presAssocID="{E3DB276A-063B-4B01-9773-501DF9EF5C1E}" presName="vert2" presStyleCnt="0"/>
      <dgm:spPr/>
    </dgm:pt>
    <dgm:pt modelId="{60195580-4ACE-4F5A-8033-D94F76BE9F94}" type="pres">
      <dgm:prSet presAssocID="{E3DB276A-063B-4B01-9773-501DF9EF5C1E}" presName="thinLine2b" presStyleLbl="callout" presStyleIdx="3" presStyleCnt="5"/>
      <dgm:spPr/>
    </dgm:pt>
    <dgm:pt modelId="{69B59B65-9F53-4212-A727-DE3280D5E7C4}" type="pres">
      <dgm:prSet presAssocID="{E3DB276A-063B-4B01-9773-501DF9EF5C1E}" presName="vertSpace2b" presStyleCnt="0"/>
      <dgm:spPr/>
    </dgm:pt>
    <dgm:pt modelId="{9ADA99DF-C9AC-46CE-A5A4-8A7C65DAEAB9}" type="pres">
      <dgm:prSet presAssocID="{92CBDAA0-774C-4CF2-8D2A-2DAA3FA6E62E}" presName="horz2" presStyleCnt="0"/>
      <dgm:spPr/>
    </dgm:pt>
    <dgm:pt modelId="{2073F848-4236-4F2F-B8C8-5F62CA573766}" type="pres">
      <dgm:prSet presAssocID="{92CBDAA0-774C-4CF2-8D2A-2DAA3FA6E62E}" presName="horzSpace2" presStyleCnt="0"/>
      <dgm:spPr/>
    </dgm:pt>
    <dgm:pt modelId="{29B78FB5-2918-48A2-B611-44A0C61FF227}" type="pres">
      <dgm:prSet presAssocID="{92CBDAA0-774C-4CF2-8D2A-2DAA3FA6E62E}" presName="tx2" presStyleLbl="revTx" presStyleIdx="6" presStyleCnt="9" custScaleY="30960"/>
      <dgm:spPr/>
    </dgm:pt>
    <dgm:pt modelId="{8C1A4E7B-E0FA-416D-B9FB-20A1DA44DBAB}" type="pres">
      <dgm:prSet presAssocID="{92CBDAA0-774C-4CF2-8D2A-2DAA3FA6E62E}" presName="vert2" presStyleCnt="0"/>
      <dgm:spPr/>
    </dgm:pt>
    <dgm:pt modelId="{E109ACDD-98C9-438F-8C75-1003BFBE1A91}" type="pres">
      <dgm:prSet presAssocID="{92CBDAA0-774C-4CF2-8D2A-2DAA3FA6E62E}" presName="thinLine2b" presStyleLbl="callout" presStyleIdx="4" presStyleCnt="5"/>
      <dgm:spPr/>
    </dgm:pt>
    <dgm:pt modelId="{88E4509F-608E-464E-9B2B-ED2D179E81DE}" type="pres">
      <dgm:prSet presAssocID="{92CBDAA0-774C-4CF2-8D2A-2DAA3FA6E62E}" presName="vertSpace2b" presStyleCnt="0"/>
      <dgm:spPr/>
    </dgm:pt>
    <dgm:pt modelId="{A6108E32-ECED-4F54-AFCD-4A20C5CDBB89}" type="pres">
      <dgm:prSet presAssocID="{6BB65464-2DC5-4A4F-946B-B75D35EADB3C}" presName="thickLine" presStyleLbl="alignNode1" presStyleIdx="2" presStyleCnt="4"/>
      <dgm:spPr/>
    </dgm:pt>
    <dgm:pt modelId="{6624875B-6EC8-4A67-9AF2-EBEB7F52C5A7}" type="pres">
      <dgm:prSet presAssocID="{6BB65464-2DC5-4A4F-946B-B75D35EADB3C}" presName="horz1" presStyleCnt="0"/>
      <dgm:spPr/>
    </dgm:pt>
    <dgm:pt modelId="{FC0DB701-295A-432F-9CDD-01ED4ABDF415}" type="pres">
      <dgm:prSet presAssocID="{6BB65464-2DC5-4A4F-946B-B75D35EADB3C}" presName="tx1" presStyleLbl="revTx" presStyleIdx="7" presStyleCnt="9" custScaleX="500000" custScaleY="58940"/>
      <dgm:spPr/>
    </dgm:pt>
    <dgm:pt modelId="{DBB52A09-1A56-492F-8615-0F4344D392DE}" type="pres">
      <dgm:prSet presAssocID="{6BB65464-2DC5-4A4F-946B-B75D35EADB3C}" presName="vert1" presStyleCnt="0"/>
      <dgm:spPr/>
    </dgm:pt>
    <dgm:pt modelId="{BEAD3E2B-56FE-4A94-BD7C-54983952140A}" type="pres">
      <dgm:prSet presAssocID="{C7D8A815-D210-4B5B-940E-93FC04B08C8C}" presName="thickLine" presStyleLbl="alignNode1" presStyleIdx="3" presStyleCnt="4"/>
      <dgm:spPr/>
    </dgm:pt>
    <dgm:pt modelId="{95E03DC1-7EDF-46F7-8763-1F36924A20BD}" type="pres">
      <dgm:prSet presAssocID="{C7D8A815-D210-4B5B-940E-93FC04B08C8C}" presName="horz1" presStyleCnt="0"/>
      <dgm:spPr/>
    </dgm:pt>
    <dgm:pt modelId="{DBC6D9A5-6883-4197-9F79-7A9F92FE3768}" type="pres">
      <dgm:prSet presAssocID="{C7D8A815-D210-4B5B-940E-93FC04B08C8C}" presName="tx1" presStyleLbl="revTx" presStyleIdx="8" presStyleCnt="9" custScaleX="500000"/>
      <dgm:spPr/>
    </dgm:pt>
    <dgm:pt modelId="{CF6D9912-1EC6-48A9-8583-14F1FC6C2575}" type="pres">
      <dgm:prSet presAssocID="{C7D8A815-D210-4B5B-940E-93FC04B08C8C}" presName="vert1" presStyleCnt="0"/>
      <dgm:spPr/>
    </dgm:pt>
  </dgm:ptLst>
  <dgm:cxnLst>
    <dgm:cxn modelId="{F26F4E01-EACE-4A84-A2F1-C3D8896E7598}" srcId="{268384BC-7733-4C60-A12B-104832D00640}" destId="{6BB65464-2DC5-4A4F-946B-B75D35EADB3C}" srcOrd="2" destOrd="0" parTransId="{0565D15B-B840-42BB-963C-42599380C3F1}" sibTransId="{B8935C87-88F6-488B-B772-F3BB6C45486C}"/>
    <dgm:cxn modelId="{1EAEC704-B7CD-47D7-A1C5-353B9106F3E1}" srcId="{08F98371-773B-4560-8780-EF4D5770E50A}" destId="{24E13FF1-C466-4FF8-BF94-8783DD00ED68}" srcOrd="2" destOrd="0" parTransId="{B0289B4F-0FC7-444C-8118-88DFEB86C15C}" sibTransId="{606D6F10-AB40-4F46-8932-60281D4112B4}"/>
    <dgm:cxn modelId="{BF105907-6E94-4D60-BB83-F9728ABCD74A}" type="presOf" srcId="{E3DB276A-063B-4B01-9773-501DF9EF5C1E}" destId="{C69D91D6-7802-48E3-974D-AD340A49B1A4}" srcOrd="0" destOrd="0" presId="urn:microsoft.com/office/officeart/2008/layout/LinedList"/>
    <dgm:cxn modelId="{2BCD6B0B-1910-4DB9-B35A-7A29C0F332F2}" type="presOf" srcId="{0FA1CCE9-FE72-42B2-9B99-DE41EB324389}" destId="{B07BCB25-BD90-4A82-9241-EDEFD3BF49B1}" srcOrd="0" destOrd="0" presId="urn:microsoft.com/office/officeart/2008/layout/LinedList"/>
    <dgm:cxn modelId="{70BC3918-E34C-4C02-AF53-9DCFEE360931}" type="presOf" srcId="{268384BC-7733-4C60-A12B-104832D00640}" destId="{9211BA6C-63CF-4060-95D1-011DA561E9DF}" srcOrd="0" destOrd="0" presId="urn:microsoft.com/office/officeart/2008/layout/LinedList"/>
    <dgm:cxn modelId="{FF864519-F02D-405E-A803-C1B556DD5494}" type="presOf" srcId="{D210A15A-82CE-4490-99C3-01C347610F11}" destId="{80770AF1-3A4B-4BA4-9804-41D72EDC2F5B}" srcOrd="0" destOrd="0" presId="urn:microsoft.com/office/officeart/2008/layout/LinedList"/>
    <dgm:cxn modelId="{5BA21B29-3657-43B8-9EE6-131233C8F4C4}" type="presOf" srcId="{08F98371-773B-4560-8780-EF4D5770E50A}" destId="{B241C34E-4BAA-4D5B-BEA3-F389BB5BBF6E}" srcOrd="0" destOrd="0" presId="urn:microsoft.com/office/officeart/2008/layout/LinedList"/>
    <dgm:cxn modelId="{F8C30436-2082-474D-89CC-E5AAF87CD397}" srcId="{268384BC-7733-4C60-A12B-104832D00640}" destId="{C7D8A815-D210-4B5B-940E-93FC04B08C8C}" srcOrd="3" destOrd="0" parTransId="{3CFBBEAE-5811-459F-9EAD-7D2F59290CF8}" sibTransId="{1FA7AA14-1AEB-49A2-9B90-A4EF7BA32449}"/>
    <dgm:cxn modelId="{5C015363-ACBF-4E3C-BBB1-97D91523A3C8}" srcId="{08F98371-773B-4560-8780-EF4D5770E50A}" destId="{0FA1CCE9-FE72-42B2-9B99-DE41EB324389}" srcOrd="0" destOrd="0" parTransId="{0B0BB15B-1BE3-4F50-9A5A-39C7B187789C}" sibTransId="{DBA8FCA4-5740-4E30-B62A-5077083DDBF9}"/>
    <dgm:cxn modelId="{58FBAC69-72F6-43EB-AEF1-EE922209C2CA}" srcId="{08F98371-773B-4560-8780-EF4D5770E50A}" destId="{99356CCE-0723-4786-BFE1-0958EC11F805}" srcOrd="1" destOrd="0" parTransId="{DB88C4A5-914E-4D49-A953-7A4727BC37DE}" sibTransId="{51A82EA4-E6BE-445D-93EC-61C370870013}"/>
    <dgm:cxn modelId="{E1741970-7A28-40C1-B3CC-03E7A0A8F4CA}" srcId="{D210A15A-82CE-4490-99C3-01C347610F11}" destId="{92CBDAA0-774C-4CF2-8D2A-2DAA3FA6E62E}" srcOrd="1" destOrd="0" parTransId="{3C8CC066-7A52-405A-8BC1-554703D61D99}" sibTransId="{3D423693-D5D2-46B6-B852-FC555F92C070}"/>
    <dgm:cxn modelId="{98AC7072-27A1-450B-8B67-5DD0451D993A}" type="presOf" srcId="{6BB65464-2DC5-4A4F-946B-B75D35EADB3C}" destId="{FC0DB701-295A-432F-9CDD-01ED4ABDF415}" srcOrd="0" destOrd="0" presId="urn:microsoft.com/office/officeart/2008/layout/LinedList"/>
    <dgm:cxn modelId="{A68E597A-E703-4674-A4D4-F2241290E131}" srcId="{D210A15A-82CE-4490-99C3-01C347610F11}" destId="{E3DB276A-063B-4B01-9773-501DF9EF5C1E}" srcOrd="0" destOrd="0" parTransId="{9EB29A30-CDFD-4574-90DB-395FD6FB9338}" sibTransId="{5F7775F7-F949-4F36-B717-AFE7E00EF342}"/>
    <dgm:cxn modelId="{0AC5BDAD-1268-44A8-AC88-13AC7EBA0FD7}" srcId="{268384BC-7733-4C60-A12B-104832D00640}" destId="{D210A15A-82CE-4490-99C3-01C347610F11}" srcOrd="1" destOrd="0" parTransId="{44F8784C-56BA-4A57-A87D-143290A52F5E}" sibTransId="{5E567C7C-6285-4129-91FE-F53A1FCF117E}"/>
    <dgm:cxn modelId="{EBF84BBE-FB18-43FF-9D9D-90EE74CB40AD}" type="presOf" srcId="{99356CCE-0723-4786-BFE1-0958EC11F805}" destId="{D7F0E473-20A7-44E1-BF5A-400834570422}" srcOrd="0" destOrd="0" presId="urn:microsoft.com/office/officeart/2008/layout/LinedList"/>
    <dgm:cxn modelId="{91154BC6-F0B8-498E-81E4-555CD06CF322}" srcId="{268384BC-7733-4C60-A12B-104832D00640}" destId="{08F98371-773B-4560-8780-EF4D5770E50A}" srcOrd="0" destOrd="0" parTransId="{C17CC1CB-9379-4C7F-9324-872A5DBB65EE}" sibTransId="{B017E760-0051-4A89-84A8-E7F9256338FD}"/>
    <dgm:cxn modelId="{B87BF6C9-992F-4005-9576-66D707D83C95}" type="presOf" srcId="{C7D8A815-D210-4B5B-940E-93FC04B08C8C}" destId="{DBC6D9A5-6883-4197-9F79-7A9F92FE3768}" srcOrd="0" destOrd="0" presId="urn:microsoft.com/office/officeart/2008/layout/LinedList"/>
    <dgm:cxn modelId="{15DDE9D4-4983-4464-9A04-59647B9A8D36}" type="presOf" srcId="{92CBDAA0-774C-4CF2-8D2A-2DAA3FA6E62E}" destId="{29B78FB5-2918-48A2-B611-44A0C61FF227}" srcOrd="0" destOrd="0" presId="urn:microsoft.com/office/officeart/2008/layout/LinedList"/>
    <dgm:cxn modelId="{400CC7DC-F12C-4840-8A99-8F3519416BD0}" type="presOf" srcId="{24E13FF1-C466-4FF8-BF94-8783DD00ED68}" destId="{B0485DAF-D161-4A81-AE12-01A1FCC49ADA}" srcOrd="0" destOrd="0" presId="urn:microsoft.com/office/officeart/2008/layout/LinedList"/>
    <dgm:cxn modelId="{A18FD32C-C0A0-449A-B5AD-2CD439BD5AAC}" type="presParOf" srcId="{9211BA6C-63CF-4060-95D1-011DA561E9DF}" destId="{AF84C78B-D6D1-4B8F-B38B-AEF3E8DCB001}" srcOrd="0" destOrd="0" presId="urn:microsoft.com/office/officeart/2008/layout/LinedList"/>
    <dgm:cxn modelId="{E103FA19-DF39-45E9-A947-FB6350B6744A}" type="presParOf" srcId="{9211BA6C-63CF-4060-95D1-011DA561E9DF}" destId="{574C6E69-753E-4BB2-A9C3-4213923E65D4}" srcOrd="1" destOrd="0" presId="urn:microsoft.com/office/officeart/2008/layout/LinedList"/>
    <dgm:cxn modelId="{4F5B17A8-77D9-432A-85D4-FBCCB4417BEA}" type="presParOf" srcId="{574C6E69-753E-4BB2-A9C3-4213923E65D4}" destId="{B241C34E-4BAA-4D5B-BEA3-F389BB5BBF6E}" srcOrd="0" destOrd="0" presId="urn:microsoft.com/office/officeart/2008/layout/LinedList"/>
    <dgm:cxn modelId="{939C3A89-5B21-44EE-948A-9017566790B8}" type="presParOf" srcId="{574C6E69-753E-4BB2-A9C3-4213923E65D4}" destId="{A6E78524-29A9-4686-961E-7D962BCE4F9E}" srcOrd="1" destOrd="0" presId="urn:microsoft.com/office/officeart/2008/layout/LinedList"/>
    <dgm:cxn modelId="{35AE90A7-6087-4CA6-91BF-087C7032AAB9}" type="presParOf" srcId="{A6E78524-29A9-4686-961E-7D962BCE4F9E}" destId="{AC21267D-55E8-4D0B-B39B-D0CACF680520}" srcOrd="0" destOrd="0" presId="urn:microsoft.com/office/officeart/2008/layout/LinedList"/>
    <dgm:cxn modelId="{AE1F05F7-8980-427B-9124-2E41129A704B}" type="presParOf" srcId="{A6E78524-29A9-4686-961E-7D962BCE4F9E}" destId="{33FE0757-2A0B-4BFA-A6C4-0255E2B0B51F}" srcOrd="1" destOrd="0" presId="urn:microsoft.com/office/officeart/2008/layout/LinedList"/>
    <dgm:cxn modelId="{88B4725F-DD03-467E-9706-D32DE38F36D1}" type="presParOf" srcId="{33FE0757-2A0B-4BFA-A6C4-0255E2B0B51F}" destId="{6679C6C2-0686-4021-8183-06CD6A69BC47}" srcOrd="0" destOrd="0" presId="urn:microsoft.com/office/officeart/2008/layout/LinedList"/>
    <dgm:cxn modelId="{C2C1AA00-D2B9-41DE-B18B-E95C73932DAB}" type="presParOf" srcId="{33FE0757-2A0B-4BFA-A6C4-0255E2B0B51F}" destId="{B07BCB25-BD90-4A82-9241-EDEFD3BF49B1}" srcOrd="1" destOrd="0" presId="urn:microsoft.com/office/officeart/2008/layout/LinedList"/>
    <dgm:cxn modelId="{D63B033D-FD88-4391-9336-AA1D0E745EA4}" type="presParOf" srcId="{33FE0757-2A0B-4BFA-A6C4-0255E2B0B51F}" destId="{D47C9001-36AD-4039-8CC9-DBA4D3C73013}" srcOrd="2" destOrd="0" presId="urn:microsoft.com/office/officeart/2008/layout/LinedList"/>
    <dgm:cxn modelId="{B37DA36E-F0F7-4F3E-B534-A7D32680FBEF}" type="presParOf" srcId="{A6E78524-29A9-4686-961E-7D962BCE4F9E}" destId="{832E6DD0-8A4A-477B-9F06-BDCACAC890A9}" srcOrd="2" destOrd="0" presId="urn:microsoft.com/office/officeart/2008/layout/LinedList"/>
    <dgm:cxn modelId="{5F6E38F2-379D-45BD-9B39-933B9342DF94}" type="presParOf" srcId="{A6E78524-29A9-4686-961E-7D962BCE4F9E}" destId="{5F69697C-64CF-46BF-80AA-8D1E56EBDA23}" srcOrd="3" destOrd="0" presId="urn:microsoft.com/office/officeart/2008/layout/LinedList"/>
    <dgm:cxn modelId="{FC2C00D0-40CC-4117-A2BA-9FE84B67037D}" type="presParOf" srcId="{A6E78524-29A9-4686-961E-7D962BCE4F9E}" destId="{F54FD978-2BA4-4889-8AC7-FBBD23C067C3}" srcOrd="4" destOrd="0" presId="urn:microsoft.com/office/officeart/2008/layout/LinedList"/>
    <dgm:cxn modelId="{A48A1894-6543-479F-873B-80FCA8E7F85F}" type="presParOf" srcId="{F54FD978-2BA4-4889-8AC7-FBBD23C067C3}" destId="{8845252F-BC62-4280-997D-8A6B27A83E4C}" srcOrd="0" destOrd="0" presId="urn:microsoft.com/office/officeart/2008/layout/LinedList"/>
    <dgm:cxn modelId="{3E93F9AD-3B06-4BF1-AE36-A2BF0935C7D2}" type="presParOf" srcId="{F54FD978-2BA4-4889-8AC7-FBBD23C067C3}" destId="{D7F0E473-20A7-44E1-BF5A-400834570422}" srcOrd="1" destOrd="0" presId="urn:microsoft.com/office/officeart/2008/layout/LinedList"/>
    <dgm:cxn modelId="{9CBB6D80-CA71-46E9-8742-6AD87BDE5931}" type="presParOf" srcId="{F54FD978-2BA4-4889-8AC7-FBBD23C067C3}" destId="{4E33D5B0-89B9-4F96-953D-A8C04BF6389B}" srcOrd="2" destOrd="0" presId="urn:microsoft.com/office/officeart/2008/layout/LinedList"/>
    <dgm:cxn modelId="{EBE82638-0697-4840-BA03-2CE301F126C8}" type="presParOf" srcId="{A6E78524-29A9-4686-961E-7D962BCE4F9E}" destId="{52146940-5E46-459D-BFC4-2FC8A3C079D5}" srcOrd="5" destOrd="0" presId="urn:microsoft.com/office/officeart/2008/layout/LinedList"/>
    <dgm:cxn modelId="{50A7F34C-0668-4147-9638-54D6C9D3E9E7}" type="presParOf" srcId="{A6E78524-29A9-4686-961E-7D962BCE4F9E}" destId="{2B20B098-900B-444D-A873-98EA98207ECF}" srcOrd="6" destOrd="0" presId="urn:microsoft.com/office/officeart/2008/layout/LinedList"/>
    <dgm:cxn modelId="{6EF9307C-3E3D-4E6B-8522-E2645E5DBEF1}" type="presParOf" srcId="{A6E78524-29A9-4686-961E-7D962BCE4F9E}" destId="{37112FF3-D473-4612-AB51-9413D542C642}" srcOrd="7" destOrd="0" presId="urn:microsoft.com/office/officeart/2008/layout/LinedList"/>
    <dgm:cxn modelId="{A579AEA7-7C72-4CE1-A758-CF5A3BC978A1}" type="presParOf" srcId="{37112FF3-D473-4612-AB51-9413D542C642}" destId="{78184D6C-C9D2-4B93-ABB5-9928091D52CC}" srcOrd="0" destOrd="0" presId="urn:microsoft.com/office/officeart/2008/layout/LinedList"/>
    <dgm:cxn modelId="{4D4A1055-4430-4596-BFB3-A226DD9E832F}" type="presParOf" srcId="{37112FF3-D473-4612-AB51-9413D542C642}" destId="{B0485DAF-D161-4A81-AE12-01A1FCC49ADA}" srcOrd="1" destOrd="0" presId="urn:microsoft.com/office/officeart/2008/layout/LinedList"/>
    <dgm:cxn modelId="{ACF90859-9C5C-462E-A635-E1EA3A451D34}" type="presParOf" srcId="{37112FF3-D473-4612-AB51-9413D542C642}" destId="{89F236EA-E959-4F78-8511-FB6DFCD443BE}" srcOrd="2" destOrd="0" presId="urn:microsoft.com/office/officeart/2008/layout/LinedList"/>
    <dgm:cxn modelId="{03D4B0B8-BBBE-43E2-A406-B6696D4E938B}" type="presParOf" srcId="{A6E78524-29A9-4686-961E-7D962BCE4F9E}" destId="{97B84883-9A4B-4AE1-9BC6-0B2489244FAD}" srcOrd="8" destOrd="0" presId="urn:microsoft.com/office/officeart/2008/layout/LinedList"/>
    <dgm:cxn modelId="{8F681410-5482-46D3-AD44-5EE093122C54}" type="presParOf" srcId="{A6E78524-29A9-4686-961E-7D962BCE4F9E}" destId="{CF50248D-B4DC-43EB-B13F-8E27EA6F5C53}" srcOrd="9" destOrd="0" presId="urn:microsoft.com/office/officeart/2008/layout/LinedList"/>
    <dgm:cxn modelId="{322440CF-D752-441D-A3F3-DB7DEFA96067}" type="presParOf" srcId="{9211BA6C-63CF-4060-95D1-011DA561E9DF}" destId="{77C7F944-84B3-4620-9F1D-EB31D6FBDCC3}" srcOrd="2" destOrd="0" presId="urn:microsoft.com/office/officeart/2008/layout/LinedList"/>
    <dgm:cxn modelId="{E5710488-C80E-46CB-BAD8-F3D98FE6AEC6}" type="presParOf" srcId="{9211BA6C-63CF-4060-95D1-011DA561E9DF}" destId="{CDCCFA45-A2E1-4BE7-AE9E-5348722DD52F}" srcOrd="3" destOrd="0" presId="urn:microsoft.com/office/officeart/2008/layout/LinedList"/>
    <dgm:cxn modelId="{C3A3E08E-302D-4D5B-A4C7-E2A323882D3A}" type="presParOf" srcId="{CDCCFA45-A2E1-4BE7-AE9E-5348722DD52F}" destId="{80770AF1-3A4B-4BA4-9804-41D72EDC2F5B}" srcOrd="0" destOrd="0" presId="urn:microsoft.com/office/officeart/2008/layout/LinedList"/>
    <dgm:cxn modelId="{9410C712-4E1B-43B1-9E01-3F47AE53F397}" type="presParOf" srcId="{CDCCFA45-A2E1-4BE7-AE9E-5348722DD52F}" destId="{5525AFD5-0868-4E63-B2ED-D7A0D6460C20}" srcOrd="1" destOrd="0" presId="urn:microsoft.com/office/officeart/2008/layout/LinedList"/>
    <dgm:cxn modelId="{693B993F-9F5D-4DD6-B5EF-BDE1040CDFB4}" type="presParOf" srcId="{5525AFD5-0868-4E63-B2ED-D7A0D6460C20}" destId="{9E8F1833-7465-42AB-B749-84F03E7E8EA6}" srcOrd="0" destOrd="0" presId="urn:microsoft.com/office/officeart/2008/layout/LinedList"/>
    <dgm:cxn modelId="{4E2DE505-ABC2-42F2-A01C-6BE39C7A9619}" type="presParOf" srcId="{5525AFD5-0868-4E63-B2ED-D7A0D6460C20}" destId="{2A7838E2-9755-4CE2-B564-7B6A964E2763}" srcOrd="1" destOrd="0" presId="urn:microsoft.com/office/officeart/2008/layout/LinedList"/>
    <dgm:cxn modelId="{45EB5C53-0B37-4136-8B29-1B2E661D7E5E}" type="presParOf" srcId="{2A7838E2-9755-4CE2-B564-7B6A964E2763}" destId="{6CA11FEB-7FD6-4794-90CF-9A131A1586CB}" srcOrd="0" destOrd="0" presId="urn:microsoft.com/office/officeart/2008/layout/LinedList"/>
    <dgm:cxn modelId="{C636169D-0831-40FE-9ED1-9CC22A1CED92}" type="presParOf" srcId="{2A7838E2-9755-4CE2-B564-7B6A964E2763}" destId="{C69D91D6-7802-48E3-974D-AD340A49B1A4}" srcOrd="1" destOrd="0" presId="urn:microsoft.com/office/officeart/2008/layout/LinedList"/>
    <dgm:cxn modelId="{6BF002F2-40B7-48BB-B7CA-CB5382BD4A10}" type="presParOf" srcId="{2A7838E2-9755-4CE2-B564-7B6A964E2763}" destId="{AC1CCB59-09B4-4189-B6E0-D72EE5019C61}" srcOrd="2" destOrd="0" presId="urn:microsoft.com/office/officeart/2008/layout/LinedList"/>
    <dgm:cxn modelId="{A4BCFEB0-C32E-431D-9BBD-57B92B39251E}" type="presParOf" srcId="{5525AFD5-0868-4E63-B2ED-D7A0D6460C20}" destId="{60195580-4ACE-4F5A-8033-D94F76BE9F94}" srcOrd="2" destOrd="0" presId="urn:microsoft.com/office/officeart/2008/layout/LinedList"/>
    <dgm:cxn modelId="{3BCC2D51-12E9-44C3-8576-C86E9BFC216E}" type="presParOf" srcId="{5525AFD5-0868-4E63-B2ED-D7A0D6460C20}" destId="{69B59B65-9F53-4212-A727-DE3280D5E7C4}" srcOrd="3" destOrd="0" presId="urn:microsoft.com/office/officeart/2008/layout/LinedList"/>
    <dgm:cxn modelId="{C2163F96-C5AD-4885-A38C-1251F492E259}" type="presParOf" srcId="{5525AFD5-0868-4E63-B2ED-D7A0D6460C20}" destId="{9ADA99DF-C9AC-46CE-A5A4-8A7C65DAEAB9}" srcOrd="4" destOrd="0" presId="urn:microsoft.com/office/officeart/2008/layout/LinedList"/>
    <dgm:cxn modelId="{DD362355-9B1A-4BE0-BFCA-C5C5D7457A72}" type="presParOf" srcId="{9ADA99DF-C9AC-46CE-A5A4-8A7C65DAEAB9}" destId="{2073F848-4236-4F2F-B8C8-5F62CA573766}" srcOrd="0" destOrd="0" presId="urn:microsoft.com/office/officeart/2008/layout/LinedList"/>
    <dgm:cxn modelId="{64151331-FE09-495D-A13A-E36DADFE3404}" type="presParOf" srcId="{9ADA99DF-C9AC-46CE-A5A4-8A7C65DAEAB9}" destId="{29B78FB5-2918-48A2-B611-44A0C61FF227}" srcOrd="1" destOrd="0" presId="urn:microsoft.com/office/officeart/2008/layout/LinedList"/>
    <dgm:cxn modelId="{25C6AB09-3AE9-47BD-8E76-21315EBF65EE}" type="presParOf" srcId="{9ADA99DF-C9AC-46CE-A5A4-8A7C65DAEAB9}" destId="{8C1A4E7B-E0FA-416D-B9FB-20A1DA44DBAB}" srcOrd="2" destOrd="0" presId="urn:microsoft.com/office/officeart/2008/layout/LinedList"/>
    <dgm:cxn modelId="{64150C89-6C77-42FA-9ADB-559C04DA2295}" type="presParOf" srcId="{5525AFD5-0868-4E63-B2ED-D7A0D6460C20}" destId="{E109ACDD-98C9-438F-8C75-1003BFBE1A91}" srcOrd="5" destOrd="0" presId="urn:microsoft.com/office/officeart/2008/layout/LinedList"/>
    <dgm:cxn modelId="{4F7B5C18-C4E4-4EEB-99A1-A212280C6C50}" type="presParOf" srcId="{5525AFD5-0868-4E63-B2ED-D7A0D6460C20}" destId="{88E4509F-608E-464E-9B2B-ED2D179E81DE}" srcOrd="6" destOrd="0" presId="urn:microsoft.com/office/officeart/2008/layout/LinedList"/>
    <dgm:cxn modelId="{4C1ED6F8-9FCF-41B1-AECF-C9EDBEAA2CF0}" type="presParOf" srcId="{9211BA6C-63CF-4060-95D1-011DA561E9DF}" destId="{A6108E32-ECED-4F54-AFCD-4A20C5CDBB89}" srcOrd="4" destOrd="0" presId="urn:microsoft.com/office/officeart/2008/layout/LinedList"/>
    <dgm:cxn modelId="{9FC97AEB-5AA0-4803-8FF2-194EDF6FFE06}" type="presParOf" srcId="{9211BA6C-63CF-4060-95D1-011DA561E9DF}" destId="{6624875B-6EC8-4A67-9AF2-EBEB7F52C5A7}" srcOrd="5" destOrd="0" presId="urn:microsoft.com/office/officeart/2008/layout/LinedList"/>
    <dgm:cxn modelId="{A04D68DF-76F2-4479-9FE7-D1DFEE3843AE}" type="presParOf" srcId="{6624875B-6EC8-4A67-9AF2-EBEB7F52C5A7}" destId="{FC0DB701-295A-432F-9CDD-01ED4ABDF415}" srcOrd="0" destOrd="0" presId="urn:microsoft.com/office/officeart/2008/layout/LinedList"/>
    <dgm:cxn modelId="{DBFBF9D8-0E8C-4212-9722-25DDD2DA332E}" type="presParOf" srcId="{6624875B-6EC8-4A67-9AF2-EBEB7F52C5A7}" destId="{DBB52A09-1A56-492F-8615-0F4344D392DE}" srcOrd="1" destOrd="0" presId="urn:microsoft.com/office/officeart/2008/layout/LinedList"/>
    <dgm:cxn modelId="{76FE5D9E-CA00-4BB5-BD62-EB1FC1B34104}" type="presParOf" srcId="{9211BA6C-63CF-4060-95D1-011DA561E9DF}" destId="{BEAD3E2B-56FE-4A94-BD7C-54983952140A}" srcOrd="6" destOrd="0" presId="urn:microsoft.com/office/officeart/2008/layout/LinedList"/>
    <dgm:cxn modelId="{47130C72-75F0-4BE7-A250-9D71C3764EE1}" type="presParOf" srcId="{9211BA6C-63CF-4060-95D1-011DA561E9DF}" destId="{95E03DC1-7EDF-46F7-8763-1F36924A20BD}" srcOrd="7" destOrd="0" presId="urn:microsoft.com/office/officeart/2008/layout/LinedList"/>
    <dgm:cxn modelId="{B5420D24-32B6-496D-B57B-5C66D3392321}" type="presParOf" srcId="{95E03DC1-7EDF-46F7-8763-1F36924A20BD}" destId="{DBC6D9A5-6883-4197-9F79-7A9F92FE3768}" srcOrd="0" destOrd="0" presId="urn:microsoft.com/office/officeart/2008/layout/LinedList"/>
    <dgm:cxn modelId="{ECE76A57-88E0-4766-9314-5D97AF141E07}" type="presParOf" srcId="{95E03DC1-7EDF-46F7-8763-1F36924A20BD}" destId="{CF6D9912-1EC6-48A9-8583-14F1FC6C2575}"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7A7EB6F-BD93-4A53-BE82-636E2D52624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2148762-466B-41AE-A4B3-F35192F6D639}">
      <dgm:prSet custT="1"/>
      <dgm:spPr/>
      <dgm:t>
        <a:bodyPr/>
        <a:lstStyle/>
        <a:p>
          <a:r>
            <a:rPr lang="en-GB" sz="1400" dirty="0"/>
            <a:t>Gives info on</a:t>
          </a:r>
          <a:endParaRPr lang="es-ES" sz="1400" dirty="0"/>
        </a:p>
      </dgm:t>
    </dgm:pt>
    <dgm:pt modelId="{1A05C5F0-4F93-4411-A86F-DFA45FDFE067}" type="parTrans" cxnId="{10990149-3C07-43AA-BDB6-3D7B93A6530F}">
      <dgm:prSet/>
      <dgm:spPr/>
      <dgm:t>
        <a:bodyPr/>
        <a:lstStyle/>
        <a:p>
          <a:endParaRPr lang="en-US" sz="1400"/>
        </a:p>
      </dgm:t>
    </dgm:pt>
    <dgm:pt modelId="{95FE79CE-D972-4559-8FEA-0E89DDCD925B}" type="sibTrans" cxnId="{10990149-3C07-43AA-BDB6-3D7B93A6530F}">
      <dgm:prSet/>
      <dgm:spPr/>
      <dgm:t>
        <a:bodyPr/>
        <a:lstStyle/>
        <a:p>
          <a:endParaRPr lang="en-US" sz="1400"/>
        </a:p>
      </dgm:t>
    </dgm:pt>
    <dgm:pt modelId="{9FC9C5D9-6E9C-491B-AB51-6395AFF3EEE7}">
      <dgm:prSet custT="1"/>
      <dgm:spPr/>
      <dgm:t>
        <a:bodyPr/>
        <a:lstStyle/>
        <a:p>
          <a:r>
            <a:rPr lang="en-GB" sz="1400" dirty="0"/>
            <a:t>May also contain specific information for firefighters (e.g.  special PPE). </a:t>
          </a:r>
          <a:endParaRPr lang="es-ES" sz="1400" dirty="0"/>
        </a:p>
      </dgm:t>
    </dgm:pt>
    <dgm:pt modelId="{EB8DE82A-411F-4978-A769-23B267766216}" type="parTrans" cxnId="{24220ABA-BD13-4D82-BFB0-FD3CB73FDF65}">
      <dgm:prSet/>
      <dgm:spPr/>
      <dgm:t>
        <a:bodyPr/>
        <a:lstStyle/>
        <a:p>
          <a:endParaRPr lang="en-US" sz="1400"/>
        </a:p>
      </dgm:t>
    </dgm:pt>
    <dgm:pt modelId="{61BA5250-783C-4A55-9344-E8A6E482986E}" type="sibTrans" cxnId="{24220ABA-BD13-4D82-BFB0-FD3CB73FDF65}">
      <dgm:prSet/>
      <dgm:spPr/>
      <dgm:t>
        <a:bodyPr/>
        <a:lstStyle/>
        <a:p>
          <a:endParaRPr lang="en-US" sz="1400"/>
        </a:p>
      </dgm:t>
    </dgm:pt>
    <dgm:pt modelId="{EA8DC42D-BABD-48D2-8C37-7E3A08FD2BED}">
      <dgm:prSet custT="1"/>
      <dgm:spPr/>
      <dgm:t>
        <a:bodyPr/>
        <a:lstStyle/>
        <a:p>
          <a:r>
            <a:rPr lang="en-GB" sz="1300" dirty="0"/>
            <a:t>Firefighting measures</a:t>
          </a:r>
          <a:endParaRPr lang="es-ES" sz="1300" dirty="0"/>
        </a:p>
      </dgm:t>
    </dgm:pt>
    <dgm:pt modelId="{2BDD71EF-FC56-4EE3-8A5E-33CE8B381093}" type="parTrans" cxnId="{5BEB9290-F210-4557-99D4-0AC65CFAA997}">
      <dgm:prSet/>
      <dgm:spPr/>
      <dgm:t>
        <a:bodyPr/>
        <a:lstStyle/>
        <a:p>
          <a:endParaRPr lang="en-US"/>
        </a:p>
      </dgm:t>
    </dgm:pt>
    <dgm:pt modelId="{2B8CB2E8-8654-437B-BB2D-CFBEC471F3C5}" type="sibTrans" cxnId="{5BEB9290-F210-4557-99D4-0AC65CFAA997}">
      <dgm:prSet/>
      <dgm:spPr/>
      <dgm:t>
        <a:bodyPr/>
        <a:lstStyle/>
        <a:p>
          <a:endParaRPr lang="en-US"/>
        </a:p>
      </dgm:t>
    </dgm:pt>
    <dgm:pt modelId="{F664CD12-E8DF-4FBD-9566-651E768E129C}">
      <dgm:prSet custT="1"/>
      <dgm:spPr/>
      <dgm:t>
        <a:bodyPr/>
        <a:lstStyle/>
        <a:p>
          <a:r>
            <a:rPr lang="en-GB" sz="1300" dirty="0"/>
            <a:t>Possible hazards arising in case of fire such as </a:t>
          </a:r>
        </a:p>
        <a:p>
          <a:r>
            <a:rPr lang="en-GB" sz="1300" dirty="0"/>
            <a:t>-  hazardous combustion products or</a:t>
          </a:r>
        </a:p>
        <a:p>
          <a:r>
            <a:rPr lang="en-GB" sz="1300" dirty="0"/>
            <a:t>-  vapour cloud explosion risks.</a:t>
          </a:r>
          <a:endParaRPr lang="es-ES" sz="1300" dirty="0"/>
        </a:p>
      </dgm:t>
    </dgm:pt>
    <dgm:pt modelId="{66F49A21-83B0-45B8-BEC7-22CF3AC41621}" type="parTrans" cxnId="{8350FC17-3BEB-4106-9001-65515E8008A6}">
      <dgm:prSet/>
      <dgm:spPr/>
      <dgm:t>
        <a:bodyPr/>
        <a:lstStyle/>
        <a:p>
          <a:endParaRPr lang="en-US"/>
        </a:p>
      </dgm:t>
    </dgm:pt>
    <dgm:pt modelId="{2557A975-4EB3-4334-82A2-18F5CD78580A}" type="sibTrans" cxnId="{8350FC17-3BEB-4106-9001-65515E8008A6}">
      <dgm:prSet/>
      <dgm:spPr/>
      <dgm:t>
        <a:bodyPr/>
        <a:lstStyle/>
        <a:p>
          <a:endParaRPr lang="en-US"/>
        </a:p>
      </dgm:t>
    </dgm:pt>
    <dgm:pt modelId="{EE3B7AFD-3B90-45BA-B632-44E55512F951}">
      <dgm:prSet custT="1"/>
      <dgm:spPr>
        <a:noFill/>
        <a:ln>
          <a:noFill/>
        </a:ln>
        <a:effectLst/>
      </dgm:spPr>
      <dgm:t>
        <a:bodyPr spcFirstLastPara="0" vert="horz" wrap="square" lIns="53340" tIns="53340" rIns="53340" bIns="53340" numCol="1" spcCol="1270" anchor="t" anchorCtr="0"/>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Pay special attention to unsuitable extinguishing media described in Section 5.1</a:t>
          </a:r>
          <a:endParaRPr lang="es-ES" sz="1400" kern="1200" dirty="0">
            <a:solidFill>
              <a:srgbClr val="63666A">
                <a:hueOff val="0"/>
                <a:satOff val="0"/>
                <a:lumOff val="0"/>
                <a:alphaOff val="0"/>
              </a:srgbClr>
            </a:solidFill>
            <a:latin typeface="GE Inspira Sans"/>
            <a:ea typeface="+mn-ea"/>
            <a:cs typeface="+mn-cs"/>
          </a:endParaRPr>
        </a:p>
      </dgm:t>
    </dgm:pt>
    <dgm:pt modelId="{FB274DB4-DABD-485B-B6E0-A7471A42FF79}" type="parTrans" cxnId="{C551E6F2-0FE1-49B3-8C5F-07C8F15350DA}">
      <dgm:prSet/>
      <dgm:spPr/>
      <dgm:t>
        <a:bodyPr/>
        <a:lstStyle/>
        <a:p>
          <a:endParaRPr lang="en-US"/>
        </a:p>
      </dgm:t>
    </dgm:pt>
    <dgm:pt modelId="{FBB81D69-3541-439E-BA1B-17EA626D00BE}" type="sibTrans" cxnId="{C551E6F2-0FE1-49B3-8C5F-07C8F15350DA}">
      <dgm:prSet/>
      <dgm:spPr/>
      <dgm:t>
        <a:bodyPr/>
        <a:lstStyle/>
        <a:p>
          <a:endParaRPr lang="en-US"/>
        </a:p>
      </dgm:t>
    </dgm:pt>
    <dgm:pt modelId="{49C4D711-DD88-45D8-8E00-FEB95D1C5EE5}">
      <dgm:prSet custT="1"/>
      <dgm:spPr/>
      <dgm: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Their use may cause chemical or physical reactions resulting  in an additional potential hazard.</a:t>
          </a:r>
        </a:p>
      </dgm:t>
    </dgm:pt>
    <dgm:pt modelId="{DE308680-9F18-46D6-BEEF-FA14754653B1}" type="parTrans" cxnId="{0500F881-1C4D-4FE6-938D-7DA8A70004F6}">
      <dgm:prSet/>
      <dgm:spPr/>
      <dgm:t>
        <a:bodyPr/>
        <a:lstStyle/>
        <a:p>
          <a:endParaRPr lang="en-US"/>
        </a:p>
      </dgm:t>
    </dgm:pt>
    <dgm:pt modelId="{D80BA8E5-7224-437A-AA4C-6B04BD44720B}" type="sibTrans" cxnId="{0500F881-1C4D-4FE6-938D-7DA8A70004F6}">
      <dgm:prSet/>
      <dgm:spPr/>
      <dgm:t>
        <a:bodyPr/>
        <a:lstStyle/>
        <a:p>
          <a:endParaRPr lang="en-US"/>
        </a:p>
      </dgm:t>
    </dgm:pt>
    <dgm:pt modelId="{914C974C-DF6B-4256-911C-71DC913D9718}" type="pres">
      <dgm:prSet presAssocID="{47A7EB6F-BD93-4A53-BE82-636E2D526240}" presName="vert0" presStyleCnt="0">
        <dgm:presLayoutVars>
          <dgm:dir/>
          <dgm:animOne val="branch"/>
          <dgm:animLvl val="lvl"/>
        </dgm:presLayoutVars>
      </dgm:prSet>
      <dgm:spPr/>
    </dgm:pt>
    <dgm:pt modelId="{6CBC3353-1B07-49FA-AEBD-E0C0C8987654}" type="pres">
      <dgm:prSet presAssocID="{F2148762-466B-41AE-A4B3-F35192F6D639}" presName="thickLine" presStyleLbl="alignNode1" presStyleIdx="0" presStyleCnt="4"/>
      <dgm:spPr/>
    </dgm:pt>
    <dgm:pt modelId="{0DF76849-094B-477B-9F06-8B65C87509C4}" type="pres">
      <dgm:prSet presAssocID="{F2148762-466B-41AE-A4B3-F35192F6D639}" presName="horz1" presStyleCnt="0"/>
      <dgm:spPr/>
    </dgm:pt>
    <dgm:pt modelId="{D6432CEE-5002-4416-AF5D-00E2D269E7C9}" type="pres">
      <dgm:prSet presAssocID="{F2148762-466B-41AE-A4B3-F35192F6D639}" presName="tx1" presStyleLbl="revTx" presStyleIdx="0" presStyleCnt="6" custScaleY="74397"/>
      <dgm:spPr/>
    </dgm:pt>
    <dgm:pt modelId="{14532E8A-58B7-429F-860A-CCF20C4BF782}" type="pres">
      <dgm:prSet presAssocID="{F2148762-466B-41AE-A4B3-F35192F6D639}" presName="vert1" presStyleCnt="0"/>
      <dgm:spPr/>
    </dgm:pt>
    <dgm:pt modelId="{A92460C7-8D86-410C-AD37-F8343FBD6BDB}" type="pres">
      <dgm:prSet presAssocID="{EA8DC42D-BABD-48D2-8C37-7E3A08FD2BED}" presName="vertSpace2a" presStyleCnt="0"/>
      <dgm:spPr/>
    </dgm:pt>
    <dgm:pt modelId="{C6BBED82-9198-479E-A613-6F7CBFF852C4}" type="pres">
      <dgm:prSet presAssocID="{EA8DC42D-BABD-48D2-8C37-7E3A08FD2BED}" presName="horz2" presStyleCnt="0"/>
      <dgm:spPr/>
    </dgm:pt>
    <dgm:pt modelId="{B400BB23-B48E-4030-B974-5A03F4502BA3}" type="pres">
      <dgm:prSet presAssocID="{EA8DC42D-BABD-48D2-8C37-7E3A08FD2BED}" presName="horzSpace2" presStyleCnt="0"/>
      <dgm:spPr/>
    </dgm:pt>
    <dgm:pt modelId="{63D7AF86-9B8D-4F9E-8E26-AD0E09F7A2EA}" type="pres">
      <dgm:prSet presAssocID="{EA8DC42D-BABD-48D2-8C37-7E3A08FD2BED}" presName="tx2" presStyleLbl="revTx" presStyleIdx="1" presStyleCnt="6" custScaleY="387608"/>
      <dgm:spPr/>
    </dgm:pt>
    <dgm:pt modelId="{60C5A0E8-A359-4230-8110-FE62AA714854}" type="pres">
      <dgm:prSet presAssocID="{EA8DC42D-BABD-48D2-8C37-7E3A08FD2BED}" presName="vert2" presStyleCnt="0"/>
      <dgm:spPr/>
    </dgm:pt>
    <dgm:pt modelId="{486F1495-726D-49C1-B8A7-16660B9A5D14}" type="pres">
      <dgm:prSet presAssocID="{EA8DC42D-BABD-48D2-8C37-7E3A08FD2BED}" presName="thinLine2b" presStyleLbl="callout" presStyleIdx="0" presStyleCnt="2"/>
      <dgm:spPr/>
    </dgm:pt>
    <dgm:pt modelId="{BA725E32-06A4-44DA-826A-A7C4CC007E5F}" type="pres">
      <dgm:prSet presAssocID="{EA8DC42D-BABD-48D2-8C37-7E3A08FD2BED}" presName="vertSpace2b" presStyleCnt="0"/>
      <dgm:spPr/>
    </dgm:pt>
    <dgm:pt modelId="{02FE17F8-5C92-488D-9066-D7D990C8AFFD}" type="pres">
      <dgm:prSet presAssocID="{F664CD12-E8DF-4FBD-9566-651E768E129C}" presName="horz2" presStyleCnt="0"/>
      <dgm:spPr/>
    </dgm:pt>
    <dgm:pt modelId="{6D4A8F07-399D-4F94-B6B3-F59CAEC35A0C}" type="pres">
      <dgm:prSet presAssocID="{F664CD12-E8DF-4FBD-9566-651E768E129C}" presName="horzSpace2" presStyleCnt="0"/>
      <dgm:spPr/>
    </dgm:pt>
    <dgm:pt modelId="{2A965F1F-4A90-44D4-A52C-2DCAAD7339FD}" type="pres">
      <dgm:prSet presAssocID="{F664CD12-E8DF-4FBD-9566-651E768E129C}" presName="tx2" presStyleLbl="revTx" presStyleIdx="2" presStyleCnt="6" custScaleY="589114"/>
      <dgm:spPr/>
    </dgm:pt>
    <dgm:pt modelId="{4C48858B-9045-4A64-9DC7-02EB90135692}" type="pres">
      <dgm:prSet presAssocID="{F664CD12-E8DF-4FBD-9566-651E768E129C}" presName="vert2" presStyleCnt="0"/>
      <dgm:spPr/>
    </dgm:pt>
    <dgm:pt modelId="{E045737B-60DF-4BAB-AB99-38177E256080}" type="pres">
      <dgm:prSet presAssocID="{F664CD12-E8DF-4FBD-9566-651E768E129C}" presName="thinLine2b" presStyleLbl="callout" presStyleIdx="1" presStyleCnt="2"/>
      <dgm:spPr/>
    </dgm:pt>
    <dgm:pt modelId="{27CBBF1F-7250-42AE-9A70-F82CF768AC5F}" type="pres">
      <dgm:prSet presAssocID="{F664CD12-E8DF-4FBD-9566-651E768E129C}" presName="vertSpace2b" presStyleCnt="0"/>
      <dgm:spPr/>
    </dgm:pt>
    <dgm:pt modelId="{E72F2183-803C-4815-8188-6ED7199AC2D1}" type="pres">
      <dgm:prSet presAssocID="{9FC9C5D9-6E9C-491B-AB51-6395AFF3EEE7}" presName="thickLine" presStyleLbl="alignNode1" presStyleIdx="1" presStyleCnt="4"/>
      <dgm:spPr/>
    </dgm:pt>
    <dgm:pt modelId="{3767E2E7-F9BA-4221-A109-40BF6F35DC10}" type="pres">
      <dgm:prSet presAssocID="{9FC9C5D9-6E9C-491B-AB51-6395AFF3EEE7}" presName="horz1" presStyleCnt="0"/>
      <dgm:spPr/>
    </dgm:pt>
    <dgm:pt modelId="{9B86997C-EDA6-4FC2-B352-31D4BD763E93}" type="pres">
      <dgm:prSet presAssocID="{9FC9C5D9-6E9C-491B-AB51-6395AFF3EEE7}" presName="tx1" presStyleLbl="revTx" presStyleIdx="3" presStyleCnt="6" custScaleX="500000" custScaleY="36583"/>
      <dgm:spPr/>
    </dgm:pt>
    <dgm:pt modelId="{A209AC2A-A372-429D-9661-A92D7566F70B}" type="pres">
      <dgm:prSet presAssocID="{9FC9C5D9-6E9C-491B-AB51-6395AFF3EEE7}" presName="vert1" presStyleCnt="0"/>
      <dgm:spPr/>
    </dgm:pt>
    <dgm:pt modelId="{8AE759D5-58F5-4B7D-935C-8FC8BDB7DFF1}" type="pres">
      <dgm:prSet presAssocID="{EE3B7AFD-3B90-45BA-B632-44E55512F951}" presName="thickLine" presStyleLbl="alignNode1" presStyleIdx="2" presStyleCnt="4"/>
      <dgm:spPr/>
    </dgm:pt>
    <dgm:pt modelId="{F38B5117-1E6D-490E-9C8F-B8B25AC8D504}" type="pres">
      <dgm:prSet presAssocID="{EE3B7AFD-3B90-45BA-B632-44E55512F951}" presName="horz1" presStyleCnt="0"/>
      <dgm:spPr/>
    </dgm:pt>
    <dgm:pt modelId="{DEE19C5E-C164-421D-8A8A-DF58040F520C}" type="pres">
      <dgm:prSet presAssocID="{EE3B7AFD-3B90-45BA-B632-44E55512F951}" presName="tx1" presStyleLbl="revTx" presStyleIdx="4" presStyleCnt="6" custScaleX="500000" custScaleY="36704"/>
      <dgm:spPr>
        <a:xfrm>
          <a:off x="0" y="1845893"/>
          <a:ext cx="4987093" cy="923074"/>
        </a:xfrm>
        <a:prstGeom prst="rect">
          <a:avLst/>
        </a:prstGeom>
      </dgm:spPr>
    </dgm:pt>
    <dgm:pt modelId="{EDBF06D1-8E55-438A-9B32-475B3323F922}" type="pres">
      <dgm:prSet presAssocID="{EE3B7AFD-3B90-45BA-B632-44E55512F951}" presName="vert1" presStyleCnt="0"/>
      <dgm:spPr/>
    </dgm:pt>
    <dgm:pt modelId="{2043FB82-3AA4-4095-A5D2-6993353D3719}" type="pres">
      <dgm:prSet presAssocID="{49C4D711-DD88-45D8-8E00-FEB95D1C5EE5}" presName="thickLine" presStyleLbl="alignNode1" presStyleIdx="3" presStyleCnt="4"/>
      <dgm:spPr/>
    </dgm:pt>
    <dgm:pt modelId="{A48466AE-03F4-4F3D-A302-72E9129F22D1}" type="pres">
      <dgm:prSet presAssocID="{49C4D711-DD88-45D8-8E00-FEB95D1C5EE5}" presName="horz1" presStyleCnt="0"/>
      <dgm:spPr/>
    </dgm:pt>
    <dgm:pt modelId="{9DC4A069-449A-466F-847F-685755994758}" type="pres">
      <dgm:prSet presAssocID="{49C4D711-DD88-45D8-8E00-FEB95D1C5EE5}" presName="tx1" presStyleLbl="revTx" presStyleIdx="5" presStyleCnt="6" custScaleX="500000"/>
      <dgm:spPr/>
    </dgm:pt>
    <dgm:pt modelId="{116071D8-3653-4CB5-BC1A-1FA383D05A9C}" type="pres">
      <dgm:prSet presAssocID="{49C4D711-DD88-45D8-8E00-FEB95D1C5EE5}" presName="vert1" presStyleCnt="0"/>
      <dgm:spPr/>
    </dgm:pt>
  </dgm:ptLst>
  <dgm:cxnLst>
    <dgm:cxn modelId="{8350FC17-3BEB-4106-9001-65515E8008A6}" srcId="{F2148762-466B-41AE-A4B3-F35192F6D639}" destId="{F664CD12-E8DF-4FBD-9566-651E768E129C}" srcOrd="1" destOrd="0" parTransId="{66F49A21-83B0-45B8-BEC7-22CF3AC41621}" sibTransId="{2557A975-4EB3-4334-82A2-18F5CD78580A}"/>
    <dgm:cxn modelId="{99C55533-D370-44BC-A0B1-936C954021D8}" type="presOf" srcId="{47A7EB6F-BD93-4A53-BE82-636E2D526240}" destId="{914C974C-DF6B-4256-911C-71DC913D9718}" srcOrd="0" destOrd="0" presId="urn:microsoft.com/office/officeart/2008/layout/LinedList"/>
    <dgm:cxn modelId="{BD8F4966-E195-4FDE-8B29-3AFE8836B56B}" type="presOf" srcId="{49C4D711-DD88-45D8-8E00-FEB95D1C5EE5}" destId="{9DC4A069-449A-466F-847F-685755994758}" srcOrd="0" destOrd="0" presId="urn:microsoft.com/office/officeart/2008/layout/LinedList"/>
    <dgm:cxn modelId="{10990149-3C07-43AA-BDB6-3D7B93A6530F}" srcId="{47A7EB6F-BD93-4A53-BE82-636E2D526240}" destId="{F2148762-466B-41AE-A4B3-F35192F6D639}" srcOrd="0" destOrd="0" parTransId="{1A05C5F0-4F93-4411-A86F-DFA45FDFE067}" sibTransId="{95FE79CE-D972-4559-8FEA-0E89DDCD925B}"/>
    <dgm:cxn modelId="{C6726A73-2F18-452A-9B42-027514FA1B6D}" type="presOf" srcId="{9FC9C5D9-6E9C-491B-AB51-6395AFF3EEE7}" destId="{9B86997C-EDA6-4FC2-B352-31D4BD763E93}" srcOrd="0" destOrd="0" presId="urn:microsoft.com/office/officeart/2008/layout/LinedList"/>
    <dgm:cxn modelId="{A0B8A959-5ABA-4C04-9253-DAB3FB76971F}" type="presOf" srcId="{F664CD12-E8DF-4FBD-9566-651E768E129C}" destId="{2A965F1F-4A90-44D4-A52C-2DCAAD7339FD}" srcOrd="0" destOrd="0" presId="urn:microsoft.com/office/officeart/2008/layout/LinedList"/>
    <dgm:cxn modelId="{0500F881-1C4D-4FE6-938D-7DA8A70004F6}" srcId="{47A7EB6F-BD93-4A53-BE82-636E2D526240}" destId="{49C4D711-DD88-45D8-8E00-FEB95D1C5EE5}" srcOrd="3" destOrd="0" parTransId="{DE308680-9F18-46D6-BEEF-FA14754653B1}" sibTransId="{D80BA8E5-7224-437A-AA4C-6B04BD44720B}"/>
    <dgm:cxn modelId="{41625F84-9D3E-4DDC-991D-E5BB5E4BC91E}" type="presOf" srcId="{F2148762-466B-41AE-A4B3-F35192F6D639}" destId="{D6432CEE-5002-4416-AF5D-00E2D269E7C9}" srcOrd="0" destOrd="0" presId="urn:microsoft.com/office/officeart/2008/layout/LinedList"/>
    <dgm:cxn modelId="{ED993D85-28F2-4C54-9812-1BCF168FFF34}" type="presOf" srcId="{EE3B7AFD-3B90-45BA-B632-44E55512F951}" destId="{DEE19C5E-C164-421D-8A8A-DF58040F520C}" srcOrd="0" destOrd="0" presId="urn:microsoft.com/office/officeart/2008/layout/LinedList"/>
    <dgm:cxn modelId="{5BEB9290-F210-4557-99D4-0AC65CFAA997}" srcId="{F2148762-466B-41AE-A4B3-F35192F6D639}" destId="{EA8DC42D-BABD-48D2-8C37-7E3A08FD2BED}" srcOrd="0" destOrd="0" parTransId="{2BDD71EF-FC56-4EE3-8A5E-33CE8B381093}" sibTransId="{2B8CB2E8-8654-437B-BB2D-CFBEC471F3C5}"/>
    <dgm:cxn modelId="{5E2588B0-F165-496D-B05F-2156CDAD775C}" type="presOf" srcId="{EA8DC42D-BABD-48D2-8C37-7E3A08FD2BED}" destId="{63D7AF86-9B8D-4F9E-8E26-AD0E09F7A2EA}" srcOrd="0" destOrd="0" presId="urn:microsoft.com/office/officeart/2008/layout/LinedList"/>
    <dgm:cxn modelId="{24220ABA-BD13-4D82-BFB0-FD3CB73FDF65}" srcId="{47A7EB6F-BD93-4A53-BE82-636E2D526240}" destId="{9FC9C5D9-6E9C-491B-AB51-6395AFF3EEE7}" srcOrd="1" destOrd="0" parTransId="{EB8DE82A-411F-4978-A769-23B267766216}" sibTransId="{61BA5250-783C-4A55-9344-E8A6E482986E}"/>
    <dgm:cxn modelId="{C551E6F2-0FE1-49B3-8C5F-07C8F15350DA}" srcId="{47A7EB6F-BD93-4A53-BE82-636E2D526240}" destId="{EE3B7AFD-3B90-45BA-B632-44E55512F951}" srcOrd="2" destOrd="0" parTransId="{FB274DB4-DABD-485B-B6E0-A7471A42FF79}" sibTransId="{FBB81D69-3541-439E-BA1B-17EA626D00BE}"/>
    <dgm:cxn modelId="{75E65266-EAFF-47BF-9159-43A72C77EAF0}" type="presParOf" srcId="{914C974C-DF6B-4256-911C-71DC913D9718}" destId="{6CBC3353-1B07-49FA-AEBD-E0C0C8987654}" srcOrd="0" destOrd="0" presId="urn:microsoft.com/office/officeart/2008/layout/LinedList"/>
    <dgm:cxn modelId="{E65DCD50-B2B9-47F3-8A52-745F2409784B}" type="presParOf" srcId="{914C974C-DF6B-4256-911C-71DC913D9718}" destId="{0DF76849-094B-477B-9F06-8B65C87509C4}" srcOrd="1" destOrd="0" presId="urn:microsoft.com/office/officeart/2008/layout/LinedList"/>
    <dgm:cxn modelId="{9E2282E6-799F-4E5C-A683-9C28C514105A}" type="presParOf" srcId="{0DF76849-094B-477B-9F06-8B65C87509C4}" destId="{D6432CEE-5002-4416-AF5D-00E2D269E7C9}" srcOrd="0" destOrd="0" presId="urn:microsoft.com/office/officeart/2008/layout/LinedList"/>
    <dgm:cxn modelId="{69817B47-A2B7-4478-BD0D-5345822CB54D}" type="presParOf" srcId="{0DF76849-094B-477B-9F06-8B65C87509C4}" destId="{14532E8A-58B7-429F-860A-CCF20C4BF782}" srcOrd="1" destOrd="0" presId="urn:microsoft.com/office/officeart/2008/layout/LinedList"/>
    <dgm:cxn modelId="{B52B360D-030D-4EAE-A5B1-AE913F2668DB}" type="presParOf" srcId="{14532E8A-58B7-429F-860A-CCF20C4BF782}" destId="{A92460C7-8D86-410C-AD37-F8343FBD6BDB}" srcOrd="0" destOrd="0" presId="urn:microsoft.com/office/officeart/2008/layout/LinedList"/>
    <dgm:cxn modelId="{36D46E36-C855-488E-A186-AA3A69A83599}" type="presParOf" srcId="{14532E8A-58B7-429F-860A-CCF20C4BF782}" destId="{C6BBED82-9198-479E-A613-6F7CBFF852C4}" srcOrd="1" destOrd="0" presId="urn:microsoft.com/office/officeart/2008/layout/LinedList"/>
    <dgm:cxn modelId="{5DFBAD2B-4E3E-48C3-90E8-088506C6886D}" type="presParOf" srcId="{C6BBED82-9198-479E-A613-6F7CBFF852C4}" destId="{B400BB23-B48E-4030-B974-5A03F4502BA3}" srcOrd="0" destOrd="0" presId="urn:microsoft.com/office/officeart/2008/layout/LinedList"/>
    <dgm:cxn modelId="{EA82D4FE-0E46-42D5-9BF8-F12699E469BA}" type="presParOf" srcId="{C6BBED82-9198-479E-A613-6F7CBFF852C4}" destId="{63D7AF86-9B8D-4F9E-8E26-AD0E09F7A2EA}" srcOrd="1" destOrd="0" presId="urn:microsoft.com/office/officeart/2008/layout/LinedList"/>
    <dgm:cxn modelId="{A207649A-1C80-4271-AE27-34385FE2E5B4}" type="presParOf" srcId="{C6BBED82-9198-479E-A613-6F7CBFF852C4}" destId="{60C5A0E8-A359-4230-8110-FE62AA714854}" srcOrd="2" destOrd="0" presId="urn:microsoft.com/office/officeart/2008/layout/LinedList"/>
    <dgm:cxn modelId="{E218E914-0896-4775-B27B-E33980F57847}" type="presParOf" srcId="{14532E8A-58B7-429F-860A-CCF20C4BF782}" destId="{486F1495-726D-49C1-B8A7-16660B9A5D14}" srcOrd="2" destOrd="0" presId="urn:microsoft.com/office/officeart/2008/layout/LinedList"/>
    <dgm:cxn modelId="{A0D37C0E-601C-4B58-A6F2-73805DF5BF32}" type="presParOf" srcId="{14532E8A-58B7-429F-860A-CCF20C4BF782}" destId="{BA725E32-06A4-44DA-826A-A7C4CC007E5F}" srcOrd="3" destOrd="0" presId="urn:microsoft.com/office/officeart/2008/layout/LinedList"/>
    <dgm:cxn modelId="{8DF5F907-07C1-4041-BC30-7CD19F487F4D}" type="presParOf" srcId="{14532E8A-58B7-429F-860A-CCF20C4BF782}" destId="{02FE17F8-5C92-488D-9066-D7D990C8AFFD}" srcOrd="4" destOrd="0" presId="urn:microsoft.com/office/officeart/2008/layout/LinedList"/>
    <dgm:cxn modelId="{6C85907C-A20A-44D4-8822-476BDF62B435}" type="presParOf" srcId="{02FE17F8-5C92-488D-9066-D7D990C8AFFD}" destId="{6D4A8F07-399D-4F94-B6B3-F59CAEC35A0C}" srcOrd="0" destOrd="0" presId="urn:microsoft.com/office/officeart/2008/layout/LinedList"/>
    <dgm:cxn modelId="{F1107A1A-C55B-4D27-85E3-73D446E56752}" type="presParOf" srcId="{02FE17F8-5C92-488D-9066-D7D990C8AFFD}" destId="{2A965F1F-4A90-44D4-A52C-2DCAAD7339FD}" srcOrd="1" destOrd="0" presId="urn:microsoft.com/office/officeart/2008/layout/LinedList"/>
    <dgm:cxn modelId="{51E31260-D582-4208-9741-18EAA2BC9CA3}" type="presParOf" srcId="{02FE17F8-5C92-488D-9066-D7D990C8AFFD}" destId="{4C48858B-9045-4A64-9DC7-02EB90135692}" srcOrd="2" destOrd="0" presId="urn:microsoft.com/office/officeart/2008/layout/LinedList"/>
    <dgm:cxn modelId="{9E60FB0A-04D2-42D6-BC6F-FF5B38BD0D32}" type="presParOf" srcId="{14532E8A-58B7-429F-860A-CCF20C4BF782}" destId="{E045737B-60DF-4BAB-AB99-38177E256080}" srcOrd="5" destOrd="0" presId="urn:microsoft.com/office/officeart/2008/layout/LinedList"/>
    <dgm:cxn modelId="{BAB4F668-7F92-4B8F-8537-1E7BDB4AC229}" type="presParOf" srcId="{14532E8A-58B7-429F-860A-CCF20C4BF782}" destId="{27CBBF1F-7250-42AE-9A70-F82CF768AC5F}" srcOrd="6" destOrd="0" presId="urn:microsoft.com/office/officeart/2008/layout/LinedList"/>
    <dgm:cxn modelId="{88D19A5A-991A-4D2C-B71E-A40AD0673760}" type="presParOf" srcId="{914C974C-DF6B-4256-911C-71DC913D9718}" destId="{E72F2183-803C-4815-8188-6ED7199AC2D1}" srcOrd="2" destOrd="0" presId="urn:microsoft.com/office/officeart/2008/layout/LinedList"/>
    <dgm:cxn modelId="{FB63D3F7-31E6-4F3C-883C-0B234966730D}" type="presParOf" srcId="{914C974C-DF6B-4256-911C-71DC913D9718}" destId="{3767E2E7-F9BA-4221-A109-40BF6F35DC10}" srcOrd="3" destOrd="0" presId="urn:microsoft.com/office/officeart/2008/layout/LinedList"/>
    <dgm:cxn modelId="{804FBF99-BE43-4E81-B1D2-6CE65F15E48B}" type="presParOf" srcId="{3767E2E7-F9BA-4221-A109-40BF6F35DC10}" destId="{9B86997C-EDA6-4FC2-B352-31D4BD763E93}" srcOrd="0" destOrd="0" presId="urn:microsoft.com/office/officeart/2008/layout/LinedList"/>
    <dgm:cxn modelId="{C6890208-7ED9-474B-8EC5-C6CC94B0326E}" type="presParOf" srcId="{3767E2E7-F9BA-4221-A109-40BF6F35DC10}" destId="{A209AC2A-A372-429D-9661-A92D7566F70B}" srcOrd="1" destOrd="0" presId="urn:microsoft.com/office/officeart/2008/layout/LinedList"/>
    <dgm:cxn modelId="{BC11BCE3-A38A-4689-B950-3F8263DEC861}" type="presParOf" srcId="{914C974C-DF6B-4256-911C-71DC913D9718}" destId="{8AE759D5-58F5-4B7D-935C-8FC8BDB7DFF1}" srcOrd="4" destOrd="0" presId="urn:microsoft.com/office/officeart/2008/layout/LinedList"/>
    <dgm:cxn modelId="{EE983561-B398-4724-9A0E-A3D4297AAEE7}" type="presParOf" srcId="{914C974C-DF6B-4256-911C-71DC913D9718}" destId="{F38B5117-1E6D-490E-9C8F-B8B25AC8D504}" srcOrd="5" destOrd="0" presId="urn:microsoft.com/office/officeart/2008/layout/LinedList"/>
    <dgm:cxn modelId="{2777D16E-D159-4F97-A1AA-9B31B4514A38}" type="presParOf" srcId="{F38B5117-1E6D-490E-9C8F-B8B25AC8D504}" destId="{DEE19C5E-C164-421D-8A8A-DF58040F520C}" srcOrd="0" destOrd="0" presId="urn:microsoft.com/office/officeart/2008/layout/LinedList"/>
    <dgm:cxn modelId="{5BC74A83-EC17-40F8-BCD7-2528822F3FED}" type="presParOf" srcId="{F38B5117-1E6D-490E-9C8F-B8B25AC8D504}" destId="{EDBF06D1-8E55-438A-9B32-475B3323F922}" srcOrd="1" destOrd="0" presId="urn:microsoft.com/office/officeart/2008/layout/LinedList"/>
    <dgm:cxn modelId="{B87E2259-A221-4EC2-BABF-D49BF477657A}" type="presParOf" srcId="{914C974C-DF6B-4256-911C-71DC913D9718}" destId="{2043FB82-3AA4-4095-A5D2-6993353D3719}" srcOrd="6" destOrd="0" presId="urn:microsoft.com/office/officeart/2008/layout/LinedList"/>
    <dgm:cxn modelId="{654E6DEA-62FE-40BB-8CD6-6D00F99BC749}" type="presParOf" srcId="{914C974C-DF6B-4256-911C-71DC913D9718}" destId="{A48466AE-03F4-4F3D-A302-72E9129F22D1}" srcOrd="7" destOrd="0" presId="urn:microsoft.com/office/officeart/2008/layout/LinedList"/>
    <dgm:cxn modelId="{9DC96CA4-97CE-4A21-AF4B-35B54BAC7BC0}" type="presParOf" srcId="{A48466AE-03F4-4F3D-A302-72E9129F22D1}" destId="{9DC4A069-449A-466F-847F-685755994758}" srcOrd="0" destOrd="0" presId="urn:microsoft.com/office/officeart/2008/layout/LinedList"/>
    <dgm:cxn modelId="{AAF08746-84EB-482E-82BD-A6C1B9EB4197}" type="presParOf" srcId="{A48466AE-03F4-4F3D-A302-72E9129F22D1}" destId="{116071D8-3653-4CB5-BC1A-1FA383D05A9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A297D84-6B96-430F-81E8-335E66C863C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ECBDB4C-77FF-416B-BD36-0F4DDF37FFC8}">
      <dgm:prSet custT="1"/>
      <dgm:spPr/>
      <dgm:t>
        <a:bodyPr/>
        <a:lstStyle/>
        <a:p>
          <a:r>
            <a:rPr lang="en-GB" sz="1400" dirty="0"/>
            <a:t>How to deal with accidental spills or leaks of chemicals</a:t>
          </a:r>
          <a:endParaRPr lang="es-ES" sz="1400" dirty="0"/>
        </a:p>
      </dgm:t>
    </dgm:pt>
    <dgm:pt modelId="{E7A26AF4-6136-4E4D-93DA-674EDBD04F96}" type="parTrans" cxnId="{12A2AC97-9EA5-40E8-AD3D-D28A7A0AB04F}">
      <dgm:prSet/>
      <dgm:spPr/>
      <dgm:t>
        <a:bodyPr/>
        <a:lstStyle/>
        <a:p>
          <a:endParaRPr lang="en-US" sz="1400"/>
        </a:p>
      </dgm:t>
    </dgm:pt>
    <dgm:pt modelId="{E831D81C-2974-482C-8F6F-BD523B64EC18}" type="sibTrans" cxnId="{12A2AC97-9EA5-40E8-AD3D-D28A7A0AB04F}">
      <dgm:prSet/>
      <dgm:spPr/>
      <dgm:t>
        <a:bodyPr/>
        <a:lstStyle/>
        <a:p>
          <a:endParaRPr lang="en-US" sz="1400"/>
        </a:p>
      </dgm:t>
    </dgm:pt>
    <dgm:pt modelId="{6F3B039F-F820-4E8A-ACBA-45DDD2B54F41}">
      <dgm:prSet custT="1"/>
      <dgm:spPr/>
      <dgm:t>
        <a:bodyPr/>
        <a:lstStyle/>
        <a:p>
          <a:r>
            <a:rPr lang="en-GB" sz="1400" dirty="0"/>
            <a:t>Recommendations include:</a:t>
          </a:r>
          <a:endParaRPr lang="es-ES" sz="1400" dirty="0"/>
        </a:p>
      </dgm:t>
    </dgm:pt>
    <dgm:pt modelId="{11B0EF0D-A3AD-4879-A340-61B53ABC832E}" type="parTrans" cxnId="{EE4ECB13-68F8-448B-8312-3F52925D7959}">
      <dgm:prSet/>
      <dgm:spPr/>
      <dgm:t>
        <a:bodyPr/>
        <a:lstStyle/>
        <a:p>
          <a:endParaRPr lang="en-US" sz="1400"/>
        </a:p>
      </dgm:t>
    </dgm:pt>
    <dgm:pt modelId="{667C358B-833D-43D4-8715-C4971748927C}" type="sibTrans" cxnId="{EE4ECB13-68F8-448B-8312-3F52925D7959}">
      <dgm:prSet/>
      <dgm:spPr/>
      <dgm:t>
        <a:bodyPr/>
        <a:lstStyle/>
        <a:p>
          <a:endParaRPr lang="en-US" sz="1400"/>
        </a:p>
      </dgm:t>
    </dgm:pt>
    <dgm:pt modelId="{C80F37C8-B020-4C9F-BD24-91062804B1BC}">
      <dgm:prSet custT="1"/>
      <dgm:spPr/>
      <dgm:t>
        <a:bodyPr/>
        <a:lstStyle/>
        <a:p>
          <a:r>
            <a:rPr lang="en-GB" sz="1300" dirty="0"/>
            <a:t>Containment, recovery and cleaning methods</a:t>
          </a:r>
          <a:endParaRPr lang="es-ES" sz="1300" dirty="0"/>
        </a:p>
      </dgm:t>
    </dgm:pt>
    <dgm:pt modelId="{27A4CBA0-B8B2-4518-93B5-41DC8A84CE05}" type="parTrans" cxnId="{87D86405-D41E-4D35-9740-6C3B66FECE39}">
      <dgm:prSet/>
      <dgm:spPr/>
      <dgm:t>
        <a:bodyPr/>
        <a:lstStyle/>
        <a:p>
          <a:endParaRPr lang="en-US" sz="1400"/>
        </a:p>
      </dgm:t>
    </dgm:pt>
    <dgm:pt modelId="{6EF52957-6268-4B22-8F0B-8778B821FD01}" type="sibTrans" cxnId="{87D86405-D41E-4D35-9740-6C3B66FECE39}">
      <dgm:prSet/>
      <dgm:spPr/>
      <dgm:t>
        <a:bodyPr/>
        <a:lstStyle/>
        <a:p>
          <a:endParaRPr lang="en-US" sz="1400"/>
        </a:p>
      </dgm:t>
    </dgm:pt>
    <dgm:pt modelId="{2B2842BB-65BF-4162-B107-24FBBC3ABDCE}">
      <dgm:prSet custT="1"/>
      <dgm:spPr/>
      <dgm:t>
        <a:bodyPr/>
        <a:lstStyle/>
        <a:p>
          <a:r>
            <a:rPr lang="en-GB" sz="1300" dirty="0"/>
            <a:t>Personal precautions to be used during these actions</a:t>
          </a:r>
          <a:endParaRPr lang="es-ES" sz="1300" dirty="0"/>
        </a:p>
      </dgm:t>
    </dgm:pt>
    <dgm:pt modelId="{95F1FD1A-255E-4275-BFC6-38F925CA004E}" type="parTrans" cxnId="{1D26B62E-B588-4A62-8594-F8B2946CADEA}">
      <dgm:prSet/>
      <dgm:spPr/>
      <dgm:t>
        <a:bodyPr/>
        <a:lstStyle/>
        <a:p>
          <a:endParaRPr lang="en-US" sz="1400"/>
        </a:p>
      </dgm:t>
    </dgm:pt>
    <dgm:pt modelId="{95FB9C30-267A-4420-8C72-61E7F6CF3C33}" type="sibTrans" cxnId="{1D26B62E-B588-4A62-8594-F8B2946CADEA}">
      <dgm:prSet/>
      <dgm:spPr/>
      <dgm:t>
        <a:bodyPr/>
        <a:lstStyle/>
        <a:p>
          <a:endParaRPr lang="en-US" sz="1400"/>
        </a:p>
      </dgm:t>
    </dgm:pt>
    <dgm:pt modelId="{BFDB2AEF-ADCC-4A2E-9961-83E5E4E41F84}" type="pres">
      <dgm:prSet presAssocID="{0A297D84-6B96-430F-81E8-335E66C863CC}" presName="vert0" presStyleCnt="0">
        <dgm:presLayoutVars>
          <dgm:dir/>
          <dgm:animOne val="branch"/>
          <dgm:animLvl val="lvl"/>
        </dgm:presLayoutVars>
      </dgm:prSet>
      <dgm:spPr/>
    </dgm:pt>
    <dgm:pt modelId="{97CF0838-C6A6-4044-8BB4-F2946B1CE2E6}" type="pres">
      <dgm:prSet presAssocID="{BECBDB4C-77FF-416B-BD36-0F4DDF37FFC8}" presName="thickLine" presStyleLbl="alignNode1" presStyleIdx="0" presStyleCnt="2"/>
      <dgm:spPr/>
    </dgm:pt>
    <dgm:pt modelId="{AE416A09-3D84-4B9C-854D-6D7045A2CF79}" type="pres">
      <dgm:prSet presAssocID="{BECBDB4C-77FF-416B-BD36-0F4DDF37FFC8}" presName="horz1" presStyleCnt="0"/>
      <dgm:spPr/>
    </dgm:pt>
    <dgm:pt modelId="{DE2EF788-E469-46B5-BB3D-001154F5BBE5}" type="pres">
      <dgm:prSet presAssocID="{BECBDB4C-77FF-416B-BD36-0F4DDF37FFC8}" presName="tx1" presStyleLbl="revTx" presStyleIdx="0" presStyleCnt="4" custScaleX="500000" custScaleY="37812"/>
      <dgm:spPr/>
    </dgm:pt>
    <dgm:pt modelId="{42CEF113-4C97-4C70-8259-CE52D3778CD5}" type="pres">
      <dgm:prSet presAssocID="{BECBDB4C-77FF-416B-BD36-0F4DDF37FFC8}" presName="vert1" presStyleCnt="0"/>
      <dgm:spPr/>
    </dgm:pt>
    <dgm:pt modelId="{B2BF1EF6-3DE3-412D-9F39-10B335E4C8DC}" type="pres">
      <dgm:prSet presAssocID="{6F3B039F-F820-4E8A-ACBA-45DDD2B54F41}" presName="thickLine" presStyleLbl="alignNode1" presStyleIdx="1" presStyleCnt="2"/>
      <dgm:spPr/>
    </dgm:pt>
    <dgm:pt modelId="{22D8BABC-9D1A-4419-AA4D-4CF81A886CB2}" type="pres">
      <dgm:prSet presAssocID="{6F3B039F-F820-4E8A-ACBA-45DDD2B54F41}" presName="horz1" presStyleCnt="0"/>
      <dgm:spPr/>
    </dgm:pt>
    <dgm:pt modelId="{B016C33E-F048-4986-B7B1-C77488A84EE5}" type="pres">
      <dgm:prSet presAssocID="{6F3B039F-F820-4E8A-ACBA-45DDD2B54F41}" presName="tx1" presStyleLbl="revTx" presStyleIdx="1" presStyleCnt="4" custScaleX="210306"/>
      <dgm:spPr/>
    </dgm:pt>
    <dgm:pt modelId="{9A6D92D4-E861-4EAF-B0E6-A5CD13977F52}" type="pres">
      <dgm:prSet presAssocID="{6F3B039F-F820-4E8A-ACBA-45DDD2B54F41}" presName="vert1" presStyleCnt="0"/>
      <dgm:spPr/>
    </dgm:pt>
    <dgm:pt modelId="{1A97FFEF-400C-48DC-9F6B-7971507F1E52}" type="pres">
      <dgm:prSet presAssocID="{C80F37C8-B020-4C9F-BD24-91062804B1BC}" presName="vertSpace2a" presStyleCnt="0"/>
      <dgm:spPr/>
    </dgm:pt>
    <dgm:pt modelId="{A4ABBF3A-25D7-4396-9681-462AF5C72392}" type="pres">
      <dgm:prSet presAssocID="{C80F37C8-B020-4C9F-BD24-91062804B1BC}" presName="horz2" presStyleCnt="0"/>
      <dgm:spPr/>
    </dgm:pt>
    <dgm:pt modelId="{06477426-C604-4B93-B638-D0478B7D3C50}" type="pres">
      <dgm:prSet presAssocID="{C80F37C8-B020-4C9F-BD24-91062804B1BC}" presName="horzSpace2" presStyleCnt="0"/>
      <dgm:spPr/>
    </dgm:pt>
    <dgm:pt modelId="{BA75A507-7D0F-4DBA-BF7D-03EEC7236389}" type="pres">
      <dgm:prSet presAssocID="{C80F37C8-B020-4C9F-BD24-91062804B1BC}" presName="tx2" presStyleLbl="revTx" presStyleIdx="2" presStyleCnt="4"/>
      <dgm:spPr/>
    </dgm:pt>
    <dgm:pt modelId="{AACAF086-1C54-4804-8494-EFA71BC90E11}" type="pres">
      <dgm:prSet presAssocID="{C80F37C8-B020-4C9F-BD24-91062804B1BC}" presName="vert2" presStyleCnt="0"/>
      <dgm:spPr/>
    </dgm:pt>
    <dgm:pt modelId="{2785FD8E-BC7D-428E-9206-38DAC3E5FAF4}" type="pres">
      <dgm:prSet presAssocID="{C80F37C8-B020-4C9F-BD24-91062804B1BC}" presName="thinLine2b" presStyleLbl="callout" presStyleIdx="0" presStyleCnt="2"/>
      <dgm:spPr/>
    </dgm:pt>
    <dgm:pt modelId="{DD3E3B38-9083-41DD-9380-CE996268CCF5}" type="pres">
      <dgm:prSet presAssocID="{C80F37C8-B020-4C9F-BD24-91062804B1BC}" presName="vertSpace2b" presStyleCnt="0"/>
      <dgm:spPr/>
    </dgm:pt>
    <dgm:pt modelId="{EC7B37F2-3360-4060-A1B1-DBDA99AAB8C9}" type="pres">
      <dgm:prSet presAssocID="{2B2842BB-65BF-4162-B107-24FBBC3ABDCE}" presName="horz2" presStyleCnt="0"/>
      <dgm:spPr/>
    </dgm:pt>
    <dgm:pt modelId="{933A6C62-E242-4225-BDC3-6613C8AA0263}" type="pres">
      <dgm:prSet presAssocID="{2B2842BB-65BF-4162-B107-24FBBC3ABDCE}" presName="horzSpace2" presStyleCnt="0"/>
      <dgm:spPr/>
    </dgm:pt>
    <dgm:pt modelId="{1BCDC3EA-0DE0-49B2-99B1-5FB8A0F888A5}" type="pres">
      <dgm:prSet presAssocID="{2B2842BB-65BF-4162-B107-24FBBC3ABDCE}" presName="tx2" presStyleLbl="revTx" presStyleIdx="3" presStyleCnt="4"/>
      <dgm:spPr/>
    </dgm:pt>
    <dgm:pt modelId="{14EF9A11-12B7-46E8-997F-46FE7B1600F4}" type="pres">
      <dgm:prSet presAssocID="{2B2842BB-65BF-4162-B107-24FBBC3ABDCE}" presName="vert2" presStyleCnt="0"/>
      <dgm:spPr/>
    </dgm:pt>
    <dgm:pt modelId="{5B3EDA12-0454-4797-B628-5D64E6BED82E}" type="pres">
      <dgm:prSet presAssocID="{2B2842BB-65BF-4162-B107-24FBBC3ABDCE}" presName="thinLine2b" presStyleLbl="callout" presStyleIdx="1" presStyleCnt="2"/>
      <dgm:spPr/>
    </dgm:pt>
    <dgm:pt modelId="{A53B80F9-ADC0-45F3-AD49-6C497BA5141E}" type="pres">
      <dgm:prSet presAssocID="{2B2842BB-65BF-4162-B107-24FBBC3ABDCE}" presName="vertSpace2b" presStyleCnt="0"/>
      <dgm:spPr/>
    </dgm:pt>
  </dgm:ptLst>
  <dgm:cxnLst>
    <dgm:cxn modelId="{87D86405-D41E-4D35-9740-6C3B66FECE39}" srcId="{6F3B039F-F820-4E8A-ACBA-45DDD2B54F41}" destId="{C80F37C8-B020-4C9F-BD24-91062804B1BC}" srcOrd="0" destOrd="0" parTransId="{27A4CBA0-B8B2-4518-93B5-41DC8A84CE05}" sibTransId="{6EF52957-6268-4B22-8F0B-8778B821FD01}"/>
    <dgm:cxn modelId="{EE4ECB13-68F8-448B-8312-3F52925D7959}" srcId="{0A297D84-6B96-430F-81E8-335E66C863CC}" destId="{6F3B039F-F820-4E8A-ACBA-45DDD2B54F41}" srcOrd="1" destOrd="0" parTransId="{11B0EF0D-A3AD-4879-A340-61B53ABC832E}" sibTransId="{667C358B-833D-43D4-8715-C4971748927C}"/>
    <dgm:cxn modelId="{DA61F22C-EE33-4434-8A86-A903BD551F47}" type="presOf" srcId="{2B2842BB-65BF-4162-B107-24FBBC3ABDCE}" destId="{1BCDC3EA-0DE0-49B2-99B1-5FB8A0F888A5}" srcOrd="0" destOrd="0" presId="urn:microsoft.com/office/officeart/2008/layout/LinedList"/>
    <dgm:cxn modelId="{1D26B62E-B588-4A62-8594-F8B2946CADEA}" srcId="{6F3B039F-F820-4E8A-ACBA-45DDD2B54F41}" destId="{2B2842BB-65BF-4162-B107-24FBBC3ABDCE}" srcOrd="1" destOrd="0" parTransId="{95F1FD1A-255E-4275-BFC6-38F925CA004E}" sibTransId="{95FB9C30-267A-4420-8C72-61E7F6CF3C33}"/>
    <dgm:cxn modelId="{9878B745-C656-4199-A67F-C2E2D414CC4B}" type="presOf" srcId="{0A297D84-6B96-430F-81E8-335E66C863CC}" destId="{BFDB2AEF-ADCC-4A2E-9961-83E5E4E41F84}" srcOrd="0" destOrd="0" presId="urn:microsoft.com/office/officeart/2008/layout/LinedList"/>
    <dgm:cxn modelId="{E0512F71-2AC1-415F-88A0-0933792173BC}" type="presOf" srcId="{BECBDB4C-77FF-416B-BD36-0F4DDF37FFC8}" destId="{DE2EF788-E469-46B5-BB3D-001154F5BBE5}" srcOrd="0" destOrd="0" presId="urn:microsoft.com/office/officeart/2008/layout/LinedList"/>
    <dgm:cxn modelId="{12A2AC97-9EA5-40E8-AD3D-D28A7A0AB04F}" srcId="{0A297D84-6B96-430F-81E8-335E66C863CC}" destId="{BECBDB4C-77FF-416B-BD36-0F4DDF37FFC8}" srcOrd="0" destOrd="0" parTransId="{E7A26AF4-6136-4E4D-93DA-674EDBD04F96}" sibTransId="{E831D81C-2974-482C-8F6F-BD523B64EC18}"/>
    <dgm:cxn modelId="{432CD8A1-29F1-46F8-81C0-B3C12EFD5530}" type="presOf" srcId="{6F3B039F-F820-4E8A-ACBA-45DDD2B54F41}" destId="{B016C33E-F048-4986-B7B1-C77488A84EE5}" srcOrd="0" destOrd="0" presId="urn:microsoft.com/office/officeart/2008/layout/LinedList"/>
    <dgm:cxn modelId="{85ADB9F7-EEFE-46B4-8D95-EA67A901A554}" type="presOf" srcId="{C80F37C8-B020-4C9F-BD24-91062804B1BC}" destId="{BA75A507-7D0F-4DBA-BF7D-03EEC7236389}" srcOrd="0" destOrd="0" presId="urn:microsoft.com/office/officeart/2008/layout/LinedList"/>
    <dgm:cxn modelId="{1C2885B0-A2E6-4BA4-B52D-004A9C86DF49}" type="presParOf" srcId="{BFDB2AEF-ADCC-4A2E-9961-83E5E4E41F84}" destId="{97CF0838-C6A6-4044-8BB4-F2946B1CE2E6}" srcOrd="0" destOrd="0" presId="urn:microsoft.com/office/officeart/2008/layout/LinedList"/>
    <dgm:cxn modelId="{454E9772-7956-4D32-B3BB-37FE2EEBC302}" type="presParOf" srcId="{BFDB2AEF-ADCC-4A2E-9961-83E5E4E41F84}" destId="{AE416A09-3D84-4B9C-854D-6D7045A2CF79}" srcOrd="1" destOrd="0" presId="urn:microsoft.com/office/officeart/2008/layout/LinedList"/>
    <dgm:cxn modelId="{FCB84385-4544-4139-8ADD-DBFABD6FA9AB}" type="presParOf" srcId="{AE416A09-3D84-4B9C-854D-6D7045A2CF79}" destId="{DE2EF788-E469-46B5-BB3D-001154F5BBE5}" srcOrd="0" destOrd="0" presId="urn:microsoft.com/office/officeart/2008/layout/LinedList"/>
    <dgm:cxn modelId="{68122608-24E0-486A-9E2D-E3CE253B485A}" type="presParOf" srcId="{AE416A09-3D84-4B9C-854D-6D7045A2CF79}" destId="{42CEF113-4C97-4C70-8259-CE52D3778CD5}" srcOrd="1" destOrd="0" presId="urn:microsoft.com/office/officeart/2008/layout/LinedList"/>
    <dgm:cxn modelId="{0633C37A-B78E-49AE-8AD6-ED5EC7A8BD0C}" type="presParOf" srcId="{BFDB2AEF-ADCC-4A2E-9961-83E5E4E41F84}" destId="{B2BF1EF6-3DE3-412D-9F39-10B335E4C8DC}" srcOrd="2" destOrd="0" presId="urn:microsoft.com/office/officeart/2008/layout/LinedList"/>
    <dgm:cxn modelId="{CF3267B8-3ECC-4794-94AC-EE5A5DAA695B}" type="presParOf" srcId="{BFDB2AEF-ADCC-4A2E-9961-83E5E4E41F84}" destId="{22D8BABC-9D1A-4419-AA4D-4CF81A886CB2}" srcOrd="3" destOrd="0" presId="urn:microsoft.com/office/officeart/2008/layout/LinedList"/>
    <dgm:cxn modelId="{F53CA574-672E-4370-91F1-0D435BD9496A}" type="presParOf" srcId="{22D8BABC-9D1A-4419-AA4D-4CF81A886CB2}" destId="{B016C33E-F048-4986-B7B1-C77488A84EE5}" srcOrd="0" destOrd="0" presId="urn:microsoft.com/office/officeart/2008/layout/LinedList"/>
    <dgm:cxn modelId="{EFA01381-19C7-44E5-B4B0-D5D9CA2D80C1}" type="presParOf" srcId="{22D8BABC-9D1A-4419-AA4D-4CF81A886CB2}" destId="{9A6D92D4-E861-4EAF-B0E6-A5CD13977F52}" srcOrd="1" destOrd="0" presId="urn:microsoft.com/office/officeart/2008/layout/LinedList"/>
    <dgm:cxn modelId="{9201B6A4-6172-41B2-92C6-E6653E92531F}" type="presParOf" srcId="{9A6D92D4-E861-4EAF-B0E6-A5CD13977F52}" destId="{1A97FFEF-400C-48DC-9F6B-7971507F1E52}" srcOrd="0" destOrd="0" presId="urn:microsoft.com/office/officeart/2008/layout/LinedList"/>
    <dgm:cxn modelId="{7E03EFC7-D22E-488F-AB44-063530A35F6D}" type="presParOf" srcId="{9A6D92D4-E861-4EAF-B0E6-A5CD13977F52}" destId="{A4ABBF3A-25D7-4396-9681-462AF5C72392}" srcOrd="1" destOrd="0" presId="urn:microsoft.com/office/officeart/2008/layout/LinedList"/>
    <dgm:cxn modelId="{8D2F6DFB-1F9A-421A-B334-44FC27372863}" type="presParOf" srcId="{A4ABBF3A-25D7-4396-9681-462AF5C72392}" destId="{06477426-C604-4B93-B638-D0478B7D3C50}" srcOrd="0" destOrd="0" presId="urn:microsoft.com/office/officeart/2008/layout/LinedList"/>
    <dgm:cxn modelId="{709AEED8-CCA0-4BC3-BB4C-B1CE7D096EE8}" type="presParOf" srcId="{A4ABBF3A-25D7-4396-9681-462AF5C72392}" destId="{BA75A507-7D0F-4DBA-BF7D-03EEC7236389}" srcOrd="1" destOrd="0" presId="urn:microsoft.com/office/officeart/2008/layout/LinedList"/>
    <dgm:cxn modelId="{420EC908-21D0-4513-B414-12C662AA8573}" type="presParOf" srcId="{A4ABBF3A-25D7-4396-9681-462AF5C72392}" destId="{AACAF086-1C54-4804-8494-EFA71BC90E11}" srcOrd="2" destOrd="0" presId="urn:microsoft.com/office/officeart/2008/layout/LinedList"/>
    <dgm:cxn modelId="{B2A16332-3B22-4E4D-A585-73A2B5A4BC88}" type="presParOf" srcId="{9A6D92D4-E861-4EAF-B0E6-A5CD13977F52}" destId="{2785FD8E-BC7D-428E-9206-38DAC3E5FAF4}" srcOrd="2" destOrd="0" presId="urn:microsoft.com/office/officeart/2008/layout/LinedList"/>
    <dgm:cxn modelId="{0A1D93A9-D674-421F-9029-667D7A81F588}" type="presParOf" srcId="{9A6D92D4-E861-4EAF-B0E6-A5CD13977F52}" destId="{DD3E3B38-9083-41DD-9380-CE996268CCF5}" srcOrd="3" destOrd="0" presId="urn:microsoft.com/office/officeart/2008/layout/LinedList"/>
    <dgm:cxn modelId="{DDF5921C-03DC-46A8-B31F-2E19FBF959D4}" type="presParOf" srcId="{9A6D92D4-E861-4EAF-B0E6-A5CD13977F52}" destId="{EC7B37F2-3360-4060-A1B1-DBDA99AAB8C9}" srcOrd="4" destOrd="0" presId="urn:microsoft.com/office/officeart/2008/layout/LinedList"/>
    <dgm:cxn modelId="{7F7F9B76-7231-4E37-B625-55E9BC864012}" type="presParOf" srcId="{EC7B37F2-3360-4060-A1B1-DBDA99AAB8C9}" destId="{933A6C62-E242-4225-BDC3-6613C8AA0263}" srcOrd="0" destOrd="0" presId="urn:microsoft.com/office/officeart/2008/layout/LinedList"/>
    <dgm:cxn modelId="{A6F076E6-785D-4A88-B618-29D5D373F24F}" type="presParOf" srcId="{EC7B37F2-3360-4060-A1B1-DBDA99AAB8C9}" destId="{1BCDC3EA-0DE0-49B2-99B1-5FB8A0F888A5}" srcOrd="1" destOrd="0" presId="urn:microsoft.com/office/officeart/2008/layout/LinedList"/>
    <dgm:cxn modelId="{32F61389-5A93-4D40-AFAC-F3BD4B1A7DD7}" type="presParOf" srcId="{EC7B37F2-3360-4060-A1B1-DBDA99AAB8C9}" destId="{14EF9A11-12B7-46E8-997F-46FE7B1600F4}" srcOrd="2" destOrd="0" presId="urn:microsoft.com/office/officeart/2008/layout/LinedList"/>
    <dgm:cxn modelId="{D54C4F93-5328-4D48-8D79-821584BCE3DF}" type="presParOf" srcId="{9A6D92D4-E861-4EAF-B0E6-A5CD13977F52}" destId="{5B3EDA12-0454-4797-B628-5D64E6BED82E}" srcOrd="5" destOrd="0" presId="urn:microsoft.com/office/officeart/2008/layout/LinedList"/>
    <dgm:cxn modelId="{8D7CCBA4-1E07-414F-A750-E9E593CDE616}" type="presParOf" srcId="{9A6D92D4-E861-4EAF-B0E6-A5CD13977F52}" destId="{A53B80F9-ADC0-45F3-AD49-6C497BA5141E}"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611A66-E751-459E-9810-6399D9A3ED5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936B4B2-D831-40EE-8C7A-F61FFCE11003}">
      <dgm:prSet custT="1"/>
      <dgm:spPr/>
      <dgm:t>
        <a:bodyPr/>
        <a:lstStyle/>
        <a:p>
          <a:r>
            <a:rPr lang="en-US" sz="1400" dirty="0"/>
            <a:t>Safe handling  advice</a:t>
          </a:r>
          <a:endParaRPr lang="es-ES" sz="1400" dirty="0"/>
        </a:p>
      </dgm:t>
    </dgm:pt>
    <dgm:pt modelId="{4821A1CE-FFE6-48C1-8245-C074A36AE09C}" type="parTrans" cxnId="{FA3AD2CC-0B34-4AB5-97F3-EB953B40A0F6}">
      <dgm:prSet/>
      <dgm:spPr/>
      <dgm:t>
        <a:bodyPr/>
        <a:lstStyle/>
        <a:p>
          <a:endParaRPr lang="en-US" sz="1300"/>
        </a:p>
      </dgm:t>
    </dgm:pt>
    <dgm:pt modelId="{FDD05B57-0C7F-4855-ADDA-0FD5BE5E02DA}" type="sibTrans" cxnId="{FA3AD2CC-0B34-4AB5-97F3-EB953B40A0F6}">
      <dgm:prSet/>
      <dgm:spPr/>
      <dgm:t>
        <a:bodyPr/>
        <a:lstStyle/>
        <a:p>
          <a:endParaRPr lang="en-US" sz="1300"/>
        </a:p>
      </dgm:t>
    </dgm:pt>
    <dgm:pt modelId="{784E5538-F083-43C0-8ABA-89E20A6834A0}">
      <dgm:prSet custT="1"/>
      <dgm:spPr/>
      <dgm:t>
        <a:bodyPr/>
        <a:lstStyle/>
        <a:p>
          <a:r>
            <a:rPr lang="en-GB" sz="1300" dirty="0"/>
            <a:t>Containment and measures to prevent fire as well as aerosol and dust generation</a:t>
          </a:r>
          <a:endParaRPr lang="es-ES" sz="1300" dirty="0"/>
        </a:p>
      </dgm:t>
    </dgm:pt>
    <dgm:pt modelId="{92E5756D-D0AD-4156-8D30-774E1567DF25}" type="parTrans" cxnId="{4BC0A66F-17EF-460C-B328-22EAEFA70C08}">
      <dgm:prSet/>
      <dgm:spPr/>
      <dgm:t>
        <a:bodyPr/>
        <a:lstStyle/>
        <a:p>
          <a:endParaRPr lang="en-US" sz="1300"/>
        </a:p>
      </dgm:t>
    </dgm:pt>
    <dgm:pt modelId="{ED6F31C9-58CC-4784-A2F3-A640309F2549}" type="sibTrans" cxnId="{4BC0A66F-17EF-460C-B328-22EAEFA70C08}">
      <dgm:prSet/>
      <dgm:spPr/>
      <dgm:t>
        <a:bodyPr/>
        <a:lstStyle/>
        <a:p>
          <a:endParaRPr lang="en-US" sz="1300"/>
        </a:p>
      </dgm:t>
    </dgm:pt>
    <dgm:pt modelId="{6ED052F0-9BBD-4543-9877-523EC97CA919}">
      <dgm:prSet custT="1"/>
      <dgm:spPr/>
      <dgm:t>
        <a:bodyPr/>
        <a:lstStyle/>
        <a:p>
          <a:r>
            <a:rPr lang="en-GB" sz="1300" dirty="0"/>
            <a:t>Avoiding hazards due to incompatibility of substances or mixtures</a:t>
          </a:r>
          <a:endParaRPr lang="es-ES" sz="1300" dirty="0"/>
        </a:p>
      </dgm:t>
    </dgm:pt>
    <dgm:pt modelId="{BF94E4E7-6A8E-4D00-9D87-539DB1C41455}" type="parTrans" cxnId="{9227CFB4-0800-4016-83FB-35ED0202754C}">
      <dgm:prSet/>
      <dgm:spPr/>
      <dgm:t>
        <a:bodyPr/>
        <a:lstStyle/>
        <a:p>
          <a:endParaRPr lang="en-US" sz="1300"/>
        </a:p>
      </dgm:t>
    </dgm:pt>
    <dgm:pt modelId="{E8F55D84-2942-4E6E-8C99-70A5C1D4F8E4}" type="sibTrans" cxnId="{9227CFB4-0800-4016-83FB-35ED0202754C}">
      <dgm:prSet/>
      <dgm:spPr/>
      <dgm:t>
        <a:bodyPr/>
        <a:lstStyle/>
        <a:p>
          <a:endParaRPr lang="en-US" sz="1300"/>
        </a:p>
      </dgm:t>
    </dgm:pt>
    <dgm:pt modelId="{199975AD-1CB0-41DE-B1A8-87A4548798FA}">
      <dgm:prSet custT="1"/>
      <dgm:spPr/>
      <dgm:t>
        <a:bodyPr/>
        <a:lstStyle/>
        <a:p>
          <a:r>
            <a:rPr lang="en-GB" sz="1300" dirty="0"/>
            <a:t>Reducing release of substance or mixture to environment</a:t>
          </a:r>
          <a:endParaRPr lang="es-ES" sz="1300" dirty="0"/>
        </a:p>
      </dgm:t>
    </dgm:pt>
    <dgm:pt modelId="{A07B95D2-2EF3-4779-9D62-B1473EDCDECF}" type="parTrans" cxnId="{7234A684-3E50-48B1-857D-D4DDF9EEA92B}">
      <dgm:prSet/>
      <dgm:spPr/>
      <dgm:t>
        <a:bodyPr/>
        <a:lstStyle/>
        <a:p>
          <a:endParaRPr lang="en-US" sz="1300"/>
        </a:p>
      </dgm:t>
    </dgm:pt>
    <dgm:pt modelId="{DF6C757B-7B77-4D1F-8324-399048553B9F}" type="sibTrans" cxnId="{7234A684-3E50-48B1-857D-D4DDF9EEA92B}">
      <dgm:prSet/>
      <dgm:spPr/>
      <dgm:t>
        <a:bodyPr/>
        <a:lstStyle/>
        <a:p>
          <a:endParaRPr lang="en-US" sz="1300"/>
        </a:p>
      </dgm:t>
    </dgm:pt>
    <dgm:pt modelId="{E9967080-C035-4248-84F8-9CA441596CCF}">
      <dgm:prSet custT="1"/>
      <dgm:spPr/>
      <dgm:t>
        <a:bodyPr/>
        <a:lstStyle/>
        <a:p>
          <a:r>
            <a:rPr lang="en-GB" sz="1300" dirty="0"/>
            <a:t>Implementing good hygiene practices</a:t>
          </a:r>
          <a:endParaRPr lang="es-ES" sz="1300" dirty="0"/>
        </a:p>
      </dgm:t>
    </dgm:pt>
    <dgm:pt modelId="{361048A8-F95A-4437-B997-559CC1610FE6}" type="parTrans" cxnId="{C61CF310-1520-4139-AACB-EBEFA6AD5601}">
      <dgm:prSet/>
      <dgm:spPr/>
      <dgm:t>
        <a:bodyPr/>
        <a:lstStyle/>
        <a:p>
          <a:endParaRPr lang="en-US" sz="1300"/>
        </a:p>
      </dgm:t>
    </dgm:pt>
    <dgm:pt modelId="{B748B949-9538-4E58-B8C2-FF4DD1D99F61}" type="sibTrans" cxnId="{C61CF310-1520-4139-AACB-EBEFA6AD5601}">
      <dgm:prSet/>
      <dgm:spPr/>
      <dgm:t>
        <a:bodyPr/>
        <a:lstStyle/>
        <a:p>
          <a:endParaRPr lang="en-US" sz="1300"/>
        </a:p>
      </dgm:t>
    </dgm:pt>
    <dgm:pt modelId="{F6DCCFFD-661D-4708-95DE-FAD38E332A4D}">
      <dgm:prSet custT="1"/>
      <dgm:spPr/>
      <dgm:t>
        <a:bodyPr/>
        <a:lstStyle/>
        <a:p>
          <a:r>
            <a:rPr lang="en-US" sz="1400" dirty="0"/>
            <a:t>Safe storage advice</a:t>
          </a:r>
          <a:endParaRPr lang="es-ES" sz="1400" dirty="0"/>
        </a:p>
      </dgm:t>
    </dgm:pt>
    <dgm:pt modelId="{34C556B6-4A05-402D-9365-3E2030E30282}" type="parTrans" cxnId="{091CDF1E-84AC-4919-A611-C776DC3E6302}">
      <dgm:prSet/>
      <dgm:spPr/>
      <dgm:t>
        <a:bodyPr/>
        <a:lstStyle/>
        <a:p>
          <a:endParaRPr lang="en-US" sz="1300"/>
        </a:p>
      </dgm:t>
    </dgm:pt>
    <dgm:pt modelId="{53BCCF65-2E4E-42AC-93C7-59E2B62569A6}" type="sibTrans" cxnId="{091CDF1E-84AC-4919-A611-C776DC3E6302}">
      <dgm:prSet/>
      <dgm:spPr/>
      <dgm:t>
        <a:bodyPr/>
        <a:lstStyle/>
        <a:p>
          <a:endParaRPr lang="en-US" sz="1300"/>
        </a:p>
      </dgm:t>
    </dgm:pt>
    <dgm:pt modelId="{F831C613-0C86-47CF-A5C5-21E9F48B1EBA}">
      <dgm:prSet custT="1"/>
      <dgm:spPr/>
      <dgm:t>
        <a:bodyPr/>
        <a:lstStyle/>
        <a:p>
          <a:r>
            <a:rPr lang="en-GB" sz="1300" dirty="0"/>
            <a:t>Managing risks (explosive atmospheres, corrosive conditions, flammability hazards)</a:t>
          </a:r>
          <a:endParaRPr lang="es-ES" sz="1300" dirty="0"/>
        </a:p>
      </dgm:t>
    </dgm:pt>
    <dgm:pt modelId="{91942A23-B6DD-4C09-8E11-F27573A73723}" type="parTrans" cxnId="{8038840F-E277-4CBF-9AD2-2276C8373121}">
      <dgm:prSet/>
      <dgm:spPr/>
      <dgm:t>
        <a:bodyPr/>
        <a:lstStyle/>
        <a:p>
          <a:endParaRPr lang="en-US" sz="1300"/>
        </a:p>
      </dgm:t>
    </dgm:pt>
    <dgm:pt modelId="{94C074FC-8CC6-4397-B689-2AC7A6038349}" type="sibTrans" cxnId="{8038840F-E277-4CBF-9AD2-2276C8373121}">
      <dgm:prSet/>
      <dgm:spPr/>
      <dgm:t>
        <a:bodyPr/>
        <a:lstStyle/>
        <a:p>
          <a:endParaRPr lang="en-US" sz="1300"/>
        </a:p>
      </dgm:t>
    </dgm:pt>
    <dgm:pt modelId="{C0E7A37A-D2A1-46C7-8591-E998BE3B137C}">
      <dgm:prSet custT="1"/>
      <dgm:spPr/>
      <dgm:t>
        <a:bodyPr/>
        <a:lstStyle/>
        <a:p>
          <a:r>
            <a:rPr lang="en-GB" sz="1300" dirty="0"/>
            <a:t>Control Surroundings (e.g. weather, humidity, vibration, </a:t>
          </a:r>
          <a:r>
            <a:rPr lang="en-GB" sz="1300" dirty="0" err="1"/>
            <a:t>etc</a:t>
          </a:r>
          <a:r>
            <a:rPr lang="en-GB" sz="1300" dirty="0"/>
            <a:t>).</a:t>
          </a:r>
          <a:endParaRPr lang="es-ES" sz="1300" dirty="0"/>
        </a:p>
      </dgm:t>
    </dgm:pt>
    <dgm:pt modelId="{49C6AC56-7495-4A06-A048-D09F3962E326}" type="parTrans" cxnId="{01A5844C-D285-465C-BDC3-897A7861FB05}">
      <dgm:prSet/>
      <dgm:spPr/>
      <dgm:t>
        <a:bodyPr/>
        <a:lstStyle/>
        <a:p>
          <a:endParaRPr lang="en-US" sz="1300"/>
        </a:p>
      </dgm:t>
    </dgm:pt>
    <dgm:pt modelId="{BF5D23E3-6E04-4DEF-9734-7D4CA6CC7F04}" type="sibTrans" cxnId="{01A5844C-D285-465C-BDC3-897A7861FB05}">
      <dgm:prSet/>
      <dgm:spPr/>
      <dgm:t>
        <a:bodyPr/>
        <a:lstStyle/>
        <a:p>
          <a:endParaRPr lang="en-US" sz="1300"/>
        </a:p>
      </dgm:t>
    </dgm:pt>
    <dgm:pt modelId="{C2A5A9C6-C708-47BA-8898-CF4E3E970408}">
      <dgm:prSet custT="1"/>
      <dgm:spPr/>
      <dgm:t>
        <a:bodyPr/>
        <a:lstStyle/>
        <a:p>
          <a:r>
            <a:rPr lang="en-GB" sz="1300" dirty="0"/>
            <a:t>Maintaining the integrity of substance or mixture</a:t>
          </a:r>
          <a:endParaRPr lang="es-ES" sz="1300" dirty="0"/>
        </a:p>
      </dgm:t>
    </dgm:pt>
    <dgm:pt modelId="{80B73B42-F588-4FD7-A2F1-B7DB1946A958}" type="parTrans" cxnId="{D87140D9-47C0-4575-BF26-BCDE48E7572E}">
      <dgm:prSet/>
      <dgm:spPr/>
      <dgm:t>
        <a:bodyPr/>
        <a:lstStyle/>
        <a:p>
          <a:endParaRPr lang="en-US" sz="1300"/>
        </a:p>
      </dgm:t>
    </dgm:pt>
    <dgm:pt modelId="{B082BC45-A1A4-44BF-9F24-F7AA4D09CC5F}" type="sibTrans" cxnId="{D87140D9-47C0-4575-BF26-BCDE48E7572E}">
      <dgm:prSet/>
      <dgm:spPr/>
      <dgm:t>
        <a:bodyPr/>
        <a:lstStyle/>
        <a:p>
          <a:endParaRPr lang="en-US" sz="1300"/>
        </a:p>
      </dgm:t>
    </dgm:pt>
    <dgm:pt modelId="{19D25BB2-89D3-4B83-96F2-0E03DA5A5D6F}">
      <dgm:prSet custT="1"/>
      <dgm:spPr/>
      <dgm:t>
        <a:bodyPr/>
        <a:lstStyle/>
        <a:p>
          <a:r>
            <a:rPr lang="en-GB" sz="1300" dirty="0"/>
            <a:t>Other: Ventilation, quantity limits</a:t>
          </a:r>
          <a:endParaRPr lang="es-ES" sz="1300" dirty="0"/>
        </a:p>
      </dgm:t>
    </dgm:pt>
    <dgm:pt modelId="{0CFB6583-B694-4973-B630-596BEB3F148A}" type="parTrans" cxnId="{A348D6BE-3AD3-4C81-A005-C35DAEF640BD}">
      <dgm:prSet/>
      <dgm:spPr/>
      <dgm:t>
        <a:bodyPr/>
        <a:lstStyle/>
        <a:p>
          <a:endParaRPr lang="en-US" sz="1300"/>
        </a:p>
      </dgm:t>
    </dgm:pt>
    <dgm:pt modelId="{90FF2385-DDA4-45C4-9802-89F87C6D78D8}" type="sibTrans" cxnId="{A348D6BE-3AD3-4C81-A005-C35DAEF640BD}">
      <dgm:prSet/>
      <dgm:spPr/>
      <dgm:t>
        <a:bodyPr/>
        <a:lstStyle/>
        <a:p>
          <a:endParaRPr lang="en-US" sz="1300"/>
        </a:p>
      </dgm:t>
    </dgm:pt>
    <dgm:pt modelId="{26923AE7-4F9B-467E-85CA-909735820117}" type="pres">
      <dgm:prSet presAssocID="{A4611A66-E751-459E-9810-6399D9A3ED58}" presName="vert0" presStyleCnt="0">
        <dgm:presLayoutVars>
          <dgm:dir/>
          <dgm:animOne val="branch"/>
          <dgm:animLvl val="lvl"/>
        </dgm:presLayoutVars>
      </dgm:prSet>
      <dgm:spPr/>
    </dgm:pt>
    <dgm:pt modelId="{63E9509A-C98E-441C-BEF4-A08302172C9F}" type="pres">
      <dgm:prSet presAssocID="{4936B4B2-D831-40EE-8C7A-F61FFCE11003}" presName="thickLine" presStyleLbl="alignNode1" presStyleIdx="0" presStyleCnt="2"/>
      <dgm:spPr/>
    </dgm:pt>
    <dgm:pt modelId="{7E411EF4-9AD5-4984-BF7F-4F95D407393D}" type="pres">
      <dgm:prSet presAssocID="{4936B4B2-D831-40EE-8C7A-F61FFCE11003}" presName="horz1" presStyleCnt="0"/>
      <dgm:spPr/>
    </dgm:pt>
    <dgm:pt modelId="{1977B592-74FC-4DED-8987-F02ABB0DE99A}" type="pres">
      <dgm:prSet presAssocID="{4936B4B2-D831-40EE-8C7A-F61FFCE11003}" presName="tx1" presStyleLbl="revTx" presStyleIdx="0" presStyleCnt="10"/>
      <dgm:spPr/>
    </dgm:pt>
    <dgm:pt modelId="{5BA0808A-091E-4A1F-92D3-3851577FF01E}" type="pres">
      <dgm:prSet presAssocID="{4936B4B2-D831-40EE-8C7A-F61FFCE11003}" presName="vert1" presStyleCnt="0"/>
      <dgm:spPr/>
    </dgm:pt>
    <dgm:pt modelId="{5EA46830-1D82-4949-B12A-DB8A1AAD81AA}" type="pres">
      <dgm:prSet presAssocID="{784E5538-F083-43C0-8ABA-89E20A6834A0}" presName="vertSpace2a" presStyleCnt="0"/>
      <dgm:spPr/>
    </dgm:pt>
    <dgm:pt modelId="{3FE37A0E-45AB-4230-B685-85947438B6FD}" type="pres">
      <dgm:prSet presAssocID="{784E5538-F083-43C0-8ABA-89E20A6834A0}" presName="horz2" presStyleCnt="0"/>
      <dgm:spPr/>
    </dgm:pt>
    <dgm:pt modelId="{39D5E397-0FA8-47D9-93FE-DB24421525F6}" type="pres">
      <dgm:prSet presAssocID="{784E5538-F083-43C0-8ABA-89E20A6834A0}" presName="horzSpace2" presStyleCnt="0"/>
      <dgm:spPr/>
    </dgm:pt>
    <dgm:pt modelId="{28E01ED4-B8DB-43E3-BF7E-EB1C8782DAB2}" type="pres">
      <dgm:prSet presAssocID="{784E5538-F083-43C0-8ABA-89E20A6834A0}" presName="tx2" presStyleLbl="revTx" presStyleIdx="1" presStyleCnt="10"/>
      <dgm:spPr/>
    </dgm:pt>
    <dgm:pt modelId="{4C5E0171-FE04-4DCA-BF3E-E9F33727F4AE}" type="pres">
      <dgm:prSet presAssocID="{784E5538-F083-43C0-8ABA-89E20A6834A0}" presName="vert2" presStyleCnt="0"/>
      <dgm:spPr/>
    </dgm:pt>
    <dgm:pt modelId="{61D2DBD5-FE20-4732-93C7-73EE7BB5EDE0}" type="pres">
      <dgm:prSet presAssocID="{784E5538-F083-43C0-8ABA-89E20A6834A0}" presName="thinLine2b" presStyleLbl="callout" presStyleIdx="0" presStyleCnt="8"/>
      <dgm:spPr/>
    </dgm:pt>
    <dgm:pt modelId="{0F0D0522-F89E-413B-B8CB-76EF5E408305}" type="pres">
      <dgm:prSet presAssocID="{784E5538-F083-43C0-8ABA-89E20A6834A0}" presName="vertSpace2b" presStyleCnt="0"/>
      <dgm:spPr/>
    </dgm:pt>
    <dgm:pt modelId="{6784C1A0-78BE-46DD-AD1B-88100D2346BB}" type="pres">
      <dgm:prSet presAssocID="{6ED052F0-9BBD-4543-9877-523EC97CA919}" presName="horz2" presStyleCnt="0"/>
      <dgm:spPr/>
    </dgm:pt>
    <dgm:pt modelId="{E1971888-9198-4015-9871-64AABE1C779F}" type="pres">
      <dgm:prSet presAssocID="{6ED052F0-9BBD-4543-9877-523EC97CA919}" presName="horzSpace2" presStyleCnt="0"/>
      <dgm:spPr/>
    </dgm:pt>
    <dgm:pt modelId="{F9260084-6B60-4CE1-AD8E-3D65F122AF66}" type="pres">
      <dgm:prSet presAssocID="{6ED052F0-9BBD-4543-9877-523EC97CA919}" presName="tx2" presStyleLbl="revTx" presStyleIdx="2" presStyleCnt="10"/>
      <dgm:spPr/>
    </dgm:pt>
    <dgm:pt modelId="{19338790-F2A4-4F39-BC12-267C8F20923C}" type="pres">
      <dgm:prSet presAssocID="{6ED052F0-9BBD-4543-9877-523EC97CA919}" presName="vert2" presStyleCnt="0"/>
      <dgm:spPr/>
    </dgm:pt>
    <dgm:pt modelId="{6A7154C9-C28D-40F8-A0CE-4D141C26EC99}" type="pres">
      <dgm:prSet presAssocID="{6ED052F0-9BBD-4543-9877-523EC97CA919}" presName="thinLine2b" presStyleLbl="callout" presStyleIdx="1" presStyleCnt="8"/>
      <dgm:spPr/>
    </dgm:pt>
    <dgm:pt modelId="{5E6182C5-C5E7-4E44-82BD-D6CCD206CA3A}" type="pres">
      <dgm:prSet presAssocID="{6ED052F0-9BBD-4543-9877-523EC97CA919}" presName="vertSpace2b" presStyleCnt="0"/>
      <dgm:spPr/>
    </dgm:pt>
    <dgm:pt modelId="{382ACC85-14F7-432A-BCAD-EB9DAA19F434}" type="pres">
      <dgm:prSet presAssocID="{199975AD-1CB0-41DE-B1A8-87A4548798FA}" presName="horz2" presStyleCnt="0"/>
      <dgm:spPr/>
    </dgm:pt>
    <dgm:pt modelId="{E0FFE00C-BE4B-4AEA-8971-806B22CE649E}" type="pres">
      <dgm:prSet presAssocID="{199975AD-1CB0-41DE-B1A8-87A4548798FA}" presName="horzSpace2" presStyleCnt="0"/>
      <dgm:spPr/>
    </dgm:pt>
    <dgm:pt modelId="{577E50B2-4FE0-4020-BA7E-E8BC33DC1601}" type="pres">
      <dgm:prSet presAssocID="{199975AD-1CB0-41DE-B1A8-87A4548798FA}" presName="tx2" presStyleLbl="revTx" presStyleIdx="3" presStyleCnt="10"/>
      <dgm:spPr/>
    </dgm:pt>
    <dgm:pt modelId="{FEFC4A7C-6F52-4827-B2DF-159370D2F44A}" type="pres">
      <dgm:prSet presAssocID="{199975AD-1CB0-41DE-B1A8-87A4548798FA}" presName="vert2" presStyleCnt="0"/>
      <dgm:spPr/>
    </dgm:pt>
    <dgm:pt modelId="{4E84EDF4-4881-4606-BC22-98F33EB3F733}" type="pres">
      <dgm:prSet presAssocID="{199975AD-1CB0-41DE-B1A8-87A4548798FA}" presName="thinLine2b" presStyleLbl="callout" presStyleIdx="2" presStyleCnt="8"/>
      <dgm:spPr/>
    </dgm:pt>
    <dgm:pt modelId="{B843ECEB-8662-42C0-963A-4B56BE087895}" type="pres">
      <dgm:prSet presAssocID="{199975AD-1CB0-41DE-B1A8-87A4548798FA}" presName="vertSpace2b" presStyleCnt="0"/>
      <dgm:spPr/>
    </dgm:pt>
    <dgm:pt modelId="{6B594B5E-1D3E-4906-B6AA-758CE5929189}" type="pres">
      <dgm:prSet presAssocID="{E9967080-C035-4248-84F8-9CA441596CCF}" presName="horz2" presStyleCnt="0"/>
      <dgm:spPr/>
    </dgm:pt>
    <dgm:pt modelId="{7C1FF348-B872-4D96-8C33-037BF1DEDAEB}" type="pres">
      <dgm:prSet presAssocID="{E9967080-C035-4248-84F8-9CA441596CCF}" presName="horzSpace2" presStyleCnt="0"/>
      <dgm:spPr/>
    </dgm:pt>
    <dgm:pt modelId="{11A2AC34-CEC4-4696-9547-1E1362792347}" type="pres">
      <dgm:prSet presAssocID="{E9967080-C035-4248-84F8-9CA441596CCF}" presName="tx2" presStyleLbl="revTx" presStyleIdx="4" presStyleCnt="10"/>
      <dgm:spPr/>
    </dgm:pt>
    <dgm:pt modelId="{7238A274-71A4-467F-B3CA-03F21F20B4EB}" type="pres">
      <dgm:prSet presAssocID="{E9967080-C035-4248-84F8-9CA441596CCF}" presName="vert2" presStyleCnt="0"/>
      <dgm:spPr/>
    </dgm:pt>
    <dgm:pt modelId="{B4B88B82-5E60-47B2-811B-51F68B9A6845}" type="pres">
      <dgm:prSet presAssocID="{E9967080-C035-4248-84F8-9CA441596CCF}" presName="thinLine2b" presStyleLbl="callout" presStyleIdx="3" presStyleCnt="8"/>
      <dgm:spPr/>
    </dgm:pt>
    <dgm:pt modelId="{04B9570D-E2C4-404D-BC79-12264BD8F629}" type="pres">
      <dgm:prSet presAssocID="{E9967080-C035-4248-84F8-9CA441596CCF}" presName="vertSpace2b" presStyleCnt="0"/>
      <dgm:spPr/>
    </dgm:pt>
    <dgm:pt modelId="{DE3CFA21-26E0-4D8F-869A-3DCC6727515C}" type="pres">
      <dgm:prSet presAssocID="{F6DCCFFD-661D-4708-95DE-FAD38E332A4D}" presName="thickLine" presStyleLbl="alignNode1" presStyleIdx="1" presStyleCnt="2"/>
      <dgm:spPr/>
    </dgm:pt>
    <dgm:pt modelId="{27F18FCB-A355-4647-8358-3BFFF4DBE369}" type="pres">
      <dgm:prSet presAssocID="{F6DCCFFD-661D-4708-95DE-FAD38E332A4D}" presName="horz1" presStyleCnt="0"/>
      <dgm:spPr/>
    </dgm:pt>
    <dgm:pt modelId="{F3C7F70B-5CC2-44B1-A706-8680A48EE05C}" type="pres">
      <dgm:prSet presAssocID="{F6DCCFFD-661D-4708-95DE-FAD38E332A4D}" presName="tx1" presStyleLbl="revTx" presStyleIdx="5" presStyleCnt="10"/>
      <dgm:spPr/>
    </dgm:pt>
    <dgm:pt modelId="{7220BC71-1ABF-46DF-827F-090D8373C463}" type="pres">
      <dgm:prSet presAssocID="{F6DCCFFD-661D-4708-95DE-FAD38E332A4D}" presName="vert1" presStyleCnt="0"/>
      <dgm:spPr/>
    </dgm:pt>
    <dgm:pt modelId="{55F73DD9-6AE7-48CA-920A-97D49024AA9F}" type="pres">
      <dgm:prSet presAssocID="{F831C613-0C86-47CF-A5C5-21E9F48B1EBA}" presName="vertSpace2a" presStyleCnt="0"/>
      <dgm:spPr/>
    </dgm:pt>
    <dgm:pt modelId="{596217DC-7B37-4F12-8A95-7C0BA1D026BF}" type="pres">
      <dgm:prSet presAssocID="{F831C613-0C86-47CF-A5C5-21E9F48B1EBA}" presName="horz2" presStyleCnt="0"/>
      <dgm:spPr/>
    </dgm:pt>
    <dgm:pt modelId="{E826364F-814F-449E-8DAF-A1DF0989CD50}" type="pres">
      <dgm:prSet presAssocID="{F831C613-0C86-47CF-A5C5-21E9F48B1EBA}" presName="horzSpace2" presStyleCnt="0"/>
      <dgm:spPr/>
    </dgm:pt>
    <dgm:pt modelId="{2624F0FF-307B-45F7-BF58-DFE5AD7EF413}" type="pres">
      <dgm:prSet presAssocID="{F831C613-0C86-47CF-A5C5-21E9F48B1EBA}" presName="tx2" presStyleLbl="revTx" presStyleIdx="6" presStyleCnt="10"/>
      <dgm:spPr/>
    </dgm:pt>
    <dgm:pt modelId="{FBFE552D-1832-4EF9-B6EA-50E0DFFE4FCC}" type="pres">
      <dgm:prSet presAssocID="{F831C613-0C86-47CF-A5C5-21E9F48B1EBA}" presName="vert2" presStyleCnt="0"/>
      <dgm:spPr/>
    </dgm:pt>
    <dgm:pt modelId="{BC7C425E-E270-4876-9F09-F5684C096369}" type="pres">
      <dgm:prSet presAssocID="{F831C613-0C86-47CF-A5C5-21E9F48B1EBA}" presName="thinLine2b" presStyleLbl="callout" presStyleIdx="4" presStyleCnt="8"/>
      <dgm:spPr/>
    </dgm:pt>
    <dgm:pt modelId="{64C7B785-A764-41E6-8253-CCB559E38103}" type="pres">
      <dgm:prSet presAssocID="{F831C613-0C86-47CF-A5C5-21E9F48B1EBA}" presName="vertSpace2b" presStyleCnt="0"/>
      <dgm:spPr/>
    </dgm:pt>
    <dgm:pt modelId="{E208E2E9-4E1B-4CB0-9804-DFC95B7586B3}" type="pres">
      <dgm:prSet presAssocID="{C0E7A37A-D2A1-46C7-8591-E998BE3B137C}" presName="horz2" presStyleCnt="0"/>
      <dgm:spPr/>
    </dgm:pt>
    <dgm:pt modelId="{09712176-ADD4-4333-815C-C3E7A753F596}" type="pres">
      <dgm:prSet presAssocID="{C0E7A37A-D2A1-46C7-8591-E998BE3B137C}" presName="horzSpace2" presStyleCnt="0"/>
      <dgm:spPr/>
    </dgm:pt>
    <dgm:pt modelId="{6ED9228A-A73B-4177-A051-79B89EDA08FC}" type="pres">
      <dgm:prSet presAssocID="{C0E7A37A-D2A1-46C7-8591-E998BE3B137C}" presName="tx2" presStyleLbl="revTx" presStyleIdx="7" presStyleCnt="10"/>
      <dgm:spPr/>
    </dgm:pt>
    <dgm:pt modelId="{8508C968-0AA0-4BC7-AA78-522F0FECC446}" type="pres">
      <dgm:prSet presAssocID="{C0E7A37A-D2A1-46C7-8591-E998BE3B137C}" presName="vert2" presStyleCnt="0"/>
      <dgm:spPr/>
    </dgm:pt>
    <dgm:pt modelId="{4E0F8F3C-E72C-49CD-B8C1-34448A108E50}" type="pres">
      <dgm:prSet presAssocID="{C0E7A37A-D2A1-46C7-8591-E998BE3B137C}" presName="thinLine2b" presStyleLbl="callout" presStyleIdx="5" presStyleCnt="8"/>
      <dgm:spPr/>
    </dgm:pt>
    <dgm:pt modelId="{31BB74A3-68B3-4C3D-8AC8-F8610D371E57}" type="pres">
      <dgm:prSet presAssocID="{C0E7A37A-D2A1-46C7-8591-E998BE3B137C}" presName="vertSpace2b" presStyleCnt="0"/>
      <dgm:spPr/>
    </dgm:pt>
    <dgm:pt modelId="{920F87AA-EACE-4D7F-B81E-A35466AD29E5}" type="pres">
      <dgm:prSet presAssocID="{C2A5A9C6-C708-47BA-8898-CF4E3E970408}" presName="horz2" presStyleCnt="0"/>
      <dgm:spPr/>
    </dgm:pt>
    <dgm:pt modelId="{7A01A53E-81E9-499F-AAA9-55C315D8E0FB}" type="pres">
      <dgm:prSet presAssocID="{C2A5A9C6-C708-47BA-8898-CF4E3E970408}" presName="horzSpace2" presStyleCnt="0"/>
      <dgm:spPr/>
    </dgm:pt>
    <dgm:pt modelId="{CCE73966-4EA8-48F9-98EE-E2A058E538E3}" type="pres">
      <dgm:prSet presAssocID="{C2A5A9C6-C708-47BA-8898-CF4E3E970408}" presName="tx2" presStyleLbl="revTx" presStyleIdx="8" presStyleCnt="10"/>
      <dgm:spPr/>
    </dgm:pt>
    <dgm:pt modelId="{0FF93CFC-C0AC-47FF-86A4-2D845D4E34F4}" type="pres">
      <dgm:prSet presAssocID="{C2A5A9C6-C708-47BA-8898-CF4E3E970408}" presName="vert2" presStyleCnt="0"/>
      <dgm:spPr/>
    </dgm:pt>
    <dgm:pt modelId="{4B950E4E-84DC-4C7F-94DA-916D812C3B12}" type="pres">
      <dgm:prSet presAssocID="{C2A5A9C6-C708-47BA-8898-CF4E3E970408}" presName="thinLine2b" presStyleLbl="callout" presStyleIdx="6" presStyleCnt="8"/>
      <dgm:spPr/>
    </dgm:pt>
    <dgm:pt modelId="{CAA7B2B0-DA05-4B65-B2F2-1FC0C88BA385}" type="pres">
      <dgm:prSet presAssocID="{C2A5A9C6-C708-47BA-8898-CF4E3E970408}" presName="vertSpace2b" presStyleCnt="0"/>
      <dgm:spPr/>
    </dgm:pt>
    <dgm:pt modelId="{A8F0AED4-97DC-4671-8544-A84AB9FDF4B8}" type="pres">
      <dgm:prSet presAssocID="{19D25BB2-89D3-4B83-96F2-0E03DA5A5D6F}" presName="horz2" presStyleCnt="0"/>
      <dgm:spPr/>
    </dgm:pt>
    <dgm:pt modelId="{17C4C3B6-52A0-430B-B1F9-CBC6AE60D5D5}" type="pres">
      <dgm:prSet presAssocID="{19D25BB2-89D3-4B83-96F2-0E03DA5A5D6F}" presName="horzSpace2" presStyleCnt="0"/>
      <dgm:spPr/>
    </dgm:pt>
    <dgm:pt modelId="{6E3D4FF3-4066-4FE9-91A2-55B3013F63B3}" type="pres">
      <dgm:prSet presAssocID="{19D25BB2-89D3-4B83-96F2-0E03DA5A5D6F}" presName="tx2" presStyleLbl="revTx" presStyleIdx="9" presStyleCnt="10"/>
      <dgm:spPr/>
    </dgm:pt>
    <dgm:pt modelId="{4FB49C68-3C8A-4BCB-AD2B-F2AC30F74D79}" type="pres">
      <dgm:prSet presAssocID="{19D25BB2-89D3-4B83-96F2-0E03DA5A5D6F}" presName="vert2" presStyleCnt="0"/>
      <dgm:spPr/>
    </dgm:pt>
    <dgm:pt modelId="{640134E2-01CB-4C7A-B30F-C191D69BB986}" type="pres">
      <dgm:prSet presAssocID="{19D25BB2-89D3-4B83-96F2-0E03DA5A5D6F}" presName="thinLine2b" presStyleLbl="callout" presStyleIdx="7" presStyleCnt="8"/>
      <dgm:spPr/>
    </dgm:pt>
    <dgm:pt modelId="{9C4B9E89-3874-48D7-B0A3-E3D70C610C96}" type="pres">
      <dgm:prSet presAssocID="{19D25BB2-89D3-4B83-96F2-0E03DA5A5D6F}" presName="vertSpace2b" presStyleCnt="0"/>
      <dgm:spPr/>
    </dgm:pt>
  </dgm:ptLst>
  <dgm:cxnLst>
    <dgm:cxn modelId="{10765702-299E-4611-9048-D9CE276592D5}" type="presOf" srcId="{C0E7A37A-D2A1-46C7-8591-E998BE3B137C}" destId="{6ED9228A-A73B-4177-A051-79B89EDA08FC}" srcOrd="0" destOrd="0" presId="urn:microsoft.com/office/officeart/2008/layout/LinedList"/>
    <dgm:cxn modelId="{8038840F-E277-4CBF-9AD2-2276C8373121}" srcId="{F6DCCFFD-661D-4708-95DE-FAD38E332A4D}" destId="{F831C613-0C86-47CF-A5C5-21E9F48B1EBA}" srcOrd="0" destOrd="0" parTransId="{91942A23-B6DD-4C09-8E11-F27573A73723}" sibTransId="{94C074FC-8CC6-4397-B689-2AC7A6038349}"/>
    <dgm:cxn modelId="{C61CF310-1520-4139-AACB-EBEFA6AD5601}" srcId="{4936B4B2-D831-40EE-8C7A-F61FFCE11003}" destId="{E9967080-C035-4248-84F8-9CA441596CCF}" srcOrd="3" destOrd="0" parTransId="{361048A8-F95A-4437-B997-559CC1610FE6}" sibTransId="{B748B949-9538-4E58-B8C2-FF4DD1D99F61}"/>
    <dgm:cxn modelId="{65C12017-CD3D-41BE-9D7D-E7A2121EAB34}" type="presOf" srcId="{E9967080-C035-4248-84F8-9CA441596CCF}" destId="{11A2AC34-CEC4-4696-9547-1E1362792347}" srcOrd="0" destOrd="0" presId="urn:microsoft.com/office/officeart/2008/layout/LinedList"/>
    <dgm:cxn modelId="{9ABA5119-205C-4F27-9D72-64EF334EE5AC}" type="presOf" srcId="{A4611A66-E751-459E-9810-6399D9A3ED58}" destId="{26923AE7-4F9B-467E-85CA-909735820117}" srcOrd="0" destOrd="0" presId="urn:microsoft.com/office/officeart/2008/layout/LinedList"/>
    <dgm:cxn modelId="{091CDF1E-84AC-4919-A611-C776DC3E6302}" srcId="{A4611A66-E751-459E-9810-6399D9A3ED58}" destId="{F6DCCFFD-661D-4708-95DE-FAD38E332A4D}" srcOrd="1" destOrd="0" parTransId="{34C556B6-4A05-402D-9365-3E2030E30282}" sibTransId="{53BCCF65-2E4E-42AC-93C7-59E2B62569A6}"/>
    <dgm:cxn modelId="{3FC7DC2E-7F78-4D7A-9A52-6B42688C32E3}" type="presOf" srcId="{199975AD-1CB0-41DE-B1A8-87A4548798FA}" destId="{577E50B2-4FE0-4020-BA7E-E8BC33DC1601}" srcOrd="0" destOrd="0" presId="urn:microsoft.com/office/officeart/2008/layout/LinedList"/>
    <dgm:cxn modelId="{43875F38-BE2B-41A8-B701-366E4F449AE0}" type="presOf" srcId="{784E5538-F083-43C0-8ABA-89E20A6834A0}" destId="{28E01ED4-B8DB-43E3-BF7E-EB1C8782DAB2}" srcOrd="0" destOrd="0" presId="urn:microsoft.com/office/officeart/2008/layout/LinedList"/>
    <dgm:cxn modelId="{01A5844C-D285-465C-BDC3-897A7861FB05}" srcId="{F6DCCFFD-661D-4708-95DE-FAD38E332A4D}" destId="{C0E7A37A-D2A1-46C7-8591-E998BE3B137C}" srcOrd="1" destOrd="0" parTransId="{49C6AC56-7495-4A06-A048-D09F3962E326}" sibTransId="{BF5D23E3-6E04-4DEF-9734-7D4CA6CC7F04}"/>
    <dgm:cxn modelId="{D011A56F-BA2D-4E43-AA11-D1A818F80A56}" type="presOf" srcId="{4936B4B2-D831-40EE-8C7A-F61FFCE11003}" destId="{1977B592-74FC-4DED-8987-F02ABB0DE99A}" srcOrd="0" destOrd="0" presId="urn:microsoft.com/office/officeart/2008/layout/LinedList"/>
    <dgm:cxn modelId="{4BC0A66F-17EF-460C-B328-22EAEFA70C08}" srcId="{4936B4B2-D831-40EE-8C7A-F61FFCE11003}" destId="{784E5538-F083-43C0-8ABA-89E20A6834A0}" srcOrd="0" destOrd="0" parTransId="{92E5756D-D0AD-4156-8D30-774E1567DF25}" sibTransId="{ED6F31C9-58CC-4784-A2F3-A640309F2549}"/>
    <dgm:cxn modelId="{7234A684-3E50-48B1-857D-D4DDF9EEA92B}" srcId="{4936B4B2-D831-40EE-8C7A-F61FFCE11003}" destId="{199975AD-1CB0-41DE-B1A8-87A4548798FA}" srcOrd="2" destOrd="0" parTransId="{A07B95D2-2EF3-4779-9D62-B1473EDCDECF}" sibTransId="{DF6C757B-7B77-4D1F-8324-399048553B9F}"/>
    <dgm:cxn modelId="{9227CFB4-0800-4016-83FB-35ED0202754C}" srcId="{4936B4B2-D831-40EE-8C7A-F61FFCE11003}" destId="{6ED052F0-9BBD-4543-9877-523EC97CA919}" srcOrd="1" destOrd="0" parTransId="{BF94E4E7-6A8E-4D00-9D87-539DB1C41455}" sibTransId="{E8F55D84-2942-4E6E-8C99-70A5C1D4F8E4}"/>
    <dgm:cxn modelId="{238239BA-5E70-4ACD-BFC8-78EE23EBE185}" type="presOf" srcId="{6ED052F0-9BBD-4543-9877-523EC97CA919}" destId="{F9260084-6B60-4CE1-AD8E-3D65F122AF66}" srcOrd="0" destOrd="0" presId="urn:microsoft.com/office/officeart/2008/layout/LinedList"/>
    <dgm:cxn modelId="{A348D6BE-3AD3-4C81-A005-C35DAEF640BD}" srcId="{F6DCCFFD-661D-4708-95DE-FAD38E332A4D}" destId="{19D25BB2-89D3-4B83-96F2-0E03DA5A5D6F}" srcOrd="3" destOrd="0" parTransId="{0CFB6583-B694-4973-B630-596BEB3F148A}" sibTransId="{90FF2385-DDA4-45C4-9802-89F87C6D78D8}"/>
    <dgm:cxn modelId="{5BEE3ECA-F3BE-4C52-9FAA-C97FB0A3ADD5}" type="presOf" srcId="{19D25BB2-89D3-4B83-96F2-0E03DA5A5D6F}" destId="{6E3D4FF3-4066-4FE9-91A2-55B3013F63B3}" srcOrd="0" destOrd="0" presId="urn:microsoft.com/office/officeart/2008/layout/LinedList"/>
    <dgm:cxn modelId="{FA3AD2CC-0B34-4AB5-97F3-EB953B40A0F6}" srcId="{A4611A66-E751-459E-9810-6399D9A3ED58}" destId="{4936B4B2-D831-40EE-8C7A-F61FFCE11003}" srcOrd="0" destOrd="0" parTransId="{4821A1CE-FFE6-48C1-8245-C074A36AE09C}" sibTransId="{FDD05B57-0C7F-4855-ADDA-0FD5BE5E02DA}"/>
    <dgm:cxn modelId="{243379D3-6D52-4D61-ACC7-0D5BF69F75ED}" type="presOf" srcId="{C2A5A9C6-C708-47BA-8898-CF4E3E970408}" destId="{CCE73966-4EA8-48F9-98EE-E2A058E538E3}" srcOrd="0" destOrd="0" presId="urn:microsoft.com/office/officeart/2008/layout/LinedList"/>
    <dgm:cxn modelId="{D87140D9-47C0-4575-BF26-BCDE48E7572E}" srcId="{F6DCCFFD-661D-4708-95DE-FAD38E332A4D}" destId="{C2A5A9C6-C708-47BA-8898-CF4E3E970408}" srcOrd="2" destOrd="0" parTransId="{80B73B42-F588-4FD7-A2F1-B7DB1946A958}" sibTransId="{B082BC45-A1A4-44BF-9F24-F7AA4D09CC5F}"/>
    <dgm:cxn modelId="{5EFCA4E2-3D57-4BED-B50F-37B5BF376424}" type="presOf" srcId="{F6DCCFFD-661D-4708-95DE-FAD38E332A4D}" destId="{F3C7F70B-5CC2-44B1-A706-8680A48EE05C}" srcOrd="0" destOrd="0" presId="urn:microsoft.com/office/officeart/2008/layout/LinedList"/>
    <dgm:cxn modelId="{BF57BCF1-C9E5-45F7-B698-067A2F12BBB6}" type="presOf" srcId="{F831C613-0C86-47CF-A5C5-21E9F48B1EBA}" destId="{2624F0FF-307B-45F7-BF58-DFE5AD7EF413}" srcOrd="0" destOrd="0" presId="urn:microsoft.com/office/officeart/2008/layout/LinedList"/>
    <dgm:cxn modelId="{60EB2905-7119-4AF3-BD2B-68682BF86A8F}" type="presParOf" srcId="{26923AE7-4F9B-467E-85CA-909735820117}" destId="{63E9509A-C98E-441C-BEF4-A08302172C9F}" srcOrd="0" destOrd="0" presId="urn:microsoft.com/office/officeart/2008/layout/LinedList"/>
    <dgm:cxn modelId="{5A742A9F-BD2B-49CF-9211-FCF3DADA79CD}" type="presParOf" srcId="{26923AE7-4F9B-467E-85CA-909735820117}" destId="{7E411EF4-9AD5-4984-BF7F-4F95D407393D}" srcOrd="1" destOrd="0" presId="urn:microsoft.com/office/officeart/2008/layout/LinedList"/>
    <dgm:cxn modelId="{DA577AED-823F-417B-BD83-677724BB7C66}" type="presParOf" srcId="{7E411EF4-9AD5-4984-BF7F-4F95D407393D}" destId="{1977B592-74FC-4DED-8987-F02ABB0DE99A}" srcOrd="0" destOrd="0" presId="urn:microsoft.com/office/officeart/2008/layout/LinedList"/>
    <dgm:cxn modelId="{E7C68675-474F-41E4-9FC0-BB6A50DC4E7D}" type="presParOf" srcId="{7E411EF4-9AD5-4984-BF7F-4F95D407393D}" destId="{5BA0808A-091E-4A1F-92D3-3851577FF01E}" srcOrd="1" destOrd="0" presId="urn:microsoft.com/office/officeart/2008/layout/LinedList"/>
    <dgm:cxn modelId="{DEBDC87B-1499-450F-9A96-6A6BD475DED2}" type="presParOf" srcId="{5BA0808A-091E-4A1F-92D3-3851577FF01E}" destId="{5EA46830-1D82-4949-B12A-DB8A1AAD81AA}" srcOrd="0" destOrd="0" presId="urn:microsoft.com/office/officeart/2008/layout/LinedList"/>
    <dgm:cxn modelId="{6FF56334-08FE-40CF-B249-95DCDE0BCB41}" type="presParOf" srcId="{5BA0808A-091E-4A1F-92D3-3851577FF01E}" destId="{3FE37A0E-45AB-4230-B685-85947438B6FD}" srcOrd="1" destOrd="0" presId="urn:microsoft.com/office/officeart/2008/layout/LinedList"/>
    <dgm:cxn modelId="{00F3651F-C769-4528-AAAF-336AC0951955}" type="presParOf" srcId="{3FE37A0E-45AB-4230-B685-85947438B6FD}" destId="{39D5E397-0FA8-47D9-93FE-DB24421525F6}" srcOrd="0" destOrd="0" presId="urn:microsoft.com/office/officeart/2008/layout/LinedList"/>
    <dgm:cxn modelId="{530FD2D2-4F3B-47C2-9EAA-A164BFCFBE05}" type="presParOf" srcId="{3FE37A0E-45AB-4230-B685-85947438B6FD}" destId="{28E01ED4-B8DB-43E3-BF7E-EB1C8782DAB2}" srcOrd="1" destOrd="0" presId="urn:microsoft.com/office/officeart/2008/layout/LinedList"/>
    <dgm:cxn modelId="{566CA331-0650-4CD2-B2F4-607F439B3D17}" type="presParOf" srcId="{3FE37A0E-45AB-4230-B685-85947438B6FD}" destId="{4C5E0171-FE04-4DCA-BF3E-E9F33727F4AE}" srcOrd="2" destOrd="0" presId="urn:microsoft.com/office/officeart/2008/layout/LinedList"/>
    <dgm:cxn modelId="{D4422A0C-0042-4271-B4C8-856E2C953B87}" type="presParOf" srcId="{5BA0808A-091E-4A1F-92D3-3851577FF01E}" destId="{61D2DBD5-FE20-4732-93C7-73EE7BB5EDE0}" srcOrd="2" destOrd="0" presId="urn:microsoft.com/office/officeart/2008/layout/LinedList"/>
    <dgm:cxn modelId="{75F0A409-F808-4171-859D-E7663B182ECE}" type="presParOf" srcId="{5BA0808A-091E-4A1F-92D3-3851577FF01E}" destId="{0F0D0522-F89E-413B-B8CB-76EF5E408305}" srcOrd="3" destOrd="0" presId="urn:microsoft.com/office/officeart/2008/layout/LinedList"/>
    <dgm:cxn modelId="{ED510FE1-5AEC-42C1-9D86-572DA82D1A2B}" type="presParOf" srcId="{5BA0808A-091E-4A1F-92D3-3851577FF01E}" destId="{6784C1A0-78BE-46DD-AD1B-88100D2346BB}" srcOrd="4" destOrd="0" presId="urn:microsoft.com/office/officeart/2008/layout/LinedList"/>
    <dgm:cxn modelId="{37127FBE-2BF5-4B95-943E-87D866E5C4A9}" type="presParOf" srcId="{6784C1A0-78BE-46DD-AD1B-88100D2346BB}" destId="{E1971888-9198-4015-9871-64AABE1C779F}" srcOrd="0" destOrd="0" presId="urn:microsoft.com/office/officeart/2008/layout/LinedList"/>
    <dgm:cxn modelId="{5FBF69E0-00C0-4B14-898B-64972D2CA975}" type="presParOf" srcId="{6784C1A0-78BE-46DD-AD1B-88100D2346BB}" destId="{F9260084-6B60-4CE1-AD8E-3D65F122AF66}" srcOrd="1" destOrd="0" presId="urn:microsoft.com/office/officeart/2008/layout/LinedList"/>
    <dgm:cxn modelId="{A3A58FFF-4DCB-4436-8A0D-BB93D7674815}" type="presParOf" srcId="{6784C1A0-78BE-46DD-AD1B-88100D2346BB}" destId="{19338790-F2A4-4F39-BC12-267C8F20923C}" srcOrd="2" destOrd="0" presId="urn:microsoft.com/office/officeart/2008/layout/LinedList"/>
    <dgm:cxn modelId="{EF1FF68F-7938-4B34-8EC0-11FDC2CB054D}" type="presParOf" srcId="{5BA0808A-091E-4A1F-92D3-3851577FF01E}" destId="{6A7154C9-C28D-40F8-A0CE-4D141C26EC99}" srcOrd="5" destOrd="0" presId="urn:microsoft.com/office/officeart/2008/layout/LinedList"/>
    <dgm:cxn modelId="{161E142F-1DE1-4783-A52F-14650EBBA672}" type="presParOf" srcId="{5BA0808A-091E-4A1F-92D3-3851577FF01E}" destId="{5E6182C5-C5E7-4E44-82BD-D6CCD206CA3A}" srcOrd="6" destOrd="0" presId="urn:microsoft.com/office/officeart/2008/layout/LinedList"/>
    <dgm:cxn modelId="{754E9BE4-E2D4-4A56-AAB8-EB9DA532B8C7}" type="presParOf" srcId="{5BA0808A-091E-4A1F-92D3-3851577FF01E}" destId="{382ACC85-14F7-432A-BCAD-EB9DAA19F434}" srcOrd="7" destOrd="0" presId="urn:microsoft.com/office/officeart/2008/layout/LinedList"/>
    <dgm:cxn modelId="{2FF9A89D-C27B-48EB-8BAD-CF17DA213177}" type="presParOf" srcId="{382ACC85-14F7-432A-BCAD-EB9DAA19F434}" destId="{E0FFE00C-BE4B-4AEA-8971-806B22CE649E}" srcOrd="0" destOrd="0" presId="urn:microsoft.com/office/officeart/2008/layout/LinedList"/>
    <dgm:cxn modelId="{989461BC-C416-4D0B-B5F4-F36F740AF056}" type="presParOf" srcId="{382ACC85-14F7-432A-BCAD-EB9DAA19F434}" destId="{577E50B2-4FE0-4020-BA7E-E8BC33DC1601}" srcOrd="1" destOrd="0" presId="urn:microsoft.com/office/officeart/2008/layout/LinedList"/>
    <dgm:cxn modelId="{0548C999-3841-4947-859E-3923EEF1B0EF}" type="presParOf" srcId="{382ACC85-14F7-432A-BCAD-EB9DAA19F434}" destId="{FEFC4A7C-6F52-4827-B2DF-159370D2F44A}" srcOrd="2" destOrd="0" presId="urn:microsoft.com/office/officeart/2008/layout/LinedList"/>
    <dgm:cxn modelId="{E0F74F57-18AD-479B-BB8A-EFEDE9343A5D}" type="presParOf" srcId="{5BA0808A-091E-4A1F-92D3-3851577FF01E}" destId="{4E84EDF4-4881-4606-BC22-98F33EB3F733}" srcOrd="8" destOrd="0" presId="urn:microsoft.com/office/officeart/2008/layout/LinedList"/>
    <dgm:cxn modelId="{79DD1004-ED4A-4850-9E3F-2B8F82714FF6}" type="presParOf" srcId="{5BA0808A-091E-4A1F-92D3-3851577FF01E}" destId="{B843ECEB-8662-42C0-963A-4B56BE087895}" srcOrd="9" destOrd="0" presId="urn:microsoft.com/office/officeart/2008/layout/LinedList"/>
    <dgm:cxn modelId="{B3467DFF-9E54-4A7F-A725-77D1A5D5E96D}" type="presParOf" srcId="{5BA0808A-091E-4A1F-92D3-3851577FF01E}" destId="{6B594B5E-1D3E-4906-B6AA-758CE5929189}" srcOrd="10" destOrd="0" presId="urn:microsoft.com/office/officeart/2008/layout/LinedList"/>
    <dgm:cxn modelId="{F2E9C1E7-6B47-4F70-ABD7-78FC7B4500A7}" type="presParOf" srcId="{6B594B5E-1D3E-4906-B6AA-758CE5929189}" destId="{7C1FF348-B872-4D96-8C33-037BF1DEDAEB}" srcOrd="0" destOrd="0" presId="urn:microsoft.com/office/officeart/2008/layout/LinedList"/>
    <dgm:cxn modelId="{5649C07D-B2A7-4D74-8BBA-BADC0A160D3A}" type="presParOf" srcId="{6B594B5E-1D3E-4906-B6AA-758CE5929189}" destId="{11A2AC34-CEC4-4696-9547-1E1362792347}" srcOrd="1" destOrd="0" presId="urn:microsoft.com/office/officeart/2008/layout/LinedList"/>
    <dgm:cxn modelId="{0E44707B-0586-4CC5-84C0-0FB01B4F655B}" type="presParOf" srcId="{6B594B5E-1D3E-4906-B6AA-758CE5929189}" destId="{7238A274-71A4-467F-B3CA-03F21F20B4EB}" srcOrd="2" destOrd="0" presId="urn:microsoft.com/office/officeart/2008/layout/LinedList"/>
    <dgm:cxn modelId="{597361B5-4072-42D0-BC1A-78A5E73A1E05}" type="presParOf" srcId="{5BA0808A-091E-4A1F-92D3-3851577FF01E}" destId="{B4B88B82-5E60-47B2-811B-51F68B9A6845}" srcOrd="11" destOrd="0" presId="urn:microsoft.com/office/officeart/2008/layout/LinedList"/>
    <dgm:cxn modelId="{7AA4C07C-EB26-4DC6-8BA4-3E09F9E3C232}" type="presParOf" srcId="{5BA0808A-091E-4A1F-92D3-3851577FF01E}" destId="{04B9570D-E2C4-404D-BC79-12264BD8F629}" srcOrd="12" destOrd="0" presId="urn:microsoft.com/office/officeart/2008/layout/LinedList"/>
    <dgm:cxn modelId="{EDE8F218-7653-4602-9851-D4B145A12D6F}" type="presParOf" srcId="{26923AE7-4F9B-467E-85CA-909735820117}" destId="{DE3CFA21-26E0-4D8F-869A-3DCC6727515C}" srcOrd="2" destOrd="0" presId="urn:microsoft.com/office/officeart/2008/layout/LinedList"/>
    <dgm:cxn modelId="{9363EA7A-8624-4250-BC0F-9F699307A305}" type="presParOf" srcId="{26923AE7-4F9B-467E-85CA-909735820117}" destId="{27F18FCB-A355-4647-8358-3BFFF4DBE369}" srcOrd="3" destOrd="0" presId="urn:microsoft.com/office/officeart/2008/layout/LinedList"/>
    <dgm:cxn modelId="{031B2AB5-B09D-486B-A5DD-21775A02CA3E}" type="presParOf" srcId="{27F18FCB-A355-4647-8358-3BFFF4DBE369}" destId="{F3C7F70B-5CC2-44B1-A706-8680A48EE05C}" srcOrd="0" destOrd="0" presId="urn:microsoft.com/office/officeart/2008/layout/LinedList"/>
    <dgm:cxn modelId="{4B7A65CB-E27E-4793-9D83-F059AE3D48FD}" type="presParOf" srcId="{27F18FCB-A355-4647-8358-3BFFF4DBE369}" destId="{7220BC71-1ABF-46DF-827F-090D8373C463}" srcOrd="1" destOrd="0" presId="urn:microsoft.com/office/officeart/2008/layout/LinedList"/>
    <dgm:cxn modelId="{0342EB81-9979-4404-9E8C-85486661E22C}" type="presParOf" srcId="{7220BC71-1ABF-46DF-827F-090D8373C463}" destId="{55F73DD9-6AE7-48CA-920A-97D49024AA9F}" srcOrd="0" destOrd="0" presId="urn:microsoft.com/office/officeart/2008/layout/LinedList"/>
    <dgm:cxn modelId="{786CB2BE-BBF5-48BA-A76B-FA7D2DF41B96}" type="presParOf" srcId="{7220BC71-1ABF-46DF-827F-090D8373C463}" destId="{596217DC-7B37-4F12-8A95-7C0BA1D026BF}" srcOrd="1" destOrd="0" presId="urn:microsoft.com/office/officeart/2008/layout/LinedList"/>
    <dgm:cxn modelId="{3C6C3333-B656-47BC-B0BA-6D2BEB92A750}" type="presParOf" srcId="{596217DC-7B37-4F12-8A95-7C0BA1D026BF}" destId="{E826364F-814F-449E-8DAF-A1DF0989CD50}" srcOrd="0" destOrd="0" presId="urn:microsoft.com/office/officeart/2008/layout/LinedList"/>
    <dgm:cxn modelId="{6BAEF8D1-2CE5-4951-B8CC-D8FBB360F070}" type="presParOf" srcId="{596217DC-7B37-4F12-8A95-7C0BA1D026BF}" destId="{2624F0FF-307B-45F7-BF58-DFE5AD7EF413}" srcOrd="1" destOrd="0" presId="urn:microsoft.com/office/officeart/2008/layout/LinedList"/>
    <dgm:cxn modelId="{0E9E6909-29BB-404D-8B4E-42521EADB9C4}" type="presParOf" srcId="{596217DC-7B37-4F12-8A95-7C0BA1D026BF}" destId="{FBFE552D-1832-4EF9-B6EA-50E0DFFE4FCC}" srcOrd="2" destOrd="0" presId="urn:microsoft.com/office/officeart/2008/layout/LinedList"/>
    <dgm:cxn modelId="{763EECD5-3CEB-42D0-9DC8-4DA1A834E4AD}" type="presParOf" srcId="{7220BC71-1ABF-46DF-827F-090D8373C463}" destId="{BC7C425E-E270-4876-9F09-F5684C096369}" srcOrd="2" destOrd="0" presId="urn:microsoft.com/office/officeart/2008/layout/LinedList"/>
    <dgm:cxn modelId="{11CAFE3A-3021-4DF0-92CB-516332827D92}" type="presParOf" srcId="{7220BC71-1ABF-46DF-827F-090D8373C463}" destId="{64C7B785-A764-41E6-8253-CCB559E38103}" srcOrd="3" destOrd="0" presId="urn:microsoft.com/office/officeart/2008/layout/LinedList"/>
    <dgm:cxn modelId="{A71B1513-6E75-49AE-8229-AD153F0C3CD3}" type="presParOf" srcId="{7220BC71-1ABF-46DF-827F-090D8373C463}" destId="{E208E2E9-4E1B-4CB0-9804-DFC95B7586B3}" srcOrd="4" destOrd="0" presId="urn:microsoft.com/office/officeart/2008/layout/LinedList"/>
    <dgm:cxn modelId="{6B208E30-9F5F-4A98-8BD0-FB1A901BB674}" type="presParOf" srcId="{E208E2E9-4E1B-4CB0-9804-DFC95B7586B3}" destId="{09712176-ADD4-4333-815C-C3E7A753F596}" srcOrd="0" destOrd="0" presId="urn:microsoft.com/office/officeart/2008/layout/LinedList"/>
    <dgm:cxn modelId="{F2F95B35-43DE-469A-92EA-B338BEC35818}" type="presParOf" srcId="{E208E2E9-4E1B-4CB0-9804-DFC95B7586B3}" destId="{6ED9228A-A73B-4177-A051-79B89EDA08FC}" srcOrd="1" destOrd="0" presId="urn:microsoft.com/office/officeart/2008/layout/LinedList"/>
    <dgm:cxn modelId="{BF498B52-29E5-4DDE-8B79-649A546BB326}" type="presParOf" srcId="{E208E2E9-4E1B-4CB0-9804-DFC95B7586B3}" destId="{8508C968-0AA0-4BC7-AA78-522F0FECC446}" srcOrd="2" destOrd="0" presId="urn:microsoft.com/office/officeart/2008/layout/LinedList"/>
    <dgm:cxn modelId="{14D493D5-C163-4FCE-ABDB-60FE8F7B31D9}" type="presParOf" srcId="{7220BC71-1ABF-46DF-827F-090D8373C463}" destId="{4E0F8F3C-E72C-49CD-B8C1-34448A108E50}" srcOrd="5" destOrd="0" presId="urn:microsoft.com/office/officeart/2008/layout/LinedList"/>
    <dgm:cxn modelId="{D07984CE-4C21-4C54-9C49-1FBE27FDF453}" type="presParOf" srcId="{7220BC71-1ABF-46DF-827F-090D8373C463}" destId="{31BB74A3-68B3-4C3D-8AC8-F8610D371E57}" srcOrd="6" destOrd="0" presId="urn:microsoft.com/office/officeart/2008/layout/LinedList"/>
    <dgm:cxn modelId="{E9417582-39A7-463E-BBD2-FBA5126F5FC2}" type="presParOf" srcId="{7220BC71-1ABF-46DF-827F-090D8373C463}" destId="{920F87AA-EACE-4D7F-B81E-A35466AD29E5}" srcOrd="7" destOrd="0" presId="urn:microsoft.com/office/officeart/2008/layout/LinedList"/>
    <dgm:cxn modelId="{688EBBFE-AC73-499E-8D06-B0A942157328}" type="presParOf" srcId="{920F87AA-EACE-4D7F-B81E-A35466AD29E5}" destId="{7A01A53E-81E9-499F-AAA9-55C315D8E0FB}" srcOrd="0" destOrd="0" presId="urn:microsoft.com/office/officeart/2008/layout/LinedList"/>
    <dgm:cxn modelId="{765431AC-4399-4643-8FC2-0A4FE0790FF2}" type="presParOf" srcId="{920F87AA-EACE-4D7F-B81E-A35466AD29E5}" destId="{CCE73966-4EA8-48F9-98EE-E2A058E538E3}" srcOrd="1" destOrd="0" presId="urn:microsoft.com/office/officeart/2008/layout/LinedList"/>
    <dgm:cxn modelId="{0FE1C5F2-4BDB-4698-91FB-711D211EDC19}" type="presParOf" srcId="{920F87AA-EACE-4D7F-B81E-A35466AD29E5}" destId="{0FF93CFC-C0AC-47FF-86A4-2D845D4E34F4}" srcOrd="2" destOrd="0" presId="urn:microsoft.com/office/officeart/2008/layout/LinedList"/>
    <dgm:cxn modelId="{0BC9ADF7-E55E-4E31-B55F-60A1EDFA4C00}" type="presParOf" srcId="{7220BC71-1ABF-46DF-827F-090D8373C463}" destId="{4B950E4E-84DC-4C7F-94DA-916D812C3B12}" srcOrd="8" destOrd="0" presId="urn:microsoft.com/office/officeart/2008/layout/LinedList"/>
    <dgm:cxn modelId="{922838A1-0D3E-4668-A09C-3E5608AA5AC1}" type="presParOf" srcId="{7220BC71-1ABF-46DF-827F-090D8373C463}" destId="{CAA7B2B0-DA05-4B65-B2F2-1FC0C88BA385}" srcOrd="9" destOrd="0" presId="urn:microsoft.com/office/officeart/2008/layout/LinedList"/>
    <dgm:cxn modelId="{0B1849D0-6023-419F-9F71-FA859FCE9702}" type="presParOf" srcId="{7220BC71-1ABF-46DF-827F-090D8373C463}" destId="{A8F0AED4-97DC-4671-8544-A84AB9FDF4B8}" srcOrd="10" destOrd="0" presId="urn:microsoft.com/office/officeart/2008/layout/LinedList"/>
    <dgm:cxn modelId="{A8292600-A273-40CB-9727-1AA0F29194CE}" type="presParOf" srcId="{A8F0AED4-97DC-4671-8544-A84AB9FDF4B8}" destId="{17C4C3B6-52A0-430B-B1F9-CBC6AE60D5D5}" srcOrd="0" destOrd="0" presId="urn:microsoft.com/office/officeart/2008/layout/LinedList"/>
    <dgm:cxn modelId="{00429D8A-1E4D-40DC-ABDF-D103BE0C4965}" type="presParOf" srcId="{A8F0AED4-97DC-4671-8544-A84AB9FDF4B8}" destId="{6E3D4FF3-4066-4FE9-91A2-55B3013F63B3}" srcOrd="1" destOrd="0" presId="urn:microsoft.com/office/officeart/2008/layout/LinedList"/>
    <dgm:cxn modelId="{E8B44F96-424F-4446-B9C5-CC6DD7802996}" type="presParOf" srcId="{A8F0AED4-97DC-4671-8544-A84AB9FDF4B8}" destId="{4FB49C68-3C8A-4BCB-AD2B-F2AC30F74D79}" srcOrd="2" destOrd="0" presId="urn:microsoft.com/office/officeart/2008/layout/LinedList"/>
    <dgm:cxn modelId="{134B1062-AFEB-4FCF-9244-9A8EA7E18AEF}" type="presParOf" srcId="{7220BC71-1ABF-46DF-827F-090D8373C463}" destId="{640134E2-01CB-4C7A-B30F-C191D69BB986}" srcOrd="11" destOrd="0" presId="urn:microsoft.com/office/officeart/2008/layout/LinedList"/>
    <dgm:cxn modelId="{D37A5E22-2807-4BE8-8E06-CAB742E93CE5}" type="presParOf" srcId="{7220BC71-1ABF-46DF-827F-090D8373C463}" destId="{9C4B9E89-3874-48D7-B0A3-E3D70C610C96}" srcOrd="12"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483B44-88F2-45C1-9910-D99EACFB626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007E7F0-19A9-46A4-8172-3D2F5812BBCA}">
      <dgm:prSet custT="1"/>
      <dgm:spPr/>
      <dgm:t>
        <a:bodyPr/>
        <a:lstStyle/>
        <a:p>
          <a:r>
            <a:rPr lang="en-GB" sz="1400" noProof="0" dirty="0"/>
            <a:t>Exposure limits </a:t>
          </a:r>
          <a:r>
            <a:rPr lang="en-GB" sz="1400" b="0" i="0" u="none" strike="noStrike" baseline="0" noProof="0" dirty="0">
              <a:solidFill>
                <a:schemeClr val="tx1"/>
              </a:solidFill>
              <a:latin typeface="+mn-lt"/>
              <a:ea typeface="+mn-ea"/>
              <a:cs typeface="+mn-cs"/>
            </a:rPr>
            <a:t>below which the risks are considered to be controlled</a:t>
          </a:r>
          <a:endParaRPr lang="en-GB" sz="1400" noProof="0" dirty="0"/>
        </a:p>
      </dgm:t>
    </dgm:pt>
    <dgm:pt modelId="{D0B4C918-BD5B-4648-8E93-75B8B56FFEEC}" type="parTrans" cxnId="{CBF5EB1D-EB90-49B0-8170-6635A50451A5}">
      <dgm:prSet/>
      <dgm:spPr/>
      <dgm:t>
        <a:bodyPr/>
        <a:lstStyle/>
        <a:p>
          <a:endParaRPr lang="en-GB" sz="1300" noProof="0" dirty="0"/>
        </a:p>
      </dgm:t>
    </dgm:pt>
    <dgm:pt modelId="{956F0488-D72C-4C45-A226-5D69C8639225}" type="sibTrans" cxnId="{CBF5EB1D-EB90-49B0-8170-6635A50451A5}">
      <dgm:prSet/>
      <dgm:spPr/>
      <dgm:t>
        <a:bodyPr/>
        <a:lstStyle/>
        <a:p>
          <a:endParaRPr lang="en-GB" sz="1300" noProof="0" dirty="0"/>
        </a:p>
      </dgm:t>
    </dgm:pt>
    <dgm:pt modelId="{4659AF20-E951-451D-8200-6043DF0FC66A}">
      <dgm:prSet custT="1"/>
      <dgm:spPr/>
      <dgm:t>
        <a:bodyPr/>
        <a:lstStyle/>
        <a:p>
          <a:r>
            <a:rPr lang="en-GB" sz="1300" noProof="0" dirty="0"/>
            <a:t>For workers, consumers, environment</a:t>
          </a:r>
        </a:p>
      </dgm:t>
    </dgm:pt>
    <dgm:pt modelId="{EE3803F2-7601-4593-A508-29DD43BB178C}" type="parTrans" cxnId="{1FFB2126-6573-499E-A67C-82FD8ECA6ABC}">
      <dgm:prSet/>
      <dgm:spPr/>
      <dgm:t>
        <a:bodyPr/>
        <a:lstStyle/>
        <a:p>
          <a:endParaRPr lang="en-GB" sz="1300" noProof="0" dirty="0"/>
        </a:p>
      </dgm:t>
    </dgm:pt>
    <dgm:pt modelId="{2516BA57-CA6C-4C0D-98D3-1C9C2E8D7459}" type="sibTrans" cxnId="{1FFB2126-6573-499E-A67C-82FD8ECA6ABC}">
      <dgm:prSet/>
      <dgm:spPr/>
      <dgm:t>
        <a:bodyPr/>
        <a:lstStyle/>
        <a:p>
          <a:endParaRPr lang="en-GB" sz="1300" noProof="0" dirty="0"/>
        </a:p>
      </dgm:t>
    </dgm:pt>
    <dgm:pt modelId="{A8634CEB-6B2D-4E2F-A6AA-3DC7BC2BE35F}">
      <dgm:prSet custT="1"/>
      <dgm:spPr/>
      <dgm:t>
        <a:bodyPr/>
        <a:lstStyle/>
        <a:p>
          <a:r>
            <a:rPr lang="en-GB" sz="1300" noProof="0" dirty="0"/>
            <a:t>Occupational exposure limits (OELs)</a:t>
          </a:r>
        </a:p>
      </dgm:t>
    </dgm:pt>
    <dgm:pt modelId="{E111B36D-8FC3-4E1E-8E7C-25A817415156}" type="parTrans" cxnId="{34E0F5D5-AC5A-45F6-885E-0614AE218C90}">
      <dgm:prSet/>
      <dgm:spPr/>
      <dgm:t>
        <a:bodyPr/>
        <a:lstStyle/>
        <a:p>
          <a:endParaRPr lang="en-GB" sz="1300" noProof="0" dirty="0"/>
        </a:p>
      </dgm:t>
    </dgm:pt>
    <dgm:pt modelId="{816CD136-2CB9-4328-A39A-243578C6E70C}" type="sibTrans" cxnId="{34E0F5D5-AC5A-45F6-885E-0614AE218C90}">
      <dgm:prSet/>
      <dgm:spPr/>
      <dgm:t>
        <a:bodyPr/>
        <a:lstStyle/>
        <a:p>
          <a:endParaRPr lang="en-GB" sz="1300" noProof="0" dirty="0"/>
        </a:p>
      </dgm:t>
    </dgm:pt>
    <dgm:pt modelId="{FE8E27E3-A57A-41AF-857F-598A350A3C7B}">
      <dgm:prSet custT="1"/>
      <dgm:spPr/>
      <dgm:t>
        <a:bodyPr/>
        <a:lstStyle/>
        <a:p>
          <a:r>
            <a:rPr lang="en-GB" sz="1300" noProof="0" dirty="0"/>
            <a:t>Derived no effects levels (DNELs)</a:t>
          </a:r>
        </a:p>
      </dgm:t>
    </dgm:pt>
    <dgm:pt modelId="{E882EEE2-660D-4802-8A5C-26E1AEC80DF4}" type="parTrans" cxnId="{BB3BB4D9-A147-40FA-A2D3-59726BB101E1}">
      <dgm:prSet/>
      <dgm:spPr/>
      <dgm:t>
        <a:bodyPr/>
        <a:lstStyle/>
        <a:p>
          <a:endParaRPr lang="en-GB" sz="1300" noProof="0" dirty="0"/>
        </a:p>
      </dgm:t>
    </dgm:pt>
    <dgm:pt modelId="{FCF672A8-CD5C-4B71-86EC-B6DE9C77A994}" type="sibTrans" cxnId="{BB3BB4D9-A147-40FA-A2D3-59726BB101E1}">
      <dgm:prSet/>
      <dgm:spPr/>
      <dgm:t>
        <a:bodyPr/>
        <a:lstStyle/>
        <a:p>
          <a:endParaRPr lang="en-GB" sz="1300" noProof="0" dirty="0"/>
        </a:p>
      </dgm:t>
    </dgm:pt>
    <dgm:pt modelId="{AAD12699-313A-4112-BA2B-CCAB33F61E46}">
      <dgm:prSet custT="1"/>
      <dgm:spPr/>
      <dgm:t>
        <a:bodyPr/>
        <a:lstStyle/>
        <a:p>
          <a:r>
            <a:rPr lang="en-GB" sz="1300" noProof="0" dirty="0"/>
            <a:t>Predicted no effect concentrations (PNECs)</a:t>
          </a:r>
        </a:p>
      </dgm:t>
    </dgm:pt>
    <dgm:pt modelId="{76A39BBB-CEDE-4686-95F4-A66BB4E3E2EC}" type="parTrans" cxnId="{DF7CB3CA-E7ED-4567-9961-EDB665B37569}">
      <dgm:prSet/>
      <dgm:spPr/>
      <dgm:t>
        <a:bodyPr/>
        <a:lstStyle/>
        <a:p>
          <a:endParaRPr lang="en-GB" sz="1300" noProof="0" dirty="0"/>
        </a:p>
      </dgm:t>
    </dgm:pt>
    <dgm:pt modelId="{88B9C35C-1250-4D67-9B2F-D056632116F7}" type="sibTrans" cxnId="{DF7CB3CA-E7ED-4567-9961-EDB665B37569}">
      <dgm:prSet/>
      <dgm:spPr/>
      <dgm:t>
        <a:bodyPr/>
        <a:lstStyle/>
        <a:p>
          <a:endParaRPr lang="en-GB" sz="1300" noProof="0" dirty="0"/>
        </a:p>
      </dgm:t>
    </dgm:pt>
    <dgm:pt modelId="{F7F9B445-EE56-41AB-BE64-7014B0FA3334}">
      <dgm:prSet custT="1"/>
      <dgm:spPr/>
      <dgm:t>
        <a:bodyPr/>
        <a:lstStyle/>
        <a:p>
          <a:r>
            <a:rPr lang="en-GB" sz="1300" noProof="0" dirty="0"/>
            <a:t>Limit values, below which the risks are considered to be controlled.</a:t>
          </a:r>
        </a:p>
      </dgm:t>
    </dgm:pt>
    <dgm:pt modelId="{8C978B65-79C7-412E-B4F8-D8EC7A903C29}" type="parTrans" cxnId="{DFE73A04-01C1-410C-919C-99EE3095C5C5}">
      <dgm:prSet/>
      <dgm:spPr/>
      <dgm:t>
        <a:bodyPr/>
        <a:lstStyle/>
        <a:p>
          <a:endParaRPr lang="en-GB" sz="1300" noProof="0" dirty="0"/>
        </a:p>
      </dgm:t>
    </dgm:pt>
    <dgm:pt modelId="{6EEDE362-FDDA-41DE-9953-32D9DFE6C3B9}" type="sibTrans" cxnId="{DFE73A04-01C1-410C-919C-99EE3095C5C5}">
      <dgm:prSet/>
      <dgm:spPr/>
      <dgm:t>
        <a:bodyPr/>
        <a:lstStyle/>
        <a:p>
          <a:endParaRPr lang="en-GB" sz="1300" noProof="0" dirty="0"/>
        </a:p>
      </dgm:t>
    </dgm:pt>
    <dgm:pt modelId="{9FDEECC7-A919-460F-BC8A-FED8BCEAEA04}">
      <dgm:prSet custT="1"/>
      <dgm:spPr/>
      <dgm:t>
        <a:bodyPr/>
        <a:lstStyle/>
        <a:p>
          <a:r>
            <a:rPr lang="en-GB" sz="1400" noProof="0" dirty="0"/>
            <a:t>Recommended Monitoring methods may be included</a:t>
          </a:r>
        </a:p>
      </dgm:t>
    </dgm:pt>
    <dgm:pt modelId="{F8C9272C-DA2A-4155-A15E-4E39657FB478}" type="parTrans" cxnId="{C728BB86-B934-4678-8D2B-45FC976C208C}">
      <dgm:prSet/>
      <dgm:spPr/>
      <dgm:t>
        <a:bodyPr/>
        <a:lstStyle/>
        <a:p>
          <a:endParaRPr lang="en-GB" sz="1300" noProof="0" dirty="0"/>
        </a:p>
      </dgm:t>
    </dgm:pt>
    <dgm:pt modelId="{C999F509-0038-4F41-BB49-CE9DC2FE8DD0}" type="sibTrans" cxnId="{C728BB86-B934-4678-8D2B-45FC976C208C}">
      <dgm:prSet/>
      <dgm:spPr/>
      <dgm:t>
        <a:bodyPr/>
        <a:lstStyle/>
        <a:p>
          <a:endParaRPr lang="en-GB" sz="1300" noProof="0" dirty="0"/>
        </a:p>
      </dgm:t>
    </dgm:pt>
    <dgm:pt modelId="{C868D1F7-714F-4E9C-84C0-1D39B4DE8230}">
      <dgm:prSet custT="1"/>
      <dgm:spPr/>
      <dgm:t>
        <a:bodyPr/>
        <a:lstStyle/>
        <a:p>
          <a:r>
            <a:rPr lang="en-GB" sz="1400" noProof="0" dirty="0"/>
            <a:t>(e.g.</a:t>
          </a:r>
          <a:r>
            <a:rPr lang="en-GB" sz="1400" b="0" i="0" u="none" strike="noStrike" baseline="0" noProof="0" dirty="0">
              <a:solidFill>
                <a:schemeClr val="tx1"/>
              </a:solidFill>
              <a:latin typeface="+mn-lt"/>
              <a:ea typeface="+mn-ea"/>
              <a:cs typeface="+mn-cs"/>
            </a:rPr>
            <a:t> personal air monitoring, </a:t>
          </a:r>
          <a:endParaRPr lang="en-GB" sz="1400" noProof="0" dirty="0"/>
        </a:p>
      </dgm:t>
    </dgm:pt>
    <dgm:pt modelId="{4AB3ADAE-F96E-4460-8B75-A03CD2B608EA}" type="parTrans" cxnId="{BB9A8F1C-3EDA-4978-BB82-498E0494418A}">
      <dgm:prSet/>
      <dgm:spPr/>
      <dgm:t>
        <a:bodyPr/>
        <a:lstStyle/>
        <a:p>
          <a:endParaRPr lang="en-GB" noProof="0" dirty="0"/>
        </a:p>
      </dgm:t>
    </dgm:pt>
    <dgm:pt modelId="{4BD43A7E-63AE-4EB2-A68B-7705B4DACA55}" type="sibTrans" cxnId="{BB9A8F1C-3EDA-4978-BB82-498E0494418A}">
      <dgm:prSet/>
      <dgm:spPr/>
      <dgm:t>
        <a:bodyPr/>
        <a:lstStyle/>
        <a:p>
          <a:endParaRPr lang="en-GB" noProof="0" dirty="0"/>
        </a:p>
      </dgm:t>
    </dgm:pt>
    <dgm:pt modelId="{4808C0A9-734F-4D8C-9F6E-35D7ADA3E9EC}">
      <dgm:prSet custT="1"/>
      <dgm:spPr/>
      <dgm:t>
        <a:bodyPr/>
        <a:lstStyle/>
        <a:p>
          <a:r>
            <a:rPr lang="en-GB" sz="1400" b="0" i="0" u="none" strike="noStrike" baseline="0" noProof="0" dirty="0">
              <a:solidFill>
                <a:schemeClr val="tx1"/>
              </a:solidFill>
              <a:latin typeface="+mn-lt"/>
              <a:ea typeface="+mn-ea"/>
              <a:cs typeface="+mn-cs"/>
            </a:rPr>
            <a:t>room air monitoring, or</a:t>
          </a:r>
          <a:endParaRPr lang="en-GB" sz="1400" noProof="0" dirty="0"/>
        </a:p>
      </dgm:t>
    </dgm:pt>
    <dgm:pt modelId="{E3DFBAD1-6542-4CA6-93FB-862335C2D910}" type="parTrans" cxnId="{70FA6BB0-5F9D-4C2F-A2B7-6A45D6C32A8F}">
      <dgm:prSet/>
      <dgm:spPr/>
      <dgm:t>
        <a:bodyPr/>
        <a:lstStyle/>
        <a:p>
          <a:endParaRPr lang="en-GB" noProof="0" dirty="0"/>
        </a:p>
      </dgm:t>
    </dgm:pt>
    <dgm:pt modelId="{583D645C-3DFB-4A8E-93B2-2DD0D5525024}" type="sibTrans" cxnId="{70FA6BB0-5F9D-4C2F-A2B7-6A45D6C32A8F}">
      <dgm:prSet/>
      <dgm:spPr/>
      <dgm:t>
        <a:bodyPr/>
        <a:lstStyle/>
        <a:p>
          <a:endParaRPr lang="en-GB" noProof="0" dirty="0"/>
        </a:p>
      </dgm:t>
    </dgm:pt>
    <dgm:pt modelId="{6AA7D074-C13A-4F72-A1E5-0E52F8B60B9F}">
      <dgm:prSet custT="1"/>
      <dgm:spPr/>
      <dgm:t>
        <a:bodyPr/>
        <a:lstStyle/>
        <a:p>
          <a:r>
            <a:rPr lang="en-GB" sz="1400" b="0" i="0" u="none" strike="noStrike" baseline="0" noProof="0" dirty="0">
              <a:solidFill>
                <a:schemeClr val="tx1"/>
              </a:solidFill>
              <a:latin typeface="+mn-lt"/>
              <a:ea typeface="+mn-ea"/>
              <a:cs typeface="+mn-cs"/>
            </a:rPr>
            <a:t> biological monitoring</a:t>
          </a:r>
          <a:endParaRPr lang="en-GB" sz="1400" noProof="0" dirty="0"/>
        </a:p>
      </dgm:t>
    </dgm:pt>
    <dgm:pt modelId="{1AF10E9C-8779-41A6-9A44-BD3DE76B9E37}" type="parTrans" cxnId="{9EE33F03-72F0-4B93-A02B-48292FC276C1}">
      <dgm:prSet/>
      <dgm:spPr/>
      <dgm:t>
        <a:bodyPr/>
        <a:lstStyle/>
        <a:p>
          <a:endParaRPr lang="en-GB" noProof="0" dirty="0"/>
        </a:p>
      </dgm:t>
    </dgm:pt>
    <dgm:pt modelId="{8C23EFA8-ADD2-4FF8-B465-3726072A8BC3}" type="sibTrans" cxnId="{9EE33F03-72F0-4B93-A02B-48292FC276C1}">
      <dgm:prSet/>
      <dgm:spPr/>
      <dgm:t>
        <a:bodyPr/>
        <a:lstStyle/>
        <a:p>
          <a:endParaRPr lang="en-GB" noProof="0" dirty="0"/>
        </a:p>
      </dgm:t>
    </dgm:pt>
    <dgm:pt modelId="{C844CAAD-BCB1-45B5-9037-A0A3CD2E66B2}" type="pres">
      <dgm:prSet presAssocID="{72483B44-88F2-45C1-9910-D99EACFB6266}" presName="vert0" presStyleCnt="0">
        <dgm:presLayoutVars>
          <dgm:dir/>
          <dgm:animOne val="branch"/>
          <dgm:animLvl val="lvl"/>
        </dgm:presLayoutVars>
      </dgm:prSet>
      <dgm:spPr/>
    </dgm:pt>
    <dgm:pt modelId="{A775256A-CFD5-4E05-83E2-B06423195B1E}" type="pres">
      <dgm:prSet presAssocID="{6007E7F0-19A9-46A4-8172-3D2F5812BBCA}" presName="thickLine" presStyleLbl="alignNode1" presStyleIdx="0" presStyleCnt="2"/>
      <dgm:spPr/>
    </dgm:pt>
    <dgm:pt modelId="{CFEFD916-CA7D-481F-88FA-A7F0B5F91A7A}" type="pres">
      <dgm:prSet presAssocID="{6007E7F0-19A9-46A4-8172-3D2F5812BBCA}" presName="horz1" presStyleCnt="0"/>
      <dgm:spPr/>
    </dgm:pt>
    <dgm:pt modelId="{F1C74ABC-A7C8-4249-A327-656C4F5AD563}" type="pres">
      <dgm:prSet presAssocID="{6007E7F0-19A9-46A4-8172-3D2F5812BBCA}" presName="tx1" presStyleLbl="revTx" presStyleIdx="0" presStyleCnt="10" custScaleX="161847" custScaleY="76751"/>
      <dgm:spPr/>
    </dgm:pt>
    <dgm:pt modelId="{82D9DC3C-C406-4E61-B4AF-C74FC6BF04D9}" type="pres">
      <dgm:prSet presAssocID="{6007E7F0-19A9-46A4-8172-3D2F5812BBCA}" presName="vert1" presStyleCnt="0"/>
      <dgm:spPr/>
    </dgm:pt>
    <dgm:pt modelId="{34D76E78-F411-4276-AAFC-D6A009334CAC}" type="pres">
      <dgm:prSet presAssocID="{4659AF20-E951-451D-8200-6043DF0FC66A}" presName="vertSpace2a" presStyleCnt="0"/>
      <dgm:spPr/>
    </dgm:pt>
    <dgm:pt modelId="{9B97998B-9A70-4FB9-9CF8-73212765AC72}" type="pres">
      <dgm:prSet presAssocID="{4659AF20-E951-451D-8200-6043DF0FC66A}" presName="horz2" presStyleCnt="0"/>
      <dgm:spPr/>
    </dgm:pt>
    <dgm:pt modelId="{C80350F3-0CD9-40CA-B0E2-4F3FEDF0BC5D}" type="pres">
      <dgm:prSet presAssocID="{4659AF20-E951-451D-8200-6043DF0FC66A}" presName="horzSpace2" presStyleCnt="0"/>
      <dgm:spPr/>
    </dgm:pt>
    <dgm:pt modelId="{8EDD4E7B-9A19-4B17-BB6D-39921ADA11E6}" type="pres">
      <dgm:prSet presAssocID="{4659AF20-E951-451D-8200-6043DF0FC66A}" presName="tx2" presStyleLbl="revTx" presStyleIdx="1" presStyleCnt="10"/>
      <dgm:spPr/>
    </dgm:pt>
    <dgm:pt modelId="{C77736DC-A1A3-48BB-B753-A38349FFB81C}" type="pres">
      <dgm:prSet presAssocID="{4659AF20-E951-451D-8200-6043DF0FC66A}" presName="vert2" presStyleCnt="0"/>
      <dgm:spPr/>
    </dgm:pt>
    <dgm:pt modelId="{5FCD5C72-6572-49DD-9F24-6B6910F444AB}" type="pres">
      <dgm:prSet presAssocID="{4659AF20-E951-451D-8200-6043DF0FC66A}" presName="thinLine2b" presStyleLbl="callout" presStyleIdx="0" presStyleCnt="8"/>
      <dgm:spPr/>
    </dgm:pt>
    <dgm:pt modelId="{F7085B56-F3B7-4116-B217-4DA914CF05A8}" type="pres">
      <dgm:prSet presAssocID="{4659AF20-E951-451D-8200-6043DF0FC66A}" presName="vertSpace2b" presStyleCnt="0"/>
      <dgm:spPr/>
    </dgm:pt>
    <dgm:pt modelId="{426E2BD3-BCCF-4E43-AA18-88F2C682374B}" type="pres">
      <dgm:prSet presAssocID="{A8634CEB-6B2D-4E2F-A6AA-3DC7BC2BE35F}" presName="horz2" presStyleCnt="0"/>
      <dgm:spPr/>
    </dgm:pt>
    <dgm:pt modelId="{D9B05797-8791-4C88-9855-4DC2875681B2}" type="pres">
      <dgm:prSet presAssocID="{A8634CEB-6B2D-4E2F-A6AA-3DC7BC2BE35F}" presName="horzSpace2" presStyleCnt="0"/>
      <dgm:spPr/>
    </dgm:pt>
    <dgm:pt modelId="{EC812799-2E8F-4C97-8938-329E990FDFE7}" type="pres">
      <dgm:prSet presAssocID="{A8634CEB-6B2D-4E2F-A6AA-3DC7BC2BE35F}" presName="tx2" presStyleLbl="revTx" presStyleIdx="2" presStyleCnt="10"/>
      <dgm:spPr/>
    </dgm:pt>
    <dgm:pt modelId="{0EACEAF5-784D-4E8B-8545-0F37A51E1D7D}" type="pres">
      <dgm:prSet presAssocID="{A8634CEB-6B2D-4E2F-A6AA-3DC7BC2BE35F}" presName="vert2" presStyleCnt="0"/>
      <dgm:spPr/>
    </dgm:pt>
    <dgm:pt modelId="{6A7C9C9F-F631-4C90-8DEE-2E64F65A743B}" type="pres">
      <dgm:prSet presAssocID="{A8634CEB-6B2D-4E2F-A6AA-3DC7BC2BE35F}" presName="thinLine2b" presStyleLbl="callout" presStyleIdx="1" presStyleCnt="8"/>
      <dgm:spPr/>
    </dgm:pt>
    <dgm:pt modelId="{73B44A2E-F173-48A7-9F61-E90D7D756095}" type="pres">
      <dgm:prSet presAssocID="{A8634CEB-6B2D-4E2F-A6AA-3DC7BC2BE35F}" presName="vertSpace2b" presStyleCnt="0"/>
      <dgm:spPr/>
    </dgm:pt>
    <dgm:pt modelId="{1E379D2F-7231-4577-9367-1212DA73D1BE}" type="pres">
      <dgm:prSet presAssocID="{FE8E27E3-A57A-41AF-857F-598A350A3C7B}" presName="horz2" presStyleCnt="0"/>
      <dgm:spPr/>
    </dgm:pt>
    <dgm:pt modelId="{0ED24D39-A58B-4063-8750-F1A625DAD1BF}" type="pres">
      <dgm:prSet presAssocID="{FE8E27E3-A57A-41AF-857F-598A350A3C7B}" presName="horzSpace2" presStyleCnt="0"/>
      <dgm:spPr/>
    </dgm:pt>
    <dgm:pt modelId="{913395ED-5E9C-4B0F-AC4A-99F22EA54289}" type="pres">
      <dgm:prSet presAssocID="{FE8E27E3-A57A-41AF-857F-598A350A3C7B}" presName="tx2" presStyleLbl="revTx" presStyleIdx="3" presStyleCnt="10"/>
      <dgm:spPr/>
    </dgm:pt>
    <dgm:pt modelId="{8FC80D4A-D662-4FAD-9181-D9ECFB786944}" type="pres">
      <dgm:prSet presAssocID="{FE8E27E3-A57A-41AF-857F-598A350A3C7B}" presName="vert2" presStyleCnt="0"/>
      <dgm:spPr/>
    </dgm:pt>
    <dgm:pt modelId="{335D0CC7-F237-44F7-BAE1-3CEEDF5BEDA0}" type="pres">
      <dgm:prSet presAssocID="{FE8E27E3-A57A-41AF-857F-598A350A3C7B}" presName="thinLine2b" presStyleLbl="callout" presStyleIdx="2" presStyleCnt="8"/>
      <dgm:spPr/>
    </dgm:pt>
    <dgm:pt modelId="{767C305F-B493-4097-9370-E14321B911C9}" type="pres">
      <dgm:prSet presAssocID="{FE8E27E3-A57A-41AF-857F-598A350A3C7B}" presName="vertSpace2b" presStyleCnt="0"/>
      <dgm:spPr/>
    </dgm:pt>
    <dgm:pt modelId="{D4390656-93DE-4EC8-A648-83D360697A0E}" type="pres">
      <dgm:prSet presAssocID="{AAD12699-313A-4112-BA2B-CCAB33F61E46}" presName="horz2" presStyleCnt="0"/>
      <dgm:spPr/>
    </dgm:pt>
    <dgm:pt modelId="{B3D9FF25-DDE5-460A-BD02-89253B180FDB}" type="pres">
      <dgm:prSet presAssocID="{AAD12699-313A-4112-BA2B-CCAB33F61E46}" presName="horzSpace2" presStyleCnt="0"/>
      <dgm:spPr/>
    </dgm:pt>
    <dgm:pt modelId="{E2AF235F-AFE9-4A4A-9729-58E59336050E}" type="pres">
      <dgm:prSet presAssocID="{AAD12699-313A-4112-BA2B-CCAB33F61E46}" presName="tx2" presStyleLbl="revTx" presStyleIdx="4" presStyleCnt="10"/>
      <dgm:spPr/>
    </dgm:pt>
    <dgm:pt modelId="{4D6E5F21-DEDA-4E36-AB17-3916BD6ABE5A}" type="pres">
      <dgm:prSet presAssocID="{AAD12699-313A-4112-BA2B-CCAB33F61E46}" presName="vert2" presStyleCnt="0"/>
      <dgm:spPr/>
    </dgm:pt>
    <dgm:pt modelId="{E8CEBD0D-793C-43CC-95BA-F4C6400D6433}" type="pres">
      <dgm:prSet presAssocID="{AAD12699-313A-4112-BA2B-CCAB33F61E46}" presName="thinLine2b" presStyleLbl="callout" presStyleIdx="3" presStyleCnt="8"/>
      <dgm:spPr/>
    </dgm:pt>
    <dgm:pt modelId="{A05E687B-E760-43BF-826D-537AF2C40D57}" type="pres">
      <dgm:prSet presAssocID="{AAD12699-313A-4112-BA2B-CCAB33F61E46}" presName="vertSpace2b" presStyleCnt="0"/>
      <dgm:spPr/>
    </dgm:pt>
    <dgm:pt modelId="{B5F95864-0295-4DCF-858B-D2531389D2D6}" type="pres">
      <dgm:prSet presAssocID="{F7F9B445-EE56-41AB-BE64-7014B0FA3334}" presName="horz2" presStyleCnt="0"/>
      <dgm:spPr/>
    </dgm:pt>
    <dgm:pt modelId="{01F773C7-2FA5-426C-B8FA-DF8EA981D9D5}" type="pres">
      <dgm:prSet presAssocID="{F7F9B445-EE56-41AB-BE64-7014B0FA3334}" presName="horzSpace2" presStyleCnt="0"/>
      <dgm:spPr/>
    </dgm:pt>
    <dgm:pt modelId="{DC57713E-CD57-4961-BD14-B9F0510D5367}" type="pres">
      <dgm:prSet presAssocID="{F7F9B445-EE56-41AB-BE64-7014B0FA3334}" presName="tx2" presStyleLbl="revTx" presStyleIdx="5" presStyleCnt="10" custScaleX="108868" custScaleY="128404"/>
      <dgm:spPr/>
    </dgm:pt>
    <dgm:pt modelId="{80AF59AC-CC97-4046-81C9-F2A708148DD1}" type="pres">
      <dgm:prSet presAssocID="{F7F9B445-EE56-41AB-BE64-7014B0FA3334}" presName="vert2" presStyleCnt="0"/>
      <dgm:spPr/>
    </dgm:pt>
    <dgm:pt modelId="{B8111E49-13E7-4338-A4B5-22125DA61915}" type="pres">
      <dgm:prSet presAssocID="{F7F9B445-EE56-41AB-BE64-7014B0FA3334}" presName="thinLine2b" presStyleLbl="callout" presStyleIdx="4" presStyleCnt="8"/>
      <dgm:spPr/>
    </dgm:pt>
    <dgm:pt modelId="{61164EDD-398B-40B0-A909-B4FBA1BF2DF3}" type="pres">
      <dgm:prSet presAssocID="{F7F9B445-EE56-41AB-BE64-7014B0FA3334}" presName="vertSpace2b" presStyleCnt="0"/>
      <dgm:spPr/>
    </dgm:pt>
    <dgm:pt modelId="{8BD94467-4024-4DBD-AC0E-ADBC50C4C939}" type="pres">
      <dgm:prSet presAssocID="{9FDEECC7-A919-460F-BC8A-FED8BCEAEA04}" presName="thickLine" presStyleLbl="alignNode1" presStyleIdx="1" presStyleCnt="2"/>
      <dgm:spPr/>
    </dgm:pt>
    <dgm:pt modelId="{CEAEEFC7-AD43-4B31-A3BD-A9FAE1DEF174}" type="pres">
      <dgm:prSet presAssocID="{9FDEECC7-A919-460F-BC8A-FED8BCEAEA04}" presName="horz1" presStyleCnt="0"/>
      <dgm:spPr/>
    </dgm:pt>
    <dgm:pt modelId="{E838DB8B-1779-4253-B873-61E1C18629F3}" type="pres">
      <dgm:prSet presAssocID="{9FDEECC7-A919-460F-BC8A-FED8BCEAEA04}" presName="tx1" presStyleLbl="revTx" presStyleIdx="6" presStyleCnt="10" custScaleX="149843" custScaleY="92115"/>
      <dgm:spPr/>
    </dgm:pt>
    <dgm:pt modelId="{75B0A040-AA39-46D0-9F58-0DE6C167F40D}" type="pres">
      <dgm:prSet presAssocID="{9FDEECC7-A919-460F-BC8A-FED8BCEAEA04}" presName="vert1" presStyleCnt="0"/>
      <dgm:spPr/>
    </dgm:pt>
    <dgm:pt modelId="{6F1CF602-5E42-4AC0-8E42-99E344BD0134}" type="pres">
      <dgm:prSet presAssocID="{C868D1F7-714F-4E9C-84C0-1D39B4DE8230}" presName="vertSpace2a" presStyleCnt="0"/>
      <dgm:spPr/>
    </dgm:pt>
    <dgm:pt modelId="{0D6FBDB0-C8D0-40BE-AA7A-B9D924C7F6E5}" type="pres">
      <dgm:prSet presAssocID="{C868D1F7-714F-4E9C-84C0-1D39B4DE8230}" presName="horz2" presStyleCnt="0"/>
      <dgm:spPr/>
    </dgm:pt>
    <dgm:pt modelId="{796229BC-BCF5-401B-9EA5-813C3279DFA0}" type="pres">
      <dgm:prSet presAssocID="{C868D1F7-714F-4E9C-84C0-1D39B4DE8230}" presName="horzSpace2" presStyleCnt="0"/>
      <dgm:spPr/>
    </dgm:pt>
    <dgm:pt modelId="{7D1BB2ED-0C0E-40F0-9709-2B8968025785}" type="pres">
      <dgm:prSet presAssocID="{C868D1F7-714F-4E9C-84C0-1D39B4DE8230}" presName="tx2" presStyleLbl="revTx" presStyleIdx="7" presStyleCnt="10" custScaleY="34187"/>
      <dgm:spPr/>
    </dgm:pt>
    <dgm:pt modelId="{96A9F9A1-8897-4C2B-9C0F-A3E082108C7C}" type="pres">
      <dgm:prSet presAssocID="{C868D1F7-714F-4E9C-84C0-1D39B4DE8230}" presName="vert2" presStyleCnt="0"/>
      <dgm:spPr/>
    </dgm:pt>
    <dgm:pt modelId="{50BD0C5C-E2F4-47C3-92A6-F6FFD0060FEA}" type="pres">
      <dgm:prSet presAssocID="{C868D1F7-714F-4E9C-84C0-1D39B4DE8230}" presName="thinLine2b" presStyleLbl="callout" presStyleIdx="5" presStyleCnt="8"/>
      <dgm:spPr/>
    </dgm:pt>
    <dgm:pt modelId="{466537C4-23DF-46B0-913E-68561D751832}" type="pres">
      <dgm:prSet presAssocID="{C868D1F7-714F-4E9C-84C0-1D39B4DE8230}" presName="vertSpace2b" presStyleCnt="0"/>
      <dgm:spPr/>
    </dgm:pt>
    <dgm:pt modelId="{FBCAB091-04FA-4DEF-BDBB-FE0D7128CB2E}" type="pres">
      <dgm:prSet presAssocID="{4808C0A9-734F-4D8C-9F6E-35D7ADA3E9EC}" presName="horz2" presStyleCnt="0"/>
      <dgm:spPr/>
    </dgm:pt>
    <dgm:pt modelId="{8490BC5E-8ED0-4718-93FD-20161FA7A4AB}" type="pres">
      <dgm:prSet presAssocID="{4808C0A9-734F-4D8C-9F6E-35D7ADA3E9EC}" presName="horzSpace2" presStyleCnt="0"/>
      <dgm:spPr/>
    </dgm:pt>
    <dgm:pt modelId="{0B132A6D-4007-4453-AC7D-5C58AB32A1D7}" type="pres">
      <dgm:prSet presAssocID="{4808C0A9-734F-4D8C-9F6E-35D7ADA3E9EC}" presName="tx2" presStyleLbl="revTx" presStyleIdx="8" presStyleCnt="10" custScaleY="27110"/>
      <dgm:spPr/>
    </dgm:pt>
    <dgm:pt modelId="{D9C5C63B-B3E6-4651-8F99-CEFEF3CD1F73}" type="pres">
      <dgm:prSet presAssocID="{4808C0A9-734F-4D8C-9F6E-35D7ADA3E9EC}" presName="vert2" presStyleCnt="0"/>
      <dgm:spPr/>
    </dgm:pt>
    <dgm:pt modelId="{53FCEEBF-5C5E-43C9-8E34-5F7AD27084BE}" type="pres">
      <dgm:prSet presAssocID="{4808C0A9-734F-4D8C-9F6E-35D7ADA3E9EC}" presName="thinLine2b" presStyleLbl="callout" presStyleIdx="6" presStyleCnt="8"/>
      <dgm:spPr/>
    </dgm:pt>
    <dgm:pt modelId="{88134BAA-43BE-4612-A3C8-8F3BE02C8B0F}" type="pres">
      <dgm:prSet presAssocID="{4808C0A9-734F-4D8C-9F6E-35D7ADA3E9EC}" presName="vertSpace2b" presStyleCnt="0"/>
      <dgm:spPr/>
    </dgm:pt>
    <dgm:pt modelId="{80B1C061-DD89-4B4C-87AD-BE05A4AC9ADB}" type="pres">
      <dgm:prSet presAssocID="{6AA7D074-C13A-4F72-A1E5-0E52F8B60B9F}" presName="horz2" presStyleCnt="0"/>
      <dgm:spPr/>
    </dgm:pt>
    <dgm:pt modelId="{C2DCF586-B150-4C09-961E-61862AE77EAA}" type="pres">
      <dgm:prSet presAssocID="{6AA7D074-C13A-4F72-A1E5-0E52F8B60B9F}" presName="horzSpace2" presStyleCnt="0"/>
      <dgm:spPr/>
    </dgm:pt>
    <dgm:pt modelId="{30A2A229-3047-4C9E-94D3-AD0C7EE237FA}" type="pres">
      <dgm:prSet presAssocID="{6AA7D074-C13A-4F72-A1E5-0E52F8B60B9F}" presName="tx2" presStyleLbl="revTx" presStyleIdx="9" presStyleCnt="10" custScaleY="42793"/>
      <dgm:spPr/>
    </dgm:pt>
    <dgm:pt modelId="{22BB9A83-3E88-4B84-9093-E6889BE6B318}" type="pres">
      <dgm:prSet presAssocID="{6AA7D074-C13A-4F72-A1E5-0E52F8B60B9F}" presName="vert2" presStyleCnt="0"/>
      <dgm:spPr/>
    </dgm:pt>
    <dgm:pt modelId="{CDAD6CC3-540E-4041-A03F-B2210106ADFB}" type="pres">
      <dgm:prSet presAssocID="{6AA7D074-C13A-4F72-A1E5-0E52F8B60B9F}" presName="thinLine2b" presStyleLbl="callout" presStyleIdx="7" presStyleCnt="8"/>
      <dgm:spPr/>
    </dgm:pt>
    <dgm:pt modelId="{6D5906CA-9202-442B-9AF5-6C6C9750C8C9}" type="pres">
      <dgm:prSet presAssocID="{6AA7D074-C13A-4F72-A1E5-0E52F8B60B9F}" presName="vertSpace2b" presStyleCnt="0"/>
      <dgm:spPr/>
    </dgm:pt>
  </dgm:ptLst>
  <dgm:cxnLst>
    <dgm:cxn modelId="{9EE33F03-72F0-4B93-A02B-48292FC276C1}" srcId="{9FDEECC7-A919-460F-BC8A-FED8BCEAEA04}" destId="{6AA7D074-C13A-4F72-A1E5-0E52F8B60B9F}" srcOrd="2" destOrd="0" parTransId="{1AF10E9C-8779-41A6-9A44-BD3DE76B9E37}" sibTransId="{8C23EFA8-ADD2-4FF8-B465-3726072A8BC3}"/>
    <dgm:cxn modelId="{9A074003-AC8A-440A-8BF7-6ACEEDFAC8FE}" type="presOf" srcId="{F7F9B445-EE56-41AB-BE64-7014B0FA3334}" destId="{DC57713E-CD57-4961-BD14-B9F0510D5367}" srcOrd="0" destOrd="0" presId="urn:microsoft.com/office/officeart/2008/layout/LinedList"/>
    <dgm:cxn modelId="{DFE73A04-01C1-410C-919C-99EE3095C5C5}" srcId="{6007E7F0-19A9-46A4-8172-3D2F5812BBCA}" destId="{F7F9B445-EE56-41AB-BE64-7014B0FA3334}" srcOrd="4" destOrd="0" parTransId="{8C978B65-79C7-412E-B4F8-D8EC7A903C29}" sibTransId="{6EEDE362-FDDA-41DE-9953-32D9DFE6C3B9}"/>
    <dgm:cxn modelId="{722DAF15-DDB0-4407-A289-4C9996F2DB74}" type="presOf" srcId="{AAD12699-313A-4112-BA2B-CCAB33F61E46}" destId="{E2AF235F-AFE9-4A4A-9729-58E59336050E}" srcOrd="0" destOrd="0" presId="urn:microsoft.com/office/officeart/2008/layout/LinedList"/>
    <dgm:cxn modelId="{BB9A8F1C-3EDA-4978-BB82-498E0494418A}" srcId="{9FDEECC7-A919-460F-BC8A-FED8BCEAEA04}" destId="{C868D1F7-714F-4E9C-84C0-1D39B4DE8230}" srcOrd="0" destOrd="0" parTransId="{4AB3ADAE-F96E-4460-8B75-A03CD2B608EA}" sibTransId="{4BD43A7E-63AE-4EB2-A68B-7705B4DACA55}"/>
    <dgm:cxn modelId="{CBF5EB1D-EB90-49B0-8170-6635A50451A5}" srcId="{72483B44-88F2-45C1-9910-D99EACFB6266}" destId="{6007E7F0-19A9-46A4-8172-3D2F5812BBCA}" srcOrd="0" destOrd="0" parTransId="{D0B4C918-BD5B-4648-8E93-75B8B56FFEEC}" sibTransId="{956F0488-D72C-4C45-A226-5D69C8639225}"/>
    <dgm:cxn modelId="{1FFB2126-6573-499E-A67C-82FD8ECA6ABC}" srcId="{6007E7F0-19A9-46A4-8172-3D2F5812BBCA}" destId="{4659AF20-E951-451D-8200-6043DF0FC66A}" srcOrd="0" destOrd="0" parTransId="{EE3803F2-7601-4593-A508-29DD43BB178C}" sibTransId="{2516BA57-CA6C-4C0D-98D3-1C9C2E8D7459}"/>
    <dgm:cxn modelId="{7C334B6B-F123-4CDB-B0F9-ADCFEB6EAB79}" type="presOf" srcId="{9FDEECC7-A919-460F-BC8A-FED8BCEAEA04}" destId="{E838DB8B-1779-4253-B873-61E1C18629F3}" srcOrd="0" destOrd="0" presId="urn:microsoft.com/office/officeart/2008/layout/LinedList"/>
    <dgm:cxn modelId="{F8379177-20E7-40CF-AF99-7FFB726BE842}" type="presOf" srcId="{72483B44-88F2-45C1-9910-D99EACFB6266}" destId="{C844CAAD-BCB1-45B5-9037-A0A3CD2E66B2}" srcOrd="0" destOrd="0" presId="urn:microsoft.com/office/officeart/2008/layout/LinedList"/>
    <dgm:cxn modelId="{04DD5B7E-2EBB-4B0A-8534-D449597C988C}" type="presOf" srcId="{FE8E27E3-A57A-41AF-857F-598A350A3C7B}" destId="{913395ED-5E9C-4B0F-AC4A-99F22EA54289}" srcOrd="0" destOrd="0" presId="urn:microsoft.com/office/officeart/2008/layout/LinedList"/>
    <dgm:cxn modelId="{C728BB86-B934-4678-8D2B-45FC976C208C}" srcId="{72483B44-88F2-45C1-9910-D99EACFB6266}" destId="{9FDEECC7-A919-460F-BC8A-FED8BCEAEA04}" srcOrd="1" destOrd="0" parTransId="{F8C9272C-DA2A-4155-A15E-4E39657FB478}" sibTransId="{C999F509-0038-4F41-BB49-CE9DC2FE8DD0}"/>
    <dgm:cxn modelId="{2F928589-5FB2-49AE-B6B0-A558A30E9CE9}" type="presOf" srcId="{C868D1F7-714F-4E9C-84C0-1D39B4DE8230}" destId="{7D1BB2ED-0C0E-40F0-9709-2B8968025785}" srcOrd="0" destOrd="0" presId="urn:microsoft.com/office/officeart/2008/layout/LinedList"/>
    <dgm:cxn modelId="{70FA6BB0-5F9D-4C2F-A2B7-6A45D6C32A8F}" srcId="{9FDEECC7-A919-460F-BC8A-FED8BCEAEA04}" destId="{4808C0A9-734F-4D8C-9F6E-35D7ADA3E9EC}" srcOrd="1" destOrd="0" parTransId="{E3DFBAD1-6542-4CA6-93FB-862335C2D910}" sibTransId="{583D645C-3DFB-4A8E-93B2-2DD0D5525024}"/>
    <dgm:cxn modelId="{9E19B8B3-2CE6-4699-9993-0AB4A030790A}" type="presOf" srcId="{6AA7D074-C13A-4F72-A1E5-0E52F8B60B9F}" destId="{30A2A229-3047-4C9E-94D3-AD0C7EE237FA}" srcOrd="0" destOrd="0" presId="urn:microsoft.com/office/officeart/2008/layout/LinedList"/>
    <dgm:cxn modelId="{DF7CB3CA-E7ED-4567-9961-EDB665B37569}" srcId="{6007E7F0-19A9-46A4-8172-3D2F5812BBCA}" destId="{AAD12699-313A-4112-BA2B-CCAB33F61E46}" srcOrd="3" destOrd="0" parTransId="{76A39BBB-CEDE-4686-95F4-A66BB4E3E2EC}" sibTransId="{88B9C35C-1250-4D67-9B2F-D056632116F7}"/>
    <dgm:cxn modelId="{E8E28FCB-6204-450E-8C45-7EFE365A1C0D}" type="presOf" srcId="{6007E7F0-19A9-46A4-8172-3D2F5812BBCA}" destId="{F1C74ABC-A7C8-4249-A327-656C4F5AD563}" srcOrd="0" destOrd="0" presId="urn:microsoft.com/office/officeart/2008/layout/LinedList"/>
    <dgm:cxn modelId="{34E0F5D5-AC5A-45F6-885E-0614AE218C90}" srcId="{6007E7F0-19A9-46A4-8172-3D2F5812BBCA}" destId="{A8634CEB-6B2D-4E2F-A6AA-3DC7BC2BE35F}" srcOrd="1" destOrd="0" parTransId="{E111B36D-8FC3-4E1E-8E7C-25A817415156}" sibTransId="{816CD136-2CB9-4328-A39A-243578C6E70C}"/>
    <dgm:cxn modelId="{BB3BB4D9-A147-40FA-A2D3-59726BB101E1}" srcId="{6007E7F0-19A9-46A4-8172-3D2F5812BBCA}" destId="{FE8E27E3-A57A-41AF-857F-598A350A3C7B}" srcOrd="2" destOrd="0" parTransId="{E882EEE2-660D-4802-8A5C-26E1AEC80DF4}" sibTransId="{FCF672A8-CD5C-4B71-86EC-B6DE9C77A994}"/>
    <dgm:cxn modelId="{7BB2DDE5-6433-4FAC-9344-5633F18FC1D2}" type="presOf" srcId="{4659AF20-E951-451D-8200-6043DF0FC66A}" destId="{8EDD4E7B-9A19-4B17-BB6D-39921ADA11E6}" srcOrd="0" destOrd="0" presId="urn:microsoft.com/office/officeart/2008/layout/LinedList"/>
    <dgm:cxn modelId="{9D4DD0EA-6D4E-4143-89C4-956D63DF93C2}" type="presOf" srcId="{A8634CEB-6B2D-4E2F-A6AA-3DC7BC2BE35F}" destId="{EC812799-2E8F-4C97-8938-329E990FDFE7}" srcOrd="0" destOrd="0" presId="urn:microsoft.com/office/officeart/2008/layout/LinedList"/>
    <dgm:cxn modelId="{6F115AF3-2A15-441F-B9B2-F53ECF6491C8}" type="presOf" srcId="{4808C0A9-734F-4D8C-9F6E-35D7ADA3E9EC}" destId="{0B132A6D-4007-4453-AC7D-5C58AB32A1D7}" srcOrd="0" destOrd="0" presId="urn:microsoft.com/office/officeart/2008/layout/LinedList"/>
    <dgm:cxn modelId="{CA9B44AA-AEAC-403E-A9D7-C4F502C25B98}" type="presParOf" srcId="{C844CAAD-BCB1-45B5-9037-A0A3CD2E66B2}" destId="{A775256A-CFD5-4E05-83E2-B06423195B1E}" srcOrd="0" destOrd="0" presId="urn:microsoft.com/office/officeart/2008/layout/LinedList"/>
    <dgm:cxn modelId="{7A0CF96F-EAD3-479E-AF1A-EFCB75A30695}" type="presParOf" srcId="{C844CAAD-BCB1-45B5-9037-A0A3CD2E66B2}" destId="{CFEFD916-CA7D-481F-88FA-A7F0B5F91A7A}" srcOrd="1" destOrd="0" presId="urn:microsoft.com/office/officeart/2008/layout/LinedList"/>
    <dgm:cxn modelId="{840A3B08-8428-4395-98E1-05BD9740F58D}" type="presParOf" srcId="{CFEFD916-CA7D-481F-88FA-A7F0B5F91A7A}" destId="{F1C74ABC-A7C8-4249-A327-656C4F5AD563}" srcOrd="0" destOrd="0" presId="urn:microsoft.com/office/officeart/2008/layout/LinedList"/>
    <dgm:cxn modelId="{64097DEE-503E-4AD2-9515-13F6037B8C5C}" type="presParOf" srcId="{CFEFD916-CA7D-481F-88FA-A7F0B5F91A7A}" destId="{82D9DC3C-C406-4E61-B4AF-C74FC6BF04D9}" srcOrd="1" destOrd="0" presId="urn:microsoft.com/office/officeart/2008/layout/LinedList"/>
    <dgm:cxn modelId="{56BE8A07-DD19-4C60-B133-D0088354D5AB}" type="presParOf" srcId="{82D9DC3C-C406-4E61-B4AF-C74FC6BF04D9}" destId="{34D76E78-F411-4276-AAFC-D6A009334CAC}" srcOrd="0" destOrd="0" presId="urn:microsoft.com/office/officeart/2008/layout/LinedList"/>
    <dgm:cxn modelId="{F18F3F31-4101-4233-A5BF-1F6A408617EE}" type="presParOf" srcId="{82D9DC3C-C406-4E61-B4AF-C74FC6BF04D9}" destId="{9B97998B-9A70-4FB9-9CF8-73212765AC72}" srcOrd="1" destOrd="0" presId="urn:microsoft.com/office/officeart/2008/layout/LinedList"/>
    <dgm:cxn modelId="{3F655716-EF94-4D6D-8F72-B835EF2CA30E}" type="presParOf" srcId="{9B97998B-9A70-4FB9-9CF8-73212765AC72}" destId="{C80350F3-0CD9-40CA-B0E2-4F3FEDF0BC5D}" srcOrd="0" destOrd="0" presId="urn:microsoft.com/office/officeart/2008/layout/LinedList"/>
    <dgm:cxn modelId="{A2DF36E2-EA41-4CDC-ACAF-D0457632AF99}" type="presParOf" srcId="{9B97998B-9A70-4FB9-9CF8-73212765AC72}" destId="{8EDD4E7B-9A19-4B17-BB6D-39921ADA11E6}" srcOrd="1" destOrd="0" presId="urn:microsoft.com/office/officeart/2008/layout/LinedList"/>
    <dgm:cxn modelId="{77F2DD09-27DB-4800-9861-5CA3E901CF50}" type="presParOf" srcId="{9B97998B-9A70-4FB9-9CF8-73212765AC72}" destId="{C77736DC-A1A3-48BB-B753-A38349FFB81C}" srcOrd="2" destOrd="0" presId="urn:microsoft.com/office/officeart/2008/layout/LinedList"/>
    <dgm:cxn modelId="{AC07D159-4327-4B83-85A6-1FCFFA1D88A7}" type="presParOf" srcId="{82D9DC3C-C406-4E61-B4AF-C74FC6BF04D9}" destId="{5FCD5C72-6572-49DD-9F24-6B6910F444AB}" srcOrd="2" destOrd="0" presId="urn:microsoft.com/office/officeart/2008/layout/LinedList"/>
    <dgm:cxn modelId="{8906DD82-CF64-4BDE-8210-AB4B9414CFCF}" type="presParOf" srcId="{82D9DC3C-C406-4E61-B4AF-C74FC6BF04D9}" destId="{F7085B56-F3B7-4116-B217-4DA914CF05A8}" srcOrd="3" destOrd="0" presId="urn:microsoft.com/office/officeart/2008/layout/LinedList"/>
    <dgm:cxn modelId="{48A92767-F50E-455B-AEF4-BE504A7624F1}" type="presParOf" srcId="{82D9DC3C-C406-4E61-B4AF-C74FC6BF04D9}" destId="{426E2BD3-BCCF-4E43-AA18-88F2C682374B}" srcOrd="4" destOrd="0" presId="urn:microsoft.com/office/officeart/2008/layout/LinedList"/>
    <dgm:cxn modelId="{34249F67-8DFD-4B8D-A3E4-05387AE44572}" type="presParOf" srcId="{426E2BD3-BCCF-4E43-AA18-88F2C682374B}" destId="{D9B05797-8791-4C88-9855-4DC2875681B2}" srcOrd="0" destOrd="0" presId="urn:microsoft.com/office/officeart/2008/layout/LinedList"/>
    <dgm:cxn modelId="{513CB12F-3196-4D3D-8614-7EC7B7A183DE}" type="presParOf" srcId="{426E2BD3-BCCF-4E43-AA18-88F2C682374B}" destId="{EC812799-2E8F-4C97-8938-329E990FDFE7}" srcOrd="1" destOrd="0" presId="urn:microsoft.com/office/officeart/2008/layout/LinedList"/>
    <dgm:cxn modelId="{C4495E2D-60F8-4BC5-9CB7-12DD7622514F}" type="presParOf" srcId="{426E2BD3-BCCF-4E43-AA18-88F2C682374B}" destId="{0EACEAF5-784D-4E8B-8545-0F37A51E1D7D}" srcOrd="2" destOrd="0" presId="urn:microsoft.com/office/officeart/2008/layout/LinedList"/>
    <dgm:cxn modelId="{F8EC949F-6208-4244-8FD3-CCA959025351}" type="presParOf" srcId="{82D9DC3C-C406-4E61-B4AF-C74FC6BF04D9}" destId="{6A7C9C9F-F631-4C90-8DEE-2E64F65A743B}" srcOrd="5" destOrd="0" presId="urn:microsoft.com/office/officeart/2008/layout/LinedList"/>
    <dgm:cxn modelId="{C3603E4A-B04B-4832-87FC-60B56FAE08B5}" type="presParOf" srcId="{82D9DC3C-C406-4E61-B4AF-C74FC6BF04D9}" destId="{73B44A2E-F173-48A7-9F61-E90D7D756095}" srcOrd="6" destOrd="0" presId="urn:microsoft.com/office/officeart/2008/layout/LinedList"/>
    <dgm:cxn modelId="{7CD2AA85-8F21-4663-B8CA-4F27CF716E7B}" type="presParOf" srcId="{82D9DC3C-C406-4E61-B4AF-C74FC6BF04D9}" destId="{1E379D2F-7231-4577-9367-1212DA73D1BE}" srcOrd="7" destOrd="0" presId="urn:microsoft.com/office/officeart/2008/layout/LinedList"/>
    <dgm:cxn modelId="{88B4949E-BB6A-4859-919C-EC37B989B664}" type="presParOf" srcId="{1E379D2F-7231-4577-9367-1212DA73D1BE}" destId="{0ED24D39-A58B-4063-8750-F1A625DAD1BF}" srcOrd="0" destOrd="0" presId="urn:microsoft.com/office/officeart/2008/layout/LinedList"/>
    <dgm:cxn modelId="{97E3AC6C-F2AA-49CF-B7CF-1BF1A8F44BBA}" type="presParOf" srcId="{1E379D2F-7231-4577-9367-1212DA73D1BE}" destId="{913395ED-5E9C-4B0F-AC4A-99F22EA54289}" srcOrd="1" destOrd="0" presId="urn:microsoft.com/office/officeart/2008/layout/LinedList"/>
    <dgm:cxn modelId="{01826D05-36C5-4291-9356-27AE438A6D4B}" type="presParOf" srcId="{1E379D2F-7231-4577-9367-1212DA73D1BE}" destId="{8FC80D4A-D662-4FAD-9181-D9ECFB786944}" srcOrd="2" destOrd="0" presId="urn:microsoft.com/office/officeart/2008/layout/LinedList"/>
    <dgm:cxn modelId="{A7D29DBE-0EA1-4CAB-9621-BB9485965E55}" type="presParOf" srcId="{82D9DC3C-C406-4E61-B4AF-C74FC6BF04D9}" destId="{335D0CC7-F237-44F7-BAE1-3CEEDF5BEDA0}" srcOrd="8" destOrd="0" presId="urn:microsoft.com/office/officeart/2008/layout/LinedList"/>
    <dgm:cxn modelId="{CD498340-5199-4486-AE0E-7277C12B341E}" type="presParOf" srcId="{82D9DC3C-C406-4E61-B4AF-C74FC6BF04D9}" destId="{767C305F-B493-4097-9370-E14321B911C9}" srcOrd="9" destOrd="0" presId="urn:microsoft.com/office/officeart/2008/layout/LinedList"/>
    <dgm:cxn modelId="{8ED71DB7-D548-4F0B-BEC2-B96D76547DD9}" type="presParOf" srcId="{82D9DC3C-C406-4E61-B4AF-C74FC6BF04D9}" destId="{D4390656-93DE-4EC8-A648-83D360697A0E}" srcOrd="10" destOrd="0" presId="urn:microsoft.com/office/officeart/2008/layout/LinedList"/>
    <dgm:cxn modelId="{836FEC3E-1AC6-4628-9422-B9CB147F455E}" type="presParOf" srcId="{D4390656-93DE-4EC8-A648-83D360697A0E}" destId="{B3D9FF25-DDE5-460A-BD02-89253B180FDB}" srcOrd="0" destOrd="0" presId="urn:microsoft.com/office/officeart/2008/layout/LinedList"/>
    <dgm:cxn modelId="{BEBFAA31-5DC6-4D05-8FD0-5D153EB9C2B2}" type="presParOf" srcId="{D4390656-93DE-4EC8-A648-83D360697A0E}" destId="{E2AF235F-AFE9-4A4A-9729-58E59336050E}" srcOrd="1" destOrd="0" presId="urn:microsoft.com/office/officeart/2008/layout/LinedList"/>
    <dgm:cxn modelId="{62D7C149-51C0-48BE-A90A-7C571FBB2CC3}" type="presParOf" srcId="{D4390656-93DE-4EC8-A648-83D360697A0E}" destId="{4D6E5F21-DEDA-4E36-AB17-3916BD6ABE5A}" srcOrd="2" destOrd="0" presId="urn:microsoft.com/office/officeart/2008/layout/LinedList"/>
    <dgm:cxn modelId="{C2F96AB1-36BD-40D6-AD96-3951745EFB7A}" type="presParOf" srcId="{82D9DC3C-C406-4E61-B4AF-C74FC6BF04D9}" destId="{E8CEBD0D-793C-43CC-95BA-F4C6400D6433}" srcOrd="11" destOrd="0" presId="urn:microsoft.com/office/officeart/2008/layout/LinedList"/>
    <dgm:cxn modelId="{CC9E1015-56B3-4DC1-B59D-15215353CF14}" type="presParOf" srcId="{82D9DC3C-C406-4E61-B4AF-C74FC6BF04D9}" destId="{A05E687B-E760-43BF-826D-537AF2C40D57}" srcOrd="12" destOrd="0" presId="urn:microsoft.com/office/officeart/2008/layout/LinedList"/>
    <dgm:cxn modelId="{E47D1DAD-532B-446F-B93C-498076D7B9B0}" type="presParOf" srcId="{82D9DC3C-C406-4E61-B4AF-C74FC6BF04D9}" destId="{B5F95864-0295-4DCF-858B-D2531389D2D6}" srcOrd="13" destOrd="0" presId="urn:microsoft.com/office/officeart/2008/layout/LinedList"/>
    <dgm:cxn modelId="{EFE05BBF-E546-437B-9FFA-E691E6900404}" type="presParOf" srcId="{B5F95864-0295-4DCF-858B-D2531389D2D6}" destId="{01F773C7-2FA5-426C-B8FA-DF8EA981D9D5}" srcOrd="0" destOrd="0" presId="urn:microsoft.com/office/officeart/2008/layout/LinedList"/>
    <dgm:cxn modelId="{4A4C44B8-3609-454A-BAA9-7C78C7734BDE}" type="presParOf" srcId="{B5F95864-0295-4DCF-858B-D2531389D2D6}" destId="{DC57713E-CD57-4961-BD14-B9F0510D5367}" srcOrd="1" destOrd="0" presId="urn:microsoft.com/office/officeart/2008/layout/LinedList"/>
    <dgm:cxn modelId="{13A6EE50-A664-477E-A453-DF1E4C980705}" type="presParOf" srcId="{B5F95864-0295-4DCF-858B-D2531389D2D6}" destId="{80AF59AC-CC97-4046-81C9-F2A708148DD1}" srcOrd="2" destOrd="0" presId="urn:microsoft.com/office/officeart/2008/layout/LinedList"/>
    <dgm:cxn modelId="{EA2181DA-2904-4878-9598-D8234A99889B}" type="presParOf" srcId="{82D9DC3C-C406-4E61-B4AF-C74FC6BF04D9}" destId="{B8111E49-13E7-4338-A4B5-22125DA61915}" srcOrd="14" destOrd="0" presId="urn:microsoft.com/office/officeart/2008/layout/LinedList"/>
    <dgm:cxn modelId="{F6EB6269-4FE6-4C4E-81AD-7C5918C35780}" type="presParOf" srcId="{82D9DC3C-C406-4E61-B4AF-C74FC6BF04D9}" destId="{61164EDD-398B-40B0-A909-B4FBA1BF2DF3}" srcOrd="15" destOrd="0" presId="urn:microsoft.com/office/officeart/2008/layout/LinedList"/>
    <dgm:cxn modelId="{824AB465-89D4-4E14-B0C2-F6499AFC56D3}" type="presParOf" srcId="{C844CAAD-BCB1-45B5-9037-A0A3CD2E66B2}" destId="{8BD94467-4024-4DBD-AC0E-ADBC50C4C939}" srcOrd="2" destOrd="0" presId="urn:microsoft.com/office/officeart/2008/layout/LinedList"/>
    <dgm:cxn modelId="{D1BA993B-30E9-46A4-91B8-AE219139BAFC}" type="presParOf" srcId="{C844CAAD-BCB1-45B5-9037-A0A3CD2E66B2}" destId="{CEAEEFC7-AD43-4B31-A3BD-A9FAE1DEF174}" srcOrd="3" destOrd="0" presId="urn:microsoft.com/office/officeart/2008/layout/LinedList"/>
    <dgm:cxn modelId="{0BD621F6-8537-4A00-B014-A8A62DD41B42}" type="presParOf" srcId="{CEAEEFC7-AD43-4B31-A3BD-A9FAE1DEF174}" destId="{E838DB8B-1779-4253-B873-61E1C18629F3}" srcOrd="0" destOrd="0" presId="urn:microsoft.com/office/officeart/2008/layout/LinedList"/>
    <dgm:cxn modelId="{635A838D-067C-46FD-8033-715246236B66}" type="presParOf" srcId="{CEAEEFC7-AD43-4B31-A3BD-A9FAE1DEF174}" destId="{75B0A040-AA39-46D0-9F58-0DE6C167F40D}" srcOrd="1" destOrd="0" presId="urn:microsoft.com/office/officeart/2008/layout/LinedList"/>
    <dgm:cxn modelId="{25D4E6B0-AAD2-4B7D-B9FC-DBA5A7DBFE58}" type="presParOf" srcId="{75B0A040-AA39-46D0-9F58-0DE6C167F40D}" destId="{6F1CF602-5E42-4AC0-8E42-99E344BD0134}" srcOrd="0" destOrd="0" presId="urn:microsoft.com/office/officeart/2008/layout/LinedList"/>
    <dgm:cxn modelId="{572B301D-34EA-4399-A6BB-F975CC81D5BC}" type="presParOf" srcId="{75B0A040-AA39-46D0-9F58-0DE6C167F40D}" destId="{0D6FBDB0-C8D0-40BE-AA7A-B9D924C7F6E5}" srcOrd="1" destOrd="0" presId="urn:microsoft.com/office/officeart/2008/layout/LinedList"/>
    <dgm:cxn modelId="{5D75AEB7-AF90-487D-BF39-D4039E229537}" type="presParOf" srcId="{0D6FBDB0-C8D0-40BE-AA7A-B9D924C7F6E5}" destId="{796229BC-BCF5-401B-9EA5-813C3279DFA0}" srcOrd="0" destOrd="0" presId="urn:microsoft.com/office/officeart/2008/layout/LinedList"/>
    <dgm:cxn modelId="{0213DFFB-344C-462F-8973-634493845B47}" type="presParOf" srcId="{0D6FBDB0-C8D0-40BE-AA7A-B9D924C7F6E5}" destId="{7D1BB2ED-0C0E-40F0-9709-2B8968025785}" srcOrd="1" destOrd="0" presId="urn:microsoft.com/office/officeart/2008/layout/LinedList"/>
    <dgm:cxn modelId="{10E0BF36-F017-4886-83EF-66CA0E46CBD0}" type="presParOf" srcId="{0D6FBDB0-C8D0-40BE-AA7A-B9D924C7F6E5}" destId="{96A9F9A1-8897-4C2B-9C0F-A3E082108C7C}" srcOrd="2" destOrd="0" presId="urn:microsoft.com/office/officeart/2008/layout/LinedList"/>
    <dgm:cxn modelId="{9E76634C-5130-471E-8DEB-2AB71C343DE1}" type="presParOf" srcId="{75B0A040-AA39-46D0-9F58-0DE6C167F40D}" destId="{50BD0C5C-E2F4-47C3-92A6-F6FFD0060FEA}" srcOrd="2" destOrd="0" presId="urn:microsoft.com/office/officeart/2008/layout/LinedList"/>
    <dgm:cxn modelId="{CA4E7118-63AB-4B92-8B05-97AB95537811}" type="presParOf" srcId="{75B0A040-AA39-46D0-9F58-0DE6C167F40D}" destId="{466537C4-23DF-46B0-913E-68561D751832}" srcOrd="3" destOrd="0" presId="urn:microsoft.com/office/officeart/2008/layout/LinedList"/>
    <dgm:cxn modelId="{2B6566FB-BB6A-4A29-80E1-A6C3BDC9FF41}" type="presParOf" srcId="{75B0A040-AA39-46D0-9F58-0DE6C167F40D}" destId="{FBCAB091-04FA-4DEF-BDBB-FE0D7128CB2E}" srcOrd="4" destOrd="0" presId="urn:microsoft.com/office/officeart/2008/layout/LinedList"/>
    <dgm:cxn modelId="{11D3548D-62A1-4A64-BC06-50A97255ACB7}" type="presParOf" srcId="{FBCAB091-04FA-4DEF-BDBB-FE0D7128CB2E}" destId="{8490BC5E-8ED0-4718-93FD-20161FA7A4AB}" srcOrd="0" destOrd="0" presId="urn:microsoft.com/office/officeart/2008/layout/LinedList"/>
    <dgm:cxn modelId="{AC4C0E91-9F00-498C-BABC-E9426697BB96}" type="presParOf" srcId="{FBCAB091-04FA-4DEF-BDBB-FE0D7128CB2E}" destId="{0B132A6D-4007-4453-AC7D-5C58AB32A1D7}" srcOrd="1" destOrd="0" presId="urn:microsoft.com/office/officeart/2008/layout/LinedList"/>
    <dgm:cxn modelId="{90DC16BF-A4EF-41CB-B214-4FCA65320C58}" type="presParOf" srcId="{FBCAB091-04FA-4DEF-BDBB-FE0D7128CB2E}" destId="{D9C5C63B-B3E6-4651-8F99-CEFEF3CD1F73}" srcOrd="2" destOrd="0" presId="urn:microsoft.com/office/officeart/2008/layout/LinedList"/>
    <dgm:cxn modelId="{1640CA13-9BED-4408-AAF0-C9F68875528C}" type="presParOf" srcId="{75B0A040-AA39-46D0-9F58-0DE6C167F40D}" destId="{53FCEEBF-5C5E-43C9-8E34-5F7AD27084BE}" srcOrd="5" destOrd="0" presId="urn:microsoft.com/office/officeart/2008/layout/LinedList"/>
    <dgm:cxn modelId="{24B506EC-7C09-49D0-8F62-13C49DCC1B0D}" type="presParOf" srcId="{75B0A040-AA39-46D0-9F58-0DE6C167F40D}" destId="{88134BAA-43BE-4612-A3C8-8F3BE02C8B0F}" srcOrd="6" destOrd="0" presId="urn:microsoft.com/office/officeart/2008/layout/LinedList"/>
    <dgm:cxn modelId="{5C2AB07E-30EB-4CCA-83E1-8E6127637530}" type="presParOf" srcId="{75B0A040-AA39-46D0-9F58-0DE6C167F40D}" destId="{80B1C061-DD89-4B4C-87AD-BE05A4AC9ADB}" srcOrd="7" destOrd="0" presId="urn:microsoft.com/office/officeart/2008/layout/LinedList"/>
    <dgm:cxn modelId="{5A05BDBE-2C0E-4630-8111-5D4505189AA9}" type="presParOf" srcId="{80B1C061-DD89-4B4C-87AD-BE05A4AC9ADB}" destId="{C2DCF586-B150-4C09-961E-61862AE77EAA}" srcOrd="0" destOrd="0" presId="urn:microsoft.com/office/officeart/2008/layout/LinedList"/>
    <dgm:cxn modelId="{BC0301A6-B12B-4725-8529-9B3988D1B4B8}" type="presParOf" srcId="{80B1C061-DD89-4B4C-87AD-BE05A4AC9ADB}" destId="{30A2A229-3047-4C9E-94D3-AD0C7EE237FA}" srcOrd="1" destOrd="0" presId="urn:microsoft.com/office/officeart/2008/layout/LinedList"/>
    <dgm:cxn modelId="{7DBB0CF3-B49A-4933-8453-D1C48D191FC0}" type="presParOf" srcId="{80B1C061-DD89-4B4C-87AD-BE05A4AC9ADB}" destId="{22BB9A83-3E88-4B84-9093-E6889BE6B318}" srcOrd="2" destOrd="0" presId="urn:microsoft.com/office/officeart/2008/layout/LinedList"/>
    <dgm:cxn modelId="{3F174660-9329-400F-8A5A-A9577F5C195A}" type="presParOf" srcId="{75B0A040-AA39-46D0-9F58-0DE6C167F40D}" destId="{CDAD6CC3-540E-4041-A03F-B2210106ADFB}" srcOrd="8" destOrd="0" presId="urn:microsoft.com/office/officeart/2008/layout/LinedList"/>
    <dgm:cxn modelId="{951A5E42-224F-4380-88DB-F17373A5D5FB}" type="presParOf" srcId="{75B0A040-AA39-46D0-9F58-0DE6C167F40D}" destId="{6D5906CA-9202-442B-9AF5-6C6C9750C8C9}"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55CEC13-6E41-460C-AA96-D86D934DF9B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AF43140-B092-44E1-82BF-4AD8615742B0}">
      <dgm:prSet custT="1"/>
      <dgm:spPr/>
      <dgm:t>
        <a:bodyPr/>
        <a:lstStyle/>
        <a:p>
          <a:r>
            <a:rPr lang="en-GB" sz="1400"/>
            <a:t>Measures to manage the risks</a:t>
          </a:r>
          <a:endParaRPr lang="es-ES" sz="1400"/>
        </a:p>
      </dgm:t>
    </dgm:pt>
    <dgm:pt modelId="{3057FDFB-6E7B-45D5-AB65-6DD652025CDE}" type="parTrans" cxnId="{87B9D7CE-4AD3-4503-8EDC-581CEF51B75E}">
      <dgm:prSet/>
      <dgm:spPr/>
      <dgm:t>
        <a:bodyPr/>
        <a:lstStyle/>
        <a:p>
          <a:endParaRPr lang="en-US" sz="1400"/>
        </a:p>
      </dgm:t>
    </dgm:pt>
    <dgm:pt modelId="{8540A5BC-2FCB-4B67-8910-0D66C8C5F08A}" type="sibTrans" cxnId="{87B9D7CE-4AD3-4503-8EDC-581CEF51B75E}">
      <dgm:prSet/>
      <dgm:spPr/>
      <dgm:t>
        <a:bodyPr/>
        <a:lstStyle/>
        <a:p>
          <a:endParaRPr lang="en-US" sz="1400"/>
        </a:p>
      </dgm:t>
    </dgm:pt>
    <dgm:pt modelId="{A4F083A2-8D55-456D-AD05-59A9EC7A7595}">
      <dgm:prSet custT="1"/>
      <dgm:spPr/>
      <dgm:t>
        <a:bodyPr/>
        <a:lstStyle/>
        <a:p>
          <a:r>
            <a:rPr lang="en-GB" sz="1400" dirty="0"/>
            <a:t>Protective measures to reduce worker &amp; environment exposure to a safe level</a:t>
          </a:r>
          <a:endParaRPr lang="es-ES" sz="1400" dirty="0"/>
        </a:p>
      </dgm:t>
    </dgm:pt>
    <dgm:pt modelId="{761986E9-8DCE-47A6-BA18-A61F4E06937B}" type="parTrans" cxnId="{EC64ADE0-D696-4F84-8613-7C73C0A4AA2A}">
      <dgm:prSet/>
      <dgm:spPr/>
      <dgm:t>
        <a:bodyPr/>
        <a:lstStyle/>
        <a:p>
          <a:endParaRPr lang="en-US" sz="1400"/>
        </a:p>
      </dgm:t>
    </dgm:pt>
    <dgm:pt modelId="{3E62B6F9-3492-4E13-8C49-FD4CAF52A953}" type="sibTrans" cxnId="{EC64ADE0-D696-4F84-8613-7C73C0A4AA2A}">
      <dgm:prSet/>
      <dgm:spPr/>
      <dgm:t>
        <a:bodyPr/>
        <a:lstStyle/>
        <a:p>
          <a:endParaRPr lang="en-US" sz="1400"/>
        </a:p>
      </dgm:t>
    </dgm:pt>
    <dgm:pt modelId="{D5E0382D-585D-4991-BD31-6BC0EEEC229A}">
      <dgm:prSet custT="1"/>
      <dgm:spPr/>
      <dgm:t>
        <a:bodyPr/>
        <a:lstStyle/>
        <a:p>
          <a:r>
            <a:rPr lang="en-GB" sz="1400" dirty="0"/>
            <a:t>Controls </a:t>
          </a:r>
          <a:endParaRPr lang="es-ES" sz="1400" dirty="0"/>
        </a:p>
      </dgm:t>
    </dgm:pt>
    <dgm:pt modelId="{4D8455F7-BCCD-4ACC-AA44-7CA72CA539DE}" type="parTrans" cxnId="{91EE8235-C06B-4538-A907-4E7917EC4B44}">
      <dgm:prSet/>
      <dgm:spPr/>
      <dgm:t>
        <a:bodyPr/>
        <a:lstStyle/>
        <a:p>
          <a:endParaRPr lang="en-US" sz="1400"/>
        </a:p>
      </dgm:t>
    </dgm:pt>
    <dgm:pt modelId="{EE682992-28FE-4E88-8507-8BB90CD89174}" type="sibTrans" cxnId="{91EE8235-C06B-4538-A907-4E7917EC4B44}">
      <dgm:prSet/>
      <dgm:spPr/>
      <dgm:t>
        <a:bodyPr/>
        <a:lstStyle/>
        <a:p>
          <a:endParaRPr lang="en-US" sz="1400"/>
        </a:p>
      </dgm:t>
    </dgm:pt>
    <dgm:pt modelId="{8BAECE12-8876-47AC-BFB3-3E3698EAE17A}">
      <dgm:prSet custT="1"/>
      <dgm:spPr/>
      <dgm:t>
        <a:bodyPr/>
        <a:lstStyle/>
        <a:p>
          <a:r>
            <a:rPr lang="en-GB" sz="1400" dirty="0"/>
            <a:t>Engineered Controls</a:t>
          </a:r>
          <a:endParaRPr lang="es-ES" sz="1400" dirty="0"/>
        </a:p>
      </dgm:t>
    </dgm:pt>
    <dgm:pt modelId="{B066B599-292C-466E-9A93-97DEDD3E3FE9}" type="parTrans" cxnId="{24D7CC09-925B-4E9F-8FAE-84C1FEB7CEC8}">
      <dgm:prSet/>
      <dgm:spPr/>
      <dgm:t>
        <a:bodyPr/>
        <a:lstStyle/>
        <a:p>
          <a:endParaRPr lang="en-US" sz="1400"/>
        </a:p>
      </dgm:t>
    </dgm:pt>
    <dgm:pt modelId="{BB910433-C6C2-4C78-B08B-5A64CBF4768D}" type="sibTrans" cxnId="{24D7CC09-925B-4E9F-8FAE-84C1FEB7CEC8}">
      <dgm:prSet/>
      <dgm:spPr/>
      <dgm:t>
        <a:bodyPr/>
        <a:lstStyle/>
        <a:p>
          <a:endParaRPr lang="en-US" sz="1400"/>
        </a:p>
      </dgm:t>
    </dgm:pt>
    <dgm:pt modelId="{6CDF6080-5936-4BEB-9A13-42F9F84A0E58}">
      <dgm:prSet custT="1"/>
      <dgm:spPr/>
      <dgm:t>
        <a:bodyPr/>
        <a:lstStyle/>
        <a:p>
          <a:r>
            <a:rPr lang="en-GB" sz="1400" dirty="0"/>
            <a:t>PPE controls </a:t>
          </a:r>
          <a:endParaRPr lang="es-ES" sz="1400" dirty="0"/>
        </a:p>
      </dgm:t>
    </dgm:pt>
    <dgm:pt modelId="{6A20E0EB-AC6F-45EC-8C44-24C8C03B7239}" type="parTrans" cxnId="{9597AE71-12AE-4E6B-A54F-AD99C4BE00A6}">
      <dgm:prSet/>
      <dgm:spPr/>
      <dgm:t>
        <a:bodyPr/>
        <a:lstStyle/>
        <a:p>
          <a:endParaRPr lang="en-US" sz="1400"/>
        </a:p>
      </dgm:t>
    </dgm:pt>
    <dgm:pt modelId="{6EE1C17A-3053-4695-8E68-364D7B71EA0F}" type="sibTrans" cxnId="{9597AE71-12AE-4E6B-A54F-AD99C4BE00A6}">
      <dgm:prSet/>
      <dgm:spPr/>
      <dgm:t>
        <a:bodyPr/>
        <a:lstStyle/>
        <a:p>
          <a:endParaRPr lang="en-US" sz="1400"/>
        </a:p>
      </dgm:t>
    </dgm:pt>
    <dgm:pt modelId="{57C3350F-B1B6-420B-B110-F7AB8E0C0A38}">
      <dgm:prSet custT="1"/>
      <dgm:spPr/>
      <dgm:t>
        <a:bodyPr/>
        <a:lstStyle/>
        <a:p>
          <a:r>
            <a:rPr lang="en-GB" sz="1400" dirty="0"/>
            <a:t>Environmental exposure controls</a:t>
          </a:r>
          <a:endParaRPr lang="es-ES" sz="1400" dirty="0"/>
        </a:p>
      </dgm:t>
    </dgm:pt>
    <dgm:pt modelId="{A03CC283-3DDE-48CE-B318-0A5FBDBD921B}" type="parTrans" cxnId="{7DB49F8B-144C-4EE5-A2D9-453E87285869}">
      <dgm:prSet/>
      <dgm:spPr/>
      <dgm:t>
        <a:bodyPr/>
        <a:lstStyle/>
        <a:p>
          <a:endParaRPr lang="en-US" sz="1400"/>
        </a:p>
      </dgm:t>
    </dgm:pt>
    <dgm:pt modelId="{39331F91-53E9-4BC7-9738-764FFFD377FA}" type="sibTrans" cxnId="{7DB49F8B-144C-4EE5-A2D9-453E87285869}">
      <dgm:prSet/>
      <dgm:spPr/>
      <dgm:t>
        <a:bodyPr/>
        <a:lstStyle/>
        <a:p>
          <a:endParaRPr lang="en-US" sz="1400"/>
        </a:p>
      </dgm:t>
    </dgm:pt>
    <dgm:pt modelId="{3809AF23-500F-4732-B9E1-A4FF846E143A}">
      <dgm:prSet custT="1"/>
      <dgm:spPr/>
      <dgm:t>
        <a:bodyPr/>
        <a:lstStyle/>
        <a:p>
          <a:r>
            <a:rPr lang="en-GB" sz="1400" dirty="0"/>
            <a:t>When ES are available:</a:t>
          </a:r>
          <a:endParaRPr lang="es-ES" sz="1400" dirty="0"/>
        </a:p>
      </dgm:t>
    </dgm:pt>
    <dgm:pt modelId="{0D607859-7CE9-44DB-9FF7-8BD592730B0C}" type="parTrans" cxnId="{673233E5-F72C-416D-B7C5-2C1FB2D12221}">
      <dgm:prSet/>
      <dgm:spPr/>
      <dgm:t>
        <a:bodyPr/>
        <a:lstStyle/>
        <a:p>
          <a:endParaRPr lang="en-US" sz="1400"/>
        </a:p>
      </dgm:t>
    </dgm:pt>
    <dgm:pt modelId="{87CC7B31-E89D-42B7-8A23-DC7B6DE95945}" type="sibTrans" cxnId="{673233E5-F72C-416D-B7C5-2C1FB2D12221}">
      <dgm:prSet/>
      <dgm:spPr/>
      <dgm:t>
        <a:bodyPr/>
        <a:lstStyle/>
        <a:p>
          <a:endParaRPr lang="en-US" sz="1400"/>
        </a:p>
      </dgm:t>
    </dgm:pt>
    <dgm:pt modelId="{1C21A490-829A-482A-9F99-40D7E7A59CAD}">
      <dgm:prSet custT="1"/>
      <dgm:spPr/>
      <dgm:t>
        <a:bodyPr/>
        <a:lstStyle/>
        <a:p>
          <a:r>
            <a:rPr lang="en-GB" sz="1400" dirty="0"/>
            <a:t>detailed information on exposure controls </a:t>
          </a:r>
          <a:endParaRPr lang="es-ES" sz="1400" dirty="0"/>
        </a:p>
      </dgm:t>
    </dgm:pt>
    <dgm:pt modelId="{01816EF2-E5D5-44A7-9DA8-9C7A626803FD}" type="parTrans" cxnId="{2CF9F720-A1E5-45CF-BD5F-05D23ABDE938}">
      <dgm:prSet/>
      <dgm:spPr/>
      <dgm:t>
        <a:bodyPr/>
        <a:lstStyle/>
        <a:p>
          <a:endParaRPr lang="en-US" sz="1400"/>
        </a:p>
      </dgm:t>
    </dgm:pt>
    <dgm:pt modelId="{19C51976-513A-4FAF-BCC6-DCD4CACC6628}" type="sibTrans" cxnId="{2CF9F720-A1E5-45CF-BD5F-05D23ABDE938}">
      <dgm:prSet/>
      <dgm:spPr/>
      <dgm:t>
        <a:bodyPr/>
        <a:lstStyle/>
        <a:p>
          <a:endParaRPr lang="en-US" sz="1400"/>
        </a:p>
      </dgm:t>
    </dgm:pt>
    <dgm:pt modelId="{A892FE9A-19B9-4FBA-8014-FCDF18704FFF}">
      <dgm:prSet custT="1"/>
      <dgm:spPr/>
      <dgm:t>
        <a:bodyPr/>
        <a:lstStyle/>
        <a:p>
          <a:r>
            <a:rPr lang="en-GB" sz="1400" dirty="0"/>
            <a:t>Must be consistent with section 8.2 summaries</a:t>
          </a:r>
          <a:endParaRPr lang="es-ES" sz="1400" dirty="0"/>
        </a:p>
      </dgm:t>
    </dgm:pt>
    <dgm:pt modelId="{A4C45800-7DD0-4E77-A5A4-94C9467175B3}" type="parTrans" cxnId="{4F1A9262-FC21-4559-B0AC-82ED7CACD117}">
      <dgm:prSet/>
      <dgm:spPr/>
      <dgm:t>
        <a:bodyPr/>
        <a:lstStyle/>
        <a:p>
          <a:endParaRPr lang="en-US" sz="1400"/>
        </a:p>
      </dgm:t>
    </dgm:pt>
    <dgm:pt modelId="{4D33E606-E74A-41BE-9617-03C26FC80F8C}" type="sibTrans" cxnId="{4F1A9262-FC21-4559-B0AC-82ED7CACD117}">
      <dgm:prSet/>
      <dgm:spPr/>
      <dgm:t>
        <a:bodyPr/>
        <a:lstStyle/>
        <a:p>
          <a:endParaRPr lang="en-US" sz="1400"/>
        </a:p>
      </dgm:t>
    </dgm:pt>
    <dgm:pt modelId="{E74B9473-375C-4481-B6AA-C500BA8E3E9B}">
      <dgm:prSet custT="1"/>
      <dgm:spPr/>
      <dgm:t>
        <a:bodyPr/>
        <a:lstStyle/>
        <a:p>
          <a:r>
            <a:rPr lang="en-GB" sz="1400"/>
            <a:t>Administrative </a:t>
          </a:r>
          <a:r>
            <a:rPr lang="en-GB" sz="1400" dirty="0"/>
            <a:t>controls </a:t>
          </a:r>
          <a:endParaRPr lang="es-ES" sz="1400" dirty="0"/>
        </a:p>
      </dgm:t>
    </dgm:pt>
    <dgm:pt modelId="{4C575B5A-6612-43F6-B19F-BC9C9A7DE5B7}" type="parTrans" cxnId="{AEF55D3C-7FF7-49A8-AA57-EBF6AD88D4FD}">
      <dgm:prSet/>
      <dgm:spPr/>
      <dgm:t>
        <a:bodyPr/>
        <a:lstStyle/>
        <a:p>
          <a:endParaRPr lang="en-US"/>
        </a:p>
      </dgm:t>
    </dgm:pt>
    <dgm:pt modelId="{8A096BCF-409C-460C-8530-FCF952710385}" type="sibTrans" cxnId="{AEF55D3C-7FF7-49A8-AA57-EBF6AD88D4FD}">
      <dgm:prSet/>
      <dgm:spPr/>
      <dgm:t>
        <a:bodyPr/>
        <a:lstStyle/>
        <a:p>
          <a:endParaRPr lang="en-US"/>
        </a:p>
      </dgm:t>
    </dgm:pt>
    <dgm:pt modelId="{1A55DB13-013E-459A-8863-F94B0F4A3802}" type="pres">
      <dgm:prSet presAssocID="{F55CEC13-6E41-460C-AA96-D86D934DF9B9}" presName="vert0" presStyleCnt="0">
        <dgm:presLayoutVars>
          <dgm:dir/>
          <dgm:animOne val="branch"/>
          <dgm:animLvl val="lvl"/>
        </dgm:presLayoutVars>
      </dgm:prSet>
      <dgm:spPr/>
    </dgm:pt>
    <dgm:pt modelId="{2AFC6D46-7C5D-4751-BD7F-EDF2C7E4CC61}" type="pres">
      <dgm:prSet presAssocID="{0AF43140-B092-44E1-82BF-4AD8615742B0}" presName="thickLine" presStyleLbl="alignNode1" presStyleIdx="0" presStyleCnt="3"/>
      <dgm:spPr/>
    </dgm:pt>
    <dgm:pt modelId="{4BC60053-F947-4EEB-9351-0A714AC25205}" type="pres">
      <dgm:prSet presAssocID="{0AF43140-B092-44E1-82BF-4AD8615742B0}" presName="horz1" presStyleCnt="0"/>
      <dgm:spPr/>
    </dgm:pt>
    <dgm:pt modelId="{7E3BCAF7-EDDB-4C07-8959-DC4656BAC98B}" type="pres">
      <dgm:prSet presAssocID="{0AF43140-B092-44E1-82BF-4AD8615742B0}" presName="tx1" presStyleLbl="revTx" presStyleIdx="0" presStyleCnt="10"/>
      <dgm:spPr/>
    </dgm:pt>
    <dgm:pt modelId="{98DC156D-4A9B-41C0-8699-46C3BAEBA490}" type="pres">
      <dgm:prSet presAssocID="{0AF43140-B092-44E1-82BF-4AD8615742B0}" presName="vert1" presStyleCnt="0"/>
      <dgm:spPr/>
    </dgm:pt>
    <dgm:pt modelId="{940EB8BD-3916-4907-915C-6D246548057A}" type="pres">
      <dgm:prSet presAssocID="{A4F083A2-8D55-456D-AD05-59A9EC7A7595}" presName="vertSpace2a" presStyleCnt="0"/>
      <dgm:spPr/>
    </dgm:pt>
    <dgm:pt modelId="{FC3F499E-77C2-41DE-A527-B3A23166C3E6}" type="pres">
      <dgm:prSet presAssocID="{A4F083A2-8D55-456D-AD05-59A9EC7A7595}" presName="horz2" presStyleCnt="0"/>
      <dgm:spPr/>
    </dgm:pt>
    <dgm:pt modelId="{F9BB6E59-AD79-43EC-A5FF-4C860C67B7A9}" type="pres">
      <dgm:prSet presAssocID="{A4F083A2-8D55-456D-AD05-59A9EC7A7595}" presName="horzSpace2" presStyleCnt="0"/>
      <dgm:spPr/>
    </dgm:pt>
    <dgm:pt modelId="{32E22FFD-575C-4BF0-A710-51873557330E}" type="pres">
      <dgm:prSet presAssocID="{A4F083A2-8D55-456D-AD05-59A9EC7A7595}" presName="tx2" presStyleLbl="revTx" presStyleIdx="1" presStyleCnt="10"/>
      <dgm:spPr/>
    </dgm:pt>
    <dgm:pt modelId="{E058DDC2-55B1-4FC1-8E9C-CC121920D902}" type="pres">
      <dgm:prSet presAssocID="{A4F083A2-8D55-456D-AD05-59A9EC7A7595}" presName="vert2" presStyleCnt="0"/>
      <dgm:spPr/>
    </dgm:pt>
    <dgm:pt modelId="{2FD45287-F8D2-4817-A7C2-ACE998F4F815}" type="pres">
      <dgm:prSet presAssocID="{A4F083A2-8D55-456D-AD05-59A9EC7A7595}" presName="thinLine2b" presStyleLbl="callout" presStyleIdx="0" presStyleCnt="7"/>
      <dgm:spPr/>
    </dgm:pt>
    <dgm:pt modelId="{F55DC637-EB9A-440B-9AFC-B25E80BCEB18}" type="pres">
      <dgm:prSet presAssocID="{A4F083A2-8D55-456D-AD05-59A9EC7A7595}" presName="vertSpace2b" presStyleCnt="0"/>
      <dgm:spPr/>
    </dgm:pt>
    <dgm:pt modelId="{419CED75-4257-42BC-8412-9D1C530F8FAA}" type="pres">
      <dgm:prSet presAssocID="{D5E0382D-585D-4991-BD31-6BC0EEEC229A}" presName="thickLine" presStyleLbl="alignNode1" presStyleIdx="1" presStyleCnt="3"/>
      <dgm:spPr/>
    </dgm:pt>
    <dgm:pt modelId="{1A62833B-AB8E-4885-8764-AE221555FAD3}" type="pres">
      <dgm:prSet presAssocID="{D5E0382D-585D-4991-BD31-6BC0EEEC229A}" presName="horz1" presStyleCnt="0"/>
      <dgm:spPr/>
    </dgm:pt>
    <dgm:pt modelId="{856DD9F6-7BDE-4D01-BA4A-FC9451F783C6}" type="pres">
      <dgm:prSet presAssocID="{D5E0382D-585D-4991-BD31-6BC0EEEC229A}" presName="tx1" presStyleLbl="revTx" presStyleIdx="2" presStyleCnt="10"/>
      <dgm:spPr/>
    </dgm:pt>
    <dgm:pt modelId="{8CAF8DC3-3B1C-4226-8D13-0E0576DFD075}" type="pres">
      <dgm:prSet presAssocID="{D5E0382D-585D-4991-BD31-6BC0EEEC229A}" presName="vert1" presStyleCnt="0"/>
      <dgm:spPr/>
    </dgm:pt>
    <dgm:pt modelId="{697B0B58-CBCE-49C4-9AE8-B2AF8902806B}" type="pres">
      <dgm:prSet presAssocID="{8BAECE12-8876-47AC-BFB3-3E3698EAE17A}" presName="vertSpace2a" presStyleCnt="0"/>
      <dgm:spPr/>
    </dgm:pt>
    <dgm:pt modelId="{C3A5DD38-E865-4C4C-B797-797D6F863961}" type="pres">
      <dgm:prSet presAssocID="{8BAECE12-8876-47AC-BFB3-3E3698EAE17A}" presName="horz2" presStyleCnt="0"/>
      <dgm:spPr/>
    </dgm:pt>
    <dgm:pt modelId="{E14960DB-853C-455A-ABAF-8089C0DD46CC}" type="pres">
      <dgm:prSet presAssocID="{8BAECE12-8876-47AC-BFB3-3E3698EAE17A}" presName="horzSpace2" presStyleCnt="0"/>
      <dgm:spPr/>
    </dgm:pt>
    <dgm:pt modelId="{835B323E-FD37-445D-BBAD-0813B7E4DE5D}" type="pres">
      <dgm:prSet presAssocID="{8BAECE12-8876-47AC-BFB3-3E3698EAE17A}" presName="tx2" presStyleLbl="revTx" presStyleIdx="3" presStyleCnt="10"/>
      <dgm:spPr/>
    </dgm:pt>
    <dgm:pt modelId="{F682A78A-C0E0-4293-861F-F66EF80D743B}" type="pres">
      <dgm:prSet presAssocID="{8BAECE12-8876-47AC-BFB3-3E3698EAE17A}" presName="vert2" presStyleCnt="0"/>
      <dgm:spPr/>
    </dgm:pt>
    <dgm:pt modelId="{6DAE7A1A-0B6F-4B90-BD77-DFDAB56362C8}" type="pres">
      <dgm:prSet presAssocID="{8BAECE12-8876-47AC-BFB3-3E3698EAE17A}" presName="thinLine2b" presStyleLbl="callout" presStyleIdx="1" presStyleCnt="7"/>
      <dgm:spPr/>
    </dgm:pt>
    <dgm:pt modelId="{42020E9A-D97A-4121-9039-B5F9CE8902D3}" type="pres">
      <dgm:prSet presAssocID="{8BAECE12-8876-47AC-BFB3-3E3698EAE17A}" presName="vertSpace2b" presStyleCnt="0"/>
      <dgm:spPr/>
    </dgm:pt>
    <dgm:pt modelId="{46870463-4FF3-41FA-AB86-3C2E6B7D9070}" type="pres">
      <dgm:prSet presAssocID="{E74B9473-375C-4481-B6AA-C500BA8E3E9B}" presName="horz2" presStyleCnt="0"/>
      <dgm:spPr/>
    </dgm:pt>
    <dgm:pt modelId="{4D5BB390-A931-4732-A463-303B75C9930E}" type="pres">
      <dgm:prSet presAssocID="{E74B9473-375C-4481-B6AA-C500BA8E3E9B}" presName="horzSpace2" presStyleCnt="0"/>
      <dgm:spPr/>
    </dgm:pt>
    <dgm:pt modelId="{B38331A1-4CAA-432B-8200-7FBADBC1DB08}" type="pres">
      <dgm:prSet presAssocID="{E74B9473-375C-4481-B6AA-C500BA8E3E9B}" presName="tx2" presStyleLbl="revTx" presStyleIdx="4" presStyleCnt="10"/>
      <dgm:spPr/>
    </dgm:pt>
    <dgm:pt modelId="{5DD5E9C1-E400-4BB0-9E1B-EC02B98637CA}" type="pres">
      <dgm:prSet presAssocID="{E74B9473-375C-4481-B6AA-C500BA8E3E9B}" presName="vert2" presStyleCnt="0"/>
      <dgm:spPr/>
    </dgm:pt>
    <dgm:pt modelId="{FCC59076-093E-43D4-AADA-B11AC7A0EEB8}" type="pres">
      <dgm:prSet presAssocID="{E74B9473-375C-4481-B6AA-C500BA8E3E9B}" presName="thinLine2b" presStyleLbl="callout" presStyleIdx="2" presStyleCnt="7"/>
      <dgm:spPr/>
    </dgm:pt>
    <dgm:pt modelId="{E455B65F-F71F-490F-8C5A-8D76EFB2CACF}" type="pres">
      <dgm:prSet presAssocID="{E74B9473-375C-4481-B6AA-C500BA8E3E9B}" presName="vertSpace2b" presStyleCnt="0"/>
      <dgm:spPr/>
    </dgm:pt>
    <dgm:pt modelId="{EBB0FD0E-67B7-42EA-B67C-306974DFEE82}" type="pres">
      <dgm:prSet presAssocID="{6CDF6080-5936-4BEB-9A13-42F9F84A0E58}" presName="horz2" presStyleCnt="0"/>
      <dgm:spPr/>
    </dgm:pt>
    <dgm:pt modelId="{B23009D0-72BF-45BD-9052-B6CB1F70D127}" type="pres">
      <dgm:prSet presAssocID="{6CDF6080-5936-4BEB-9A13-42F9F84A0E58}" presName="horzSpace2" presStyleCnt="0"/>
      <dgm:spPr/>
    </dgm:pt>
    <dgm:pt modelId="{FD94BD98-3F70-42AF-A564-BA6E7421528F}" type="pres">
      <dgm:prSet presAssocID="{6CDF6080-5936-4BEB-9A13-42F9F84A0E58}" presName="tx2" presStyleLbl="revTx" presStyleIdx="5" presStyleCnt="10"/>
      <dgm:spPr/>
    </dgm:pt>
    <dgm:pt modelId="{36E7DE82-F711-42BA-AC0E-16276F262A3B}" type="pres">
      <dgm:prSet presAssocID="{6CDF6080-5936-4BEB-9A13-42F9F84A0E58}" presName="vert2" presStyleCnt="0"/>
      <dgm:spPr/>
    </dgm:pt>
    <dgm:pt modelId="{22150783-F456-460F-BBCF-8B1206A12F5D}" type="pres">
      <dgm:prSet presAssocID="{6CDF6080-5936-4BEB-9A13-42F9F84A0E58}" presName="thinLine2b" presStyleLbl="callout" presStyleIdx="3" presStyleCnt="7"/>
      <dgm:spPr/>
    </dgm:pt>
    <dgm:pt modelId="{92048E16-0AC6-41A4-AC11-F022D90C8B4A}" type="pres">
      <dgm:prSet presAssocID="{6CDF6080-5936-4BEB-9A13-42F9F84A0E58}" presName="vertSpace2b" presStyleCnt="0"/>
      <dgm:spPr/>
    </dgm:pt>
    <dgm:pt modelId="{E9680FC3-33F4-455B-9E08-9FF2613505A7}" type="pres">
      <dgm:prSet presAssocID="{57C3350F-B1B6-420B-B110-F7AB8E0C0A38}" presName="horz2" presStyleCnt="0"/>
      <dgm:spPr/>
    </dgm:pt>
    <dgm:pt modelId="{15E6B5E4-E6BC-4962-887A-96FF45F81445}" type="pres">
      <dgm:prSet presAssocID="{57C3350F-B1B6-420B-B110-F7AB8E0C0A38}" presName="horzSpace2" presStyleCnt="0"/>
      <dgm:spPr/>
    </dgm:pt>
    <dgm:pt modelId="{847C5210-F665-4300-B571-CF2CD26BB9E4}" type="pres">
      <dgm:prSet presAssocID="{57C3350F-B1B6-420B-B110-F7AB8E0C0A38}" presName="tx2" presStyleLbl="revTx" presStyleIdx="6" presStyleCnt="10"/>
      <dgm:spPr/>
    </dgm:pt>
    <dgm:pt modelId="{B1EFFD2C-CCBF-4E1C-A04A-681390D6C740}" type="pres">
      <dgm:prSet presAssocID="{57C3350F-B1B6-420B-B110-F7AB8E0C0A38}" presName="vert2" presStyleCnt="0"/>
      <dgm:spPr/>
    </dgm:pt>
    <dgm:pt modelId="{93B4D0EA-86F1-46BE-AD53-B1E8F1C04579}" type="pres">
      <dgm:prSet presAssocID="{57C3350F-B1B6-420B-B110-F7AB8E0C0A38}" presName="thinLine2b" presStyleLbl="callout" presStyleIdx="4" presStyleCnt="7"/>
      <dgm:spPr/>
    </dgm:pt>
    <dgm:pt modelId="{9A26A125-E644-4736-A4E5-A0C88B6BC0B8}" type="pres">
      <dgm:prSet presAssocID="{57C3350F-B1B6-420B-B110-F7AB8E0C0A38}" presName="vertSpace2b" presStyleCnt="0"/>
      <dgm:spPr/>
    </dgm:pt>
    <dgm:pt modelId="{1383C8F3-3E98-4F21-A7B2-C23EE34A2F2D}" type="pres">
      <dgm:prSet presAssocID="{3809AF23-500F-4732-B9E1-A4FF846E143A}" presName="thickLine" presStyleLbl="alignNode1" presStyleIdx="2" presStyleCnt="3"/>
      <dgm:spPr/>
    </dgm:pt>
    <dgm:pt modelId="{31220BB7-7590-4991-9B81-AE0D60311F65}" type="pres">
      <dgm:prSet presAssocID="{3809AF23-500F-4732-B9E1-A4FF846E143A}" presName="horz1" presStyleCnt="0"/>
      <dgm:spPr/>
    </dgm:pt>
    <dgm:pt modelId="{28C5664B-5EAA-417E-B0DD-D885A0B171B4}" type="pres">
      <dgm:prSet presAssocID="{3809AF23-500F-4732-B9E1-A4FF846E143A}" presName="tx1" presStyleLbl="revTx" presStyleIdx="7" presStyleCnt="10"/>
      <dgm:spPr/>
    </dgm:pt>
    <dgm:pt modelId="{FDAEB29D-B621-4A71-B326-8FC84281A6A5}" type="pres">
      <dgm:prSet presAssocID="{3809AF23-500F-4732-B9E1-A4FF846E143A}" presName="vert1" presStyleCnt="0"/>
      <dgm:spPr/>
    </dgm:pt>
    <dgm:pt modelId="{5EC8EE0B-97EB-4FBC-9CB0-DCF74D878CA8}" type="pres">
      <dgm:prSet presAssocID="{1C21A490-829A-482A-9F99-40D7E7A59CAD}" presName="vertSpace2a" presStyleCnt="0"/>
      <dgm:spPr/>
    </dgm:pt>
    <dgm:pt modelId="{FEC42254-E80C-49A6-BCFF-AF963BA06627}" type="pres">
      <dgm:prSet presAssocID="{1C21A490-829A-482A-9F99-40D7E7A59CAD}" presName="horz2" presStyleCnt="0"/>
      <dgm:spPr/>
    </dgm:pt>
    <dgm:pt modelId="{1AAC5EC7-45BF-4288-BF24-A0667824EA6F}" type="pres">
      <dgm:prSet presAssocID="{1C21A490-829A-482A-9F99-40D7E7A59CAD}" presName="horzSpace2" presStyleCnt="0"/>
      <dgm:spPr/>
    </dgm:pt>
    <dgm:pt modelId="{F1714C55-CE7C-42EC-8148-8A26006BF103}" type="pres">
      <dgm:prSet presAssocID="{1C21A490-829A-482A-9F99-40D7E7A59CAD}" presName="tx2" presStyleLbl="revTx" presStyleIdx="8" presStyleCnt="10"/>
      <dgm:spPr/>
    </dgm:pt>
    <dgm:pt modelId="{45F05A0C-B2D7-4413-8A16-6951A569A052}" type="pres">
      <dgm:prSet presAssocID="{1C21A490-829A-482A-9F99-40D7E7A59CAD}" presName="vert2" presStyleCnt="0"/>
      <dgm:spPr/>
    </dgm:pt>
    <dgm:pt modelId="{20249920-5180-431B-B736-0634DA53967D}" type="pres">
      <dgm:prSet presAssocID="{1C21A490-829A-482A-9F99-40D7E7A59CAD}" presName="thinLine2b" presStyleLbl="callout" presStyleIdx="5" presStyleCnt="7"/>
      <dgm:spPr/>
    </dgm:pt>
    <dgm:pt modelId="{0581A577-E45E-4D51-BD1D-44721668AD87}" type="pres">
      <dgm:prSet presAssocID="{1C21A490-829A-482A-9F99-40D7E7A59CAD}" presName="vertSpace2b" presStyleCnt="0"/>
      <dgm:spPr/>
    </dgm:pt>
    <dgm:pt modelId="{09F43551-AB46-4630-999D-B5382F0A3DED}" type="pres">
      <dgm:prSet presAssocID="{A892FE9A-19B9-4FBA-8014-FCDF18704FFF}" presName="horz2" presStyleCnt="0"/>
      <dgm:spPr/>
    </dgm:pt>
    <dgm:pt modelId="{0EB9DE91-DB38-4910-8913-B6F268E57517}" type="pres">
      <dgm:prSet presAssocID="{A892FE9A-19B9-4FBA-8014-FCDF18704FFF}" presName="horzSpace2" presStyleCnt="0"/>
      <dgm:spPr/>
    </dgm:pt>
    <dgm:pt modelId="{7AD03898-F559-4D2F-AB35-56F1A07D2995}" type="pres">
      <dgm:prSet presAssocID="{A892FE9A-19B9-4FBA-8014-FCDF18704FFF}" presName="tx2" presStyleLbl="revTx" presStyleIdx="9" presStyleCnt="10"/>
      <dgm:spPr/>
    </dgm:pt>
    <dgm:pt modelId="{A0190913-ADDC-4748-99FD-4064D6A2E86F}" type="pres">
      <dgm:prSet presAssocID="{A892FE9A-19B9-4FBA-8014-FCDF18704FFF}" presName="vert2" presStyleCnt="0"/>
      <dgm:spPr/>
    </dgm:pt>
    <dgm:pt modelId="{31AD33D8-FF0B-42F2-9027-9F18E96673BA}" type="pres">
      <dgm:prSet presAssocID="{A892FE9A-19B9-4FBA-8014-FCDF18704FFF}" presName="thinLine2b" presStyleLbl="callout" presStyleIdx="6" presStyleCnt="7"/>
      <dgm:spPr/>
    </dgm:pt>
    <dgm:pt modelId="{FFF1DFE7-61D9-4763-9C2A-D5B804AF5556}" type="pres">
      <dgm:prSet presAssocID="{A892FE9A-19B9-4FBA-8014-FCDF18704FFF}" presName="vertSpace2b" presStyleCnt="0"/>
      <dgm:spPr/>
    </dgm:pt>
  </dgm:ptLst>
  <dgm:cxnLst>
    <dgm:cxn modelId="{665C7A01-FEE6-4146-B8CB-FA3717B12344}" type="presOf" srcId="{8BAECE12-8876-47AC-BFB3-3E3698EAE17A}" destId="{835B323E-FD37-445D-BBAD-0813B7E4DE5D}" srcOrd="0" destOrd="0" presId="urn:microsoft.com/office/officeart/2008/layout/LinedList"/>
    <dgm:cxn modelId="{66EA9405-9141-4A0F-992F-AAE6FAB3058F}" type="presOf" srcId="{57C3350F-B1B6-420B-B110-F7AB8E0C0A38}" destId="{847C5210-F665-4300-B571-CF2CD26BB9E4}" srcOrd="0" destOrd="0" presId="urn:microsoft.com/office/officeart/2008/layout/LinedList"/>
    <dgm:cxn modelId="{24D7CC09-925B-4E9F-8FAE-84C1FEB7CEC8}" srcId="{D5E0382D-585D-4991-BD31-6BC0EEEC229A}" destId="{8BAECE12-8876-47AC-BFB3-3E3698EAE17A}" srcOrd="0" destOrd="0" parTransId="{B066B599-292C-466E-9A93-97DEDD3E3FE9}" sibTransId="{BB910433-C6C2-4C78-B08B-5A64CBF4768D}"/>
    <dgm:cxn modelId="{123F4211-FEFD-43FE-967F-BA4965396507}" type="presOf" srcId="{A892FE9A-19B9-4FBA-8014-FCDF18704FFF}" destId="{7AD03898-F559-4D2F-AB35-56F1A07D2995}" srcOrd="0" destOrd="0" presId="urn:microsoft.com/office/officeart/2008/layout/LinedList"/>
    <dgm:cxn modelId="{2CF9F720-A1E5-45CF-BD5F-05D23ABDE938}" srcId="{3809AF23-500F-4732-B9E1-A4FF846E143A}" destId="{1C21A490-829A-482A-9F99-40D7E7A59CAD}" srcOrd="0" destOrd="0" parTransId="{01816EF2-E5D5-44A7-9DA8-9C7A626803FD}" sibTransId="{19C51976-513A-4FAF-BCC6-DCD4CACC6628}"/>
    <dgm:cxn modelId="{91EE8235-C06B-4538-A907-4E7917EC4B44}" srcId="{F55CEC13-6E41-460C-AA96-D86D934DF9B9}" destId="{D5E0382D-585D-4991-BD31-6BC0EEEC229A}" srcOrd="1" destOrd="0" parTransId="{4D8455F7-BCCD-4ACC-AA44-7CA72CA539DE}" sibTransId="{EE682992-28FE-4E88-8507-8BB90CD89174}"/>
    <dgm:cxn modelId="{AEF55D3C-7FF7-49A8-AA57-EBF6AD88D4FD}" srcId="{D5E0382D-585D-4991-BD31-6BC0EEEC229A}" destId="{E74B9473-375C-4481-B6AA-C500BA8E3E9B}" srcOrd="1" destOrd="0" parTransId="{4C575B5A-6612-43F6-B19F-BC9C9A7DE5B7}" sibTransId="{8A096BCF-409C-460C-8530-FCF952710385}"/>
    <dgm:cxn modelId="{4F1A9262-FC21-4559-B0AC-82ED7CACD117}" srcId="{3809AF23-500F-4732-B9E1-A4FF846E143A}" destId="{A892FE9A-19B9-4FBA-8014-FCDF18704FFF}" srcOrd="1" destOrd="0" parTransId="{A4C45800-7DD0-4E77-A5A4-94C9467175B3}" sibTransId="{4D33E606-E74A-41BE-9617-03C26FC80F8C}"/>
    <dgm:cxn modelId="{8072F36F-6169-498B-B1DE-1F760236C950}" type="presOf" srcId="{A4F083A2-8D55-456D-AD05-59A9EC7A7595}" destId="{32E22FFD-575C-4BF0-A710-51873557330E}" srcOrd="0" destOrd="0" presId="urn:microsoft.com/office/officeart/2008/layout/LinedList"/>
    <dgm:cxn modelId="{B9567370-E780-45F0-8463-9D46B8AE015F}" type="presOf" srcId="{D5E0382D-585D-4991-BD31-6BC0EEEC229A}" destId="{856DD9F6-7BDE-4D01-BA4A-FC9451F783C6}" srcOrd="0" destOrd="0" presId="urn:microsoft.com/office/officeart/2008/layout/LinedList"/>
    <dgm:cxn modelId="{9597AE71-12AE-4E6B-A54F-AD99C4BE00A6}" srcId="{D5E0382D-585D-4991-BD31-6BC0EEEC229A}" destId="{6CDF6080-5936-4BEB-9A13-42F9F84A0E58}" srcOrd="2" destOrd="0" parTransId="{6A20E0EB-AC6F-45EC-8C44-24C8C03B7239}" sibTransId="{6EE1C17A-3053-4695-8E68-364D7B71EA0F}"/>
    <dgm:cxn modelId="{C47ECC74-C867-49C6-9E4F-90264D6536CC}" type="presOf" srcId="{0AF43140-B092-44E1-82BF-4AD8615742B0}" destId="{7E3BCAF7-EDDB-4C07-8959-DC4656BAC98B}" srcOrd="0" destOrd="0" presId="urn:microsoft.com/office/officeart/2008/layout/LinedList"/>
    <dgm:cxn modelId="{04B7FE76-B6E6-4859-BCA2-B9A45FD496E7}" type="presOf" srcId="{E74B9473-375C-4481-B6AA-C500BA8E3E9B}" destId="{B38331A1-4CAA-432B-8200-7FBADBC1DB08}" srcOrd="0" destOrd="0" presId="urn:microsoft.com/office/officeart/2008/layout/LinedList"/>
    <dgm:cxn modelId="{7DB49F8B-144C-4EE5-A2D9-453E87285869}" srcId="{D5E0382D-585D-4991-BD31-6BC0EEEC229A}" destId="{57C3350F-B1B6-420B-B110-F7AB8E0C0A38}" srcOrd="3" destOrd="0" parTransId="{A03CC283-3DDE-48CE-B318-0A5FBDBD921B}" sibTransId="{39331F91-53E9-4BC7-9738-764FFFD377FA}"/>
    <dgm:cxn modelId="{B9504B98-BE1D-4792-89C4-C73B76755E6A}" type="presOf" srcId="{3809AF23-500F-4732-B9E1-A4FF846E143A}" destId="{28C5664B-5EAA-417E-B0DD-D885A0B171B4}" srcOrd="0" destOrd="0" presId="urn:microsoft.com/office/officeart/2008/layout/LinedList"/>
    <dgm:cxn modelId="{C5978EB1-6C0D-49D6-89B1-0D3E7F74A3FD}" type="presOf" srcId="{6CDF6080-5936-4BEB-9A13-42F9F84A0E58}" destId="{FD94BD98-3F70-42AF-A564-BA6E7421528F}" srcOrd="0" destOrd="0" presId="urn:microsoft.com/office/officeart/2008/layout/LinedList"/>
    <dgm:cxn modelId="{DC691EC5-0F87-4BD2-8FC9-20137CAE70DA}" type="presOf" srcId="{1C21A490-829A-482A-9F99-40D7E7A59CAD}" destId="{F1714C55-CE7C-42EC-8148-8A26006BF103}" srcOrd="0" destOrd="0" presId="urn:microsoft.com/office/officeart/2008/layout/LinedList"/>
    <dgm:cxn modelId="{87B9D7CE-4AD3-4503-8EDC-581CEF51B75E}" srcId="{F55CEC13-6E41-460C-AA96-D86D934DF9B9}" destId="{0AF43140-B092-44E1-82BF-4AD8615742B0}" srcOrd="0" destOrd="0" parTransId="{3057FDFB-6E7B-45D5-AB65-6DD652025CDE}" sibTransId="{8540A5BC-2FCB-4B67-8910-0D66C8C5F08A}"/>
    <dgm:cxn modelId="{EC64ADE0-D696-4F84-8613-7C73C0A4AA2A}" srcId="{0AF43140-B092-44E1-82BF-4AD8615742B0}" destId="{A4F083A2-8D55-456D-AD05-59A9EC7A7595}" srcOrd="0" destOrd="0" parTransId="{761986E9-8DCE-47A6-BA18-A61F4E06937B}" sibTransId="{3E62B6F9-3492-4E13-8C49-FD4CAF52A953}"/>
    <dgm:cxn modelId="{673233E5-F72C-416D-B7C5-2C1FB2D12221}" srcId="{F55CEC13-6E41-460C-AA96-D86D934DF9B9}" destId="{3809AF23-500F-4732-B9E1-A4FF846E143A}" srcOrd="2" destOrd="0" parTransId="{0D607859-7CE9-44DB-9FF7-8BD592730B0C}" sibTransId="{87CC7B31-E89D-42B7-8A23-DC7B6DE95945}"/>
    <dgm:cxn modelId="{4B4BC6FE-2270-425E-9C34-B32EE5797966}" type="presOf" srcId="{F55CEC13-6E41-460C-AA96-D86D934DF9B9}" destId="{1A55DB13-013E-459A-8863-F94B0F4A3802}" srcOrd="0" destOrd="0" presId="urn:microsoft.com/office/officeart/2008/layout/LinedList"/>
    <dgm:cxn modelId="{45498A32-9529-474F-9A59-101F8171EC81}" type="presParOf" srcId="{1A55DB13-013E-459A-8863-F94B0F4A3802}" destId="{2AFC6D46-7C5D-4751-BD7F-EDF2C7E4CC61}" srcOrd="0" destOrd="0" presId="urn:microsoft.com/office/officeart/2008/layout/LinedList"/>
    <dgm:cxn modelId="{CEC4E56A-6723-491E-BB7F-020F2CECDA50}" type="presParOf" srcId="{1A55DB13-013E-459A-8863-F94B0F4A3802}" destId="{4BC60053-F947-4EEB-9351-0A714AC25205}" srcOrd="1" destOrd="0" presId="urn:microsoft.com/office/officeart/2008/layout/LinedList"/>
    <dgm:cxn modelId="{A994D3D8-21E4-40DF-80FA-9111E0B89C31}" type="presParOf" srcId="{4BC60053-F947-4EEB-9351-0A714AC25205}" destId="{7E3BCAF7-EDDB-4C07-8959-DC4656BAC98B}" srcOrd="0" destOrd="0" presId="urn:microsoft.com/office/officeart/2008/layout/LinedList"/>
    <dgm:cxn modelId="{5C2B0A18-606C-470E-A127-2F519EBCAACD}" type="presParOf" srcId="{4BC60053-F947-4EEB-9351-0A714AC25205}" destId="{98DC156D-4A9B-41C0-8699-46C3BAEBA490}" srcOrd="1" destOrd="0" presId="urn:microsoft.com/office/officeart/2008/layout/LinedList"/>
    <dgm:cxn modelId="{37B3247E-71D9-4DC4-9A81-5C8BCCBEAD8D}" type="presParOf" srcId="{98DC156D-4A9B-41C0-8699-46C3BAEBA490}" destId="{940EB8BD-3916-4907-915C-6D246548057A}" srcOrd="0" destOrd="0" presId="urn:microsoft.com/office/officeart/2008/layout/LinedList"/>
    <dgm:cxn modelId="{DAA3BED6-5639-4D13-A090-3BC0D5A35C90}" type="presParOf" srcId="{98DC156D-4A9B-41C0-8699-46C3BAEBA490}" destId="{FC3F499E-77C2-41DE-A527-B3A23166C3E6}" srcOrd="1" destOrd="0" presId="urn:microsoft.com/office/officeart/2008/layout/LinedList"/>
    <dgm:cxn modelId="{7D32A55D-1D13-4EFC-A1C6-3F1D3D6ED9F7}" type="presParOf" srcId="{FC3F499E-77C2-41DE-A527-B3A23166C3E6}" destId="{F9BB6E59-AD79-43EC-A5FF-4C860C67B7A9}" srcOrd="0" destOrd="0" presId="urn:microsoft.com/office/officeart/2008/layout/LinedList"/>
    <dgm:cxn modelId="{3F56D79F-0DAD-4C4D-A1A5-50F9F5CA0879}" type="presParOf" srcId="{FC3F499E-77C2-41DE-A527-B3A23166C3E6}" destId="{32E22FFD-575C-4BF0-A710-51873557330E}" srcOrd="1" destOrd="0" presId="urn:microsoft.com/office/officeart/2008/layout/LinedList"/>
    <dgm:cxn modelId="{BA020428-D1A8-457B-87B2-2B2EFE3846BE}" type="presParOf" srcId="{FC3F499E-77C2-41DE-A527-B3A23166C3E6}" destId="{E058DDC2-55B1-4FC1-8E9C-CC121920D902}" srcOrd="2" destOrd="0" presId="urn:microsoft.com/office/officeart/2008/layout/LinedList"/>
    <dgm:cxn modelId="{A050C5EF-BA74-4A96-A6BF-9C0CE06DDD46}" type="presParOf" srcId="{98DC156D-4A9B-41C0-8699-46C3BAEBA490}" destId="{2FD45287-F8D2-4817-A7C2-ACE998F4F815}" srcOrd="2" destOrd="0" presId="urn:microsoft.com/office/officeart/2008/layout/LinedList"/>
    <dgm:cxn modelId="{7863C293-A16D-4F20-8976-E74E0E0187AF}" type="presParOf" srcId="{98DC156D-4A9B-41C0-8699-46C3BAEBA490}" destId="{F55DC637-EB9A-440B-9AFC-B25E80BCEB18}" srcOrd="3" destOrd="0" presId="urn:microsoft.com/office/officeart/2008/layout/LinedList"/>
    <dgm:cxn modelId="{B5460AC5-7756-4949-AF02-69E5514D2DD7}" type="presParOf" srcId="{1A55DB13-013E-459A-8863-F94B0F4A3802}" destId="{419CED75-4257-42BC-8412-9D1C530F8FAA}" srcOrd="2" destOrd="0" presId="urn:microsoft.com/office/officeart/2008/layout/LinedList"/>
    <dgm:cxn modelId="{6E87BD12-6C9F-443D-A57F-15127D53DF34}" type="presParOf" srcId="{1A55DB13-013E-459A-8863-F94B0F4A3802}" destId="{1A62833B-AB8E-4885-8764-AE221555FAD3}" srcOrd="3" destOrd="0" presId="urn:microsoft.com/office/officeart/2008/layout/LinedList"/>
    <dgm:cxn modelId="{CD87420D-CF65-4D96-B014-4C32C9E85F72}" type="presParOf" srcId="{1A62833B-AB8E-4885-8764-AE221555FAD3}" destId="{856DD9F6-7BDE-4D01-BA4A-FC9451F783C6}" srcOrd="0" destOrd="0" presId="urn:microsoft.com/office/officeart/2008/layout/LinedList"/>
    <dgm:cxn modelId="{7DDDD334-BD27-4093-AB4D-FE4AF63E7660}" type="presParOf" srcId="{1A62833B-AB8E-4885-8764-AE221555FAD3}" destId="{8CAF8DC3-3B1C-4226-8D13-0E0576DFD075}" srcOrd="1" destOrd="0" presId="urn:microsoft.com/office/officeart/2008/layout/LinedList"/>
    <dgm:cxn modelId="{AE84FD8E-B6A7-41C1-A3F7-A569036C4CF5}" type="presParOf" srcId="{8CAF8DC3-3B1C-4226-8D13-0E0576DFD075}" destId="{697B0B58-CBCE-49C4-9AE8-B2AF8902806B}" srcOrd="0" destOrd="0" presId="urn:microsoft.com/office/officeart/2008/layout/LinedList"/>
    <dgm:cxn modelId="{799A2A69-5D6E-45A0-AB93-9BC49BC6825E}" type="presParOf" srcId="{8CAF8DC3-3B1C-4226-8D13-0E0576DFD075}" destId="{C3A5DD38-E865-4C4C-B797-797D6F863961}" srcOrd="1" destOrd="0" presId="urn:microsoft.com/office/officeart/2008/layout/LinedList"/>
    <dgm:cxn modelId="{7CE09C62-8741-418D-BD1D-018F7A7AABBE}" type="presParOf" srcId="{C3A5DD38-E865-4C4C-B797-797D6F863961}" destId="{E14960DB-853C-455A-ABAF-8089C0DD46CC}" srcOrd="0" destOrd="0" presId="urn:microsoft.com/office/officeart/2008/layout/LinedList"/>
    <dgm:cxn modelId="{A705EC9D-906B-44C6-B6A8-42E3DA068C27}" type="presParOf" srcId="{C3A5DD38-E865-4C4C-B797-797D6F863961}" destId="{835B323E-FD37-445D-BBAD-0813B7E4DE5D}" srcOrd="1" destOrd="0" presId="urn:microsoft.com/office/officeart/2008/layout/LinedList"/>
    <dgm:cxn modelId="{E9EC6195-8CC2-4E91-B118-272822BD4703}" type="presParOf" srcId="{C3A5DD38-E865-4C4C-B797-797D6F863961}" destId="{F682A78A-C0E0-4293-861F-F66EF80D743B}" srcOrd="2" destOrd="0" presId="urn:microsoft.com/office/officeart/2008/layout/LinedList"/>
    <dgm:cxn modelId="{5CD12E21-2189-4B65-BA62-4DD7A720678A}" type="presParOf" srcId="{8CAF8DC3-3B1C-4226-8D13-0E0576DFD075}" destId="{6DAE7A1A-0B6F-4B90-BD77-DFDAB56362C8}" srcOrd="2" destOrd="0" presId="urn:microsoft.com/office/officeart/2008/layout/LinedList"/>
    <dgm:cxn modelId="{0647833F-6EFE-4AFD-B508-A28DD867E948}" type="presParOf" srcId="{8CAF8DC3-3B1C-4226-8D13-0E0576DFD075}" destId="{42020E9A-D97A-4121-9039-B5F9CE8902D3}" srcOrd="3" destOrd="0" presId="urn:microsoft.com/office/officeart/2008/layout/LinedList"/>
    <dgm:cxn modelId="{EB3E7A58-7B0A-49F4-A8C1-B9B7FCFEEC7F}" type="presParOf" srcId="{8CAF8DC3-3B1C-4226-8D13-0E0576DFD075}" destId="{46870463-4FF3-41FA-AB86-3C2E6B7D9070}" srcOrd="4" destOrd="0" presId="urn:microsoft.com/office/officeart/2008/layout/LinedList"/>
    <dgm:cxn modelId="{C88839F9-181B-4B8B-8FF6-F41D5A3BB202}" type="presParOf" srcId="{46870463-4FF3-41FA-AB86-3C2E6B7D9070}" destId="{4D5BB390-A931-4732-A463-303B75C9930E}" srcOrd="0" destOrd="0" presId="urn:microsoft.com/office/officeart/2008/layout/LinedList"/>
    <dgm:cxn modelId="{6B2A940E-C62D-47FA-901F-FB500E419547}" type="presParOf" srcId="{46870463-4FF3-41FA-AB86-3C2E6B7D9070}" destId="{B38331A1-4CAA-432B-8200-7FBADBC1DB08}" srcOrd="1" destOrd="0" presId="urn:microsoft.com/office/officeart/2008/layout/LinedList"/>
    <dgm:cxn modelId="{4661BA3C-C70E-43E3-A655-AA6DF3BD7EA1}" type="presParOf" srcId="{46870463-4FF3-41FA-AB86-3C2E6B7D9070}" destId="{5DD5E9C1-E400-4BB0-9E1B-EC02B98637CA}" srcOrd="2" destOrd="0" presId="urn:microsoft.com/office/officeart/2008/layout/LinedList"/>
    <dgm:cxn modelId="{695AF3D5-CE67-4CFB-83DA-ECE8028DD58E}" type="presParOf" srcId="{8CAF8DC3-3B1C-4226-8D13-0E0576DFD075}" destId="{FCC59076-093E-43D4-AADA-B11AC7A0EEB8}" srcOrd="5" destOrd="0" presId="urn:microsoft.com/office/officeart/2008/layout/LinedList"/>
    <dgm:cxn modelId="{DFE4A277-BB01-40FA-9622-A4A52A6DB3D8}" type="presParOf" srcId="{8CAF8DC3-3B1C-4226-8D13-0E0576DFD075}" destId="{E455B65F-F71F-490F-8C5A-8D76EFB2CACF}" srcOrd="6" destOrd="0" presId="urn:microsoft.com/office/officeart/2008/layout/LinedList"/>
    <dgm:cxn modelId="{EA40EC43-DA7C-4042-B283-C7169A181B13}" type="presParOf" srcId="{8CAF8DC3-3B1C-4226-8D13-0E0576DFD075}" destId="{EBB0FD0E-67B7-42EA-B67C-306974DFEE82}" srcOrd="7" destOrd="0" presId="urn:microsoft.com/office/officeart/2008/layout/LinedList"/>
    <dgm:cxn modelId="{0308CF38-9653-4C69-8302-FDFD7FDE4817}" type="presParOf" srcId="{EBB0FD0E-67B7-42EA-B67C-306974DFEE82}" destId="{B23009D0-72BF-45BD-9052-B6CB1F70D127}" srcOrd="0" destOrd="0" presId="urn:microsoft.com/office/officeart/2008/layout/LinedList"/>
    <dgm:cxn modelId="{B36A3DB6-03E9-41AB-988E-63651837B56D}" type="presParOf" srcId="{EBB0FD0E-67B7-42EA-B67C-306974DFEE82}" destId="{FD94BD98-3F70-42AF-A564-BA6E7421528F}" srcOrd="1" destOrd="0" presId="urn:microsoft.com/office/officeart/2008/layout/LinedList"/>
    <dgm:cxn modelId="{6DFD1358-4EF2-4947-8E04-A750764B3F5E}" type="presParOf" srcId="{EBB0FD0E-67B7-42EA-B67C-306974DFEE82}" destId="{36E7DE82-F711-42BA-AC0E-16276F262A3B}" srcOrd="2" destOrd="0" presId="urn:microsoft.com/office/officeart/2008/layout/LinedList"/>
    <dgm:cxn modelId="{430BF01C-D035-4E2F-870C-82D0E0C7720E}" type="presParOf" srcId="{8CAF8DC3-3B1C-4226-8D13-0E0576DFD075}" destId="{22150783-F456-460F-BBCF-8B1206A12F5D}" srcOrd="8" destOrd="0" presId="urn:microsoft.com/office/officeart/2008/layout/LinedList"/>
    <dgm:cxn modelId="{84D022E6-99D3-49E9-A05D-F8420741E654}" type="presParOf" srcId="{8CAF8DC3-3B1C-4226-8D13-0E0576DFD075}" destId="{92048E16-0AC6-41A4-AC11-F022D90C8B4A}" srcOrd="9" destOrd="0" presId="urn:microsoft.com/office/officeart/2008/layout/LinedList"/>
    <dgm:cxn modelId="{BBFA72A0-513E-4F1C-9E1A-14CF247C9E0C}" type="presParOf" srcId="{8CAF8DC3-3B1C-4226-8D13-0E0576DFD075}" destId="{E9680FC3-33F4-455B-9E08-9FF2613505A7}" srcOrd="10" destOrd="0" presId="urn:microsoft.com/office/officeart/2008/layout/LinedList"/>
    <dgm:cxn modelId="{72387B87-3C54-4A71-85E2-B16C24A48353}" type="presParOf" srcId="{E9680FC3-33F4-455B-9E08-9FF2613505A7}" destId="{15E6B5E4-E6BC-4962-887A-96FF45F81445}" srcOrd="0" destOrd="0" presId="urn:microsoft.com/office/officeart/2008/layout/LinedList"/>
    <dgm:cxn modelId="{9490D405-DFC1-468F-8EFF-59B4DF3A9EC0}" type="presParOf" srcId="{E9680FC3-33F4-455B-9E08-9FF2613505A7}" destId="{847C5210-F665-4300-B571-CF2CD26BB9E4}" srcOrd="1" destOrd="0" presId="urn:microsoft.com/office/officeart/2008/layout/LinedList"/>
    <dgm:cxn modelId="{E0864812-B5F3-4C6E-BC00-8458B062CBED}" type="presParOf" srcId="{E9680FC3-33F4-455B-9E08-9FF2613505A7}" destId="{B1EFFD2C-CCBF-4E1C-A04A-681390D6C740}" srcOrd="2" destOrd="0" presId="urn:microsoft.com/office/officeart/2008/layout/LinedList"/>
    <dgm:cxn modelId="{ED6ADBF3-8094-4761-9926-B885F5668D76}" type="presParOf" srcId="{8CAF8DC3-3B1C-4226-8D13-0E0576DFD075}" destId="{93B4D0EA-86F1-46BE-AD53-B1E8F1C04579}" srcOrd="11" destOrd="0" presId="urn:microsoft.com/office/officeart/2008/layout/LinedList"/>
    <dgm:cxn modelId="{A8951ED2-D6DD-4326-A3B2-EF3959AB992F}" type="presParOf" srcId="{8CAF8DC3-3B1C-4226-8D13-0E0576DFD075}" destId="{9A26A125-E644-4736-A4E5-A0C88B6BC0B8}" srcOrd="12" destOrd="0" presId="urn:microsoft.com/office/officeart/2008/layout/LinedList"/>
    <dgm:cxn modelId="{E4B7AEF8-1ECA-4C49-874A-DEC229C953C2}" type="presParOf" srcId="{1A55DB13-013E-459A-8863-F94B0F4A3802}" destId="{1383C8F3-3E98-4F21-A7B2-C23EE34A2F2D}" srcOrd="4" destOrd="0" presId="urn:microsoft.com/office/officeart/2008/layout/LinedList"/>
    <dgm:cxn modelId="{F1352DBA-7731-4F27-9CE3-271A9A059BF3}" type="presParOf" srcId="{1A55DB13-013E-459A-8863-F94B0F4A3802}" destId="{31220BB7-7590-4991-9B81-AE0D60311F65}" srcOrd="5" destOrd="0" presId="urn:microsoft.com/office/officeart/2008/layout/LinedList"/>
    <dgm:cxn modelId="{DCB33F4A-86FB-4C96-895F-4314383BD6DC}" type="presParOf" srcId="{31220BB7-7590-4991-9B81-AE0D60311F65}" destId="{28C5664B-5EAA-417E-B0DD-D885A0B171B4}" srcOrd="0" destOrd="0" presId="urn:microsoft.com/office/officeart/2008/layout/LinedList"/>
    <dgm:cxn modelId="{375EB98E-52C3-49D5-AF47-70A7904EF5BB}" type="presParOf" srcId="{31220BB7-7590-4991-9B81-AE0D60311F65}" destId="{FDAEB29D-B621-4A71-B326-8FC84281A6A5}" srcOrd="1" destOrd="0" presId="urn:microsoft.com/office/officeart/2008/layout/LinedList"/>
    <dgm:cxn modelId="{E2FE1E47-8EF9-4BF4-8394-89E080532E11}" type="presParOf" srcId="{FDAEB29D-B621-4A71-B326-8FC84281A6A5}" destId="{5EC8EE0B-97EB-4FBC-9CB0-DCF74D878CA8}" srcOrd="0" destOrd="0" presId="urn:microsoft.com/office/officeart/2008/layout/LinedList"/>
    <dgm:cxn modelId="{221A0540-70F3-463E-8D96-96A9D7CAB22C}" type="presParOf" srcId="{FDAEB29D-B621-4A71-B326-8FC84281A6A5}" destId="{FEC42254-E80C-49A6-BCFF-AF963BA06627}" srcOrd="1" destOrd="0" presId="urn:microsoft.com/office/officeart/2008/layout/LinedList"/>
    <dgm:cxn modelId="{B2EEA62F-DEB0-49E9-8C69-CDD207BCDDCA}" type="presParOf" srcId="{FEC42254-E80C-49A6-BCFF-AF963BA06627}" destId="{1AAC5EC7-45BF-4288-BF24-A0667824EA6F}" srcOrd="0" destOrd="0" presId="urn:microsoft.com/office/officeart/2008/layout/LinedList"/>
    <dgm:cxn modelId="{FBB5ECDD-2C75-4A5F-BF3A-C23D7DED7E4B}" type="presParOf" srcId="{FEC42254-E80C-49A6-BCFF-AF963BA06627}" destId="{F1714C55-CE7C-42EC-8148-8A26006BF103}" srcOrd="1" destOrd="0" presId="urn:microsoft.com/office/officeart/2008/layout/LinedList"/>
    <dgm:cxn modelId="{5AF66744-118B-450E-AC07-2C60501355E3}" type="presParOf" srcId="{FEC42254-E80C-49A6-BCFF-AF963BA06627}" destId="{45F05A0C-B2D7-4413-8A16-6951A569A052}" srcOrd="2" destOrd="0" presId="urn:microsoft.com/office/officeart/2008/layout/LinedList"/>
    <dgm:cxn modelId="{BC470F08-1896-46D1-BCEF-75986CC1DB27}" type="presParOf" srcId="{FDAEB29D-B621-4A71-B326-8FC84281A6A5}" destId="{20249920-5180-431B-B736-0634DA53967D}" srcOrd="2" destOrd="0" presId="urn:microsoft.com/office/officeart/2008/layout/LinedList"/>
    <dgm:cxn modelId="{4CBD565D-F486-430B-9535-095192C02D77}" type="presParOf" srcId="{FDAEB29D-B621-4A71-B326-8FC84281A6A5}" destId="{0581A577-E45E-4D51-BD1D-44721668AD87}" srcOrd="3" destOrd="0" presId="urn:microsoft.com/office/officeart/2008/layout/LinedList"/>
    <dgm:cxn modelId="{E4F00E53-6907-4A02-B5C3-3E88A473B9C1}" type="presParOf" srcId="{FDAEB29D-B621-4A71-B326-8FC84281A6A5}" destId="{09F43551-AB46-4630-999D-B5382F0A3DED}" srcOrd="4" destOrd="0" presId="urn:microsoft.com/office/officeart/2008/layout/LinedList"/>
    <dgm:cxn modelId="{5D30A9F8-9FB0-45C5-9085-82895788C55F}" type="presParOf" srcId="{09F43551-AB46-4630-999D-B5382F0A3DED}" destId="{0EB9DE91-DB38-4910-8913-B6F268E57517}" srcOrd="0" destOrd="0" presId="urn:microsoft.com/office/officeart/2008/layout/LinedList"/>
    <dgm:cxn modelId="{B35381C1-35BF-487B-9586-1E134F874027}" type="presParOf" srcId="{09F43551-AB46-4630-999D-B5382F0A3DED}" destId="{7AD03898-F559-4D2F-AB35-56F1A07D2995}" srcOrd="1" destOrd="0" presId="urn:microsoft.com/office/officeart/2008/layout/LinedList"/>
    <dgm:cxn modelId="{BB267850-D520-4B41-8048-F52A67806224}" type="presParOf" srcId="{09F43551-AB46-4630-999D-B5382F0A3DED}" destId="{A0190913-ADDC-4748-99FD-4064D6A2E86F}" srcOrd="2" destOrd="0" presId="urn:microsoft.com/office/officeart/2008/layout/LinedList"/>
    <dgm:cxn modelId="{A1AD081A-FA2E-4CFB-8400-642F3273403E}" type="presParOf" srcId="{FDAEB29D-B621-4A71-B326-8FC84281A6A5}" destId="{31AD33D8-FF0B-42F2-9027-9F18E96673BA}" srcOrd="5" destOrd="0" presId="urn:microsoft.com/office/officeart/2008/layout/LinedList"/>
    <dgm:cxn modelId="{CE37D004-3CE4-4B48-A00B-E88A0EF777B8}" type="presParOf" srcId="{FDAEB29D-B621-4A71-B326-8FC84281A6A5}" destId="{FFF1DFE7-61D9-4763-9C2A-D5B804AF5556}"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AD92A3B-EC8C-4326-B493-DBF4B20EC27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8E0B680-2F2C-4F85-80BA-A5EB6283C0BE}">
      <dgm:prSet custT="1"/>
      <dgm:spPr/>
      <dgm:t>
        <a:bodyPr/>
        <a:lstStyle/>
        <a:p>
          <a:r>
            <a:rPr lang="en-GB" sz="1400" dirty="0"/>
            <a:t>Basic physical and chemical properties of chemical substance or mixture</a:t>
          </a:r>
        </a:p>
      </dgm:t>
    </dgm:pt>
    <dgm:pt modelId="{6CD504C9-F7B8-4633-8C90-DAA634000665}" type="parTrans" cxnId="{B878A712-055C-46BE-83A9-3F7E0C02352E}">
      <dgm:prSet/>
      <dgm:spPr/>
      <dgm:t>
        <a:bodyPr/>
        <a:lstStyle/>
        <a:p>
          <a:endParaRPr lang="en-US" sz="1400"/>
        </a:p>
      </dgm:t>
    </dgm:pt>
    <dgm:pt modelId="{96A1719A-43E7-4AB0-9E5A-915D4CEC5A82}" type="sibTrans" cxnId="{B878A712-055C-46BE-83A9-3F7E0C02352E}">
      <dgm:prSet/>
      <dgm:spPr/>
      <dgm:t>
        <a:bodyPr/>
        <a:lstStyle/>
        <a:p>
          <a:endParaRPr lang="en-US" sz="1400"/>
        </a:p>
      </dgm:t>
    </dgm:pt>
    <dgm:pt modelId="{CA22A160-DE95-44DA-9453-2EF29929E752}">
      <dgm:prSet custT="1"/>
      <dgm:spPr/>
      <dgm:t>
        <a:bodyPr/>
        <a:lstStyle/>
        <a:p>
          <a:r>
            <a:rPr lang="en-GB" sz="1400" dirty="0"/>
            <a:t>Odour, pH, boiling point etc.</a:t>
          </a:r>
        </a:p>
      </dgm:t>
    </dgm:pt>
    <dgm:pt modelId="{25B7B001-B9F0-41BA-9A70-C98330588944}" type="parTrans" cxnId="{6D497FA0-9081-4376-9412-92BCD7845229}">
      <dgm:prSet/>
      <dgm:spPr/>
      <dgm:t>
        <a:bodyPr/>
        <a:lstStyle/>
        <a:p>
          <a:endParaRPr lang="en-US" sz="1400"/>
        </a:p>
      </dgm:t>
    </dgm:pt>
    <dgm:pt modelId="{6975B9E3-8468-4A0F-94C9-78A5602062AC}" type="sibTrans" cxnId="{6D497FA0-9081-4376-9412-92BCD7845229}">
      <dgm:prSet/>
      <dgm:spPr/>
      <dgm:t>
        <a:bodyPr/>
        <a:lstStyle/>
        <a:p>
          <a:endParaRPr lang="en-US" sz="1400"/>
        </a:p>
      </dgm:t>
    </dgm:pt>
    <dgm:pt modelId="{4180FE65-4378-494C-BBBA-028B5EC4C062}">
      <dgm:prSet custT="1"/>
      <dgm:spPr/>
      <dgm:t>
        <a:bodyPr/>
        <a:lstStyle/>
        <a:p>
          <a:r>
            <a:rPr lang="en-GB" sz="1400" dirty="0"/>
            <a:t>Physical &amp; chemical properties</a:t>
          </a:r>
        </a:p>
      </dgm:t>
    </dgm:pt>
    <dgm:pt modelId="{FBDF12EC-1F32-41A5-8D34-DAC55FC0C480}" type="parTrans" cxnId="{67FB5C16-B110-4D84-A6BC-567C907A46FD}">
      <dgm:prSet/>
      <dgm:spPr/>
      <dgm:t>
        <a:bodyPr/>
        <a:lstStyle/>
        <a:p>
          <a:endParaRPr lang="en-US" sz="1400"/>
        </a:p>
      </dgm:t>
    </dgm:pt>
    <dgm:pt modelId="{BF8417F1-DC3C-4A6D-9BAD-EEE5E6F11D9B}" type="sibTrans" cxnId="{67FB5C16-B110-4D84-A6BC-567C907A46FD}">
      <dgm:prSet/>
      <dgm:spPr/>
      <dgm:t>
        <a:bodyPr/>
        <a:lstStyle/>
        <a:p>
          <a:endParaRPr lang="en-US" sz="1400"/>
        </a:p>
      </dgm:t>
    </dgm:pt>
    <dgm:pt modelId="{AB7C53CB-BFAD-4D78-982A-90B018D371F9}">
      <dgm:prSet custT="1"/>
      <dgm:spPr/>
      <dgm:t>
        <a:bodyPr/>
        <a:lstStyle/>
        <a:p>
          <a:r>
            <a:rPr lang="en-GB" sz="1400"/>
            <a:t>Which </a:t>
          </a:r>
          <a:r>
            <a:rPr lang="en-GB" sz="1400" dirty="0"/>
            <a:t>are relevant to hazard classification</a:t>
          </a:r>
        </a:p>
      </dgm:t>
    </dgm:pt>
    <dgm:pt modelId="{2FF089D2-170E-4FB7-9306-9EE02147C851}" type="parTrans" cxnId="{D93A2B8E-AA84-4178-9EBA-F5B48C03C7F7}">
      <dgm:prSet/>
      <dgm:spPr/>
      <dgm:t>
        <a:bodyPr/>
        <a:lstStyle/>
        <a:p>
          <a:endParaRPr lang="en-US"/>
        </a:p>
      </dgm:t>
    </dgm:pt>
    <dgm:pt modelId="{9430049C-4853-4572-91ED-79FA6A4EDFE2}" type="sibTrans" cxnId="{D93A2B8E-AA84-4178-9EBA-F5B48C03C7F7}">
      <dgm:prSet/>
      <dgm:spPr/>
      <dgm:t>
        <a:bodyPr/>
        <a:lstStyle/>
        <a:p>
          <a:endParaRPr lang="en-US"/>
        </a:p>
      </dgm:t>
    </dgm:pt>
    <dgm:pt modelId="{F80CC59F-1A40-449F-9B34-2DA6517D41D7}">
      <dgm:prSet custT="1"/>
      <dgm:spPr/>
      <dgm:t>
        <a:bodyPr/>
        <a:lstStyle/>
        <a:p>
          <a:r>
            <a:rPr lang="en-GB" sz="1400" dirty="0"/>
            <a:t>which are NOT relevant or</a:t>
          </a:r>
        </a:p>
      </dgm:t>
    </dgm:pt>
    <dgm:pt modelId="{4C68A039-C563-4503-8C5E-AD9D2A774DBE}" type="parTrans" cxnId="{94C32364-DCBA-4C6A-BC5A-0A7FA38CE79C}">
      <dgm:prSet/>
      <dgm:spPr/>
      <dgm:t>
        <a:bodyPr/>
        <a:lstStyle/>
        <a:p>
          <a:endParaRPr lang="en-US"/>
        </a:p>
      </dgm:t>
    </dgm:pt>
    <dgm:pt modelId="{C71AA21B-4FB9-453C-8BE3-CB0AB61B99A3}" type="sibTrans" cxnId="{94C32364-DCBA-4C6A-BC5A-0A7FA38CE79C}">
      <dgm:prSet/>
      <dgm:spPr/>
      <dgm:t>
        <a:bodyPr/>
        <a:lstStyle/>
        <a:p>
          <a:endParaRPr lang="en-US"/>
        </a:p>
      </dgm:t>
    </dgm:pt>
    <dgm:pt modelId="{B38B6754-F080-4B05-B92E-57B5828B4A59}">
      <dgm:prSet custT="1"/>
      <dgm:spPr/>
      <dgm:t>
        <a:bodyPr/>
        <a:lstStyle/>
        <a:p>
          <a:r>
            <a:rPr lang="en-GB" sz="1400" dirty="0"/>
            <a:t>where no information is available, and the reason why</a:t>
          </a:r>
        </a:p>
      </dgm:t>
    </dgm:pt>
    <dgm:pt modelId="{E3A1E744-1F4A-45B6-8320-4E38EC8A28DC}" type="parTrans" cxnId="{8A6B364E-1E70-4A59-A929-C8D86E95027A}">
      <dgm:prSet/>
      <dgm:spPr/>
      <dgm:t>
        <a:bodyPr/>
        <a:lstStyle/>
        <a:p>
          <a:endParaRPr lang="en-US"/>
        </a:p>
      </dgm:t>
    </dgm:pt>
    <dgm:pt modelId="{27731C0C-DE81-486F-9768-4A6E1B23B6AC}" type="sibTrans" cxnId="{8A6B364E-1E70-4A59-A929-C8D86E95027A}">
      <dgm:prSet/>
      <dgm:spPr/>
      <dgm:t>
        <a:bodyPr/>
        <a:lstStyle/>
        <a:p>
          <a:endParaRPr lang="en-US"/>
        </a:p>
      </dgm:t>
    </dgm:pt>
    <dgm:pt modelId="{C0035965-4E9B-40CC-8B55-E7D08810F5AE}" type="pres">
      <dgm:prSet presAssocID="{6AD92A3B-EC8C-4326-B493-DBF4B20EC27E}" presName="vert0" presStyleCnt="0">
        <dgm:presLayoutVars>
          <dgm:dir/>
          <dgm:animOne val="branch"/>
          <dgm:animLvl val="lvl"/>
        </dgm:presLayoutVars>
      </dgm:prSet>
      <dgm:spPr/>
    </dgm:pt>
    <dgm:pt modelId="{6BAFFD3A-E8A0-4C15-9690-8BA6CC75BEC6}" type="pres">
      <dgm:prSet presAssocID="{68E0B680-2F2C-4F85-80BA-A5EB6283C0BE}" presName="thickLine" presStyleLbl="alignNode1" presStyleIdx="0" presStyleCnt="2"/>
      <dgm:spPr/>
    </dgm:pt>
    <dgm:pt modelId="{7E77C06C-657B-4CBB-8FF1-0491F1290092}" type="pres">
      <dgm:prSet presAssocID="{68E0B680-2F2C-4F85-80BA-A5EB6283C0BE}" presName="horz1" presStyleCnt="0"/>
      <dgm:spPr/>
    </dgm:pt>
    <dgm:pt modelId="{AF3F30BD-7745-4880-817C-6ED08807E3A6}" type="pres">
      <dgm:prSet presAssocID="{68E0B680-2F2C-4F85-80BA-A5EB6283C0BE}" presName="tx1" presStyleLbl="revTx" presStyleIdx="0" presStyleCnt="6" custScaleX="237632"/>
      <dgm:spPr/>
    </dgm:pt>
    <dgm:pt modelId="{C7031934-32D2-4D93-B7EB-55C89554EA18}" type="pres">
      <dgm:prSet presAssocID="{68E0B680-2F2C-4F85-80BA-A5EB6283C0BE}" presName="vert1" presStyleCnt="0"/>
      <dgm:spPr/>
    </dgm:pt>
    <dgm:pt modelId="{9DA99D36-0C1B-45CA-902C-9DB93F5618CA}" type="pres">
      <dgm:prSet presAssocID="{CA22A160-DE95-44DA-9453-2EF29929E752}" presName="vertSpace2a" presStyleCnt="0"/>
      <dgm:spPr/>
    </dgm:pt>
    <dgm:pt modelId="{F0F73614-D66D-44AF-94CA-91300A631403}" type="pres">
      <dgm:prSet presAssocID="{CA22A160-DE95-44DA-9453-2EF29929E752}" presName="horz2" presStyleCnt="0"/>
      <dgm:spPr/>
    </dgm:pt>
    <dgm:pt modelId="{EABB9517-0F2E-4A8F-BA97-BED4F253575F}" type="pres">
      <dgm:prSet presAssocID="{CA22A160-DE95-44DA-9453-2EF29929E752}" presName="horzSpace2" presStyleCnt="0"/>
      <dgm:spPr/>
    </dgm:pt>
    <dgm:pt modelId="{E8FBB6D9-C366-4E80-AA4D-036B667A7EE0}" type="pres">
      <dgm:prSet presAssocID="{CA22A160-DE95-44DA-9453-2EF29929E752}" presName="tx2" presStyleLbl="revTx" presStyleIdx="1" presStyleCnt="6"/>
      <dgm:spPr/>
    </dgm:pt>
    <dgm:pt modelId="{11075CA0-CD28-4C0B-BC50-32E5EBDE11AA}" type="pres">
      <dgm:prSet presAssocID="{CA22A160-DE95-44DA-9453-2EF29929E752}" presName="vert2" presStyleCnt="0"/>
      <dgm:spPr/>
    </dgm:pt>
    <dgm:pt modelId="{E8E3B998-578D-4CB8-B4C6-F46D928B36D3}" type="pres">
      <dgm:prSet presAssocID="{CA22A160-DE95-44DA-9453-2EF29929E752}" presName="thinLine2b" presStyleLbl="callout" presStyleIdx="0" presStyleCnt="4"/>
      <dgm:spPr/>
    </dgm:pt>
    <dgm:pt modelId="{B0B4592F-C5BD-4C55-90B9-175CFFC9420F}" type="pres">
      <dgm:prSet presAssocID="{CA22A160-DE95-44DA-9453-2EF29929E752}" presName="vertSpace2b" presStyleCnt="0"/>
      <dgm:spPr/>
    </dgm:pt>
    <dgm:pt modelId="{B3B4890C-B0A2-47DC-B404-D3B888A535E3}" type="pres">
      <dgm:prSet presAssocID="{AB7C53CB-BFAD-4D78-982A-90B018D371F9}" presName="horz2" presStyleCnt="0"/>
      <dgm:spPr/>
    </dgm:pt>
    <dgm:pt modelId="{0AFB7CC5-2703-4243-AEB2-2150A143DCE1}" type="pres">
      <dgm:prSet presAssocID="{AB7C53CB-BFAD-4D78-982A-90B018D371F9}" presName="horzSpace2" presStyleCnt="0"/>
      <dgm:spPr/>
    </dgm:pt>
    <dgm:pt modelId="{D1846F5C-A463-4F2D-B0FC-9DFE066FD6A8}" type="pres">
      <dgm:prSet presAssocID="{AB7C53CB-BFAD-4D78-982A-90B018D371F9}" presName="tx2" presStyleLbl="revTx" presStyleIdx="2" presStyleCnt="6"/>
      <dgm:spPr/>
    </dgm:pt>
    <dgm:pt modelId="{0E93008F-5A85-4804-AF9E-860B64397C0B}" type="pres">
      <dgm:prSet presAssocID="{AB7C53CB-BFAD-4D78-982A-90B018D371F9}" presName="vert2" presStyleCnt="0"/>
      <dgm:spPr/>
    </dgm:pt>
    <dgm:pt modelId="{915A62F3-3A9A-4C09-BA90-DFD3DBBA955E}" type="pres">
      <dgm:prSet presAssocID="{AB7C53CB-BFAD-4D78-982A-90B018D371F9}" presName="thinLine2b" presStyleLbl="callout" presStyleIdx="1" presStyleCnt="4"/>
      <dgm:spPr/>
    </dgm:pt>
    <dgm:pt modelId="{48763E06-2F3B-4F27-B11B-0825DED7CB97}" type="pres">
      <dgm:prSet presAssocID="{AB7C53CB-BFAD-4D78-982A-90B018D371F9}" presName="vertSpace2b" presStyleCnt="0"/>
      <dgm:spPr/>
    </dgm:pt>
    <dgm:pt modelId="{377E7ACD-C3A4-457A-AB24-C172D581BF9D}" type="pres">
      <dgm:prSet presAssocID="{4180FE65-4378-494C-BBBA-028B5EC4C062}" presName="thickLine" presStyleLbl="alignNode1" presStyleIdx="1" presStyleCnt="2"/>
      <dgm:spPr/>
    </dgm:pt>
    <dgm:pt modelId="{19A28BBC-3E42-48FE-B932-D48C5A436F00}" type="pres">
      <dgm:prSet presAssocID="{4180FE65-4378-494C-BBBA-028B5EC4C062}" presName="horz1" presStyleCnt="0"/>
      <dgm:spPr/>
    </dgm:pt>
    <dgm:pt modelId="{FB18D772-A9B9-4B2A-B29A-12B55DCDF1BD}" type="pres">
      <dgm:prSet presAssocID="{4180FE65-4378-494C-BBBA-028B5EC4C062}" presName="tx1" presStyleLbl="revTx" presStyleIdx="3" presStyleCnt="6" custScaleX="275263"/>
      <dgm:spPr/>
    </dgm:pt>
    <dgm:pt modelId="{5CA107D5-BB49-4247-B5C9-86F83687605B}" type="pres">
      <dgm:prSet presAssocID="{4180FE65-4378-494C-BBBA-028B5EC4C062}" presName="vert1" presStyleCnt="0"/>
      <dgm:spPr/>
    </dgm:pt>
    <dgm:pt modelId="{A7752C45-A6A0-4071-9362-0615C8A8B266}" type="pres">
      <dgm:prSet presAssocID="{F80CC59F-1A40-449F-9B34-2DA6517D41D7}" presName="vertSpace2a" presStyleCnt="0"/>
      <dgm:spPr/>
    </dgm:pt>
    <dgm:pt modelId="{FCD69EBF-1CD4-4690-B845-63CCEF87662C}" type="pres">
      <dgm:prSet presAssocID="{F80CC59F-1A40-449F-9B34-2DA6517D41D7}" presName="horz2" presStyleCnt="0"/>
      <dgm:spPr/>
    </dgm:pt>
    <dgm:pt modelId="{CD32D764-061D-46B3-931B-5FFA623122D0}" type="pres">
      <dgm:prSet presAssocID="{F80CC59F-1A40-449F-9B34-2DA6517D41D7}" presName="horzSpace2" presStyleCnt="0"/>
      <dgm:spPr/>
    </dgm:pt>
    <dgm:pt modelId="{E6BECBD0-6E02-46DF-98C7-751B2DF73E97}" type="pres">
      <dgm:prSet presAssocID="{F80CC59F-1A40-449F-9B34-2DA6517D41D7}" presName="tx2" presStyleLbl="revTx" presStyleIdx="4" presStyleCnt="6"/>
      <dgm:spPr/>
    </dgm:pt>
    <dgm:pt modelId="{280AA7EC-6916-4F3F-B23F-A1F40430065F}" type="pres">
      <dgm:prSet presAssocID="{F80CC59F-1A40-449F-9B34-2DA6517D41D7}" presName="vert2" presStyleCnt="0"/>
      <dgm:spPr/>
    </dgm:pt>
    <dgm:pt modelId="{6787326B-F134-4C5E-A20A-5FA7837AA2E7}" type="pres">
      <dgm:prSet presAssocID="{F80CC59F-1A40-449F-9B34-2DA6517D41D7}" presName="thinLine2b" presStyleLbl="callout" presStyleIdx="2" presStyleCnt="4"/>
      <dgm:spPr/>
    </dgm:pt>
    <dgm:pt modelId="{8C679BAB-632E-4943-88F3-AB573BB5A963}" type="pres">
      <dgm:prSet presAssocID="{F80CC59F-1A40-449F-9B34-2DA6517D41D7}" presName="vertSpace2b" presStyleCnt="0"/>
      <dgm:spPr/>
    </dgm:pt>
    <dgm:pt modelId="{A03A72D1-3D45-4511-8796-709659E637F1}" type="pres">
      <dgm:prSet presAssocID="{B38B6754-F080-4B05-B92E-57B5828B4A59}" presName="horz2" presStyleCnt="0"/>
      <dgm:spPr/>
    </dgm:pt>
    <dgm:pt modelId="{8E86B48B-9192-4DD9-ADE2-D98EF7749E78}" type="pres">
      <dgm:prSet presAssocID="{B38B6754-F080-4B05-B92E-57B5828B4A59}" presName="horzSpace2" presStyleCnt="0"/>
      <dgm:spPr/>
    </dgm:pt>
    <dgm:pt modelId="{5DE43347-FF69-4763-ADCF-98C41EBE0590}" type="pres">
      <dgm:prSet presAssocID="{B38B6754-F080-4B05-B92E-57B5828B4A59}" presName="tx2" presStyleLbl="revTx" presStyleIdx="5" presStyleCnt="6"/>
      <dgm:spPr/>
    </dgm:pt>
    <dgm:pt modelId="{7D2C7839-E7C6-4E30-AA82-C5877BF104DB}" type="pres">
      <dgm:prSet presAssocID="{B38B6754-F080-4B05-B92E-57B5828B4A59}" presName="vert2" presStyleCnt="0"/>
      <dgm:spPr/>
    </dgm:pt>
    <dgm:pt modelId="{47AB353A-C785-4241-95AD-34103AEC2A25}" type="pres">
      <dgm:prSet presAssocID="{B38B6754-F080-4B05-B92E-57B5828B4A59}" presName="thinLine2b" presStyleLbl="callout" presStyleIdx="3" presStyleCnt="4"/>
      <dgm:spPr/>
    </dgm:pt>
    <dgm:pt modelId="{8720747D-1692-45DD-9BE8-D3B6829B05E2}" type="pres">
      <dgm:prSet presAssocID="{B38B6754-F080-4B05-B92E-57B5828B4A59}" presName="vertSpace2b" presStyleCnt="0"/>
      <dgm:spPr/>
    </dgm:pt>
  </dgm:ptLst>
  <dgm:cxnLst>
    <dgm:cxn modelId="{B878A712-055C-46BE-83A9-3F7E0C02352E}" srcId="{6AD92A3B-EC8C-4326-B493-DBF4B20EC27E}" destId="{68E0B680-2F2C-4F85-80BA-A5EB6283C0BE}" srcOrd="0" destOrd="0" parTransId="{6CD504C9-F7B8-4633-8C90-DAA634000665}" sibTransId="{96A1719A-43E7-4AB0-9E5A-915D4CEC5A82}"/>
    <dgm:cxn modelId="{67FB5C16-B110-4D84-A6BC-567C907A46FD}" srcId="{6AD92A3B-EC8C-4326-B493-DBF4B20EC27E}" destId="{4180FE65-4378-494C-BBBA-028B5EC4C062}" srcOrd="1" destOrd="0" parTransId="{FBDF12EC-1F32-41A5-8D34-DAC55FC0C480}" sibTransId="{BF8417F1-DC3C-4A6D-9BAD-EEE5E6F11D9B}"/>
    <dgm:cxn modelId="{DC2B9233-D78A-4A4E-A484-8F77B4EE4F93}" type="presOf" srcId="{6AD92A3B-EC8C-4326-B493-DBF4B20EC27E}" destId="{C0035965-4E9B-40CC-8B55-E7D08810F5AE}" srcOrd="0" destOrd="0" presId="urn:microsoft.com/office/officeart/2008/layout/LinedList"/>
    <dgm:cxn modelId="{94C32364-DCBA-4C6A-BC5A-0A7FA38CE79C}" srcId="{4180FE65-4378-494C-BBBA-028B5EC4C062}" destId="{F80CC59F-1A40-449F-9B34-2DA6517D41D7}" srcOrd="0" destOrd="0" parTransId="{4C68A039-C563-4503-8C5E-AD9D2A774DBE}" sibTransId="{C71AA21B-4FB9-453C-8BE3-CB0AB61B99A3}"/>
    <dgm:cxn modelId="{8A6B364E-1E70-4A59-A929-C8D86E95027A}" srcId="{4180FE65-4378-494C-BBBA-028B5EC4C062}" destId="{B38B6754-F080-4B05-B92E-57B5828B4A59}" srcOrd="1" destOrd="0" parTransId="{E3A1E744-1F4A-45B6-8320-4E38EC8A28DC}" sibTransId="{27731C0C-DE81-486F-9768-4A6E1B23B6AC}"/>
    <dgm:cxn modelId="{D93A2B8E-AA84-4178-9EBA-F5B48C03C7F7}" srcId="{68E0B680-2F2C-4F85-80BA-A5EB6283C0BE}" destId="{AB7C53CB-BFAD-4D78-982A-90B018D371F9}" srcOrd="1" destOrd="0" parTransId="{2FF089D2-170E-4FB7-9306-9EE02147C851}" sibTransId="{9430049C-4853-4572-91ED-79FA6A4EDFE2}"/>
    <dgm:cxn modelId="{B7E5CC93-69F9-46E4-A97B-194C2937C4EC}" type="presOf" srcId="{CA22A160-DE95-44DA-9453-2EF29929E752}" destId="{E8FBB6D9-C366-4E80-AA4D-036B667A7EE0}" srcOrd="0" destOrd="0" presId="urn:microsoft.com/office/officeart/2008/layout/LinedList"/>
    <dgm:cxn modelId="{E27D499E-3A1F-4E95-9C10-479A814BE629}" type="presOf" srcId="{F80CC59F-1A40-449F-9B34-2DA6517D41D7}" destId="{E6BECBD0-6E02-46DF-98C7-751B2DF73E97}" srcOrd="0" destOrd="0" presId="urn:microsoft.com/office/officeart/2008/layout/LinedList"/>
    <dgm:cxn modelId="{6D497FA0-9081-4376-9412-92BCD7845229}" srcId="{68E0B680-2F2C-4F85-80BA-A5EB6283C0BE}" destId="{CA22A160-DE95-44DA-9453-2EF29929E752}" srcOrd="0" destOrd="0" parTransId="{25B7B001-B9F0-41BA-9A70-C98330588944}" sibTransId="{6975B9E3-8468-4A0F-94C9-78A5602062AC}"/>
    <dgm:cxn modelId="{9C5117AE-20FE-4BD0-84E6-A77832A700C5}" type="presOf" srcId="{B38B6754-F080-4B05-B92E-57B5828B4A59}" destId="{5DE43347-FF69-4763-ADCF-98C41EBE0590}" srcOrd="0" destOrd="0" presId="urn:microsoft.com/office/officeart/2008/layout/LinedList"/>
    <dgm:cxn modelId="{C62F84C3-7D34-44C4-B17D-2D29CAAC7129}" type="presOf" srcId="{68E0B680-2F2C-4F85-80BA-A5EB6283C0BE}" destId="{AF3F30BD-7745-4880-817C-6ED08807E3A6}" srcOrd="0" destOrd="0" presId="urn:microsoft.com/office/officeart/2008/layout/LinedList"/>
    <dgm:cxn modelId="{D28C6DCD-4C89-4928-88D6-3A4BAE672C18}" type="presOf" srcId="{4180FE65-4378-494C-BBBA-028B5EC4C062}" destId="{FB18D772-A9B9-4B2A-B29A-12B55DCDF1BD}" srcOrd="0" destOrd="0" presId="urn:microsoft.com/office/officeart/2008/layout/LinedList"/>
    <dgm:cxn modelId="{012B25FD-A81F-4AF8-A7CE-BD8F02A51B97}" type="presOf" srcId="{AB7C53CB-BFAD-4D78-982A-90B018D371F9}" destId="{D1846F5C-A463-4F2D-B0FC-9DFE066FD6A8}" srcOrd="0" destOrd="0" presId="urn:microsoft.com/office/officeart/2008/layout/LinedList"/>
    <dgm:cxn modelId="{BAF367FD-83F7-4AE5-BB55-575A9D0CBBBC}" type="presParOf" srcId="{C0035965-4E9B-40CC-8B55-E7D08810F5AE}" destId="{6BAFFD3A-E8A0-4C15-9690-8BA6CC75BEC6}" srcOrd="0" destOrd="0" presId="urn:microsoft.com/office/officeart/2008/layout/LinedList"/>
    <dgm:cxn modelId="{8D3B987F-BC8E-4329-AEF4-9C07BBA26791}" type="presParOf" srcId="{C0035965-4E9B-40CC-8B55-E7D08810F5AE}" destId="{7E77C06C-657B-4CBB-8FF1-0491F1290092}" srcOrd="1" destOrd="0" presId="urn:microsoft.com/office/officeart/2008/layout/LinedList"/>
    <dgm:cxn modelId="{85DD1FAE-0638-476C-8BA9-CAD9209A683F}" type="presParOf" srcId="{7E77C06C-657B-4CBB-8FF1-0491F1290092}" destId="{AF3F30BD-7745-4880-817C-6ED08807E3A6}" srcOrd="0" destOrd="0" presId="urn:microsoft.com/office/officeart/2008/layout/LinedList"/>
    <dgm:cxn modelId="{B6A06DC2-6634-41C0-AB31-3E0BB66F5B31}" type="presParOf" srcId="{7E77C06C-657B-4CBB-8FF1-0491F1290092}" destId="{C7031934-32D2-4D93-B7EB-55C89554EA18}" srcOrd="1" destOrd="0" presId="urn:microsoft.com/office/officeart/2008/layout/LinedList"/>
    <dgm:cxn modelId="{079C3E0B-FA4D-42F5-AAC7-D45CF0BB81AA}" type="presParOf" srcId="{C7031934-32D2-4D93-B7EB-55C89554EA18}" destId="{9DA99D36-0C1B-45CA-902C-9DB93F5618CA}" srcOrd="0" destOrd="0" presId="urn:microsoft.com/office/officeart/2008/layout/LinedList"/>
    <dgm:cxn modelId="{47E8F042-9AC0-4AED-A00F-9EE146697DB4}" type="presParOf" srcId="{C7031934-32D2-4D93-B7EB-55C89554EA18}" destId="{F0F73614-D66D-44AF-94CA-91300A631403}" srcOrd="1" destOrd="0" presId="urn:microsoft.com/office/officeart/2008/layout/LinedList"/>
    <dgm:cxn modelId="{AC8A412F-8283-4ED6-A6DA-349061379098}" type="presParOf" srcId="{F0F73614-D66D-44AF-94CA-91300A631403}" destId="{EABB9517-0F2E-4A8F-BA97-BED4F253575F}" srcOrd="0" destOrd="0" presId="urn:microsoft.com/office/officeart/2008/layout/LinedList"/>
    <dgm:cxn modelId="{7D2C1CC9-CE24-40E6-AEE1-01B979F65D40}" type="presParOf" srcId="{F0F73614-D66D-44AF-94CA-91300A631403}" destId="{E8FBB6D9-C366-4E80-AA4D-036B667A7EE0}" srcOrd="1" destOrd="0" presId="urn:microsoft.com/office/officeart/2008/layout/LinedList"/>
    <dgm:cxn modelId="{0206D22F-27F8-456A-95FB-7905809A76B9}" type="presParOf" srcId="{F0F73614-D66D-44AF-94CA-91300A631403}" destId="{11075CA0-CD28-4C0B-BC50-32E5EBDE11AA}" srcOrd="2" destOrd="0" presId="urn:microsoft.com/office/officeart/2008/layout/LinedList"/>
    <dgm:cxn modelId="{6A05AFFE-8B6F-41F4-8033-45C8F732C16D}" type="presParOf" srcId="{C7031934-32D2-4D93-B7EB-55C89554EA18}" destId="{E8E3B998-578D-4CB8-B4C6-F46D928B36D3}" srcOrd="2" destOrd="0" presId="urn:microsoft.com/office/officeart/2008/layout/LinedList"/>
    <dgm:cxn modelId="{C18FCC3A-F70C-470B-8050-15E93B7001C7}" type="presParOf" srcId="{C7031934-32D2-4D93-B7EB-55C89554EA18}" destId="{B0B4592F-C5BD-4C55-90B9-175CFFC9420F}" srcOrd="3" destOrd="0" presId="urn:microsoft.com/office/officeart/2008/layout/LinedList"/>
    <dgm:cxn modelId="{12C2CAB8-D881-4D87-97F7-3B21049B7004}" type="presParOf" srcId="{C7031934-32D2-4D93-B7EB-55C89554EA18}" destId="{B3B4890C-B0A2-47DC-B404-D3B888A535E3}" srcOrd="4" destOrd="0" presId="urn:microsoft.com/office/officeart/2008/layout/LinedList"/>
    <dgm:cxn modelId="{53A9C403-53A7-4113-A57F-9906F56ADE0D}" type="presParOf" srcId="{B3B4890C-B0A2-47DC-B404-D3B888A535E3}" destId="{0AFB7CC5-2703-4243-AEB2-2150A143DCE1}" srcOrd="0" destOrd="0" presId="urn:microsoft.com/office/officeart/2008/layout/LinedList"/>
    <dgm:cxn modelId="{3C3D27DA-D97D-4F26-89B3-81BD7CAAE7D0}" type="presParOf" srcId="{B3B4890C-B0A2-47DC-B404-D3B888A535E3}" destId="{D1846F5C-A463-4F2D-B0FC-9DFE066FD6A8}" srcOrd="1" destOrd="0" presId="urn:microsoft.com/office/officeart/2008/layout/LinedList"/>
    <dgm:cxn modelId="{21F94C63-C50E-4245-9857-D6B978DA450B}" type="presParOf" srcId="{B3B4890C-B0A2-47DC-B404-D3B888A535E3}" destId="{0E93008F-5A85-4804-AF9E-860B64397C0B}" srcOrd="2" destOrd="0" presId="urn:microsoft.com/office/officeart/2008/layout/LinedList"/>
    <dgm:cxn modelId="{A1CB20D3-0897-42A0-859E-BE89A154591E}" type="presParOf" srcId="{C7031934-32D2-4D93-B7EB-55C89554EA18}" destId="{915A62F3-3A9A-4C09-BA90-DFD3DBBA955E}" srcOrd="5" destOrd="0" presId="urn:microsoft.com/office/officeart/2008/layout/LinedList"/>
    <dgm:cxn modelId="{21417882-753B-4EAA-AC85-1BA7D9EAE18F}" type="presParOf" srcId="{C7031934-32D2-4D93-B7EB-55C89554EA18}" destId="{48763E06-2F3B-4F27-B11B-0825DED7CB97}" srcOrd="6" destOrd="0" presId="urn:microsoft.com/office/officeart/2008/layout/LinedList"/>
    <dgm:cxn modelId="{A828F140-FE71-412A-944A-7A5D01F44E07}" type="presParOf" srcId="{C0035965-4E9B-40CC-8B55-E7D08810F5AE}" destId="{377E7ACD-C3A4-457A-AB24-C172D581BF9D}" srcOrd="2" destOrd="0" presId="urn:microsoft.com/office/officeart/2008/layout/LinedList"/>
    <dgm:cxn modelId="{134AB3A7-23DA-4E55-BD61-FA2DD0EDEB5E}" type="presParOf" srcId="{C0035965-4E9B-40CC-8B55-E7D08810F5AE}" destId="{19A28BBC-3E42-48FE-B932-D48C5A436F00}" srcOrd="3" destOrd="0" presId="urn:microsoft.com/office/officeart/2008/layout/LinedList"/>
    <dgm:cxn modelId="{C90CE506-8536-4986-949E-5999E47E306F}" type="presParOf" srcId="{19A28BBC-3E42-48FE-B932-D48C5A436F00}" destId="{FB18D772-A9B9-4B2A-B29A-12B55DCDF1BD}" srcOrd="0" destOrd="0" presId="urn:microsoft.com/office/officeart/2008/layout/LinedList"/>
    <dgm:cxn modelId="{0A5297C9-68E2-42A1-9CBC-2B82665CB617}" type="presParOf" srcId="{19A28BBC-3E42-48FE-B932-D48C5A436F00}" destId="{5CA107D5-BB49-4247-B5C9-86F83687605B}" srcOrd="1" destOrd="0" presId="urn:microsoft.com/office/officeart/2008/layout/LinedList"/>
    <dgm:cxn modelId="{987DA88B-0951-4329-A8D0-AD250A64F87A}" type="presParOf" srcId="{5CA107D5-BB49-4247-B5C9-86F83687605B}" destId="{A7752C45-A6A0-4071-9362-0615C8A8B266}" srcOrd="0" destOrd="0" presId="urn:microsoft.com/office/officeart/2008/layout/LinedList"/>
    <dgm:cxn modelId="{59A83D05-4B05-4079-867C-AA5735F8A292}" type="presParOf" srcId="{5CA107D5-BB49-4247-B5C9-86F83687605B}" destId="{FCD69EBF-1CD4-4690-B845-63CCEF87662C}" srcOrd="1" destOrd="0" presId="urn:microsoft.com/office/officeart/2008/layout/LinedList"/>
    <dgm:cxn modelId="{D33ADB64-5027-4515-B6C8-00A9A92D1C64}" type="presParOf" srcId="{FCD69EBF-1CD4-4690-B845-63CCEF87662C}" destId="{CD32D764-061D-46B3-931B-5FFA623122D0}" srcOrd="0" destOrd="0" presId="urn:microsoft.com/office/officeart/2008/layout/LinedList"/>
    <dgm:cxn modelId="{2A730323-7C7B-4F64-9019-6271853AABE0}" type="presParOf" srcId="{FCD69EBF-1CD4-4690-B845-63CCEF87662C}" destId="{E6BECBD0-6E02-46DF-98C7-751B2DF73E97}" srcOrd="1" destOrd="0" presId="urn:microsoft.com/office/officeart/2008/layout/LinedList"/>
    <dgm:cxn modelId="{F212D769-C47B-486C-B319-3C5C9AD63458}" type="presParOf" srcId="{FCD69EBF-1CD4-4690-B845-63CCEF87662C}" destId="{280AA7EC-6916-4F3F-B23F-A1F40430065F}" srcOrd="2" destOrd="0" presId="urn:microsoft.com/office/officeart/2008/layout/LinedList"/>
    <dgm:cxn modelId="{CB4AA969-E897-47EF-963E-F237465DDEDD}" type="presParOf" srcId="{5CA107D5-BB49-4247-B5C9-86F83687605B}" destId="{6787326B-F134-4C5E-A20A-5FA7837AA2E7}" srcOrd="2" destOrd="0" presId="urn:microsoft.com/office/officeart/2008/layout/LinedList"/>
    <dgm:cxn modelId="{76B8EB00-8F6E-4AF7-93B9-AE6AACEBC246}" type="presParOf" srcId="{5CA107D5-BB49-4247-B5C9-86F83687605B}" destId="{8C679BAB-632E-4943-88F3-AB573BB5A963}" srcOrd="3" destOrd="0" presId="urn:microsoft.com/office/officeart/2008/layout/LinedList"/>
    <dgm:cxn modelId="{BAA51EA8-54B8-45BE-A447-867875247AA2}" type="presParOf" srcId="{5CA107D5-BB49-4247-B5C9-86F83687605B}" destId="{A03A72D1-3D45-4511-8796-709659E637F1}" srcOrd="4" destOrd="0" presId="urn:microsoft.com/office/officeart/2008/layout/LinedList"/>
    <dgm:cxn modelId="{A1D94FF0-17EA-420A-A32C-093E3F321532}" type="presParOf" srcId="{A03A72D1-3D45-4511-8796-709659E637F1}" destId="{8E86B48B-9192-4DD9-ADE2-D98EF7749E78}" srcOrd="0" destOrd="0" presId="urn:microsoft.com/office/officeart/2008/layout/LinedList"/>
    <dgm:cxn modelId="{63F05C23-2356-43E4-BEF0-51DF2922A01A}" type="presParOf" srcId="{A03A72D1-3D45-4511-8796-709659E637F1}" destId="{5DE43347-FF69-4763-ADCF-98C41EBE0590}" srcOrd="1" destOrd="0" presId="urn:microsoft.com/office/officeart/2008/layout/LinedList"/>
    <dgm:cxn modelId="{702A5F16-1533-4514-BDF6-2781E70A6515}" type="presParOf" srcId="{A03A72D1-3D45-4511-8796-709659E637F1}" destId="{7D2C7839-E7C6-4E30-AA82-C5877BF104DB}" srcOrd="2" destOrd="0" presId="urn:microsoft.com/office/officeart/2008/layout/LinedList"/>
    <dgm:cxn modelId="{3E766672-B4ED-47EB-B3FE-9894692D6F17}" type="presParOf" srcId="{5CA107D5-BB49-4247-B5C9-86F83687605B}" destId="{47AB353A-C785-4241-95AD-34103AEC2A25}" srcOrd="5" destOrd="0" presId="urn:microsoft.com/office/officeart/2008/layout/LinedList"/>
    <dgm:cxn modelId="{4DBD64A5-E9D3-4907-9520-4665557AE4AA}" type="presParOf" srcId="{5CA107D5-BB49-4247-B5C9-86F83687605B}" destId="{8720747D-1692-45DD-9BE8-D3B6829B05E2}"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5A5851D-9ED8-401C-8ADE-09197CCDDBB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E4CEED3-DD21-4164-B948-7EF852CD67CB}">
      <dgm:prSet custT="1"/>
      <dgm:spPr/>
      <dgm:t>
        <a:bodyPr/>
        <a:lstStyle/>
        <a:p>
          <a:r>
            <a:rPr lang="en-GB" sz="1400" dirty="0"/>
            <a:t>Gives information on:</a:t>
          </a:r>
        </a:p>
      </dgm:t>
    </dgm:pt>
    <dgm:pt modelId="{B84C906A-F363-44B2-840E-8E972D365B74}" type="parTrans" cxnId="{58529396-1820-4367-BC98-32DA467E8954}">
      <dgm:prSet/>
      <dgm:spPr/>
      <dgm:t>
        <a:bodyPr/>
        <a:lstStyle/>
        <a:p>
          <a:endParaRPr lang="en-US" sz="1400"/>
        </a:p>
      </dgm:t>
    </dgm:pt>
    <dgm:pt modelId="{8F4D808E-3B51-421A-8D10-9D5458668DF3}" type="sibTrans" cxnId="{58529396-1820-4367-BC98-32DA467E8954}">
      <dgm:prSet/>
      <dgm:spPr/>
      <dgm:t>
        <a:bodyPr/>
        <a:lstStyle/>
        <a:p>
          <a:endParaRPr lang="en-US" sz="1400"/>
        </a:p>
      </dgm:t>
    </dgm:pt>
    <dgm:pt modelId="{82FC7AFC-EACE-43B8-B5D2-4FF435EAC2EC}">
      <dgm:prSet custT="1"/>
      <dgm:spPr/>
      <dgm:t>
        <a:bodyPr/>
        <a:lstStyle/>
        <a:p>
          <a:r>
            <a:rPr lang="en-GB" sz="1400" dirty="0"/>
            <a:t>Stability of the substance or mixture</a:t>
          </a:r>
        </a:p>
      </dgm:t>
    </dgm:pt>
    <dgm:pt modelId="{E82077CC-A7A8-4F87-A590-090AB5F62001}" type="parTrans" cxnId="{48B8D4E2-67BF-4DCD-9989-C866EC6534E5}">
      <dgm:prSet/>
      <dgm:spPr/>
      <dgm:t>
        <a:bodyPr/>
        <a:lstStyle/>
        <a:p>
          <a:endParaRPr lang="en-US" sz="1400"/>
        </a:p>
      </dgm:t>
    </dgm:pt>
    <dgm:pt modelId="{10CEFBF8-8E9C-4CAE-9BA9-FE9A996ADC89}" type="sibTrans" cxnId="{48B8D4E2-67BF-4DCD-9989-C866EC6534E5}">
      <dgm:prSet/>
      <dgm:spPr/>
      <dgm:t>
        <a:bodyPr/>
        <a:lstStyle/>
        <a:p>
          <a:endParaRPr lang="en-US" sz="1400"/>
        </a:p>
      </dgm:t>
    </dgm:pt>
    <dgm:pt modelId="{0841FCA6-EB80-492D-8DD1-A79B645CEE09}">
      <dgm:prSet custT="1"/>
      <dgm:spPr/>
      <dgm:t>
        <a:bodyPr/>
        <a:lstStyle/>
        <a:p>
          <a:r>
            <a:rPr lang="en-GB" sz="1400" dirty="0"/>
            <a:t>Hazardous reactions under certain conditions of use or if released into the environment</a:t>
          </a:r>
        </a:p>
      </dgm:t>
    </dgm:pt>
    <dgm:pt modelId="{D5776A6A-0242-4C99-A15A-57B3AE077F13}" type="parTrans" cxnId="{69D4D6AD-676C-4ED0-9EA1-6FC857D9DAE1}">
      <dgm:prSet/>
      <dgm:spPr/>
      <dgm:t>
        <a:bodyPr/>
        <a:lstStyle/>
        <a:p>
          <a:endParaRPr lang="en-US" sz="1400"/>
        </a:p>
      </dgm:t>
    </dgm:pt>
    <dgm:pt modelId="{ECC52271-6C31-4B22-9846-34DC392245D2}" type="sibTrans" cxnId="{69D4D6AD-676C-4ED0-9EA1-6FC857D9DAE1}">
      <dgm:prSet/>
      <dgm:spPr/>
      <dgm:t>
        <a:bodyPr/>
        <a:lstStyle/>
        <a:p>
          <a:endParaRPr lang="en-US" sz="1400"/>
        </a:p>
      </dgm:t>
    </dgm:pt>
    <dgm:pt modelId="{72C9AD2A-B4AA-46AF-B4D2-0D4C0D9A9AB7}">
      <dgm:prSet custT="1"/>
      <dgm:spPr/>
      <dgm:t>
        <a:bodyPr/>
        <a:lstStyle/>
        <a:p>
          <a:r>
            <a:rPr lang="en-GB" sz="1400" dirty="0"/>
            <a:t>Incompatible materials </a:t>
          </a:r>
        </a:p>
        <a:p>
          <a:r>
            <a:rPr lang="en-GB" sz="1400" dirty="0"/>
            <a:t>Hazardous decomposition products</a:t>
          </a:r>
        </a:p>
      </dgm:t>
    </dgm:pt>
    <dgm:pt modelId="{4EF9FED4-F563-4E41-BE9D-F945FFECE9BC}" type="parTrans" cxnId="{F2823900-304C-41D1-8228-48702E31A5DB}">
      <dgm:prSet/>
      <dgm:spPr/>
      <dgm:t>
        <a:bodyPr/>
        <a:lstStyle/>
        <a:p>
          <a:endParaRPr lang="en-US" sz="1400"/>
        </a:p>
      </dgm:t>
    </dgm:pt>
    <dgm:pt modelId="{B9408C2D-D4E4-4A6C-8005-A572CD5F2C0E}" type="sibTrans" cxnId="{F2823900-304C-41D1-8228-48702E31A5DB}">
      <dgm:prSet/>
      <dgm:spPr/>
      <dgm:t>
        <a:bodyPr/>
        <a:lstStyle/>
        <a:p>
          <a:endParaRPr lang="en-US" sz="1400"/>
        </a:p>
      </dgm:t>
    </dgm:pt>
    <dgm:pt modelId="{374E061A-35FF-4CCC-A5C4-81950114FC8B}">
      <dgm:prSet custT="1"/>
      <dgm:spPr/>
      <dgm:t>
        <a:bodyPr/>
        <a:lstStyle/>
        <a:p>
          <a:r>
            <a:rPr lang="en-GB" sz="1400" dirty="0"/>
            <a:t>Hazards associated with stability &amp; reactivity are related to physical &amp; chemical properties in Section 9</a:t>
          </a:r>
        </a:p>
      </dgm:t>
    </dgm:pt>
    <dgm:pt modelId="{E6AE03C4-8FDB-4D37-B414-AAA0D1BBCFC0}" type="parTrans" cxnId="{6E73BFA0-CCDD-4A7D-844D-04FE1FA450CE}">
      <dgm:prSet/>
      <dgm:spPr/>
      <dgm:t>
        <a:bodyPr/>
        <a:lstStyle/>
        <a:p>
          <a:endParaRPr lang="en-US" sz="1400"/>
        </a:p>
      </dgm:t>
    </dgm:pt>
    <dgm:pt modelId="{828BE6FC-FB0E-4AD6-A6FA-FF05ED03ECA3}" type="sibTrans" cxnId="{6E73BFA0-CCDD-4A7D-844D-04FE1FA450CE}">
      <dgm:prSet/>
      <dgm:spPr/>
      <dgm:t>
        <a:bodyPr/>
        <a:lstStyle/>
        <a:p>
          <a:endParaRPr lang="en-US" sz="1400"/>
        </a:p>
      </dgm:t>
    </dgm:pt>
    <dgm:pt modelId="{59D5CF47-DB62-4985-AAE8-16A0CB60F37E}">
      <dgm:prSet custT="1"/>
      <dgm:spPr/>
      <dgm:t>
        <a:bodyPr/>
        <a:lstStyle/>
        <a:p>
          <a:r>
            <a:rPr lang="en-GB" sz="1400" dirty="0"/>
            <a:t>Section 9 indicates measurable properties </a:t>
          </a:r>
        </a:p>
        <a:p>
          <a:r>
            <a:rPr lang="en-GB" sz="1400" dirty="0"/>
            <a:t>Section 10 qualitative descriptions of possible consequences</a:t>
          </a:r>
        </a:p>
      </dgm:t>
    </dgm:pt>
    <dgm:pt modelId="{F9B1874A-B6CB-433E-A6A6-1A4F2972053D}" type="parTrans" cxnId="{83ABAB7E-88A6-414B-8678-505DA6DD34F2}">
      <dgm:prSet/>
      <dgm:spPr/>
      <dgm:t>
        <a:bodyPr/>
        <a:lstStyle/>
        <a:p>
          <a:endParaRPr lang="en-US" sz="1400"/>
        </a:p>
      </dgm:t>
    </dgm:pt>
    <dgm:pt modelId="{EB6D2115-E8EA-4854-AEF1-9D8DCF9BB151}" type="sibTrans" cxnId="{83ABAB7E-88A6-414B-8678-505DA6DD34F2}">
      <dgm:prSet/>
      <dgm:spPr/>
      <dgm:t>
        <a:bodyPr/>
        <a:lstStyle/>
        <a:p>
          <a:endParaRPr lang="en-US" sz="1400"/>
        </a:p>
      </dgm:t>
    </dgm:pt>
    <dgm:pt modelId="{51EB7A2B-DFD5-4C87-889B-0DF889DD9368}" type="pres">
      <dgm:prSet presAssocID="{85A5851D-9ED8-401C-8ADE-09197CCDDBB6}" presName="vert0" presStyleCnt="0">
        <dgm:presLayoutVars>
          <dgm:dir/>
          <dgm:animOne val="branch"/>
          <dgm:animLvl val="lvl"/>
        </dgm:presLayoutVars>
      </dgm:prSet>
      <dgm:spPr/>
    </dgm:pt>
    <dgm:pt modelId="{15266A3A-FEAC-47E9-B3F0-F791F98FE0E5}" type="pres">
      <dgm:prSet presAssocID="{2E4CEED3-DD21-4164-B948-7EF852CD67CB}" presName="thickLine" presStyleLbl="alignNode1" presStyleIdx="0" presStyleCnt="2"/>
      <dgm:spPr/>
    </dgm:pt>
    <dgm:pt modelId="{A5D1C845-E08F-4643-90C4-638D402D050E}" type="pres">
      <dgm:prSet presAssocID="{2E4CEED3-DD21-4164-B948-7EF852CD67CB}" presName="horz1" presStyleCnt="0"/>
      <dgm:spPr/>
    </dgm:pt>
    <dgm:pt modelId="{43215E2F-6E1A-4069-8C58-8FD5691DD1B9}" type="pres">
      <dgm:prSet presAssocID="{2E4CEED3-DD21-4164-B948-7EF852CD67CB}" presName="tx1" presStyleLbl="revTx" presStyleIdx="0" presStyleCnt="6"/>
      <dgm:spPr/>
    </dgm:pt>
    <dgm:pt modelId="{01A37F57-02CC-4D1B-8BAE-673796736D1A}" type="pres">
      <dgm:prSet presAssocID="{2E4CEED3-DD21-4164-B948-7EF852CD67CB}" presName="vert1" presStyleCnt="0"/>
      <dgm:spPr/>
    </dgm:pt>
    <dgm:pt modelId="{E7111B97-6615-4F5C-8EAB-BEF808BCBA11}" type="pres">
      <dgm:prSet presAssocID="{82FC7AFC-EACE-43B8-B5D2-4FF435EAC2EC}" presName="vertSpace2a" presStyleCnt="0"/>
      <dgm:spPr/>
    </dgm:pt>
    <dgm:pt modelId="{89089556-61F0-4D33-A103-8B3B973DDBDA}" type="pres">
      <dgm:prSet presAssocID="{82FC7AFC-EACE-43B8-B5D2-4FF435EAC2EC}" presName="horz2" presStyleCnt="0"/>
      <dgm:spPr/>
    </dgm:pt>
    <dgm:pt modelId="{83C19B00-17A8-47F8-AD0C-D24B2457C947}" type="pres">
      <dgm:prSet presAssocID="{82FC7AFC-EACE-43B8-B5D2-4FF435EAC2EC}" presName="horzSpace2" presStyleCnt="0"/>
      <dgm:spPr/>
    </dgm:pt>
    <dgm:pt modelId="{2D10E301-DD55-4C89-88E1-1BC9C5700379}" type="pres">
      <dgm:prSet presAssocID="{82FC7AFC-EACE-43B8-B5D2-4FF435EAC2EC}" presName="tx2" presStyleLbl="revTx" presStyleIdx="1" presStyleCnt="6"/>
      <dgm:spPr/>
    </dgm:pt>
    <dgm:pt modelId="{B1EA54E4-5405-4CA0-9E29-C023076EF299}" type="pres">
      <dgm:prSet presAssocID="{82FC7AFC-EACE-43B8-B5D2-4FF435EAC2EC}" presName="vert2" presStyleCnt="0"/>
      <dgm:spPr/>
    </dgm:pt>
    <dgm:pt modelId="{01EC6B8D-4595-494F-AF59-BF5DB5E53763}" type="pres">
      <dgm:prSet presAssocID="{82FC7AFC-EACE-43B8-B5D2-4FF435EAC2EC}" presName="thinLine2b" presStyleLbl="callout" presStyleIdx="0" presStyleCnt="4"/>
      <dgm:spPr/>
    </dgm:pt>
    <dgm:pt modelId="{C4BC136D-5394-4C58-BBE5-9297D21D9A04}" type="pres">
      <dgm:prSet presAssocID="{82FC7AFC-EACE-43B8-B5D2-4FF435EAC2EC}" presName="vertSpace2b" presStyleCnt="0"/>
      <dgm:spPr/>
    </dgm:pt>
    <dgm:pt modelId="{8609FA22-DE16-4A2D-A15F-FE640D0665B7}" type="pres">
      <dgm:prSet presAssocID="{0841FCA6-EB80-492D-8DD1-A79B645CEE09}" presName="horz2" presStyleCnt="0"/>
      <dgm:spPr/>
    </dgm:pt>
    <dgm:pt modelId="{28CF154D-4895-4859-919D-B3EFEF81115D}" type="pres">
      <dgm:prSet presAssocID="{0841FCA6-EB80-492D-8DD1-A79B645CEE09}" presName="horzSpace2" presStyleCnt="0"/>
      <dgm:spPr/>
    </dgm:pt>
    <dgm:pt modelId="{194323CD-287E-420E-9D72-896222FC8DA2}" type="pres">
      <dgm:prSet presAssocID="{0841FCA6-EB80-492D-8DD1-A79B645CEE09}" presName="tx2" presStyleLbl="revTx" presStyleIdx="2" presStyleCnt="6"/>
      <dgm:spPr/>
    </dgm:pt>
    <dgm:pt modelId="{1CAE1F53-FDE6-498A-A462-0F6F68A60B3E}" type="pres">
      <dgm:prSet presAssocID="{0841FCA6-EB80-492D-8DD1-A79B645CEE09}" presName="vert2" presStyleCnt="0"/>
      <dgm:spPr/>
    </dgm:pt>
    <dgm:pt modelId="{B97922CC-97D8-444F-9508-B427359E6307}" type="pres">
      <dgm:prSet presAssocID="{0841FCA6-EB80-492D-8DD1-A79B645CEE09}" presName="thinLine2b" presStyleLbl="callout" presStyleIdx="1" presStyleCnt="4"/>
      <dgm:spPr/>
    </dgm:pt>
    <dgm:pt modelId="{D75C835C-27A8-44C7-8C8D-4F3DD34B9AED}" type="pres">
      <dgm:prSet presAssocID="{0841FCA6-EB80-492D-8DD1-A79B645CEE09}" presName="vertSpace2b" presStyleCnt="0"/>
      <dgm:spPr/>
    </dgm:pt>
    <dgm:pt modelId="{C188CD73-A602-4406-BC9C-D99B82B173F3}" type="pres">
      <dgm:prSet presAssocID="{72C9AD2A-B4AA-46AF-B4D2-0D4C0D9A9AB7}" presName="horz2" presStyleCnt="0"/>
      <dgm:spPr/>
    </dgm:pt>
    <dgm:pt modelId="{6F4EAEE0-2CC7-4B72-A26B-0F62FBB31BD4}" type="pres">
      <dgm:prSet presAssocID="{72C9AD2A-B4AA-46AF-B4D2-0D4C0D9A9AB7}" presName="horzSpace2" presStyleCnt="0"/>
      <dgm:spPr/>
    </dgm:pt>
    <dgm:pt modelId="{3671DFCF-60EB-402B-A287-215749F26882}" type="pres">
      <dgm:prSet presAssocID="{72C9AD2A-B4AA-46AF-B4D2-0D4C0D9A9AB7}" presName="tx2" presStyleLbl="revTx" presStyleIdx="3" presStyleCnt="6"/>
      <dgm:spPr/>
    </dgm:pt>
    <dgm:pt modelId="{904E399A-317A-4C12-B44F-8082B75A3F27}" type="pres">
      <dgm:prSet presAssocID="{72C9AD2A-B4AA-46AF-B4D2-0D4C0D9A9AB7}" presName="vert2" presStyleCnt="0"/>
      <dgm:spPr/>
    </dgm:pt>
    <dgm:pt modelId="{2C22129D-6CB8-445B-A5EA-B6835B1EDBF7}" type="pres">
      <dgm:prSet presAssocID="{72C9AD2A-B4AA-46AF-B4D2-0D4C0D9A9AB7}" presName="thinLine2b" presStyleLbl="callout" presStyleIdx="2" presStyleCnt="4"/>
      <dgm:spPr/>
    </dgm:pt>
    <dgm:pt modelId="{E33FD3C2-B75F-4B75-AAA6-1EAC1A4DD07F}" type="pres">
      <dgm:prSet presAssocID="{72C9AD2A-B4AA-46AF-B4D2-0D4C0D9A9AB7}" presName="vertSpace2b" presStyleCnt="0"/>
      <dgm:spPr/>
    </dgm:pt>
    <dgm:pt modelId="{04F81002-9D8E-4306-ADC0-80CC20B7581F}" type="pres">
      <dgm:prSet presAssocID="{374E061A-35FF-4CCC-A5C4-81950114FC8B}" presName="horz2" presStyleCnt="0"/>
      <dgm:spPr/>
    </dgm:pt>
    <dgm:pt modelId="{6D4784CD-804C-4FEE-92E9-557AD36156D9}" type="pres">
      <dgm:prSet presAssocID="{374E061A-35FF-4CCC-A5C4-81950114FC8B}" presName="horzSpace2" presStyleCnt="0"/>
      <dgm:spPr/>
    </dgm:pt>
    <dgm:pt modelId="{06A5AC8B-D123-4968-A029-1939DB3D4A83}" type="pres">
      <dgm:prSet presAssocID="{374E061A-35FF-4CCC-A5C4-81950114FC8B}" presName="tx2" presStyleLbl="revTx" presStyleIdx="4" presStyleCnt="6"/>
      <dgm:spPr/>
    </dgm:pt>
    <dgm:pt modelId="{E7A4B573-3461-44BA-BCBB-9C27508740D7}" type="pres">
      <dgm:prSet presAssocID="{374E061A-35FF-4CCC-A5C4-81950114FC8B}" presName="vert2" presStyleCnt="0"/>
      <dgm:spPr/>
    </dgm:pt>
    <dgm:pt modelId="{0B26F28E-2C49-4115-B01D-E5F82AE4FF77}" type="pres">
      <dgm:prSet presAssocID="{374E061A-35FF-4CCC-A5C4-81950114FC8B}" presName="thinLine2b" presStyleLbl="callout" presStyleIdx="3" presStyleCnt="4"/>
      <dgm:spPr/>
    </dgm:pt>
    <dgm:pt modelId="{24AC4871-8B19-4A98-9C5B-263110BDB095}" type="pres">
      <dgm:prSet presAssocID="{374E061A-35FF-4CCC-A5C4-81950114FC8B}" presName="vertSpace2b" presStyleCnt="0"/>
      <dgm:spPr/>
    </dgm:pt>
    <dgm:pt modelId="{A0B69CA1-F1DF-4E7D-8FD7-6E6E67D852F4}" type="pres">
      <dgm:prSet presAssocID="{59D5CF47-DB62-4985-AAE8-16A0CB60F37E}" presName="thickLine" presStyleLbl="alignNode1" presStyleIdx="1" presStyleCnt="2"/>
      <dgm:spPr/>
    </dgm:pt>
    <dgm:pt modelId="{A8BC77F4-4BFD-4EC5-B82F-A597151C98A0}" type="pres">
      <dgm:prSet presAssocID="{59D5CF47-DB62-4985-AAE8-16A0CB60F37E}" presName="horz1" presStyleCnt="0"/>
      <dgm:spPr/>
    </dgm:pt>
    <dgm:pt modelId="{56183CF9-37A3-4742-B5B2-2B146CBCB59F}" type="pres">
      <dgm:prSet presAssocID="{59D5CF47-DB62-4985-AAE8-16A0CB60F37E}" presName="tx1" presStyleLbl="revTx" presStyleIdx="5" presStyleCnt="6" custScaleX="500000"/>
      <dgm:spPr/>
    </dgm:pt>
    <dgm:pt modelId="{14D991D2-AB49-4F75-AF02-83799AC7C113}" type="pres">
      <dgm:prSet presAssocID="{59D5CF47-DB62-4985-AAE8-16A0CB60F37E}" presName="vert1" presStyleCnt="0"/>
      <dgm:spPr/>
    </dgm:pt>
  </dgm:ptLst>
  <dgm:cxnLst>
    <dgm:cxn modelId="{F2823900-304C-41D1-8228-48702E31A5DB}" srcId="{2E4CEED3-DD21-4164-B948-7EF852CD67CB}" destId="{72C9AD2A-B4AA-46AF-B4D2-0D4C0D9A9AB7}" srcOrd="2" destOrd="0" parTransId="{4EF9FED4-F563-4E41-BE9D-F945FFECE9BC}" sibTransId="{B9408C2D-D4E4-4A6C-8005-A572CD5F2C0E}"/>
    <dgm:cxn modelId="{21C1D211-94FD-4D92-BABB-7DEEE24C0BC3}" type="presOf" srcId="{59D5CF47-DB62-4985-AAE8-16A0CB60F37E}" destId="{56183CF9-37A3-4742-B5B2-2B146CBCB59F}" srcOrd="0" destOrd="0" presId="urn:microsoft.com/office/officeart/2008/layout/LinedList"/>
    <dgm:cxn modelId="{2B24B42B-219A-4501-A603-E0E76EA67091}" type="presOf" srcId="{2E4CEED3-DD21-4164-B948-7EF852CD67CB}" destId="{43215E2F-6E1A-4069-8C58-8FD5691DD1B9}" srcOrd="0" destOrd="0" presId="urn:microsoft.com/office/officeart/2008/layout/LinedList"/>
    <dgm:cxn modelId="{BA817F4B-7D46-4013-949F-DE5128986D17}" type="presOf" srcId="{82FC7AFC-EACE-43B8-B5D2-4FF435EAC2EC}" destId="{2D10E301-DD55-4C89-88E1-1BC9C5700379}" srcOrd="0" destOrd="0" presId="urn:microsoft.com/office/officeart/2008/layout/LinedList"/>
    <dgm:cxn modelId="{B194C34B-2251-4C28-ACA9-3E27885873A3}" type="presOf" srcId="{374E061A-35FF-4CCC-A5C4-81950114FC8B}" destId="{06A5AC8B-D123-4968-A029-1939DB3D4A83}" srcOrd="0" destOrd="0" presId="urn:microsoft.com/office/officeart/2008/layout/LinedList"/>
    <dgm:cxn modelId="{0F4FC57D-E24D-486C-ADCC-3257FAA522F8}" type="presOf" srcId="{85A5851D-9ED8-401C-8ADE-09197CCDDBB6}" destId="{51EB7A2B-DFD5-4C87-889B-0DF889DD9368}" srcOrd="0" destOrd="0" presId="urn:microsoft.com/office/officeart/2008/layout/LinedList"/>
    <dgm:cxn modelId="{83ABAB7E-88A6-414B-8678-505DA6DD34F2}" srcId="{85A5851D-9ED8-401C-8ADE-09197CCDDBB6}" destId="{59D5CF47-DB62-4985-AAE8-16A0CB60F37E}" srcOrd="1" destOrd="0" parTransId="{F9B1874A-B6CB-433E-A6A6-1A4F2972053D}" sibTransId="{EB6D2115-E8EA-4854-AEF1-9D8DCF9BB151}"/>
    <dgm:cxn modelId="{58529396-1820-4367-BC98-32DA467E8954}" srcId="{85A5851D-9ED8-401C-8ADE-09197CCDDBB6}" destId="{2E4CEED3-DD21-4164-B948-7EF852CD67CB}" srcOrd="0" destOrd="0" parTransId="{B84C906A-F363-44B2-840E-8E972D365B74}" sibTransId="{8F4D808E-3B51-421A-8D10-9D5458668DF3}"/>
    <dgm:cxn modelId="{6E73BFA0-CCDD-4A7D-844D-04FE1FA450CE}" srcId="{2E4CEED3-DD21-4164-B948-7EF852CD67CB}" destId="{374E061A-35FF-4CCC-A5C4-81950114FC8B}" srcOrd="3" destOrd="0" parTransId="{E6AE03C4-8FDB-4D37-B414-AAA0D1BBCFC0}" sibTransId="{828BE6FC-FB0E-4AD6-A6FA-FF05ED03ECA3}"/>
    <dgm:cxn modelId="{69D4D6AD-676C-4ED0-9EA1-6FC857D9DAE1}" srcId="{2E4CEED3-DD21-4164-B948-7EF852CD67CB}" destId="{0841FCA6-EB80-492D-8DD1-A79B645CEE09}" srcOrd="1" destOrd="0" parTransId="{D5776A6A-0242-4C99-A15A-57B3AE077F13}" sibTransId="{ECC52271-6C31-4B22-9846-34DC392245D2}"/>
    <dgm:cxn modelId="{E793CAAF-48C1-4874-9165-1F6A14E2C359}" type="presOf" srcId="{0841FCA6-EB80-492D-8DD1-A79B645CEE09}" destId="{194323CD-287E-420E-9D72-896222FC8DA2}" srcOrd="0" destOrd="0" presId="urn:microsoft.com/office/officeart/2008/layout/LinedList"/>
    <dgm:cxn modelId="{08C397D2-84EB-4231-A36C-89114A1E5CEB}" type="presOf" srcId="{72C9AD2A-B4AA-46AF-B4D2-0D4C0D9A9AB7}" destId="{3671DFCF-60EB-402B-A287-215749F26882}" srcOrd="0" destOrd="0" presId="urn:microsoft.com/office/officeart/2008/layout/LinedList"/>
    <dgm:cxn modelId="{48B8D4E2-67BF-4DCD-9989-C866EC6534E5}" srcId="{2E4CEED3-DD21-4164-B948-7EF852CD67CB}" destId="{82FC7AFC-EACE-43B8-B5D2-4FF435EAC2EC}" srcOrd="0" destOrd="0" parTransId="{E82077CC-A7A8-4F87-A590-090AB5F62001}" sibTransId="{10CEFBF8-8E9C-4CAE-9BA9-FE9A996ADC89}"/>
    <dgm:cxn modelId="{78C52731-6131-47BD-BD56-FA0804E50028}" type="presParOf" srcId="{51EB7A2B-DFD5-4C87-889B-0DF889DD9368}" destId="{15266A3A-FEAC-47E9-B3F0-F791F98FE0E5}" srcOrd="0" destOrd="0" presId="urn:microsoft.com/office/officeart/2008/layout/LinedList"/>
    <dgm:cxn modelId="{8014B1D9-0D9B-48F7-B47D-21CEE799F15C}" type="presParOf" srcId="{51EB7A2B-DFD5-4C87-889B-0DF889DD9368}" destId="{A5D1C845-E08F-4643-90C4-638D402D050E}" srcOrd="1" destOrd="0" presId="urn:microsoft.com/office/officeart/2008/layout/LinedList"/>
    <dgm:cxn modelId="{683CCED4-5F67-4973-8A16-3A52673B2383}" type="presParOf" srcId="{A5D1C845-E08F-4643-90C4-638D402D050E}" destId="{43215E2F-6E1A-4069-8C58-8FD5691DD1B9}" srcOrd="0" destOrd="0" presId="urn:microsoft.com/office/officeart/2008/layout/LinedList"/>
    <dgm:cxn modelId="{3A1C7E4B-E13F-440C-94A9-A9788F3D98A0}" type="presParOf" srcId="{A5D1C845-E08F-4643-90C4-638D402D050E}" destId="{01A37F57-02CC-4D1B-8BAE-673796736D1A}" srcOrd="1" destOrd="0" presId="urn:microsoft.com/office/officeart/2008/layout/LinedList"/>
    <dgm:cxn modelId="{30C8308E-E8C5-47BA-9DEF-45DDC0F79F8F}" type="presParOf" srcId="{01A37F57-02CC-4D1B-8BAE-673796736D1A}" destId="{E7111B97-6615-4F5C-8EAB-BEF808BCBA11}" srcOrd="0" destOrd="0" presId="urn:microsoft.com/office/officeart/2008/layout/LinedList"/>
    <dgm:cxn modelId="{0AD8AFDC-349A-47B0-8540-A89AAF08626C}" type="presParOf" srcId="{01A37F57-02CC-4D1B-8BAE-673796736D1A}" destId="{89089556-61F0-4D33-A103-8B3B973DDBDA}" srcOrd="1" destOrd="0" presId="urn:microsoft.com/office/officeart/2008/layout/LinedList"/>
    <dgm:cxn modelId="{F93B6E75-A97B-4077-9124-EF95C1E01451}" type="presParOf" srcId="{89089556-61F0-4D33-A103-8B3B973DDBDA}" destId="{83C19B00-17A8-47F8-AD0C-D24B2457C947}" srcOrd="0" destOrd="0" presId="urn:microsoft.com/office/officeart/2008/layout/LinedList"/>
    <dgm:cxn modelId="{B5DA23F7-BB08-4BA3-9990-07C3B9E35E84}" type="presParOf" srcId="{89089556-61F0-4D33-A103-8B3B973DDBDA}" destId="{2D10E301-DD55-4C89-88E1-1BC9C5700379}" srcOrd="1" destOrd="0" presId="urn:microsoft.com/office/officeart/2008/layout/LinedList"/>
    <dgm:cxn modelId="{B6F5A98B-7045-43DB-9DA1-0B24DDD10D51}" type="presParOf" srcId="{89089556-61F0-4D33-A103-8B3B973DDBDA}" destId="{B1EA54E4-5405-4CA0-9E29-C023076EF299}" srcOrd="2" destOrd="0" presId="urn:microsoft.com/office/officeart/2008/layout/LinedList"/>
    <dgm:cxn modelId="{663742B1-4171-4908-B775-0F90B1700E7D}" type="presParOf" srcId="{01A37F57-02CC-4D1B-8BAE-673796736D1A}" destId="{01EC6B8D-4595-494F-AF59-BF5DB5E53763}" srcOrd="2" destOrd="0" presId="urn:microsoft.com/office/officeart/2008/layout/LinedList"/>
    <dgm:cxn modelId="{EB30A038-C0D1-4391-8AEC-CC1B3A3BBD83}" type="presParOf" srcId="{01A37F57-02CC-4D1B-8BAE-673796736D1A}" destId="{C4BC136D-5394-4C58-BBE5-9297D21D9A04}" srcOrd="3" destOrd="0" presId="urn:microsoft.com/office/officeart/2008/layout/LinedList"/>
    <dgm:cxn modelId="{284F0D44-ACB1-4F7A-95A3-98BF48DCBBCA}" type="presParOf" srcId="{01A37F57-02CC-4D1B-8BAE-673796736D1A}" destId="{8609FA22-DE16-4A2D-A15F-FE640D0665B7}" srcOrd="4" destOrd="0" presId="urn:microsoft.com/office/officeart/2008/layout/LinedList"/>
    <dgm:cxn modelId="{5E4A9E19-9CF9-4D7F-AB5B-9A0B0AF5040D}" type="presParOf" srcId="{8609FA22-DE16-4A2D-A15F-FE640D0665B7}" destId="{28CF154D-4895-4859-919D-B3EFEF81115D}" srcOrd="0" destOrd="0" presId="urn:microsoft.com/office/officeart/2008/layout/LinedList"/>
    <dgm:cxn modelId="{2696F6F0-C839-41A7-85AA-9417FA8C181A}" type="presParOf" srcId="{8609FA22-DE16-4A2D-A15F-FE640D0665B7}" destId="{194323CD-287E-420E-9D72-896222FC8DA2}" srcOrd="1" destOrd="0" presId="urn:microsoft.com/office/officeart/2008/layout/LinedList"/>
    <dgm:cxn modelId="{E5181A32-53B1-4750-9EA6-4E4CF0AC33DE}" type="presParOf" srcId="{8609FA22-DE16-4A2D-A15F-FE640D0665B7}" destId="{1CAE1F53-FDE6-498A-A462-0F6F68A60B3E}" srcOrd="2" destOrd="0" presId="urn:microsoft.com/office/officeart/2008/layout/LinedList"/>
    <dgm:cxn modelId="{B4A77806-7A8A-491E-8FB9-BBB25D80698E}" type="presParOf" srcId="{01A37F57-02CC-4D1B-8BAE-673796736D1A}" destId="{B97922CC-97D8-444F-9508-B427359E6307}" srcOrd="5" destOrd="0" presId="urn:microsoft.com/office/officeart/2008/layout/LinedList"/>
    <dgm:cxn modelId="{3D454584-C5D2-4A05-A506-BDC580A5D847}" type="presParOf" srcId="{01A37F57-02CC-4D1B-8BAE-673796736D1A}" destId="{D75C835C-27A8-44C7-8C8D-4F3DD34B9AED}" srcOrd="6" destOrd="0" presId="urn:microsoft.com/office/officeart/2008/layout/LinedList"/>
    <dgm:cxn modelId="{931EB2E7-1017-40F0-B6AD-00B60FF72E18}" type="presParOf" srcId="{01A37F57-02CC-4D1B-8BAE-673796736D1A}" destId="{C188CD73-A602-4406-BC9C-D99B82B173F3}" srcOrd="7" destOrd="0" presId="urn:microsoft.com/office/officeart/2008/layout/LinedList"/>
    <dgm:cxn modelId="{524A3357-E8F6-401E-9B2F-BCF11AF85C16}" type="presParOf" srcId="{C188CD73-A602-4406-BC9C-D99B82B173F3}" destId="{6F4EAEE0-2CC7-4B72-A26B-0F62FBB31BD4}" srcOrd="0" destOrd="0" presId="urn:microsoft.com/office/officeart/2008/layout/LinedList"/>
    <dgm:cxn modelId="{0A40ECC0-2659-4A03-BCCB-23A4458B0A38}" type="presParOf" srcId="{C188CD73-A602-4406-BC9C-D99B82B173F3}" destId="{3671DFCF-60EB-402B-A287-215749F26882}" srcOrd="1" destOrd="0" presId="urn:microsoft.com/office/officeart/2008/layout/LinedList"/>
    <dgm:cxn modelId="{3365068F-0160-4B94-991B-0898A7415D6C}" type="presParOf" srcId="{C188CD73-A602-4406-BC9C-D99B82B173F3}" destId="{904E399A-317A-4C12-B44F-8082B75A3F27}" srcOrd="2" destOrd="0" presId="urn:microsoft.com/office/officeart/2008/layout/LinedList"/>
    <dgm:cxn modelId="{4E5F2F60-166C-4C83-B7B9-194BB2C45918}" type="presParOf" srcId="{01A37F57-02CC-4D1B-8BAE-673796736D1A}" destId="{2C22129D-6CB8-445B-A5EA-B6835B1EDBF7}" srcOrd="8" destOrd="0" presId="urn:microsoft.com/office/officeart/2008/layout/LinedList"/>
    <dgm:cxn modelId="{CF9903B2-1A36-434D-8267-DE67970648F0}" type="presParOf" srcId="{01A37F57-02CC-4D1B-8BAE-673796736D1A}" destId="{E33FD3C2-B75F-4B75-AAA6-1EAC1A4DD07F}" srcOrd="9" destOrd="0" presId="urn:microsoft.com/office/officeart/2008/layout/LinedList"/>
    <dgm:cxn modelId="{27FAEE5D-E173-4CC6-97D6-B2255617D1AC}" type="presParOf" srcId="{01A37F57-02CC-4D1B-8BAE-673796736D1A}" destId="{04F81002-9D8E-4306-ADC0-80CC20B7581F}" srcOrd="10" destOrd="0" presId="urn:microsoft.com/office/officeart/2008/layout/LinedList"/>
    <dgm:cxn modelId="{01C4EC5B-3020-4397-9F72-F6ADFA4F66A6}" type="presParOf" srcId="{04F81002-9D8E-4306-ADC0-80CC20B7581F}" destId="{6D4784CD-804C-4FEE-92E9-557AD36156D9}" srcOrd="0" destOrd="0" presId="urn:microsoft.com/office/officeart/2008/layout/LinedList"/>
    <dgm:cxn modelId="{27A3C846-E24E-4807-BFE4-2A89B15FBA7A}" type="presParOf" srcId="{04F81002-9D8E-4306-ADC0-80CC20B7581F}" destId="{06A5AC8B-D123-4968-A029-1939DB3D4A83}" srcOrd="1" destOrd="0" presId="urn:microsoft.com/office/officeart/2008/layout/LinedList"/>
    <dgm:cxn modelId="{BD34C7B6-535D-463E-9B48-1E66F97B5E0D}" type="presParOf" srcId="{04F81002-9D8E-4306-ADC0-80CC20B7581F}" destId="{E7A4B573-3461-44BA-BCBB-9C27508740D7}" srcOrd="2" destOrd="0" presId="urn:microsoft.com/office/officeart/2008/layout/LinedList"/>
    <dgm:cxn modelId="{C74E6DCF-7CFE-4AED-B3F8-021C9A1F54B1}" type="presParOf" srcId="{01A37F57-02CC-4D1B-8BAE-673796736D1A}" destId="{0B26F28E-2C49-4115-B01D-E5F82AE4FF77}" srcOrd="11" destOrd="0" presId="urn:microsoft.com/office/officeart/2008/layout/LinedList"/>
    <dgm:cxn modelId="{83253698-C091-4013-84E0-14EC6B6760A0}" type="presParOf" srcId="{01A37F57-02CC-4D1B-8BAE-673796736D1A}" destId="{24AC4871-8B19-4A98-9C5B-263110BDB095}" srcOrd="12" destOrd="0" presId="urn:microsoft.com/office/officeart/2008/layout/LinedList"/>
    <dgm:cxn modelId="{3F1A2F9A-9F32-4A6A-8E61-4EEDF1EEB02A}" type="presParOf" srcId="{51EB7A2B-DFD5-4C87-889B-0DF889DD9368}" destId="{A0B69CA1-F1DF-4E7D-8FD7-6E6E67D852F4}" srcOrd="2" destOrd="0" presId="urn:microsoft.com/office/officeart/2008/layout/LinedList"/>
    <dgm:cxn modelId="{7D6EBF8F-7F53-4357-A5F1-AEB3A9E9B380}" type="presParOf" srcId="{51EB7A2B-DFD5-4C87-889B-0DF889DD9368}" destId="{A8BC77F4-4BFD-4EC5-B82F-A597151C98A0}" srcOrd="3" destOrd="0" presId="urn:microsoft.com/office/officeart/2008/layout/LinedList"/>
    <dgm:cxn modelId="{740568B0-0BF7-4E0B-BE4D-EF1C8EC19EDB}" type="presParOf" srcId="{A8BC77F4-4BFD-4EC5-B82F-A597151C98A0}" destId="{56183CF9-37A3-4742-B5B2-2B146CBCB59F}" srcOrd="0" destOrd="0" presId="urn:microsoft.com/office/officeart/2008/layout/LinedList"/>
    <dgm:cxn modelId="{5EBCE2EA-CA80-4C35-B14A-ADF0E51E1776}" type="presParOf" srcId="{A8BC77F4-4BFD-4EC5-B82F-A597151C98A0}" destId="{14D991D2-AB49-4F75-AF02-83799AC7C11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04DB5CE-9DA5-468C-B681-983BA28E76F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492737A-EB4E-4BC2-80D7-5F727B4FC5F4}">
      <dgm:prSet custT="1"/>
      <dgm:spPr/>
      <dgm:t>
        <a:bodyPr/>
        <a:lstStyle/>
        <a:p>
          <a:r>
            <a:rPr lang="en-GB" sz="1400" dirty="0"/>
            <a:t>Intended for:</a:t>
          </a:r>
        </a:p>
      </dgm:t>
    </dgm:pt>
    <dgm:pt modelId="{D1C3150D-49ED-4B48-94E4-BFEA9EB07953}" type="parTrans" cxnId="{494F6915-0EBE-4EF7-B2B3-DBB2D583D138}">
      <dgm:prSet/>
      <dgm:spPr/>
      <dgm:t>
        <a:bodyPr/>
        <a:lstStyle/>
        <a:p>
          <a:endParaRPr lang="en-US" sz="1400"/>
        </a:p>
      </dgm:t>
    </dgm:pt>
    <dgm:pt modelId="{0AA09B55-185C-4B07-AEE7-98E6A20C048C}" type="sibTrans" cxnId="{494F6915-0EBE-4EF7-B2B3-DBB2D583D138}">
      <dgm:prSet/>
      <dgm:spPr/>
      <dgm:t>
        <a:bodyPr/>
        <a:lstStyle/>
        <a:p>
          <a:endParaRPr lang="en-US" sz="1400"/>
        </a:p>
      </dgm:t>
    </dgm:pt>
    <dgm:pt modelId="{3C769859-46BA-4069-B912-5B0C4E2F1481}">
      <dgm:prSet custT="1"/>
      <dgm:spPr/>
      <dgm:t>
        <a:bodyPr/>
        <a:lstStyle/>
        <a:p>
          <a:r>
            <a:rPr lang="en-GB" sz="1400" dirty="0"/>
            <a:t>Occupational health &amp; safety professionals</a:t>
          </a:r>
        </a:p>
      </dgm:t>
    </dgm:pt>
    <dgm:pt modelId="{7EA3FAA4-1A70-4E0C-97E1-73321E7D2F96}" type="parTrans" cxnId="{FC933BE2-2AFF-40A1-A965-9325D87E2E9A}">
      <dgm:prSet/>
      <dgm:spPr/>
      <dgm:t>
        <a:bodyPr/>
        <a:lstStyle/>
        <a:p>
          <a:endParaRPr lang="en-US" sz="1400"/>
        </a:p>
      </dgm:t>
    </dgm:pt>
    <dgm:pt modelId="{0AC96882-FFD8-4D2F-B25A-7D9673BA3B75}" type="sibTrans" cxnId="{FC933BE2-2AFF-40A1-A965-9325D87E2E9A}">
      <dgm:prSet/>
      <dgm:spPr/>
      <dgm:t>
        <a:bodyPr/>
        <a:lstStyle/>
        <a:p>
          <a:endParaRPr lang="en-US" sz="1400"/>
        </a:p>
      </dgm:t>
    </dgm:pt>
    <dgm:pt modelId="{11AA0862-47B2-4506-9335-BA8155432324}">
      <dgm:prSet custT="1"/>
      <dgm:spPr/>
      <dgm:t>
        <a:bodyPr/>
        <a:lstStyle/>
        <a:p>
          <a:r>
            <a:rPr lang="en-GB" sz="1400" dirty="0"/>
            <a:t>Toxicologists</a:t>
          </a:r>
        </a:p>
      </dgm:t>
    </dgm:pt>
    <dgm:pt modelId="{223D852C-0D35-4B1F-B9EC-50DB04BD13CC}" type="parTrans" cxnId="{C6E2A89E-7D5A-4A8C-89FB-EB1A7560EFFB}">
      <dgm:prSet/>
      <dgm:spPr/>
      <dgm:t>
        <a:bodyPr/>
        <a:lstStyle/>
        <a:p>
          <a:endParaRPr lang="en-US" sz="1400"/>
        </a:p>
      </dgm:t>
    </dgm:pt>
    <dgm:pt modelId="{7985432F-EE1E-420A-B525-10FD667D32A7}" type="sibTrans" cxnId="{C6E2A89E-7D5A-4A8C-89FB-EB1A7560EFFB}">
      <dgm:prSet/>
      <dgm:spPr/>
      <dgm:t>
        <a:bodyPr/>
        <a:lstStyle/>
        <a:p>
          <a:endParaRPr lang="en-US" sz="1400"/>
        </a:p>
      </dgm:t>
    </dgm:pt>
    <dgm:pt modelId="{0476D63A-FAA5-4738-8598-A52203477DD5}">
      <dgm:prSet custT="1"/>
      <dgm:spPr/>
      <dgm:t>
        <a:bodyPr/>
        <a:lstStyle/>
        <a:p>
          <a:r>
            <a:rPr lang="en-GB" sz="1400" dirty="0"/>
            <a:t>Gives info on:</a:t>
          </a:r>
        </a:p>
      </dgm:t>
    </dgm:pt>
    <dgm:pt modelId="{40B36407-8906-4C37-A182-AB677FEE20ED}" type="parTrans" cxnId="{06461DAC-42FC-486E-921B-690802F099D9}">
      <dgm:prSet/>
      <dgm:spPr/>
      <dgm:t>
        <a:bodyPr/>
        <a:lstStyle/>
        <a:p>
          <a:endParaRPr lang="en-US" sz="1400"/>
        </a:p>
      </dgm:t>
    </dgm:pt>
    <dgm:pt modelId="{95AA2E5D-1905-4721-9513-A9A0C9523AE0}" type="sibTrans" cxnId="{06461DAC-42FC-486E-921B-690802F099D9}">
      <dgm:prSet/>
      <dgm:spPr/>
      <dgm:t>
        <a:bodyPr/>
        <a:lstStyle/>
        <a:p>
          <a:endParaRPr lang="en-US" sz="1400"/>
        </a:p>
      </dgm:t>
    </dgm:pt>
    <dgm:pt modelId="{66F000E3-89C1-4F69-98CA-533E7265C0DB}">
      <dgm:prSet custT="1"/>
      <dgm:spPr/>
      <dgm:t>
        <a:bodyPr/>
        <a:lstStyle/>
        <a:p>
          <a:r>
            <a:rPr lang="en-GB" sz="1400" dirty="0"/>
            <a:t>Symptoms</a:t>
          </a:r>
        </a:p>
      </dgm:t>
    </dgm:pt>
    <dgm:pt modelId="{D7B977B3-9D4F-4F92-BCD2-4E12288E5B02}" type="parTrans" cxnId="{3F888AA5-3173-454E-81F4-0C57F5BEF724}">
      <dgm:prSet/>
      <dgm:spPr/>
      <dgm:t>
        <a:bodyPr/>
        <a:lstStyle/>
        <a:p>
          <a:endParaRPr lang="en-US" sz="1400"/>
        </a:p>
      </dgm:t>
    </dgm:pt>
    <dgm:pt modelId="{47B0335D-65B0-45D3-B029-D6E59980A381}" type="sibTrans" cxnId="{3F888AA5-3173-454E-81F4-0C57F5BEF724}">
      <dgm:prSet/>
      <dgm:spPr/>
      <dgm:t>
        <a:bodyPr/>
        <a:lstStyle/>
        <a:p>
          <a:endParaRPr lang="en-US" sz="1400"/>
        </a:p>
      </dgm:t>
    </dgm:pt>
    <dgm:pt modelId="{E3AEB365-F3A7-4B80-B10A-02D70A1A60A7}">
      <dgm:prSet custT="1"/>
      <dgm:spPr/>
      <dgm:t>
        <a:bodyPr/>
        <a:lstStyle/>
        <a:p>
          <a:r>
            <a:rPr lang="en-GB" sz="1400" dirty="0"/>
            <a:t>Immediate &amp; delayed adverse effects</a:t>
          </a:r>
        </a:p>
      </dgm:t>
    </dgm:pt>
    <dgm:pt modelId="{A8E203B3-9818-48DC-BB88-37773DC57338}" type="parTrans" cxnId="{E8BD7FE3-168D-4D04-AAEF-7A69A728F7E6}">
      <dgm:prSet/>
      <dgm:spPr/>
      <dgm:t>
        <a:bodyPr/>
        <a:lstStyle/>
        <a:p>
          <a:endParaRPr lang="en-US" sz="1400"/>
        </a:p>
      </dgm:t>
    </dgm:pt>
    <dgm:pt modelId="{9275A01B-BF47-4455-A125-C3FE8FD3C163}" type="sibTrans" cxnId="{E8BD7FE3-168D-4D04-AAEF-7A69A728F7E6}">
      <dgm:prSet/>
      <dgm:spPr/>
      <dgm:t>
        <a:bodyPr/>
        <a:lstStyle/>
        <a:p>
          <a:endParaRPr lang="en-US" sz="1400"/>
        </a:p>
      </dgm:t>
    </dgm:pt>
    <dgm:pt modelId="{4CB8F397-267E-4D60-AEE3-3FDFEBC6256F}">
      <dgm:prSet custT="1"/>
      <dgm:spPr/>
      <dgm:t>
        <a:bodyPr/>
        <a:lstStyle/>
        <a:p>
          <a:r>
            <a:rPr lang="en-GB" sz="1400" dirty="0"/>
            <a:t>Chronic effects from short &amp; long-term exposure</a:t>
          </a:r>
        </a:p>
      </dgm:t>
    </dgm:pt>
    <dgm:pt modelId="{2561633D-22B1-46D0-A856-0CD9817BF421}" type="parTrans" cxnId="{EFAD69C0-9D57-4518-A9C7-96FD1290D690}">
      <dgm:prSet/>
      <dgm:spPr/>
      <dgm:t>
        <a:bodyPr/>
        <a:lstStyle/>
        <a:p>
          <a:endParaRPr lang="en-US" sz="1400"/>
        </a:p>
      </dgm:t>
    </dgm:pt>
    <dgm:pt modelId="{0F9C0B57-58B7-4F84-84DA-B927AA0516E7}" type="sibTrans" cxnId="{EFAD69C0-9D57-4518-A9C7-96FD1290D690}">
      <dgm:prSet/>
      <dgm:spPr/>
      <dgm:t>
        <a:bodyPr/>
        <a:lstStyle/>
        <a:p>
          <a:endParaRPr lang="en-US" sz="1400"/>
        </a:p>
      </dgm:t>
    </dgm:pt>
    <dgm:pt modelId="{37DA735E-237F-407C-AD53-B43662407BA3}">
      <dgm:prSet custT="1"/>
      <dgm:spPr/>
      <dgm:t>
        <a:bodyPr/>
        <a:lstStyle/>
        <a:p>
          <a:r>
            <a:rPr lang="en-GB" sz="1400" dirty="0"/>
            <a:t>Test methodologies</a:t>
          </a:r>
        </a:p>
      </dgm:t>
    </dgm:pt>
    <dgm:pt modelId="{A8676B78-3FEB-42CC-9544-65B0304DFFAD}" type="parTrans" cxnId="{A6A78290-B435-45B5-9E2B-FD5CB4F2FCC0}">
      <dgm:prSet/>
      <dgm:spPr/>
      <dgm:t>
        <a:bodyPr/>
        <a:lstStyle/>
        <a:p>
          <a:endParaRPr lang="en-US" sz="1400"/>
        </a:p>
      </dgm:t>
    </dgm:pt>
    <dgm:pt modelId="{3CFA3C2D-BC53-4A51-9BE0-7CE51CD456B5}" type="sibTrans" cxnId="{A6A78290-B435-45B5-9E2B-FD5CB4F2FCC0}">
      <dgm:prSet/>
      <dgm:spPr/>
      <dgm:t>
        <a:bodyPr/>
        <a:lstStyle/>
        <a:p>
          <a:endParaRPr lang="en-US" sz="1400"/>
        </a:p>
      </dgm:t>
    </dgm:pt>
    <dgm:pt modelId="{DB53F0A1-9575-4FAA-8025-C90E81B67BAB}">
      <dgm:prSet custT="1"/>
      <dgm:spPr/>
      <dgm:t>
        <a:bodyPr/>
        <a:lstStyle/>
        <a:p>
          <a:r>
            <a:rPr lang="en-GB" sz="1400" dirty="0"/>
            <a:t>medical professionals</a:t>
          </a:r>
        </a:p>
      </dgm:t>
    </dgm:pt>
    <dgm:pt modelId="{18C5520E-CD79-4F17-9A16-35811BB59A82}" type="parTrans" cxnId="{517B57D1-FF38-4638-A9F1-D2F0236F190E}">
      <dgm:prSet/>
      <dgm:spPr/>
      <dgm:t>
        <a:bodyPr/>
        <a:lstStyle/>
        <a:p>
          <a:endParaRPr lang="en-US"/>
        </a:p>
      </dgm:t>
    </dgm:pt>
    <dgm:pt modelId="{703FC43D-9D24-4742-987E-00A9CD963238}" type="sibTrans" cxnId="{517B57D1-FF38-4638-A9F1-D2F0236F190E}">
      <dgm:prSet/>
      <dgm:spPr/>
      <dgm:t>
        <a:bodyPr/>
        <a:lstStyle/>
        <a:p>
          <a:endParaRPr lang="en-US"/>
        </a:p>
      </dgm:t>
    </dgm:pt>
    <dgm:pt modelId="{46C3AD01-5F5E-44ED-AECC-4767889567C2}">
      <dgm:prSet custT="1"/>
      <dgm:spPr/>
      <dgm:t>
        <a:bodyPr/>
        <a:lstStyle/>
        <a:p>
          <a:r>
            <a:rPr lang="en-GB" sz="1400" dirty="0"/>
            <a:t>Routes of exposure</a:t>
          </a:r>
        </a:p>
      </dgm:t>
    </dgm:pt>
    <dgm:pt modelId="{C5297C16-1C8A-4553-899B-AD297FFECDD7}" type="parTrans" cxnId="{F81C1763-7B65-46C4-80E4-708C275EFD5E}">
      <dgm:prSet/>
      <dgm:spPr/>
      <dgm:t>
        <a:bodyPr/>
        <a:lstStyle/>
        <a:p>
          <a:endParaRPr lang="en-US"/>
        </a:p>
      </dgm:t>
    </dgm:pt>
    <dgm:pt modelId="{BCE98CF6-C572-441A-AFE5-C84D50A8E1FA}" type="sibTrans" cxnId="{F81C1763-7B65-46C4-80E4-708C275EFD5E}">
      <dgm:prSet/>
      <dgm:spPr/>
      <dgm:t>
        <a:bodyPr/>
        <a:lstStyle/>
        <a:p>
          <a:endParaRPr lang="en-US"/>
        </a:p>
      </dgm:t>
    </dgm:pt>
    <dgm:pt modelId="{658DC08A-9456-455E-B83D-4EA43BA6FE32}" type="pres">
      <dgm:prSet presAssocID="{804DB5CE-9DA5-468C-B681-983BA28E76F5}" presName="vert0" presStyleCnt="0">
        <dgm:presLayoutVars>
          <dgm:dir/>
          <dgm:animOne val="branch"/>
          <dgm:animLvl val="lvl"/>
        </dgm:presLayoutVars>
      </dgm:prSet>
      <dgm:spPr/>
    </dgm:pt>
    <dgm:pt modelId="{B932BEF1-173F-49FF-BB09-A62E7FD68731}" type="pres">
      <dgm:prSet presAssocID="{0492737A-EB4E-4BC2-80D7-5F727B4FC5F4}" presName="thickLine" presStyleLbl="alignNode1" presStyleIdx="0" presStyleCnt="2"/>
      <dgm:spPr/>
    </dgm:pt>
    <dgm:pt modelId="{9A9ED188-150D-40F7-A761-D1E5693A6915}" type="pres">
      <dgm:prSet presAssocID="{0492737A-EB4E-4BC2-80D7-5F727B4FC5F4}" presName="horz1" presStyleCnt="0"/>
      <dgm:spPr/>
    </dgm:pt>
    <dgm:pt modelId="{D2AC497B-8012-4CF2-BE43-64F722872529}" type="pres">
      <dgm:prSet presAssocID="{0492737A-EB4E-4BC2-80D7-5F727B4FC5F4}" presName="tx1" presStyleLbl="revTx" presStyleIdx="0" presStyleCnt="10" custScaleX="140014" custScaleY="78291"/>
      <dgm:spPr/>
    </dgm:pt>
    <dgm:pt modelId="{2DB48759-77BC-4CDC-9336-E5C47F9D7038}" type="pres">
      <dgm:prSet presAssocID="{0492737A-EB4E-4BC2-80D7-5F727B4FC5F4}" presName="vert1" presStyleCnt="0"/>
      <dgm:spPr/>
    </dgm:pt>
    <dgm:pt modelId="{EEFD7202-8FCF-43E2-A1E7-EFA49599B8D8}" type="pres">
      <dgm:prSet presAssocID="{DB53F0A1-9575-4FAA-8025-C90E81B67BAB}" presName="vertSpace2a" presStyleCnt="0"/>
      <dgm:spPr/>
    </dgm:pt>
    <dgm:pt modelId="{8A42A11E-2CFC-44A2-A9BC-845F8AE80D03}" type="pres">
      <dgm:prSet presAssocID="{DB53F0A1-9575-4FAA-8025-C90E81B67BAB}" presName="horz2" presStyleCnt="0"/>
      <dgm:spPr/>
    </dgm:pt>
    <dgm:pt modelId="{329C0DC5-88AB-477A-B9BB-A7441EA55019}" type="pres">
      <dgm:prSet presAssocID="{DB53F0A1-9575-4FAA-8025-C90E81B67BAB}" presName="horzSpace2" presStyleCnt="0"/>
      <dgm:spPr/>
    </dgm:pt>
    <dgm:pt modelId="{5668B564-4898-486C-B22D-343DF0034099}" type="pres">
      <dgm:prSet presAssocID="{DB53F0A1-9575-4FAA-8025-C90E81B67BAB}" presName="tx2" presStyleLbl="revTx" presStyleIdx="1" presStyleCnt="10"/>
      <dgm:spPr/>
    </dgm:pt>
    <dgm:pt modelId="{49A04F26-0F0E-4449-8811-99C068259C44}" type="pres">
      <dgm:prSet presAssocID="{DB53F0A1-9575-4FAA-8025-C90E81B67BAB}" presName="vert2" presStyleCnt="0"/>
      <dgm:spPr/>
    </dgm:pt>
    <dgm:pt modelId="{314E6979-E31F-4FC2-9369-3EB6F007F351}" type="pres">
      <dgm:prSet presAssocID="{DB53F0A1-9575-4FAA-8025-C90E81B67BAB}" presName="thinLine2b" presStyleLbl="callout" presStyleIdx="0" presStyleCnt="8"/>
      <dgm:spPr/>
    </dgm:pt>
    <dgm:pt modelId="{1A09847D-9693-4371-99DA-2DFB994C2339}" type="pres">
      <dgm:prSet presAssocID="{DB53F0A1-9575-4FAA-8025-C90E81B67BAB}" presName="vertSpace2b" presStyleCnt="0"/>
      <dgm:spPr/>
    </dgm:pt>
    <dgm:pt modelId="{64AA3076-369F-4AE2-9470-14C056D62837}" type="pres">
      <dgm:prSet presAssocID="{3C769859-46BA-4069-B912-5B0C4E2F1481}" presName="horz2" presStyleCnt="0"/>
      <dgm:spPr/>
    </dgm:pt>
    <dgm:pt modelId="{F0B50226-DCD0-4C4C-8CAC-8DC5B801F4CA}" type="pres">
      <dgm:prSet presAssocID="{3C769859-46BA-4069-B912-5B0C4E2F1481}" presName="horzSpace2" presStyleCnt="0"/>
      <dgm:spPr/>
    </dgm:pt>
    <dgm:pt modelId="{EC819A59-960E-4CBF-9A59-C71CC3AF66FB}" type="pres">
      <dgm:prSet presAssocID="{3C769859-46BA-4069-B912-5B0C4E2F1481}" presName="tx2" presStyleLbl="revTx" presStyleIdx="2" presStyleCnt="10"/>
      <dgm:spPr/>
    </dgm:pt>
    <dgm:pt modelId="{F2A75355-6E0C-401D-9DB5-A90869313F2B}" type="pres">
      <dgm:prSet presAssocID="{3C769859-46BA-4069-B912-5B0C4E2F1481}" presName="vert2" presStyleCnt="0"/>
      <dgm:spPr/>
    </dgm:pt>
    <dgm:pt modelId="{659CFB60-F400-4ABC-ADCF-C9D9A0A8383E}" type="pres">
      <dgm:prSet presAssocID="{3C769859-46BA-4069-B912-5B0C4E2F1481}" presName="thinLine2b" presStyleLbl="callout" presStyleIdx="1" presStyleCnt="8"/>
      <dgm:spPr/>
    </dgm:pt>
    <dgm:pt modelId="{D8F396F2-0AC8-437C-BAEC-7C4B88599318}" type="pres">
      <dgm:prSet presAssocID="{3C769859-46BA-4069-B912-5B0C4E2F1481}" presName="vertSpace2b" presStyleCnt="0"/>
      <dgm:spPr/>
    </dgm:pt>
    <dgm:pt modelId="{B17BE078-44EC-40CE-9C6C-E8AB6A04D301}" type="pres">
      <dgm:prSet presAssocID="{11AA0862-47B2-4506-9335-BA8155432324}" presName="horz2" presStyleCnt="0"/>
      <dgm:spPr/>
    </dgm:pt>
    <dgm:pt modelId="{EBA32054-57F7-4B6E-A2D7-E82B0CD47890}" type="pres">
      <dgm:prSet presAssocID="{11AA0862-47B2-4506-9335-BA8155432324}" presName="horzSpace2" presStyleCnt="0"/>
      <dgm:spPr/>
    </dgm:pt>
    <dgm:pt modelId="{00CD0F9D-AA09-41BD-B300-C3A764BFFFA3}" type="pres">
      <dgm:prSet presAssocID="{11AA0862-47B2-4506-9335-BA8155432324}" presName="tx2" presStyleLbl="revTx" presStyleIdx="3" presStyleCnt="10"/>
      <dgm:spPr/>
    </dgm:pt>
    <dgm:pt modelId="{62D6DA55-762F-4299-9B74-7170BFA8EEF4}" type="pres">
      <dgm:prSet presAssocID="{11AA0862-47B2-4506-9335-BA8155432324}" presName="vert2" presStyleCnt="0"/>
      <dgm:spPr/>
    </dgm:pt>
    <dgm:pt modelId="{D8262AA3-D5BC-4527-82DE-0D2CFAC35F98}" type="pres">
      <dgm:prSet presAssocID="{11AA0862-47B2-4506-9335-BA8155432324}" presName="thinLine2b" presStyleLbl="callout" presStyleIdx="2" presStyleCnt="8"/>
      <dgm:spPr/>
    </dgm:pt>
    <dgm:pt modelId="{003F623F-7580-4F46-8753-04E196785B24}" type="pres">
      <dgm:prSet presAssocID="{11AA0862-47B2-4506-9335-BA8155432324}" presName="vertSpace2b" presStyleCnt="0"/>
      <dgm:spPr/>
    </dgm:pt>
    <dgm:pt modelId="{73A484D3-C2C0-4FE7-93F9-B43567B06BE4}" type="pres">
      <dgm:prSet presAssocID="{0476D63A-FAA5-4738-8598-A52203477DD5}" presName="thickLine" presStyleLbl="alignNode1" presStyleIdx="1" presStyleCnt="2"/>
      <dgm:spPr/>
    </dgm:pt>
    <dgm:pt modelId="{FA73B0FE-2F78-40E8-8B94-93D32F11C105}" type="pres">
      <dgm:prSet presAssocID="{0476D63A-FAA5-4738-8598-A52203477DD5}" presName="horz1" presStyleCnt="0"/>
      <dgm:spPr/>
    </dgm:pt>
    <dgm:pt modelId="{2D093FBC-8255-40A3-9703-A65EAA4165F8}" type="pres">
      <dgm:prSet presAssocID="{0476D63A-FAA5-4738-8598-A52203477DD5}" presName="tx1" presStyleLbl="revTx" presStyleIdx="4" presStyleCnt="10" custScaleX="137893" custScaleY="101047"/>
      <dgm:spPr/>
    </dgm:pt>
    <dgm:pt modelId="{4F0D7AE8-3139-4819-9874-070270CE7CF6}" type="pres">
      <dgm:prSet presAssocID="{0476D63A-FAA5-4738-8598-A52203477DD5}" presName="vert1" presStyleCnt="0"/>
      <dgm:spPr/>
    </dgm:pt>
    <dgm:pt modelId="{1265F4B4-CBDE-43E3-A725-BF4AC986D4E9}" type="pres">
      <dgm:prSet presAssocID="{46C3AD01-5F5E-44ED-AECC-4767889567C2}" presName="vertSpace2a" presStyleCnt="0"/>
      <dgm:spPr/>
    </dgm:pt>
    <dgm:pt modelId="{5EDC402D-DAED-447F-8744-14C4F75AED1A}" type="pres">
      <dgm:prSet presAssocID="{46C3AD01-5F5E-44ED-AECC-4767889567C2}" presName="horz2" presStyleCnt="0"/>
      <dgm:spPr/>
    </dgm:pt>
    <dgm:pt modelId="{528A3D94-8226-4986-99D5-1E8606F0FF54}" type="pres">
      <dgm:prSet presAssocID="{46C3AD01-5F5E-44ED-AECC-4767889567C2}" presName="horzSpace2" presStyleCnt="0"/>
      <dgm:spPr/>
    </dgm:pt>
    <dgm:pt modelId="{FF2384F8-AE82-4EDF-A83B-CCBCCF7297C8}" type="pres">
      <dgm:prSet presAssocID="{46C3AD01-5F5E-44ED-AECC-4767889567C2}" presName="tx2" presStyleLbl="revTx" presStyleIdx="5" presStyleCnt="10"/>
      <dgm:spPr/>
    </dgm:pt>
    <dgm:pt modelId="{9444C62C-E1DC-4FCE-8953-AD27C3FA1FFB}" type="pres">
      <dgm:prSet presAssocID="{46C3AD01-5F5E-44ED-AECC-4767889567C2}" presName="vert2" presStyleCnt="0"/>
      <dgm:spPr/>
    </dgm:pt>
    <dgm:pt modelId="{63507D77-E974-4A51-8C46-15C917C4D7E8}" type="pres">
      <dgm:prSet presAssocID="{46C3AD01-5F5E-44ED-AECC-4767889567C2}" presName="thinLine2b" presStyleLbl="callout" presStyleIdx="3" presStyleCnt="8"/>
      <dgm:spPr/>
    </dgm:pt>
    <dgm:pt modelId="{A1EFDCCB-4BF8-469C-9F0C-7C59C2829DAF}" type="pres">
      <dgm:prSet presAssocID="{46C3AD01-5F5E-44ED-AECC-4767889567C2}" presName="vertSpace2b" presStyleCnt="0"/>
      <dgm:spPr/>
    </dgm:pt>
    <dgm:pt modelId="{AB971AF7-E78C-49BE-8C22-45E34351CE3F}" type="pres">
      <dgm:prSet presAssocID="{66F000E3-89C1-4F69-98CA-533E7265C0DB}" presName="horz2" presStyleCnt="0"/>
      <dgm:spPr/>
    </dgm:pt>
    <dgm:pt modelId="{8CC2893E-C265-432D-93F8-D77BD535C1EB}" type="pres">
      <dgm:prSet presAssocID="{66F000E3-89C1-4F69-98CA-533E7265C0DB}" presName="horzSpace2" presStyleCnt="0"/>
      <dgm:spPr/>
    </dgm:pt>
    <dgm:pt modelId="{BD34C4E8-03E0-4C59-8206-A753D8543A74}" type="pres">
      <dgm:prSet presAssocID="{66F000E3-89C1-4F69-98CA-533E7265C0DB}" presName="tx2" presStyleLbl="revTx" presStyleIdx="6" presStyleCnt="10"/>
      <dgm:spPr/>
    </dgm:pt>
    <dgm:pt modelId="{F1960696-80AC-4385-934B-46476F135DF9}" type="pres">
      <dgm:prSet presAssocID="{66F000E3-89C1-4F69-98CA-533E7265C0DB}" presName="vert2" presStyleCnt="0"/>
      <dgm:spPr/>
    </dgm:pt>
    <dgm:pt modelId="{02C1A451-C392-4D42-8A58-BAB085F93416}" type="pres">
      <dgm:prSet presAssocID="{66F000E3-89C1-4F69-98CA-533E7265C0DB}" presName="thinLine2b" presStyleLbl="callout" presStyleIdx="4" presStyleCnt="8"/>
      <dgm:spPr/>
    </dgm:pt>
    <dgm:pt modelId="{03B37DEC-BF97-43B6-87A2-42ED73A65083}" type="pres">
      <dgm:prSet presAssocID="{66F000E3-89C1-4F69-98CA-533E7265C0DB}" presName="vertSpace2b" presStyleCnt="0"/>
      <dgm:spPr/>
    </dgm:pt>
    <dgm:pt modelId="{C49A9EF7-970D-46A9-98D5-BDDEE0E9BA48}" type="pres">
      <dgm:prSet presAssocID="{E3AEB365-F3A7-4B80-B10A-02D70A1A60A7}" presName="horz2" presStyleCnt="0"/>
      <dgm:spPr/>
    </dgm:pt>
    <dgm:pt modelId="{70363B03-9B78-47C7-9C16-23B56F6B5A8E}" type="pres">
      <dgm:prSet presAssocID="{E3AEB365-F3A7-4B80-B10A-02D70A1A60A7}" presName="horzSpace2" presStyleCnt="0"/>
      <dgm:spPr/>
    </dgm:pt>
    <dgm:pt modelId="{E8E9A573-8009-40AD-933E-B2A50D7EE654}" type="pres">
      <dgm:prSet presAssocID="{E3AEB365-F3A7-4B80-B10A-02D70A1A60A7}" presName="tx2" presStyleLbl="revTx" presStyleIdx="7" presStyleCnt="10"/>
      <dgm:spPr/>
    </dgm:pt>
    <dgm:pt modelId="{F95B8879-D5C2-4C50-8CB9-BE5630BE9289}" type="pres">
      <dgm:prSet presAssocID="{E3AEB365-F3A7-4B80-B10A-02D70A1A60A7}" presName="vert2" presStyleCnt="0"/>
      <dgm:spPr/>
    </dgm:pt>
    <dgm:pt modelId="{D0029985-C08E-4586-A575-18FF844174CC}" type="pres">
      <dgm:prSet presAssocID="{E3AEB365-F3A7-4B80-B10A-02D70A1A60A7}" presName="thinLine2b" presStyleLbl="callout" presStyleIdx="5" presStyleCnt="8"/>
      <dgm:spPr/>
    </dgm:pt>
    <dgm:pt modelId="{369A0E0D-3B87-44D5-BB89-DF4E9F9A2B85}" type="pres">
      <dgm:prSet presAssocID="{E3AEB365-F3A7-4B80-B10A-02D70A1A60A7}" presName="vertSpace2b" presStyleCnt="0"/>
      <dgm:spPr/>
    </dgm:pt>
    <dgm:pt modelId="{25CB09A9-9A28-470E-8BEE-550B1AE95818}" type="pres">
      <dgm:prSet presAssocID="{4CB8F397-267E-4D60-AEE3-3FDFEBC6256F}" presName="horz2" presStyleCnt="0"/>
      <dgm:spPr/>
    </dgm:pt>
    <dgm:pt modelId="{430D6E88-DE0D-48A3-A99C-E10F46305D83}" type="pres">
      <dgm:prSet presAssocID="{4CB8F397-267E-4D60-AEE3-3FDFEBC6256F}" presName="horzSpace2" presStyleCnt="0"/>
      <dgm:spPr/>
    </dgm:pt>
    <dgm:pt modelId="{15184856-C8E3-4764-AC0F-5312F07175B3}" type="pres">
      <dgm:prSet presAssocID="{4CB8F397-267E-4D60-AEE3-3FDFEBC6256F}" presName="tx2" presStyleLbl="revTx" presStyleIdx="8" presStyleCnt="10" custScaleY="193478"/>
      <dgm:spPr/>
    </dgm:pt>
    <dgm:pt modelId="{FB1D0173-CB31-4434-B98B-04F9B269EB11}" type="pres">
      <dgm:prSet presAssocID="{4CB8F397-267E-4D60-AEE3-3FDFEBC6256F}" presName="vert2" presStyleCnt="0"/>
      <dgm:spPr/>
    </dgm:pt>
    <dgm:pt modelId="{E4773CBF-6E0A-4810-A438-165C2D5BDE6C}" type="pres">
      <dgm:prSet presAssocID="{4CB8F397-267E-4D60-AEE3-3FDFEBC6256F}" presName="thinLine2b" presStyleLbl="callout" presStyleIdx="6" presStyleCnt="8"/>
      <dgm:spPr/>
    </dgm:pt>
    <dgm:pt modelId="{22B0695E-B531-4D61-8674-91B84885D9C6}" type="pres">
      <dgm:prSet presAssocID="{4CB8F397-267E-4D60-AEE3-3FDFEBC6256F}" presName="vertSpace2b" presStyleCnt="0"/>
      <dgm:spPr/>
    </dgm:pt>
    <dgm:pt modelId="{534509E0-24BB-41F5-B188-5892FAB8BB66}" type="pres">
      <dgm:prSet presAssocID="{37DA735E-237F-407C-AD53-B43662407BA3}" presName="horz2" presStyleCnt="0"/>
      <dgm:spPr/>
    </dgm:pt>
    <dgm:pt modelId="{5AB47FD3-2B71-45B6-8444-908D525FEAD4}" type="pres">
      <dgm:prSet presAssocID="{37DA735E-237F-407C-AD53-B43662407BA3}" presName="horzSpace2" presStyleCnt="0"/>
      <dgm:spPr/>
    </dgm:pt>
    <dgm:pt modelId="{E18B494A-1E5C-4843-8CE4-694C6E446D89}" type="pres">
      <dgm:prSet presAssocID="{37DA735E-237F-407C-AD53-B43662407BA3}" presName="tx2" presStyleLbl="revTx" presStyleIdx="9" presStyleCnt="10"/>
      <dgm:spPr/>
    </dgm:pt>
    <dgm:pt modelId="{27117D09-FFCA-44DD-A141-AA5AEC2C74A8}" type="pres">
      <dgm:prSet presAssocID="{37DA735E-237F-407C-AD53-B43662407BA3}" presName="vert2" presStyleCnt="0"/>
      <dgm:spPr/>
    </dgm:pt>
    <dgm:pt modelId="{9492D5C1-01DF-4935-B96C-240F5F53EFA0}" type="pres">
      <dgm:prSet presAssocID="{37DA735E-237F-407C-AD53-B43662407BA3}" presName="thinLine2b" presStyleLbl="callout" presStyleIdx="7" presStyleCnt="8"/>
      <dgm:spPr/>
    </dgm:pt>
    <dgm:pt modelId="{684FC760-3DC2-4529-B2F3-ADE90C64E7C7}" type="pres">
      <dgm:prSet presAssocID="{37DA735E-237F-407C-AD53-B43662407BA3}" presName="vertSpace2b" presStyleCnt="0"/>
      <dgm:spPr/>
    </dgm:pt>
  </dgm:ptLst>
  <dgm:cxnLst>
    <dgm:cxn modelId="{DC472304-DF53-4776-BF1A-24E9544AAE0C}" type="presOf" srcId="{37DA735E-237F-407C-AD53-B43662407BA3}" destId="{E18B494A-1E5C-4843-8CE4-694C6E446D89}" srcOrd="0" destOrd="0" presId="urn:microsoft.com/office/officeart/2008/layout/LinedList"/>
    <dgm:cxn modelId="{494F6915-0EBE-4EF7-B2B3-DBB2D583D138}" srcId="{804DB5CE-9DA5-468C-B681-983BA28E76F5}" destId="{0492737A-EB4E-4BC2-80D7-5F727B4FC5F4}" srcOrd="0" destOrd="0" parTransId="{D1C3150D-49ED-4B48-94E4-BFEA9EB07953}" sibTransId="{0AA09B55-185C-4B07-AEE7-98E6A20C048C}"/>
    <dgm:cxn modelId="{8BDE9839-2B43-4349-A1DE-DAD16F226B05}" type="presOf" srcId="{DB53F0A1-9575-4FAA-8025-C90E81B67BAB}" destId="{5668B564-4898-486C-B22D-343DF0034099}" srcOrd="0" destOrd="0" presId="urn:microsoft.com/office/officeart/2008/layout/LinedList"/>
    <dgm:cxn modelId="{F81C1763-7B65-46C4-80E4-708C275EFD5E}" srcId="{0476D63A-FAA5-4738-8598-A52203477DD5}" destId="{46C3AD01-5F5E-44ED-AECC-4767889567C2}" srcOrd="0" destOrd="0" parTransId="{C5297C16-1C8A-4553-899B-AD297FFECDD7}" sibTransId="{BCE98CF6-C572-441A-AFE5-C84D50A8E1FA}"/>
    <dgm:cxn modelId="{5CAE6464-3879-4EF1-AB39-18595BE97B04}" type="presOf" srcId="{46C3AD01-5F5E-44ED-AECC-4767889567C2}" destId="{FF2384F8-AE82-4EDF-A83B-CCBCCF7297C8}" srcOrd="0" destOrd="0" presId="urn:microsoft.com/office/officeart/2008/layout/LinedList"/>
    <dgm:cxn modelId="{E1ED7A6A-1F3F-40C9-B432-9760647BC755}" type="presOf" srcId="{4CB8F397-267E-4D60-AEE3-3FDFEBC6256F}" destId="{15184856-C8E3-4764-AC0F-5312F07175B3}" srcOrd="0" destOrd="0" presId="urn:microsoft.com/office/officeart/2008/layout/LinedList"/>
    <dgm:cxn modelId="{16E6A57E-7AD0-4895-A268-2CAF12D8AAF8}" type="presOf" srcId="{3C769859-46BA-4069-B912-5B0C4E2F1481}" destId="{EC819A59-960E-4CBF-9A59-C71CC3AF66FB}" srcOrd="0" destOrd="0" presId="urn:microsoft.com/office/officeart/2008/layout/LinedList"/>
    <dgm:cxn modelId="{A6A78290-B435-45B5-9E2B-FD5CB4F2FCC0}" srcId="{0476D63A-FAA5-4738-8598-A52203477DD5}" destId="{37DA735E-237F-407C-AD53-B43662407BA3}" srcOrd="4" destOrd="0" parTransId="{A8676B78-3FEB-42CC-9544-65B0304DFFAD}" sibTransId="{3CFA3C2D-BC53-4A51-9BE0-7CE51CD456B5}"/>
    <dgm:cxn modelId="{C6E2A89E-7D5A-4A8C-89FB-EB1A7560EFFB}" srcId="{0492737A-EB4E-4BC2-80D7-5F727B4FC5F4}" destId="{11AA0862-47B2-4506-9335-BA8155432324}" srcOrd="2" destOrd="0" parTransId="{223D852C-0D35-4B1F-B9EC-50DB04BD13CC}" sibTransId="{7985432F-EE1E-420A-B525-10FD667D32A7}"/>
    <dgm:cxn modelId="{3F888AA5-3173-454E-81F4-0C57F5BEF724}" srcId="{0476D63A-FAA5-4738-8598-A52203477DD5}" destId="{66F000E3-89C1-4F69-98CA-533E7265C0DB}" srcOrd="1" destOrd="0" parTransId="{D7B977B3-9D4F-4F92-BCD2-4E12288E5B02}" sibTransId="{47B0335D-65B0-45D3-B029-D6E59980A381}"/>
    <dgm:cxn modelId="{7F42B0A5-524A-4E75-A688-870A847CF4B0}" type="presOf" srcId="{11AA0862-47B2-4506-9335-BA8155432324}" destId="{00CD0F9D-AA09-41BD-B300-C3A764BFFFA3}" srcOrd="0" destOrd="0" presId="urn:microsoft.com/office/officeart/2008/layout/LinedList"/>
    <dgm:cxn modelId="{06461DAC-42FC-486E-921B-690802F099D9}" srcId="{804DB5CE-9DA5-468C-B681-983BA28E76F5}" destId="{0476D63A-FAA5-4738-8598-A52203477DD5}" srcOrd="1" destOrd="0" parTransId="{40B36407-8906-4C37-A182-AB677FEE20ED}" sibTransId="{95AA2E5D-1905-4721-9513-A9A0C9523AE0}"/>
    <dgm:cxn modelId="{1109CAAC-61AB-43F8-A60B-458AE32A4FE4}" type="presOf" srcId="{0492737A-EB4E-4BC2-80D7-5F727B4FC5F4}" destId="{D2AC497B-8012-4CF2-BE43-64F722872529}" srcOrd="0" destOrd="0" presId="urn:microsoft.com/office/officeart/2008/layout/LinedList"/>
    <dgm:cxn modelId="{EFAD69C0-9D57-4518-A9C7-96FD1290D690}" srcId="{0476D63A-FAA5-4738-8598-A52203477DD5}" destId="{4CB8F397-267E-4D60-AEE3-3FDFEBC6256F}" srcOrd="3" destOrd="0" parTransId="{2561633D-22B1-46D0-A856-0CD9817BF421}" sibTransId="{0F9C0B57-58B7-4F84-84DA-B927AA0516E7}"/>
    <dgm:cxn modelId="{F1AF83C7-EB9A-4206-BAE0-DC7A61F0BC86}" type="presOf" srcId="{E3AEB365-F3A7-4B80-B10A-02D70A1A60A7}" destId="{E8E9A573-8009-40AD-933E-B2A50D7EE654}" srcOrd="0" destOrd="0" presId="urn:microsoft.com/office/officeart/2008/layout/LinedList"/>
    <dgm:cxn modelId="{7B8B52CC-C7E4-47B6-98B2-73C5DD22F8A1}" type="presOf" srcId="{66F000E3-89C1-4F69-98CA-533E7265C0DB}" destId="{BD34C4E8-03E0-4C59-8206-A753D8543A74}" srcOrd="0" destOrd="0" presId="urn:microsoft.com/office/officeart/2008/layout/LinedList"/>
    <dgm:cxn modelId="{517B57D1-FF38-4638-A9F1-D2F0236F190E}" srcId="{0492737A-EB4E-4BC2-80D7-5F727B4FC5F4}" destId="{DB53F0A1-9575-4FAA-8025-C90E81B67BAB}" srcOrd="0" destOrd="0" parTransId="{18C5520E-CD79-4F17-9A16-35811BB59A82}" sibTransId="{703FC43D-9D24-4742-987E-00A9CD963238}"/>
    <dgm:cxn modelId="{FC933BE2-2AFF-40A1-A965-9325D87E2E9A}" srcId="{0492737A-EB4E-4BC2-80D7-5F727B4FC5F4}" destId="{3C769859-46BA-4069-B912-5B0C4E2F1481}" srcOrd="1" destOrd="0" parTransId="{7EA3FAA4-1A70-4E0C-97E1-73321E7D2F96}" sibTransId="{0AC96882-FFD8-4D2F-B25A-7D9673BA3B75}"/>
    <dgm:cxn modelId="{B7A46FE3-FB52-45CD-AB82-6B518FFABFF8}" type="presOf" srcId="{0476D63A-FAA5-4738-8598-A52203477DD5}" destId="{2D093FBC-8255-40A3-9703-A65EAA4165F8}" srcOrd="0" destOrd="0" presId="urn:microsoft.com/office/officeart/2008/layout/LinedList"/>
    <dgm:cxn modelId="{E8BD7FE3-168D-4D04-AAEF-7A69A728F7E6}" srcId="{0476D63A-FAA5-4738-8598-A52203477DD5}" destId="{E3AEB365-F3A7-4B80-B10A-02D70A1A60A7}" srcOrd="2" destOrd="0" parTransId="{A8E203B3-9818-48DC-BB88-37773DC57338}" sibTransId="{9275A01B-BF47-4455-A125-C3FE8FD3C163}"/>
    <dgm:cxn modelId="{888A12E6-C33A-424B-8106-70CA5C315E1F}" type="presOf" srcId="{804DB5CE-9DA5-468C-B681-983BA28E76F5}" destId="{658DC08A-9456-455E-B83D-4EA43BA6FE32}" srcOrd="0" destOrd="0" presId="urn:microsoft.com/office/officeart/2008/layout/LinedList"/>
    <dgm:cxn modelId="{FA0F6B38-BB91-407B-AF66-1EE0A33A751F}" type="presParOf" srcId="{658DC08A-9456-455E-B83D-4EA43BA6FE32}" destId="{B932BEF1-173F-49FF-BB09-A62E7FD68731}" srcOrd="0" destOrd="0" presId="urn:microsoft.com/office/officeart/2008/layout/LinedList"/>
    <dgm:cxn modelId="{4069042C-2FF1-4AB4-ABCE-4D7EE8A4596D}" type="presParOf" srcId="{658DC08A-9456-455E-B83D-4EA43BA6FE32}" destId="{9A9ED188-150D-40F7-A761-D1E5693A6915}" srcOrd="1" destOrd="0" presId="urn:microsoft.com/office/officeart/2008/layout/LinedList"/>
    <dgm:cxn modelId="{21E8A9C0-5785-4BAC-A75F-FA705FDDDF0B}" type="presParOf" srcId="{9A9ED188-150D-40F7-A761-D1E5693A6915}" destId="{D2AC497B-8012-4CF2-BE43-64F722872529}" srcOrd="0" destOrd="0" presId="urn:microsoft.com/office/officeart/2008/layout/LinedList"/>
    <dgm:cxn modelId="{3CB80848-0B1D-44F9-AC3A-AC78C8713E33}" type="presParOf" srcId="{9A9ED188-150D-40F7-A761-D1E5693A6915}" destId="{2DB48759-77BC-4CDC-9336-E5C47F9D7038}" srcOrd="1" destOrd="0" presId="urn:microsoft.com/office/officeart/2008/layout/LinedList"/>
    <dgm:cxn modelId="{BEF7D5AD-E30A-425F-BF65-A44027F45528}" type="presParOf" srcId="{2DB48759-77BC-4CDC-9336-E5C47F9D7038}" destId="{EEFD7202-8FCF-43E2-A1E7-EFA49599B8D8}" srcOrd="0" destOrd="0" presId="urn:microsoft.com/office/officeart/2008/layout/LinedList"/>
    <dgm:cxn modelId="{CA690492-B276-4803-B8D8-3ACBD813915D}" type="presParOf" srcId="{2DB48759-77BC-4CDC-9336-E5C47F9D7038}" destId="{8A42A11E-2CFC-44A2-A9BC-845F8AE80D03}" srcOrd="1" destOrd="0" presId="urn:microsoft.com/office/officeart/2008/layout/LinedList"/>
    <dgm:cxn modelId="{CD246DEB-C25F-4D32-8FDC-257970873DBA}" type="presParOf" srcId="{8A42A11E-2CFC-44A2-A9BC-845F8AE80D03}" destId="{329C0DC5-88AB-477A-B9BB-A7441EA55019}" srcOrd="0" destOrd="0" presId="urn:microsoft.com/office/officeart/2008/layout/LinedList"/>
    <dgm:cxn modelId="{81AE48C4-615E-4960-8B30-8D30BE698E5B}" type="presParOf" srcId="{8A42A11E-2CFC-44A2-A9BC-845F8AE80D03}" destId="{5668B564-4898-486C-B22D-343DF0034099}" srcOrd="1" destOrd="0" presId="urn:microsoft.com/office/officeart/2008/layout/LinedList"/>
    <dgm:cxn modelId="{86A841CD-8B00-417D-A568-62C3089F08B4}" type="presParOf" srcId="{8A42A11E-2CFC-44A2-A9BC-845F8AE80D03}" destId="{49A04F26-0F0E-4449-8811-99C068259C44}" srcOrd="2" destOrd="0" presId="urn:microsoft.com/office/officeart/2008/layout/LinedList"/>
    <dgm:cxn modelId="{F34195E1-4709-49DC-B01B-01BD3B92639E}" type="presParOf" srcId="{2DB48759-77BC-4CDC-9336-E5C47F9D7038}" destId="{314E6979-E31F-4FC2-9369-3EB6F007F351}" srcOrd="2" destOrd="0" presId="urn:microsoft.com/office/officeart/2008/layout/LinedList"/>
    <dgm:cxn modelId="{8CAD13A1-400E-4EAC-884F-BFB587A5A6C7}" type="presParOf" srcId="{2DB48759-77BC-4CDC-9336-E5C47F9D7038}" destId="{1A09847D-9693-4371-99DA-2DFB994C2339}" srcOrd="3" destOrd="0" presId="urn:microsoft.com/office/officeart/2008/layout/LinedList"/>
    <dgm:cxn modelId="{93E0B1FF-8F47-4F53-97B5-01F61EE9CBD6}" type="presParOf" srcId="{2DB48759-77BC-4CDC-9336-E5C47F9D7038}" destId="{64AA3076-369F-4AE2-9470-14C056D62837}" srcOrd="4" destOrd="0" presId="urn:microsoft.com/office/officeart/2008/layout/LinedList"/>
    <dgm:cxn modelId="{72059342-15F9-404C-8407-71412F49EDB8}" type="presParOf" srcId="{64AA3076-369F-4AE2-9470-14C056D62837}" destId="{F0B50226-DCD0-4C4C-8CAC-8DC5B801F4CA}" srcOrd="0" destOrd="0" presId="urn:microsoft.com/office/officeart/2008/layout/LinedList"/>
    <dgm:cxn modelId="{36EF49F8-7F3D-4EA5-B4F8-09559A30AD1B}" type="presParOf" srcId="{64AA3076-369F-4AE2-9470-14C056D62837}" destId="{EC819A59-960E-4CBF-9A59-C71CC3AF66FB}" srcOrd="1" destOrd="0" presId="urn:microsoft.com/office/officeart/2008/layout/LinedList"/>
    <dgm:cxn modelId="{CEA743CC-BF59-4781-8E7A-D27856CF4346}" type="presParOf" srcId="{64AA3076-369F-4AE2-9470-14C056D62837}" destId="{F2A75355-6E0C-401D-9DB5-A90869313F2B}" srcOrd="2" destOrd="0" presId="urn:microsoft.com/office/officeart/2008/layout/LinedList"/>
    <dgm:cxn modelId="{996EBDD7-A638-4A58-962E-211ADE7CF482}" type="presParOf" srcId="{2DB48759-77BC-4CDC-9336-E5C47F9D7038}" destId="{659CFB60-F400-4ABC-ADCF-C9D9A0A8383E}" srcOrd="5" destOrd="0" presId="urn:microsoft.com/office/officeart/2008/layout/LinedList"/>
    <dgm:cxn modelId="{F554898A-0917-45B2-8BB0-585E414312F6}" type="presParOf" srcId="{2DB48759-77BC-4CDC-9336-E5C47F9D7038}" destId="{D8F396F2-0AC8-437C-BAEC-7C4B88599318}" srcOrd="6" destOrd="0" presId="urn:microsoft.com/office/officeart/2008/layout/LinedList"/>
    <dgm:cxn modelId="{CADF26CC-B855-4E71-A97A-3841CFD6DF3E}" type="presParOf" srcId="{2DB48759-77BC-4CDC-9336-E5C47F9D7038}" destId="{B17BE078-44EC-40CE-9C6C-E8AB6A04D301}" srcOrd="7" destOrd="0" presId="urn:microsoft.com/office/officeart/2008/layout/LinedList"/>
    <dgm:cxn modelId="{CBCCE997-981C-498C-8986-ACFFBFB7714E}" type="presParOf" srcId="{B17BE078-44EC-40CE-9C6C-E8AB6A04D301}" destId="{EBA32054-57F7-4B6E-A2D7-E82B0CD47890}" srcOrd="0" destOrd="0" presId="urn:microsoft.com/office/officeart/2008/layout/LinedList"/>
    <dgm:cxn modelId="{82F201D7-614F-4106-9633-CC90C4446B7F}" type="presParOf" srcId="{B17BE078-44EC-40CE-9C6C-E8AB6A04D301}" destId="{00CD0F9D-AA09-41BD-B300-C3A764BFFFA3}" srcOrd="1" destOrd="0" presId="urn:microsoft.com/office/officeart/2008/layout/LinedList"/>
    <dgm:cxn modelId="{B9D79C7F-5496-4F80-99B3-9EE4CDE222A6}" type="presParOf" srcId="{B17BE078-44EC-40CE-9C6C-E8AB6A04D301}" destId="{62D6DA55-762F-4299-9B74-7170BFA8EEF4}" srcOrd="2" destOrd="0" presId="urn:microsoft.com/office/officeart/2008/layout/LinedList"/>
    <dgm:cxn modelId="{28422744-D08A-4ADB-A8C5-BC176D04B8F1}" type="presParOf" srcId="{2DB48759-77BC-4CDC-9336-E5C47F9D7038}" destId="{D8262AA3-D5BC-4527-82DE-0D2CFAC35F98}" srcOrd="8" destOrd="0" presId="urn:microsoft.com/office/officeart/2008/layout/LinedList"/>
    <dgm:cxn modelId="{59EBECAC-A1E1-4E38-AFA2-28756302FA26}" type="presParOf" srcId="{2DB48759-77BC-4CDC-9336-E5C47F9D7038}" destId="{003F623F-7580-4F46-8753-04E196785B24}" srcOrd="9" destOrd="0" presId="urn:microsoft.com/office/officeart/2008/layout/LinedList"/>
    <dgm:cxn modelId="{61015B0C-CDB2-4925-81CF-752E03666944}" type="presParOf" srcId="{658DC08A-9456-455E-B83D-4EA43BA6FE32}" destId="{73A484D3-C2C0-4FE7-93F9-B43567B06BE4}" srcOrd="2" destOrd="0" presId="urn:microsoft.com/office/officeart/2008/layout/LinedList"/>
    <dgm:cxn modelId="{4F59B59F-53C7-449C-8B73-45223DD7E8C3}" type="presParOf" srcId="{658DC08A-9456-455E-B83D-4EA43BA6FE32}" destId="{FA73B0FE-2F78-40E8-8B94-93D32F11C105}" srcOrd="3" destOrd="0" presId="urn:microsoft.com/office/officeart/2008/layout/LinedList"/>
    <dgm:cxn modelId="{6BE9A02B-73BA-408E-A4EE-77AC3B06DB0C}" type="presParOf" srcId="{FA73B0FE-2F78-40E8-8B94-93D32F11C105}" destId="{2D093FBC-8255-40A3-9703-A65EAA4165F8}" srcOrd="0" destOrd="0" presId="urn:microsoft.com/office/officeart/2008/layout/LinedList"/>
    <dgm:cxn modelId="{B79BE219-2876-42A7-8D43-7F798B43B080}" type="presParOf" srcId="{FA73B0FE-2F78-40E8-8B94-93D32F11C105}" destId="{4F0D7AE8-3139-4819-9874-070270CE7CF6}" srcOrd="1" destOrd="0" presId="urn:microsoft.com/office/officeart/2008/layout/LinedList"/>
    <dgm:cxn modelId="{6412B100-1BF6-416A-8E08-F6056ED01798}" type="presParOf" srcId="{4F0D7AE8-3139-4819-9874-070270CE7CF6}" destId="{1265F4B4-CBDE-43E3-A725-BF4AC986D4E9}" srcOrd="0" destOrd="0" presId="urn:microsoft.com/office/officeart/2008/layout/LinedList"/>
    <dgm:cxn modelId="{1CC34EFB-74F9-4633-9D3D-2D688D2AC97A}" type="presParOf" srcId="{4F0D7AE8-3139-4819-9874-070270CE7CF6}" destId="{5EDC402D-DAED-447F-8744-14C4F75AED1A}" srcOrd="1" destOrd="0" presId="urn:microsoft.com/office/officeart/2008/layout/LinedList"/>
    <dgm:cxn modelId="{34A7DBE5-EC81-4C1E-BE55-BDDFB4CEE17B}" type="presParOf" srcId="{5EDC402D-DAED-447F-8744-14C4F75AED1A}" destId="{528A3D94-8226-4986-99D5-1E8606F0FF54}" srcOrd="0" destOrd="0" presId="urn:microsoft.com/office/officeart/2008/layout/LinedList"/>
    <dgm:cxn modelId="{0EA15D39-48C5-4230-849E-50DC35B901DF}" type="presParOf" srcId="{5EDC402D-DAED-447F-8744-14C4F75AED1A}" destId="{FF2384F8-AE82-4EDF-A83B-CCBCCF7297C8}" srcOrd="1" destOrd="0" presId="urn:microsoft.com/office/officeart/2008/layout/LinedList"/>
    <dgm:cxn modelId="{AB1729C4-2830-48B1-BE4A-00FC25B655E2}" type="presParOf" srcId="{5EDC402D-DAED-447F-8744-14C4F75AED1A}" destId="{9444C62C-E1DC-4FCE-8953-AD27C3FA1FFB}" srcOrd="2" destOrd="0" presId="urn:microsoft.com/office/officeart/2008/layout/LinedList"/>
    <dgm:cxn modelId="{3C9B3642-AD1B-4C00-BD62-275CD241E092}" type="presParOf" srcId="{4F0D7AE8-3139-4819-9874-070270CE7CF6}" destId="{63507D77-E974-4A51-8C46-15C917C4D7E8}" srcOrd="2" destOrd="0" presId="urn:microsoft.com/office/officeart/2008/layout/LinedList"/>
    <dgm:cxn modelId="{2C489F98-AF96-4F2B-B2D8-627F44F99673}" type="presParOf" srcId="{4F0D7AE8-3139-4819-9874-070270CE7CF6}" destId="{A1EFDCCB-4BF8-469C-9F0C-7C59C2829DAF}" srcOrd="3" destOrd="0" presId="urn:microsoft.com/office/officeart/2008/layout/LinedList"/>
    <dgm:cxn modelId="{6BE97B30-0CE3-4072-812C-EA31C3CA7B21}" type="presParOf" srcId="{4F0D7AE8-3139-4819-9874-070270CE7CF6}" destId="{AB971AF7-E78C-49BE-8C22-45E34351CE3F}" srcOrd="4" destOrd="0" presId="urn:microsoft.com/office/officeart/2008/layout/LinedList"/>
    <dgm:cxn modelId="{0F1B9A99-2A3C-4E8A-A6FC-90F413E4BCF5}" type="presParOf" srcId="{AB971AF7-E78C-49BE-8C22-45E34351CE3F}" destId="{8CC2893E-C265-432D-93F8-D77BD535C1EB}" srcOrd="0" destOrd="0" presId="urn:microsoft.com/office/officeart/2008/layout/LinedList"/>
    <dgm:cxn modelId="{D31B585A-9702-44E1-9A2C-BF76E699E61D}" type="presParOf" srcId="{AB971AF7-E78C-49BE-8C22-45E34351CE3F}" destId="{BD34C4E8-03E0-4C59-8206-A753D8543A74}" srcOrd="1" destOrd="0" presId="urn:microsoft.com/office/officeart/2008/layout/LinedList"/>
    <dgm:cxn modelId="{5A2EC0DF-5AE2-46D2-886C-0DF8970656CE}" type="presParOf" srcId="{AB971AF7-E78C-49BE-8C22-45E34351CE3F}" destId="{F1960696-80AC-4385-934B-46476F135DF9}" srcOrd="2" destOrd="0" presId="urn:microsoft.com/office/officeart/2008/layout/LinedList"/>
    <dgm:cxn modelId="{97EF759A-39C4-4ECF-9032-CB7B7F54A96D}" type="presParOf" srcId="{4F0D7AE8-3139-4819-9874-070270CE7CF6}" destId="{02C1A451-C392-4D42-8A58-BAB085F93416}" srcOrd="5" destOrd="0" presId="urn:microsoft.com/office/officeart/2008/layout/LinedList"/>
    <dgm:cxn modelId="{F56BDDD6-DEE7-4236-B208-CB147019DCDF}" type="presParOf" srcId="{4F0D7AE8-3139-4819-9874-070270CE7CF6}" destId="{03B37DEC-BF97-43B6-87A2-42ED73A65083}" srcOrd="6" destOrd="0" presId="urn:microsoft.com/office/officeart/2008/layout/LinedList"/>
    <dgm:cxn modelId="{3E88933A-7D96-4885-B6C3-DD2FF2A36D62}" type="presParOf" srcId="{4F0D7AE8-3139-4819-9874-070270CE7CF6}" destId="{C49A9EF7-970D-46A9-98D5-BDDEE0E9BA48}" srcOrd="7" destOrd="0" presId="urn:microsoft.com/office/officeart/2008/layout/LinedList"/>
    <dgm:cxn modelId="{026259A5-861D-455E-8297-AA5C954B42E1}" type="presParOf" srcId="{C49A9EF7-970D-46A9-98D5-BDDEE0E9BA48}" destId="{70363B03-9B78-47C7-9C16-23B56F6B5A8E}" srcOrd="0" destOrd="0" presId="urn:microsoft.com/office/officeart/2008/layout/LinedList"/>
    <dgm:cxn modelId="{9B9EF250-0138-438E-9C0F-268E98FC60BA}" type="presParOf" srcId="{C49A9EF7-970D-46A9-98D5-BDDEE0E9BA48}" destId="{E8E9A573-8009-40AD-933E-B2A50D7EE654}" srcOrd="1" destOrd="0" presId="urn:microsoft.com/office/officeart/2008/layout/LinedList"/>
    <dgm:cxn modelId="{A1C3EF42-0D1C-48CF-9FEE-32437BF3AE82}" type="presParOf" srcId="{C49A9EF7-970D-46A9-98D5-BDDEE0E9BA48}" destId="{F95B8879-D5C2-4C50-8CB9-BE5630BE9289}" srcOrd="2" destOrd="0" presId="urn:microsoft.com/office/officeart/2008/layout/LinedList"/>
    <dgm:cxn modelId="{0A0DFB16-51B8-4AC4-BC99-4128BE6DDE3C}" type="presParOf" srcId="{4F0D7AE8-3139-4819-9874-070270CE7CF6}" destId="{D0029985-C08E-4586-A575-18FF844174CC}" srcOrd="8" destOrd="0" presId="urn:microsoft.com/office/officeart/2008/layout/LinedList"/>
    <dgm:cxn modelId="{EDA354F8-43D6-4C63-AD0C-5A27B12F96C4}" type="presParOf" srcId="{4F0D7AE8-3139-4819-9874-070270CE7CF6}" destId="{369A0E0D-3B87-44D5-BB89-DF4E9F9A2B85}" srcOrd="9" destOrd="0" presId="urn:microsoft.com/office/officeart/2008/layout/LinedList"/>
    <dgm:cxn modelId="{5C00BD11-31EA-4712-8E06-349916A4B0F6}" type="presParOf" srcId="{4F0D7AE8-3139-4819-9874-070270CE7CF6}" destId="{25CB09A9-9A28-470E-8BEE-550B1AE95818}" srcOrd="10" destOrd="0" presId="urn:microsoft.com/office/officeart/2008/layout/LinedList"/>
    <dgm:cxn modelId="{2EBFB5C2-4CF3-4422-92A3-C00EED50F3E8}" type="presParOf" srcId="{25CB09A9-9A28-470E-8BEE-550B1AE95818}" destId="{430D6E88-DE0D-48A3-A99C-E10F46305D83}" srcOrd="0" destOrd="0" presId="urn:microsoft.com/office/officeart/2008/layout/LinedList"/>
    <dgm:cxn modelId="{44FEF938-3C46-4B29-B323-E36AC0225CF8}" type="presParOf" srcId="{25CB09A9-9A28-470E-8BEE-550B1AE95818}" destId="{15184856-C8E3-4764-AC0F-5312F07175B3}" srcOrd="1" destOrd="0" presId="urn:microsoft.com/office/officeart/2008/layout/LinedList"/>
    <dgm:cxn modelId="{24262144-8DA6-4106-AC51-F111196F0E84}" type="presParOf" srcId="{25CB09A9-9A28-470E-8BEE-550B1AE95818}" destId="{FB1D0173-CB31-4434-B98B-04F9B269EB11}" srcOrd="2" destOrd="0" presId="urn:microsoft.com/office/officeart/2008/layout/LinedList"/>
    <dgm:cxn modelId="{41744768-FA40-41B4-9AFB-C7D9404EAADC}" type="presParOf" srcId="{4F0D7AE8-3139-4819-9874-070270CE7CF6}" destId="{E4773CBF-6E0A-4810-A438-165C2D5BDE6C}" srcOrd="11" destOrd="0" presId="urn:microsoft.com/office/officeart/2008/layout/LinedList"/>
    <dgm:cxn modelId="{42F61A78-3729-4CB8-99BE-9EC428B556F0}" type="presParOf" srcId="{4F0D7AE8-3139-4819-9874-070270CE7CF6}" destId="{22B0695E-B531-4D61-8674-91B84885D9C6}" srcOrd="12" destOrd="0" presId="urn:microsoft.com/office/officeart/2008/layout/LinedList"/>
    <dgm:cxn modelId="{A81424E4-C36D-44B3-BF67-FADE3B9CF951}" type="presParOf" srcId="{4F0D7AE8-3139-4819-9874-070270CE7CF6}" destId="{534509E0-24BB-41F5-B188-5892FAB8BB66}" srcOrd="13" destOrd="0" presId="urn:microsoft.com/office/officeart/2008/layout/LinedList"/>
    <dgm:cxn modelId="{5336564C-1F0F-4250-8ECC-0C7C763FB905}" type="presParOf" srcId="{534509E0-24BB-41F5-B188-5892FAB8BB66}" destId="{5AB47FD3-2B71-45B6-8444-908D525FEAD4}" srcOrd="0" destOrd="0" presId="urn:microsoft.com/office/officeart/2008/layout/LinedList"/>
    <dgm:cxn modelId="{DC05EBC5-EA8A-4E7A-87E2-DB0E3888C4E4}" type="presParOf" srcId="{534509E0-24BB-41F5-B188-5892FAB8BB66}" destId="{E18B494A-1E5C-4843-8CE4-694C6E446D89}" srcOrd="1" destOrd="0" presId="urn:microsoft.com/office/officeart/2008/layout/LinedList"/>
    <dgm:cxn modelId="{E64D2CAC-300A-4809-8447-3EBBD8843494}" type="presParOf" srcId="{534509E0-24BB-41F5-B188-5892FAB8BB66}" destId="{27117D09-FFCA-44DD-A141-AA5AEC2C74A8}" srcOrd="2" destOrd="0" presId="urn:microsoft.com/office/officeart/2008/layout/LinedList"/>
    <dgm:cxn modelId="{F2B5715D-B753-4D7D-B02F-42FE4E68DE78}" type="presParOf" srcId="{4F0D7AE8-3139-4819-9874-070270CE7CF6}" destId="{9492D5C1-01DF-4935-B96C-240F5F53EFA0}" srcOrd="14" destOrd="0" presId="urn:microsoft.com/office/officeart/2008/layout/LinedList"/>
    <dgm:cxn modelId="{4AEACA58-3343-431A-9470-94C1D7D3B7E7}" type="presParOf" srcId="{4F0D7AE8-3139-4819-9874-070270CE7CF6}" destId="{684FC760-3DC2-4529-B2F3-ADE90C64E7C7}"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3AC52E9-3DC5-4F16-8B0B-971B2A45BCB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289D6D5-7E01-4896-82E0-290390314E66}">
      <dgm:prSet custT="1"/>
      <dgm:spPr/>
      <dgm:t>
        <a:bodyPr/>
        <a:lstStyle/>
        <a:p>
          <a:r>
            <a:rPr lang="en-GB" sz="1400" dirty="0"/>
            <a:t>Gives info on</a:t>
          </a:r>
        </a:p>
      </dgm:t>
    </dgm:pt>
    <dgm:pt modelId="{1E8950CA-7B78-4696-B0E7-B492313A725E}" type="parTrans" cxnId="{96890D49-72EB-4167-AC75-0693882EE3B2}">
      <dgm:prSet/>
      <dgm:spPr/>
      <dgm:t>
        <a:bodyPr/>
        <a:lstStyle/>
        <a:p>
          <a:endParaRPr lang="en-US" sz="1400"/>
        </a:p>
      </dgm:t>
    </dgm:pt>
    <dgm:pt modelId="{6E79220A-3F65-49C6-968E-ACD4C2B23645}" type="sibTrans" cxnId="{96890D49-72EB-4167-AC75-0693882EE3B2}">
      <dgm:prSet/>
      <dgm:spPr/>
      <dgm:t>
        <a:bodyPr/>
        <a:lstStyle/>
        <a:p>
          <a:endParaRPr lang="en-US" sz="1400"/>
        </a:p>
      </dgm:t>
    </dgm:pt>
    <dgm:pt modelId="{293C4F13-EF21-446C-B9B1-69876A9B1E86}">
      <dgm:prSet custT="1"/>
      <dgm:spPr/>
      <dgm:t>
        <a:bodyPr/>
        <a:lstStyle/>
        <a:p>
          <a:r>
            <a:rPr lang="en-GB" sz="1300" dirty="0"/>
            <a:t>PBT &amp; </a:t>
          </a:r>
          <a:r>
            <a:rPr lang="en-GB" sz="1300" dirty="0" err="1"/>
            <a:t>vPvB</a:t>
          </a:r>
          <a:r>
            <a:rPr lang="en-GB" sz="1300" dirty="0"/>
            <a:t> assessment results</a:t>
          </a:r>
        </a:p>
      </dgm:t>
    </dgm:pt>
    <dgm:pt modelId="{B7A518C9-5206-4213-B6CF-E109E66B54E7}" type="parTrans" cxnId="{A9091F5B-DC2F-4711-A5B0-C2E53A43C0F1}">
      <dgm:prSet/>
      <dgm:spPr/>
      <dgm:t>
        <a:bodyPr/>
        <a:lstStyle/>
        <a:p>
          <a:endParaRPr lang="en-US" sz="1400"/>
        </a:p>
      </dgm:t>
    </dgm:pt>
    <dgm:pt modelId="{C41B7C54-060D-4815-BA70-BB9B7A5357CA}" type="sibTrans" cxnId="{A9091F5B-DC2F-4711-A5B0-C2E53A43C0F1}">
      <dgm:prSet/>
      <dgm:spPr/>
      <dgm:t>
        <a:bodyPr/>
        <a:lstStyle/>
        <a:p>
          <a:endParaRPr lang="en-US" sz="1400"/>
        </a:p>
      </dgm:t>
    </dgm:pt>
    <dgm:pt modelId="{C0168E96-2782-4F78-865E-2C197EFB9F46}">
      <dgm:prSet custT="1"/>
      <dgm:spPr/>
      <dgm:t>
        <a:bodyPr/>
        <a:lstStyle/>
        <a:p>
          <a:r>
            <a:rPr lang="en-GB" sz="1400" dirty="0"/>
            <a:t>Provides basis for classification &amp; RMM given in SDS.</a:t>
          </a:r>
        </a:p>
      </dgm:t>
    </dgm:pt>
    <dgm:pt modelId="{218478D2-E3DD-4DFA-BB52-15AD0C1C506B}" type="parTrans" cxnId="{657A598A-B668-4AF7-BA51-3210654C410F}">
      <dgm:prSet/>
      <dgm:spPr/>
      <dgm:t>
        <a:bodyPr/>
        <a:lstStyle/>
        <a:p>
          <a:endParaRPr lang="en-US" sz="1400"/>
        </a:p>
      </dgm:t>
    </dgm:pt>
    <dgm:pt modelId="{89A02A9C-21AA-4485-9481-49E37C9DE1C9}" type="sibTrans" cxnId="{657A598A-B668-4AF7-BA51-3210654C410F}">
      <dgm:prSet/>
      <dgm:spPr/>
      <dgm:t>
        <a:bodyPr/>
        <a:lstStyle/>
        <a:p>
          <a:endParaRPr lang="en-US" sz="1400"/>
        </a:p>
      </dgm:t>
    </dgm:pt>
    <dgm:pt modelId="{D6158F87-7BDD-46A2-ABFD-FCB95794864D}">
      <dgm:prSet custT="1"/>
      <dgm:spPr/>
      <dgm:t>
        <a:bodyPr/>
        <a:lstStyle/>
        <a:p>
          <a:r>
            <a:rPr lang="en-GB" sz="1400" dirty="0"/>
            <a:t>Environmental Impact due to release</a:t>
          </a:r>
          <a:endParaRPr lang="en-GB" sz="1300" dirty="0"/>
        </a:p>
      </dgm:t>
    </dgm:pt>
    <dgm:pt modelId="{8B2332D3-FF1B-4631-A3D5-10959A1272B2}" type="parTrans" cxnId="{B1B3A63D-6C58-4D73-8F96-0CCB7363DDDF}">
      <dgm:prSet/>
      <dgm:spPr/>
      <dgm:t>
        <a:bodyPr/>
        <a:lstStyle/>
        <a:p>
          <a:endParaRPr lang="en-US"/>
        </a:p>
      </dgm:t>
    </dgm:pt>
    <dgm:pt modelId="{C4AAA4B7-26BE-4578-95C6-11ADAC8D622B}" type="sibTrans" cxnId="{B1B3A63D-6C58-4D73-8F96-0CCB7363DDDF}">
      <dgm:prSet/>
      <dgm:spPr/>
      <dgm:t>
        <a:bodyPr/>
        <a:lstStyle/>
        <a:p>
          <a:endParaRPr lang="en-US"/>
        </a:p>
      </dgm:t>
    </dgm:pt>
    <dgm:pt modelId="{5712EC21-3430-4B4C-B3C2-39956A7800EC}">
      <dgm:prSet custT="1"/>
      <dgm:spPr/>
      <dgm:t>
        <a:bodyPr/>
        <a:lstStyle/>
        <a:p>
          <a:r>
            <a:rPr lang="en-GB" sz="1300"/>
            <a:t>How chemical was tested</a:t>
          </a:r>
          <a:endParaRPr lang="en-GB" sz="1300" dirty="0"/>
        </a:p>
      </dgm:t>
    </dgm:pt>
    <dgm:pt modelId="{788517FC-BF25-437E-859A-EBDF7EA18424}" type="parTrans" cxnId="{704FCBA5-92AD-4991-8A0A-0ACE338E4E53}">
      <dgm:prSet/>
      <dgm:spPr/>
      <dgm:t>
        <a:bodyPr/>
        <a:lstStyle/>
        <a:p>
          <a:endParaRPr lang="en-US"/>
        </a:p>
      </dgm:t>
    </dgm:pt>
    <dgm:pt modelId="{9EC61A3C-CABB-4CC7-A240-3353F6418EBC}" type="sibTrans" cxnId="{704FCBA5-92AD-4991-8A0A-0ACE338E4E53}">
      <dgm:prSet/>
      <dgm:spPr/>
      <dgm:t>
        <a:bodyPr/>
        <a:lstStyle/>
        <a:p>
          <a:endParaRPr lang="en-US"/>
        </a:p>
      </dgm:t>
    </dgm:pt>
    <dgm:pt modelId="{AE251AA3-727B-4F1B-B7AA-248A4F4A15CF}">
      <dgm:prSet custT="1"/>
      <dgm:spPr/>
      <dgm:t>
        <a:bodyPr/>
        <a:lstStyle/>
        <a:p>
          <a:r>
            <a:rPr lang="en-GB" sz="1400" kern="1200" dirty="0">
              <a:solidFill>
                <a:srgbClr val="63666A">
                  <a:hueOff val="0"/>
                  <a:satOff val="0"/>
                  <a:lumOff val="0"/>
                  <a:alphaOff val="0"/>
                </a:srgbClr>
              </a:solidFill>
              <a:latin typeface="GE Inspira Sans"/>
              <a:ea typeface="+mn-ea"/>
              <a:cs typeface="+mn-cs"/>
            </a:rPr>
            <a:t>This information may assist in</a:t>
          </a:r>
        </a:p>
      </dgm:t>
    </dgm:pt>
    <dgm:pt modelId="{A5C46FF3-A03E-441E-AC9B-0070CD8C5D1B}" type="parTrans" cxnId="{B6628786-44C9-42C9-9CBB-963E6B6C025E}">
      <dgm:prSet/>
      <dgm:spPr/>
      <dgm:t>
        <a:bodyPr/>
        <a:lstStyle/>
        <a:p>
          <a:endParaRPr lang="en-US"/>
        </a:p>
      </dgm:t>
    </dgm:pt>
    <dgm:pt modelId="{84825254-EB2D-4DBD-A1CE-F934B79BE70E}" type="sibTrans" cxnId="{B6628786-44C9-42C9-9CBB-963E6B6C025E}">
      <dgm:prSet/>
      <dgm:spPr/>
      <dgm:t>
        <a:bodyPr/>
        <a:lstStyle/>
        <a:p>
          <a:endParaRPr lang="en-US"/>
        </a:p>
      </dgm:t>
    </dgm:pt>
    <dgm:pt modelId="{2FA107C2-F17C-445B-B4AE-0DF36620A7FA}">
      <dgm:prSet custT="1"/>
      <dgm:spPr/>
      <dgm:t>
        <a:bodyPr/>
        <a:lstStyle/>
        <a:p>
          <a:r>
            <a:rPr lang="en-GB" sz="1400" kern="1200" dirty="0">
              <a:solidFill>
                <a:srgbClr val="63666A">
                  <a:hueOff val="0"/>
                  <a:satOff val="0"/>
                  <a:lumOff val="0"/>
                  <a:alphaOff val="0"/>
                </a:srgbClr>
              </a:solidFill>
              <a:latin typeface="GE Inspira Sans"/>
              <a:ea typeface="+mn-ea"/>
              <a:cs typeface="+mn-cs"/>
            </a:rPr>
            <a:t>handling spills, </a:t>
          </a:r>
        </a:p>
      </dgm:t>
    </dgm:pt>
    <dgm:pt modelId="{65942BDB-545F-4598-A9D9-52E2C66E6341}" type="parTrans" cxnId="{54ECCCC6-AC5B-47A6-B89C-80F948F495A1}">
      <dgm:prSet/>
      <dgm:spPr/>
      <dgm:t>
        <a:bodyPr/>
        <a:lstStyle/>
        <a:p>
          <a:endParaRPr lang="en-US"/>
        </a:p>
      </dgm:t>
    </dgm:pt>
    <dgm:pt modelId="{E84CE1E2-E73F-48C7-B7AB-76D736C15523}" type="sibTrans" cxnId="{54ECCCC6-AC5B-47A6-B89C-80F948F495A1}">
      <dgm:prSet/>
      <dgm:spPr/>
      <dgm:t>
        <a:bodyPr/>
        <a:lstStyle/>
        <a:p>
          <a:endParaRPr lang="en-US"/>
        </a:p>
      </dgm:t>
    </dgm:pt>
    <dgm:pt modelId="{6B8353C0-EBFE-48BE-AF38-B4EAB052927A}">
      <dgm:prSet custT="1"/>
      <dgm:spPr/>
      <dgm:t>
        <a:bodyPr/>
        <a:lstStyle/>
        <a:p>
          <a:r>
            <a:rPr lang="en-GB" sz="1400" kern="1200" dirty="0">
              <a:solidFill>
                <a:srgbClr val="63666A">
                  <a:hueOff val="0"/>
                  <a:satOff val="0"/>
                  <a:lumOff val="0"/>
                  <a:alphaOff val="0"/>
                </a:srgbClr>
              </a:solidFill>
              <a:latin typeface="GE Inspira Sans"/>
              <a:ea typeface="+mn-ea"/>
              <a:cs typeface="+mn-cs"/>
            </a:rPr>
            <a:t>evaluating waste treatment practices,</a:t>
          </a:r>
        </a:p>
      </dgm:t>
    </dgm:pt>
    <dgm:pt modelId="{2060DF7E-8C85-4ADA-B391-8A7A6049425F}" type="parTrans" cxnId="{366A7079-DF77-4812-B5EF-F0267E744C4F}">
      <dgm:prSet/>
      <dgm:spPr/>
      <dgm:t>
        <a:bodyPr/>
        <a:lstStyle/>
        <a:p>
          <a:endParaRPr lang="en-US"/>
        </a:p>
      </dgm:t>
    </dgm:pt>
    <dgm:pt modelId="{156B0B56-F739-408C-B7DF-1561AE2B7E4A}" type="sibTrans" cxnId="{366A7079-DF77-4812-B5EF-F0267E744C4F}">
      <dgm:prSet/>
      <dgm:spPr/>
      <dgm:t>
        <a:bodyPr/>
        <a:lstStyle/>
        <a:p>
          <a:endParaRPr lang="en-US"/>
        </a:p>
      </dgm:t>
    </dgm:pt>
    <dgm:pt modelId="{C3E1DAE6-CDD4-414C-8A25-7DEE2360269E}">
      <dgm:prSet custT="1"/>
      <dgm:spPr/>
      <dgm:t>
        <a:bodyPr/>
        <a:lstStyle/>
        <a:p>
          <a:r>
            <a:rPr lang="en-GB" sz="1400" kern="1200" dirty="0">
              <a:solidFill>
                <a:srgbClr val="63666A">
                  <a:hueOff val="0"/>
                  <a:satOff val="0"/>
                  <a:lumOff val="0"/>
                  <a:alphaOff val="0"/>
                </a:srgbClr>
              </a:solidFill>
              <a:latin typeface="GE Inspira Sans"/>
              <a:ea typeface="+mn-ea"/>
              <a:cs typeface="+mn-cs"/>
            </a:rPr>
            <a:t>control of release,</a:t>
          </a:r>
        </a:p>
      </dgm:t>
    </dgm:pt>
    <dgm:pt modelId="{A522CEC9-30CC-4F7B-A39E-380564D78EF4}" type="parTrans" cxnId="{A30D0DB9-E929-48BF-9013-74CAFE226CC1}">
      <dgm:prSet/>
      <dgm:spPr/>
      <dgm:t>
        <a:bodyPr/>
        <a:lstStyle/>
        <a:p>
          <a:endParaRPr lang="en-US"/>
        </a:p>
      </dgm:t>
    </dgm:pt>
    <dgm:pt modelId="{AD444C3D-1AF1-46C5-9105-7B286C69E268}" type="sibTrans" cxnId="{A30D0DB9-E929-48BF-9013-74CAFE226CC1}">
      <dgm:prSet/>
      <dgm:spPr/>
      <dgm:t>
        <a:bodyPr/>
        <a:lstStyle/>
        <a:p>
          <a:endParaRPr lang="en-US"/>
        </a:p>
      </dgm:t>
    </dgm:pt>
    <dgm:pt modelId="{FE82F81F-97C9-4487-854A-8D9A3A8B5D28}">
      <dgm:prSet custT="1"/>
      <dgm:spPr/>
      <dgm:t>
        <a:bodyPr/>
        <a:lstStyle/>
        <a:p>
          <a:r>
            <a:rPr lang="en-GB" sz="1400" kern="1200" dirty="0">
              <a:solidFill>
                <a:srgbClr val="63666A">
                  <a:hueOff val="0"/>
                  <a:satOff val="0"/>
                  <a:lumOff val="0"/>
                  <a:alphaOff val="0"/>
                </a:srgbClr>
              </a:solidFill>
              <a:latin typeface="GE Inspira Sans"/>
              <a:ea typeface="+mn-ea"/>
              <a:cs typeface="+mn-cs"/>
            </a:rPr>
            <a:t> accidental release measures, </a:t>
          </a:r>
        </a:p>
      </dgm:t>
    </dgm:pt>
    <dgm:pt modelId="{CB1B826C-D98B-49AF-8855-DCC829B8D68A}" type="parTrans" cxnId="{926168C9-D765-47B2-8DAE-AFA5CEF87B3A}">
      <dgm:prSet/>
      <dgm:spPr/>
      <dgm:t>
        <a:bodyPr/>
        <a:lstStyle/>
        <a:p>
          <a:endParaRPr lang="en-US"/>
        </a:p>
      </dgm:t>
    </dgm:pt>
    <dgm:pt modelId="{859E3102-1138-44B9-82CA-0FABF599C5F4}" type="sibTrans" cxnId="{926168C9-D765-47B2-8DAE-AFA5CEF87B3A}">
      <dgm:prSet/>
      <dgm:spPr/>
      <dgm:t>
        <a:bodyPr/>
        <a:lstStyle/>
        <a:p>
          <a:endParaRPr lang="en-US"/>
        </a:p>
      </dgm:t>
    </dgm:pt>
    <dgm:pt modelId="{2BA718AB-4AE9-4000-864A-FA517C9A036C}">
      <dgm:prSet custT="1"/>
      <dgm:spPr/>
      <dgm:t>
        <a:bodyPr/>
        <a:lstStyle/>
        <a:p>
          <a:r>
            <a:rPr lang="en-GB" sz="1400" kern="1200">
              <a:solidFill>
                <a:srgbClr val="63666A">
                  <a:hueOff val="0"/>
                  <a:satOff val="0"/>
                  <a:lumOff val="0"/>
                  <a:alphaOff val="0"/>
                </a:srgbClr>
              </a:solidFill>
              <a:latin typeface="GE Inspira Sans"/>
              <a:ea typeface="+mn-ea"/>
              <a:cs typeface="+mn-cs"/>
            </a:rPr>
            <a:t> </a:t>
          </a:r>
          <a:r>
            <a:rPr lang="en-GB" sz="1400" kern="1200" dirty="0">
              <a:solidFill>
                <a:srgbClr val="63666A">
                  <a:hueOff val="0"/>
                  <a:satOff val="0"/>
                  <a:lumOff val="0"/>
                  <a:alphaOff val="0"/>
                </a:srgbClr>
              </a:solidFill>
              <a:latin typeface="GE Inspira Sans"/>
              <a:ea typeface="+mn-ea"/>
              <a:cs typeface="+mn-cs"/>
            </a:rPr>
            <a:t>transport.</a:t>
          </a:r>
        </a:p>
      </dgm:t>
    </dgm:pt>
    <dgm:pt modelId="{502C4E53-4F8F-4C3F-86A0-6C3BA8A9E9D6}" type="parTrans" cxnId="{1DC744BD-33A3-480D-90CF-5795AC4D0E69}">
      <dgm:prSet/>
      <dgm:spPr/>
      <dgm:t>
        <a:bodyPr/>
        <a:lstStyle/>
        <a:p>
          <a:endParaRPr lang="en-US"/>
        </a:p>
      </dgm:t>
    </dgm:pt>
    <dgm:pt modelId="{95446F38-AC8C-4540-8A03-BA90AEB11DFD}" type="sibTrans" cxnId="{1DC744BD-33A3-480D-90CF-5795AC4D0E69}">
      <dgm:prSet/>
      <dgm:spPr/>
      <dgm:t>
        <a:bodyPr/>
        <a:lstStyle/>
        <a:p>
          <a:endParaRPr lang="en-US"/>
        </a:p>
      </dgm:t>
    </dgm:pt>
    <dgm:pt modelId="{FEE98E12-A71A-41BC-8324-1F206E6AC722}" type="pres">
      <dgm:prSet presAssocID="{13AC52E9-3DC5-4F16-8B0B-971B2A45BCB2}" presName="vert0" presStyleCnt="0">
        <dgm:presLayoutVars>
          <dgm:dir/>
          <dgm:animOne val="branch"/>
          <dgm:animLvl val="lvl"/>
        </dgm:presLayoutVars>
      </dgm:prSet>
      <dgm:spPr/>
    </dgm:pt>
    <dgm:pt modelId="{C65010F8-7B2A-4B6E-AE25-E3F0EBC1FBC5}" type="pres">
      <dgm:prSet presAssocID="{E289D6D5-7E01-4896-82E0-290390314E66}" presName="thickLine" presStyleLbl="alignNode1" presStyleIdx="0" presStyleCnt="3"/>
      <dgm:spPr/>
    </dgm:pt>
    <dgm:pt modelId="{E4F23136-3914-4B4D-9D3E-974292FBDD3D}" type="pres">
      <dgm:prSet presAssocID="{E289D6D5-7E01-4896-82E0-290390314E66}" presName="horz1" presStyleCnt="0"/>
      <dgm:spPr/>
    </dgm:pt>
    <dgm:pt modelId="{444C550A-B130-4D40-81C5-65522DBE9A56}" type="pres">
      <dgm:prSet presAssocID="{E289D6D5-7E01-4896-82E0-290390314E66}" presName="tx1" presStyleLbl="revTx" presStyleIdx="0" presStyleCnt="11" custScaleX="186507"/>
      <dgm:spPr/>
    </dgm:pt>
    <dgm:pt modelId="{6AF3D8A8-5624-483C-BFDD-FF30DF125331}" type="pres">
      <dgm:prSet presAssocID="{E289D6D5-7E01-4896-82E0-290390314E66}" presName="vert1" presStyleCnt="0"/>
      <dgm:spPr/>
    </dgm:pt>
    <dgm:pt modelId="{E44CA98D-6746-4953-89D9-F05EF8866720}" type="pres">
      <dgm:prSet presAssocID="{D6158F87-7BDD-46A2-ABFD-FCB95794864D}" presName="vertSpace2a" presStyleCnt="0"/>
      <dgm:spPr/>
    </dgm:pt>
    <dgm:pt modelId="{02F6C50D-7AA3-4C66-930B-BB33484350B1}" type="pres">
      <dgm:prSet presAssocID="{D6158F87-7BDD-46A2-ABFD-FCB95794864D}" presName="horz2" presStyleCnt="0"/>
      <dgm:spPr/>
    </dgm:pt>
    <dgm:pt modelId="{5B7E1C1C-D381-4F28-8CCE-759AEE096053}" type="pres">
      <dgm:prSet presAssocID="{D6158F87-7BDD-46A2-ABFD-FCB95794864D}" presName="horzSpace2" presStyleCnt="0"/>
      <dgm:spPr/>
    </dgm:pt>
    <dgm:pt modelId="{1E1CF9C3-41E7-429A-9CD0-ABC00ECFB6D7}" type="pres">
      <dgm:prSet presAssocID="{D6158F87-7BDD-46A2-ABFD-FCB95794864D}" presName="tx2" presStyleLbl="revTx" presStyleIdx="1" presStyleCnt="11"/>
      <dgm:spPr/>
    </dgm:pt>
    <dgm:pt modelId="{8F29E5A2-9A99-4BD7-B8CB-B49DB7870B02}" type="pres">
      <dgm:prSet presAssocID="{D6158F87-7BDD-46A2-ABFD-FCB95794864D}" presName="vert2" presStyleCnt="0"/>
      <dgm:spPr/>
    </dgm:pt>
    <dgm:pt modelId="{D90FC060-8036-4E3C-B065-335973FA4FE3}" type="pres">
      <dgm:prSet presAssocID="{D6158F87-7BDD-46A2-ABFD-FCB95794864D}" presName="thinLine2b" presStyleLbl="callout" presStyleIdx="0" presStyleCnt="8"/>
      <dgm:spPr/>
    </dgm:pt>
    <dgm:pt modelId="{9E963F8E-4C94-442F-AE37-7782CC1460FC}" type="pres">
      <dgm:prSet presAssocID="{D6158F87-7BDD-46A2-ABFD-FCB95794864D}" presName="vertSpace2b" presStyleCnt="0"/>
      <dgm:spPr/>
    </dgm:pt>
    <dgm:pt modelId="{DF65C96F-0159-4A67-AC40-63EA0A10CE19}" type="pres">
      <dgm:prSet presAssocID="{5712EC21-3430-4B4C-B3C2-39956A7800EC}" presName="horz2" presStyleCnt="0"/>
      <dgm:spPr/>
    </dgm:pt>
    <dgm:pt modelId="{D194CD6B-2299-4874-9E51-8FF25599631B}" type="pres">
      <dgm:prSet presAssocID="{5712EC21-3430-4B4C-B3C2-39956A7800EC}" presName="horzSpace2" presStyleCnt="0"/>
      <dgm:spPr/>
    </dgm:pt>
    <dgm:pt modelId="{E8F86993-6EA2-4785-8B6A-E93BF20325CB}" type="pres">
      <dgm:prSet presAssocID="{5712EC21-3430-4B4C-B3C2-39956A7800EC}" presName="tx2" presStyleLbl="revTx" presStyleIdx="2" presStyleCnt="11"/>
      <dgm:spPr/>
    </dgm:pt>
    <dgm:pt modelId="{D92E8FB2-4D9F-46F4-BE73-1232A95E0026}" type="pres">
      <dgm:prSet presAssocID="{5712EC21-3430-4B4C-B3C2-39956A7800EC}" presName="vert2" presStyleCnt="0"/>
      <dgm:spPr/>
    </dgm:pt>
    <dgm:pt modelId="{A5D4D74F-D321-42EC-BD24-2E629A7DF10F}" type="pres">
      <dgm:prSet presAssocID="{5712EC21-3430-4B4C-B3C2-39956A7800EC}" presName="thinLine2b" presStyleLbl="callout" presStyleIdx="1" presStyleCnt="8"/>
      <dgm:spPr/>
    </dgm:pt>
    <dgm:pt modelId="{987801FB-7166-4D8E-9791-F4B31006289F}" type="pres">
      <dgm:prSet presAssocID="{5712EC21-3430-4B4C-B3C2-39956A7800EC}" presName="vertSpace2b" presStyleCnt="0"/>
      <dgm:spPr/>
    </dgm:pt>
    <dgm:pt modelId="{16499BC2-AF12-42A7-9606-2EDA664BBBD0}" type="pres">
      <dgm:prSet presAssocID="{293C4F13-EF21-446C-B9B1-69876A9B1E86}" presName="horz2" presStyleCnt="0"/>
      <dgm:spPr/>
    </dgm:pt>
    <dgm:pt modelId="{2325D543-921C-4DE4-84F4-8E9E5DEF72E0}" type="pres">
      <dgm:prSet presAssocID="{293C4F13-EF21-446C-B9B1-69876A9B1E86}" presName="horzSpace2" presStyleCnt="0"/>
      <dgm:spPr/>
    </dgm:pt>
    <dgm:pt modelId="{53465FAB-D34C-41FD-835A-F1FBF1C36687}" type="pres">
      <dgm:prSet presAssocID="{293C4F13-EF21-446C-B9B1-69876A9B1E86}" presName="tx2" presStyleLbl="revTx" presStyleIdx="3" presStyleCnt="11"/>
      <dgm:spPr/>
    </dgm:pt>
    <dgm:pt modelId="{D2DFF974-C636-44E4-B3C0-64141DCC3D7C}" type="pres">
      <dgm:prSet presAssocID="{293C4F13-EF21-446C-B9B1-69876A9B1E86}" presName="vert2" presStyleCnt="0"/>
      <dgm:spPr/>
    </dgm:pt>
    <dgm:pt modelId="{E5F40B72-FE1A-499F-85FA-D7DA005C672A}" type="pres">
      <dgm:prSet presAssocID="{293C4F13-EF21-446C-B9B1-69876A9B1E86}" presName="thinLine2b" presStyleLbl="callout" presStyleIdx="2" presStyleCnt="8"/>
      <dgm:spPr/>
    </dgm:pt>
    <dgm:pt modelId="{ECFBF751-D869-4974-BCB4-2AF42B2C9714}" type="pres">
      <dgm:prSet presAssocID="{293C4F13-EF21-446C-B9B1-69876A9B1E86}" presName="vertSpace2b" presStyleCnt="0"/>
      <dgm:spPr/>
    </dgm:pt>
    <dgm:pt modelId="{41D94AC8-1CA0-40A9-8B91-CA2FA82AB691}" type="pres">
      <dgm:prSet presAssocID="{C0168E96-2782-4F78-865E-2C197EFB9F46}" presName="thickLine" presStyleLbl="alignNode1" presStyleIdx="1" presStyleCnt="3"/>
      <dgm:spPr/>
    </dgm:pt>
    <dgm:pt modelId="{1FFEF3E2-E9A6-4491-A557-2F65BDDD45F5}" type="pres">
      <dgm:prSet presAssocID="{C0168E96-2782-4F78-865E-2C197EFB9F46}" presName="horz1" presStyleCnt="0"/>
      <dgm:spPr/>
    </dgm:pt>
    <dgm:pt modelId="{68EA7B7D-11C0-49D8-8A46-E4E5234A0051}" type="pres">
      <dgm:prSet presAssocID="{C0168E96-2782-4F78-865E-2C197EFB9F46}" presName="tx1" presStyleLbl="revTx" presStyleIdx="4" presStyleCnt="11" custScaleX="500000" custScaleY="25770"/>
      <dgm:spPr/>
    </dgm:pt>
    <dgm:pt modelId="{87D9B9FB-39C1-4F13-80D2-C07F3E8B2FCA}" type="pres">
      <dgm:prSet presAssocID="{C0168E96-2782-4F78-865E-2C197EFB9F46}" presName="vert1" presStyleCnt="0"/>
      <dgm:spPr/>
    </dgm:pt>
    <dgm:pt modelId="{580BE594-F62E-43C4-9279-420E61B2EA4A}" type="pres">
      <dgm:prSet presAssocID="{AE251AA3-727B-4F1B-B7AA-248A4F4A15CF}" presName="thickLine" presStyleLbl="alignNode1" presStyleIdx="2" presStyleCnt="3"/>
      <dgm:spPr/>
    </dgm:pt>
    <dgm:pt modelId="{5546BFA1-A9F3-4AD1-B177-124F49F775D1}" type="pres">
      <dgm:prSet presAssocID="{AE251AA3-727B-4F1B-B7AA-248A4F4A15CF}" presName="horz1" presStyleCnt="0"/>
      <dgm:spPr/>
    </dgm:pt>
    <dgm:pt modelId="{984561BE-B647-443E-ACB6-4E2F0B36545D}" type="pres">
      <dgm:prSet presAssocID="{AE251AA3-727B-4F1B-B7AA-248A4F4A15CF}" presName="tx1" presStyleLbl="revTx" presStyleIdx="5" presStyleCnt="11" custScaleX="174566"/>
      <dgm:spPr/>
    </dgm:pt>
    <dgm:pt modelId="{FC05E470-3C9C-4D0E-BFC6-8E96BCD77223}" type="pres">
      <dgm:prSet presAssocID="{AE251AA3-727B-4F1B-B7AA-248A4F4A15CF}" presName="vert1" presStyleCnt="0"/>
      <dgm:spPr/>
    </dgm:pt>
    <dgm:pt modelId="{42AAB725-E101-4316-91F7-DD485D82143C}" type="pres">
      <dgm:prSet presAssocID="{2FA107C2-F17C-445B-B4AE-0DF36620A7FA}" presName="vertSpace2a" presStyleCnt="0"/>
      <dgm:spPr/>
    </dgm:pt>
    <dgm:pt modelId="{D9A9F431-46C3-446C-BADF-1F968BAA0708}" type="pres">
      <dgm:prSet presAssocID="{2FA107C2-F17C-445B-B4AE-0DF36620A7FA}" presName="horz2" presStyleCnt="0"/>
      <dgm:spPr/>
    </dgm:pt>
    <dgm:pt modelId="{C0102DC6-F697-4F0D-8E38-25435B2C48BD}" type="pres">
      <dgm:prSet presAssocID="{2FA107C2-F17C-445B-B4AE-0DF36620A7FA}" presName="horzSpace2" presStyleCnt="0"/>
      <dgm:spPr/>
    </dgm:pt>
    <dgm:pt modelId="{4A56F7EC-1E59-48BF-A982-B58194003901}" type="pres">
      <dgm:prSet presAssocID="{2FA107C2-F17C-445B-B4AE-0DF36620A7FA}" presName="tx2" presStyleLbl="revTx" presStyleIdx="6" presStyleCnt="11"/>
      <dgm:spPr/>
    </dgm:pt>
    <dgm:pt modelId="{955F06E7-86AC-459B-AF60-CA001AE5964D}" type="pres">
      <dgm:prSet presAssocID="{2FA107C2-F17C-445B-B4AE-0DF36620A7FA}" presName="vert2" presStyleCnt="0"/>
      <dgm:spPr/>
    </dgm:pt>
    <dgm:pt modelId="{A14FA7D1-8BE2-469D-82B3-419A4731278E}" type="pres">
      <dgm:prSet presAssocID="{2FA107C2-F17C-445B-B4AE-0DF36620A7FA}" presName="thinLine2b" presStyleLbl="callout" presStyleIdx="3" presStyleCnt="8"/>
      <dgm:spPr/>
    </dgm:pt>
    <dgm:pt modelId="{B32DB190-9ED0-4AAD-B03E-BD03C03C44AA}" type="pres">
      <dgm:prSet presAssocID="{2FA107C2-F17C-445B-B4AE-0DF36620A7FA}" presName="vertSpace2b" presStyleCnt="0"/>
      <dgm:spPr/>
    </dgm:pt>
    <dgm:pt modelId="{754FE629-2A15-475E-8DD4-AE95A6AF4ECD}" type="pres">
      <dgm:prSet presAssocID="{6B8353C0-EBFE-48BE-AF38-B4EAB052927A}" presName="horz2" presStyleCnt="0"/>
      <dgm:spPr/>
    </dgm:pt>
    <dgm:pt modelId="{E1C707DE-B6B4-4A20-9415-E33400A65886}" type="pres">
      <dgm:prSet presAssocID="{6B8353C0-EBFE-48BE-AF38-B4EAB052927A}" presName="horzSpace2" presStyleCnt="0"/>
      <dgm:spPr/>
    </dgm:pt>
    <dgm:pt modelId="{D65A34B3-870F-48C8-9E73-5D63D3B63021}" type="pres">
      <dgm:prSet presAssocID="{6B8353C0-EBFE-48BE-AF38-B4EAB052927A}" presName="tx2" presStyleLbl="revTx" presStyleIdx="7" presStyleCnt="11"/>
      <dgm:spPr/>
    </dgm:pt>
    <dgm:pt modelId="{DFD77898-6290-4AB8-A23E-46DCD71AE1C5}" type="pres">
      <dgm:prSet presAssocID="{6B8353C0-EBFE-48BE-AF38-B4EAB052927A}" presName="vert2" presStyleCnt="0"/>
      <dgm:spPr/>
    </dgm:pt>
    <dgm:pt modelId="{8A46BB40-08C2-447F-B62E-562B7B75430A}" type="pres">
      <dgm:prSet presAssocID="{6B8353C0-EBFE-48BE-AF38-B4EAB052927A}" presName="thinLine2b" presStyleLbl="callout" presStyleIdx="4" presStyleCnt="8"/>
      <dgm:spPr/>
    </dgm:pt>
    <dgm:pt modelId="{12D1CD90-9887-4F8E-9BE6-73CB994FD16F}" type="pres">
      <dgm:prSet presAssocID="{6B8353C0-EBFE-48BE-AF38-B4EAB052927A}" presName="vertSpace2b" presStyleCnt="0"/>
      <dgm:spPr/>
    </dgm:pt>
    <dgm:pt modelId="{9425349E-C991-43BA-AA31-63A5E2968FE3}" type="pres">
      <dgm:prSet presAssocID="{C3E1DAE6-CDD4-414C-8A25-7DEE2360269E}" presName="horz2" presStyleCnt="0"/>
      <dgm:spPr/>
    </dgm:pt>
    <dgm:pt modelId="{C1417060-8564-4EB2-9867-5E3F8C691D1C}" type="pres">
      <dgm:prSet presAssocID="{C3E1DAE6-CDD4-414C-8A25-7DEE2360269E}" presName="horzSpace2" presStyleCnt="0"/>
      <dgm:spPr/>
    </dgm:pt>
    <dgm:pt modelId="{06384589-B6A7-4696-AADA-14C66317A6DD}" type="pres">
      <dgm:prSet presAssocID="{C3E1DAE6-CDD4-414C-8A25-7DEE2360269E}" presName="tx2" presStyleLbl="revTx" presStyleIdx="8" presStyleCnt="11"/>
      <dgm:spPr/>
    </dgm:pt>
    <dgm:pt modelId="{8B538D91-B1FF-40E3-B7E9-3963C56CC196}" type="pres">
      <dgm:prSet presAssocID="{C3E1DAE6-CDD4-414C-8A25-7DEE2360269E}" presName="vert2" presStyleCnt="0"/>
      <dgm:spPr/>
    </dgm:pt>
    <dgm:pt modelId="{69091B64-E822-4204-A060-66E0CDB21C50}" type="pres">
      <dgm:prSet presAssocID="{C3E1DAE6-CDD4-414C-8A25-7DEE2360269E}" presName="thinLine2b" presStyleLbl="callout" presStyleIdx="5" presStyleCnt="8"/>
      <dgm:spPr/>
    </dgm:pt>
    <dgm:pt modelId="{AFAAEB47-8622-4BFB-B327-70B038A026CD}" type="pres">
      <dgm:prSet presAssocID="{C3E1DAE6-CDD4-414C-8A25-7DEE2360269E}" presName="vertSpace2b" presStyleCnt="0"/>
      <dgm:spPr/>
    </dgm:pt>
    <dgm:pt modelId="{3FAFC90A-6223-4D04-9A18-40C7D7F45F3B}" type="pres">
      <dgm:prSet presAssocID="{FE82F81F-97C9-4487-854A-8D9A3A8B5D28}" presName="horz2" presStyleCnt="0"/>
      <dgm:spPr/>
    </dgm:pt>
    <dgm:pt modelId="{EA08DE70-0D4F-420D-8013-F6D10E7E20AA}" type="pres">
      <dgm:prSet presAssocID="{FE82F81F-97C9-4487-854A-8D9A3A8B5D28}" presName="horzSpace2" presStyleCnt="0"/>
      <dgm:spPr/>
    </dgm:pt>
    <dgm:pt modelId="{EF48D5A6-C31D-4BBC-92C3-43174855169E}" type="pres">
      <dgm:prSet presAssocID="{FE82F81F-97C9-4487-854A-8D9A3A8B5D28}" presName="tx2" presStyleLbl="revTx" presStyleIdx="9" presStyleCnt="11"/>
      <dgm:spPr/>
    </dgm:pt>
    <dgm:pt modelId="{D71B0FD2-6C7A-4820-AE4B-315C0FF9883C}" type="pres">
      <dgm:prSet presAssocID="{FE82F81F-97C9-4487-854A-8D9A3A8B5D28}" presName="vert2" presStyleCnt="0"/>
      <dgm:spPr/>
    </dgm:pt>
    <dgm:pt modelId="{3DC502A9-BEE5-4F7F-A790-B7FD434D1480}" type="pres">
      <dgm:prSet presAssocID="{FE82F81F-97C9-4487-854A-8D9A3A8B5D28}" presName="thinLine2b" presStyleLbl="callout" presStyleIdx="6" presStyleCnt="8"/>
      <dgm:spPr/>
    </dgm:pt>
    <dgm:pt modelId="{26A50600-CF57-475F-8363-6FD060889232}" type="pres">
      <dgm:prSet presAssocID="{FE82F81F-97C9-4487-854A-8D9A3A8B5D28}" presName="vertSpace2b" presStyleCnt="0"/>
      <dgm:spPr/>
    </dgm:pt>
    <dgm:pt modelId="{5415DF4E-0CB2-41E9-B009-E0DC73DA6937}" type="pres">
      <dgm:prSet presAssocID="{2BA718AB-4AE9-4000-864A-FA517C9A036C}" presName="horz2" presStyleCnt="0"/>
      <dgm:spPr/>
    </dgm:pt>
    <dgm:pt modelId="{46E8729C-4C10-4931-B33B-B2C9B9412ADC}" type="pres">
      <dgm:prSet presAssocID="{2BA718AB-4AE9-4000-864A-FA517C9A036C}" presName="horzSpace2" presStyleCnt="0"/>
      <dgm:spPr/>
    </dgm:pt>
    <dgm:pt modelId="{E0CBAE13-368D-476B-8A25-C83AA95D3DAA}" type="pres">
      <dgm:prSet presAssocID="{2BA718AB-4AE9-4000-864A-FA517C9A036C}" presName="tx2" presStyleLbl="revTx" presStyleIdx="10" presStyleCnt="11"/>
      <dgm:spPr/>
    </dgm:pt>
    <dgm:pt modelId="{238F6322-A680-47F6-A538-5C90D4B0B3A9}" type="pres">
      <dgm:prSet presAssocID="{2BA718AB-4AE9-4000-864A-FA517C9A036C}" presName="vert2" presStyleCnt="0"/>
      <dgm:spPr/>
    </dgm:pt>
    <dgm:pt modelId="{7DF677B9-CD8F-419E-BBBF-16622A2A6680}" type="pres">
      <dgm:prSet presAssocID="{2BA718AB-4AE9-4000-864A-FA517C9A036C}" presName="thinLine2b" presStyleLbl="callout" presStyleIdx="7" presStyleCnt="8"/>
      <dgm:spPr/>
    </dgm:pt>
    <dgm:pt modelId="{31441CE7-6796-459A-8B54-56D6636F2F87}" type="pres">
      <dgm:prSet presAssocID="{2BA718AB-4AE9-4000-864A-FA517C9A036C}" presName="vertSpace2b" presStyleCnt="0"/>
      <dgm:spPr/>
    </dgm:pt>
  </dgm:ptLst>
  <dgm:cxnLst>
    <dgm:cxn modelId="{7627540C-7362-4B54-AB75-FDF3665C221A}" type="presOf" srcId="{2BA718AB-4AE9-4000-864A-FA517C9A036C}" destId="{E0CBAE13-368D-476B-8A25-C83AA95D3DAA}" srcOrd="0" destOrd="0" presId="urn:microsoft.com/office/officeart/2008/layout/LinedList"/>
    <dgm:cxn modelId="{D6D1C90E-2976-46ED-A142-8BD8100CDF1F}" type="presOf" srcId="{C3E1DAE6-CDD4-414C-8A25-7DEE2360269E}" destId="{06384589-B6A7-4696-AADA-14C66317A6DD}" srcOrd="0" destOrd="0" presId="urn:microsoft.com/office/officeart/2008/layout/LinedList"/>
    <dgm:cxn modelId="{B1B3A63D-6C58-4D73-8F96-0CCB7363DDDF}" srcId="{E289D6D5-7E01-4896-82E0-290390314E66}" destId="{D6158F87-7BDD-46A2-ABFD-FCB95794864D}" srcOrd="0" destOrd="0" parTransId="{8B2332D3-FF1B-4631-A3D5-10959A1272B2}" sibTransId="{C4AAA4B7-26BE-4578-95C6-11ADAC8D622B}"/>
    <dgm:cxn modelId="{A9091F5B-DC2F-4711-A5B0-C2E53A43C0F1}" srcId="{E289D6D5-7E01-4896-82E0-290390314E66}" destId="{293C4F13-EF21-446C-B9B1-69876A9B1E86}" srcOrd="2" destOrd="0" parTransId="{B7A518C9-5206-4213-B6CF-E109E66B54E7}" sibTransId="{C41B7C54-060D-4815-BA70-BB9B7A5357CA}"/>
    <dgm:cxn modelId="{6712745C-6B0A-45A4-9714-9C517C50EE4A}" type="presOf" srcId="{6B8353C0-EBFE-48BE-AF38-B4EAB052927A}" destId="{D65A34B3-870F-48C8-9E73-5D63D3B63021}" srcOrd="0" destOrd="0" presId="urn:microsoft.com/office/officeart/2008/layout/LinedList"/>
    <dgm:cxn modelId="{30DE7643-C229-40B6-B7C9-CA6424817BB2}" type="presOf" srcId="{AE251AA3-727B-4F1B-B7AA-248A4F4A15CF}" destId="{984561BE-B647-443E-ACB6-4E2F0B36545D}" srcOrd="0" destOrd="0" presId="urn:microsoft.com/office/officeart/2008/layout/LinedList"/>
    <dgm:cxn modelId="{9D207464-2F35-4A54-BB7D-A7EE460BA8C4}" type="presOf" srcId="{2FA107C2-F17C-445B-B4AE-0DF36620A7FA}" destId="{4A56F7EC-1E59-48BF-A982-B58194003901}" srcOrd="0" destOrd="0" presId="urn:microsoft.com/office/officeart/2008/layout/LinedList"/>
    <dgm:cxn modelId="{24D7F465-E5B9-47DE-AA4E-EDE1F577081C}" type="presOf" srcId="{FE82F81F-97C9-4487-854A-8D9A3A8B5D28}" destId="{EF48D5A6-C31D-4BBC-92C3-43174855169E}" srcOrd="0" destOrd="0" presId="urn:microsoft.com/office/officeart/2008/layout/LinedList"/>
    <dgm:cxn modelId="{1C243847-4E2F-430D-8D9B-A1DA69BBBA21}" type="presOf" srcId="{5712EC21-3430-4B4C-B3C2-39956A7800EC}" destId="{E8F86993-6EA2-4785-8B6A-E93BF20325CB}" srcOrd="0" destOrd="0" presId="urn:microsoft.com/office/officeart/2008/layout/LinedList"/>
    <dgm:cxn modelId="{96890D49-72EB-4167-AC75-0693882EE3B2}" srcId="{13AC52E9-3DC5-4F16-8B0B-971B2A45BCB2}" destId="{E289D6D5-7E01-4896-82E0-290390314E66}" srcOrd="0" destOrd="0" parTransId="{1E8950CA-7B78-4696-B0E7-B492313A725E}" sibTransId="{6E79220A-3F65-49C6-968E-ACD4C2B23645}"/>
    <dgm:cxn modelId="{BD647455-7262-4F51-B3C1-70951F881966}" type="presOf" srcId="{D6158F87-7BDD-46A2-ABFD-FCB95794864D}" destId="{1E1CF9C3-41E7-429A-9CD0-ABC00ECFB6D7}" srcOrd="0" destOrd="0" presId="urn:microsoft.com/office/officeart/2008/layout/LinedList"/>
    <dgm:cxn modelId="{681C6577-184E-462C-AC27-04DE1D4AF34A}" type="presOf" srcId="{293C4F13-EF21-446C-B9B1-69876A9B1E86}" destId="{53465FAB-D34C-41FD-835A-F1FBF1C36687}" srcOrd="0" destOrd="0" presId="urn:microsoft.com/office/officeart/2008/layout/LinedList"/>
    <dgm:cxn modelId="{366A7079-DF77-4812-B5EF-F0267E744C4F}" srcId="{AE251AA3-727B-4F1B-B7AA-248A4F4A15CF}" destId="{6B8353C0-EBFE-48BE-AF38-B4EAB052927A}" srcOrd="1" destOrd="0" parTransId="{2060DF7E-8C85-4ADA-B391-8A7A6049425F}" sibTransId="{156B0B56-F739-408C-B7DF-1561AE2B7E4A}"/>
    <dgm:cxn modelId="{B6628786-44C9-42C9-9CBB-963E6B6C025E}" srcId="{13AC52E9-3DC5-4F16-8B0B-971B2A45BCB2}" destId="{AE251AA3-727B-4F1B-B7AA-248A4F4A15CF}" srcOrd="2" destOrd="0" parTransId="{A5C46FF3-A03E-441E-AC9B-0070CD8C5D1B}" sibTransId="{84825254-EB2D-4DBD-A1CE-F934B79BE70E}"/>
    <dgm:cxn modelId="{657A598A-B668-4AF7-BA51-3210654C410F}" srcId="{13AC52E9-3DC5-4F16-8B0B-971B2A45BCB2}" destId="{C0168E96-2782-4F78-865E-2C197EFB9F46}" srcOrd="1" destOrd="0" parTransId="{218478D2-E3DD-4DFA-BB52-15AD0C1C506B}" sibTransId="{89A02A9C-21AA-4485-9481-49E37C9DE1C9}"/>
    <dgm:cxn modelId="{544084A4-0C11-4D9A-8CD7-1DDE0CAEE4CF}" type="presOf" srcId="{13AC52E9-3DC5-4F16-8B0B-971B2A45BCB2}" destId="{FEE98E12-A71A-41BC-8324-1F206E6AC722}" srcOrd="0" destOrd="0" presId="urn:microsoft.com/office/officeart/2008/layout/LinedList"/>
    <dgm:cxn modelId="{704FCBA5-92AD-4991-8A0A-0ACE338E4E53}" srcId="{E289D6D5-7E01-4896-82E0-290390314E66}" destId="{5712EC21-3430-4B4C-B3C2-39956A7800EC}" srcOrd="1" destOrd="0" parTransId="{788517FC-BF25-437E-859A-EBDF7EA18424}" sibTransId="{9EC61A3C-CABB-4CC7-A240-3353F6418EBC}"/>
    <dgm:cxn modelId="{7B6543AA-7427-42E9-BE0C-5753815273C2}" type="presOf" srcId="{E289D6D5-7E01-4896-82E0-290390314E66}" destId="{444C550A-B130-4D40-81C5-65522DBE9A56}" srcOrd="0" destOrd="0" presId="urn:microsoft.com/office/officeart/2008/layout/LinedList"/>
    <dgm:cxn modelId="{A30D0DB9-E929-48BF-9013-74CAFE226CC1}" srcId="{AE251AA3-727B-4F1B-B7AA-248A4F4A15CF}" destId="{C3E1DAE6-CDD4-414C-8A25-7DEE2360269E}" srcOrd="2" destOrd="0" parTransId="{A522CEC9-30CC-4F7B-A39E-380564D78EF4}" sibTransId="{AD444C3D-1AF1-46C5-9105-7B286C69E268}"/>
    <dgm:cxn modelId="{1DC744BD-33A3-480D-90CF-5795AC4D0E69}" srcId="{AE251AA3-727B-4F1B-B7AA-248A4F4A15CF}" destId="{2BA718AB-4AE9-4000-864A-FA517C9A036C}" srcOrd="4" destOrd="0" parTransId="{502C4E53-4F8F-4C3F-86A0-6C3BA8A9E9D6}" sibTransId="{95446F38-AC8C-4540-8A03-BA90AEB11DFD}"/>
    <dgm:cxn modelId="{54ECCCC6-AC5B-47A6-B89C-80F948F495A1}" srcId="{AE251AA3-727B-4F1B-B7AA-248A4F4A15CF}" destId="{2FA107C2-F17C-445B-B4AE-0DF36620A7FA}" srcOrd="0" destOrd="0" parTransId="{65942BDB-545F-4598-A9D9-52E2C66E6341}" sibTransId="{E84CE1E2-E73F-48C7-B7AB-76D736C15523}"/>
    <dgm:cxn modelId="{32C446C9-513F-44B3-8C93-4162C8D45378}" type="presOf" srcId="{C0168E96-2782-4F78-865E-2C197EFB9F46}" destId="{68EA7B7D-11C0-49D8-8A46-E4E5234A0051}" srcOrd="0" destOrd="0" presId="urn:microsoft.com/office/officeart/2008/layout/LinedList"/>
    <dgm:cxn modelId="{926168C9-D765-47B2-8DAE-AFA5CEF87B3A}" srcId="{AE251AA3-727B-4F1B-B7AA-248A4F4A15CF}" destId="{FE82F81F-97C9-4487-854A-8D9A3A8B5D28}" srcOrd="3" destOrd="0" parTransId="{CB1B826C-D98B-49AF-8855-DCC829B8D68A}" sibTransId="{859E3102-1138-44B9-82CA-0FABF599C5F4}"/>
    <dgm:cxn modelId="{C3D4D42B-DF77-47AD-A9F1-E85194DD5B1F}" type="presParOf" srcId="{FEE98E12-A71A-41BC-8324-1F206E6AC722}" destId="{C65010F8-7B2A-4B6E-AE25-E3F0EBC1FBC5}" srcOrd="0" destOrd="0" presId="urn:microsoft.com/office/officeart/2008/layout/LinedList"/>
    <dgm:cxn modelId="{3F99D894-71DB-4314-B332-C07163DE4245}" type="presParOf" srcId="{FEE98E12-A71A-41BC-8324-1F206E6AC722}" destId="{E4F23136-3914-4B4D-9D3E-974292FBDD3D}" srcOrd="1" destOrd="0" presId="urn:microsoft.com/office/officeart/2008/layout/LinedList"/>
    <dgm:cxn modelId="{8BEDB4B0-D836-4081-8845-A81A51E7D335}" type="presParOf" srcId="{E4F23136-3914-4B4D-9D3E-974292FBDD3D}" destId="{444C550A-B130-4D40-81C5-65522DBE9A56}" srcOrd="0" destOrd="0" presId="urn:microsoft.com/office/officeart/2008/layout/LinedList"/>
    <dgm:cxn modelId="{E13C6EFD-9BDA-45F7-8633-8D633F2B04F4}" type="presParOf" srcId="{E4F23136-3914-4B4D-9D3E-974292FBDD3D}" destId="{6AF3D8A8-5624-483C-BFDD-FF30DF125331}" srcOrd="1" destOrd="0" presId="urn:microsoft.com/office/officeart/2008/layout/LinedList"/>
    <dgm:cxn modelId="{F7A82F85-CACB-4FEB-A783-B1A5B5A6347B}" type="presParOf" srcId="{6AF3D8A8-5624-483C-BFDD-FF30DF125331}" destId="{E44CA98D-6746-4953-89D9-F05EF8866720}" srcOrd="0" destOrd="0" presId="urn:microsoft.com/office/officeart/2008/layout/LinedList"/>
    <dgm:cxn modelId="{1ACE0E9A-7E34-486C-A1DB-9927D08169AD}" type="presParOf" srcId="{6AF3D8A8-5624-483C-BFDD-FF30DF125331}" destId="{02F6C50D-7AA3-4C66-930B-BB33484350B1}" srcOrd="1" destOrd="0" presId="urn:microsoft.com/office/officeart/2008/layout/LinedList"/>
    <dgm:cxn modelId="{20F12E0B-B3C1-4F3C-BC75-771CB75D84B6}" type="presParOf" srcId="{02F6C50D-7AA3-4C66-930B-BB33484350B1}" destId="{5B7E1C1C-D381-4F28-8CCE-759AEE096053}" srcOrd="0" destOrd="0" presId="urn:microsoft.com/office/officeart/2008/layout/LinedList"/>
    <dgm:cxn modelId="{6579C81F-4E1A-4475-808A-5EB0486BCA96}" type="presParOf" srcId="{02F6C50D-7AA3-4C66-930B-BB33484350B1}" destId="{1E1CF9C3-41E7-429A-9CD0-ABC00ECFB6D7}" srcOrd="1" destOrd="0" presId="urn:microsoft.com/office/officeart/2008/layout/LinedList"/>
    <dgm:cxn modelId="{86BBF61C-CD48-42B2-87CE-714CCF057BE0}" type="presParOf" srcId="{02F6C50D-7AA3-4C66-930B-BB33484350B1}" destId="{8F29E5A2-9A99-4BD7-B8CB-B49DB7870B02}" srcOrd="2" destOrd="0" presId="urn:microsoft.com/office/officeart/2008/layout/LinedList"/>
    <dgm:cxn modelId="{1F3D3BBA-E12E-43A5-8606-907ABDF0760F}" type="presParOf" srcId="{6AF3D8A8-5624-483C-BFDD-FF30DF125331}" destId="{D90FC060-8036-4E3C-B065-335973FA4FE3}" srcOrd="2" destOrd="0" presId="urn:microsoft.com/office/officeart/2008/layout/LinedList"/>
    <dgm:cxn modelId="{F5A94912-00A1-4EB8-9602-9EF130843841}" type="presParOf" srcId="{6AF3D8A8-5624-483C-BFDD-FF30DF125331}" destId="{9E963F8E-4C94-442F-AE37-7782CC1460FC}" srcOrd="3" destOrd="0" presId="urn:microsoft.com/office/officeart/2008/layout/LinedList"/>
    <dgm:cxn modelId="{2A116EE1-A664-4F34-8E84-B741F83D4719}" type="presParOf" srcId="{6AF3D8A8-5624-483C-BFDD-FF30DF125331}" destId="{DF65C96F-0159-4A67-AC40-63EA0A10CE19}" srcOrd="4" destOrd="0" presId="urn:microsoft.com/office/officeart/2008/layout/LinedList"/>
    <dgm:cxn modelId="{36CA4402-87FE-4A4A-94E4-D8ADD76CC45A}" type="presParOf" srcId="{DF65C96F-0159-4A67-AC40-63EA0A10CE19}" destId="{D194CD6B-2299-4874-9E51-8FF25599631B}" srcOrd="0" destOrd="0" presId="urn:microsoft.com/office/officeart/2008/layout/LinedList"/>
    <dgm:cxn modelId="{7EFB663A-A06F-447B-BF57-6324795D81F0}" type="presParOf" srcId="{DF65C96F-0159-4A67-AC40-63EA0A10CE19}" destId="{E8F86993-6EA2-4785-8B6A-E93BF20325CB}" srcOrd="1" destOrd="0" presId="urn:microsoft.com/office/officeart/2008/layout/LinedList"/>
    <dgm:cxn modelId="{CCBB9C00-EF0B-4E92-8387-54121AF124F3}" type="presParOf" srcId="{DF65C96F-0159-4A67-AC40-63EA0A10CE19}" destId="{D92E8FB2-4D9F-46F4-BE73-1232A95E0026}" srcOrd="2" destOrd="0" presId="urn:microsoft.com/office/officeart/2008/layout/LinedList"/>
    <dgm:cxn modelId="{2173CE29-D3D9-4F34-9AE3-AEB9560318C7}" type="presParOf" srcId="{6AF3D8A8-5624-483C-BFDD-FF30DF125331}" destId="{A5D4D74F-D321-42EC-BD24-2E629A7DF10F}" srcOrd="5" destOrd="0" presId="urn:microsoft.com/office/officeart/2008/layout/LinedList"/>
    <dgm:cxn modelId="{583A0F0A-52F3-4E5A-A1FF-32B5336BD368}" type="presParOf" srcId="{6AF3D8A8-5624-483C-BFDD-FF30DF125331}" destId="{987801FB-7166-4D8E-9791-F4B31006289F}" srcOrd="6" destOrd="0" presId="urn:microsoft.com/office/officeart/2008/layout/LinedList"/>
    <dgm:cxn modelId="{6F4764A7-78F9-46F8-928F-FF576D761FA0}" type="presParOf" srcId="{6AF3D8A8-5624-483C-BFDD-FF30DF125331}" destId="{16499BC2-AF12-42A7-9606-2EDA664BBBD0}" srcOrd="7" destOrd="0" presId="urn:microsoft.com/office/officeart/2008/layout/LinedList"/>
    <dgm:cxn modelId="{BC9ED74C-FB0E-4ECD-A439-6E3F8F3FD220}" type="presParOf" srcId="{16499BC2-AF12-42A7-9606-2EDA664BBBD0}" destId="{2325D543-921C-4DE4-84F4-8E9E5DEF72E0}" srcOrd="0" destOrd="0" presId="urn:microsoft.com/office/officeart/2008/layout/LinedList"/>
    <dgm:cxn modelId="{4E15BBFC-8B19-4764-A57F-FE6D4440775D}" type="presParOf" srcId="{16499BC2-AF12-42A7-9606-2EDA664BBBD0}" destId="{53465FAB-D34C-41FD-835A-F1FBF1C36687}" srcOrd="1" destOrd="0" presId="urn:microsoft.com/office/officeart/2008/layout/LinedList"/>
    <dgm:cxn modelId="{E7278566-3711-4CFB-91C5-AF9782C0EBCB}" type="presParOf" srcId="{16499BC2-AF12-42A7-9606-2EDA664BBBD0}" destId="{D2DFF974-C636-44E4-B3C0-64141DCC3D7C}" srcOrd="2" destOrd="0" presId="urn:microsoft.com/office/officeart/2008/layout/LinedList"/>
    <dgm:cxn modelId="{CBC86E5F-7CA2-4B3F-AD46-82CAB8C648E3}" type="presParOf" srcId="{6AF3D8A8-5624-483C-BFDD-FF30DF125331}" destId="{E5F40B72-FE1A-499F-85FA-D7DA005C672A}" srcOrd="8" destOrd="0" presId="urn:microsoft.com/office/officeart/2008/layout/LinedList"/>
    <dgm:cxn modelId="{12CAEAA8-7CD3-4B31-97BF-10450DC8FC1A}" type="presParOf" srcId="{6AF3D8A8-5624-483C-BFDD-FF30DF125331}" destId="{ECFBF751-D869-4974-BCB4-2AF42B2C9714}" srcOrd="9" destOrd="0" presId="urn:microsoft.com/office/officeart/2008/layout/LinedList"/>
    <dgm:cxn modelId="{4BCD2B46-BCCA-4978-B699-D2B034B9D0FB}" type="presParOf" srcId="{FEE98E12-A71A-41BC-8324-1F206E6AC722}" destId="{41D94AC8-1CA0-40A9-8B91-CA2FA82AB691}" srcOrd="2" destOrd="0" presId="urn:microsoft.com/office/officeart/2008/layout/LinedList"/>
    <dgm:cxn modelId="{2035DEAD-F131-4A0F-83D0-137AB74CBC5E}" type="presParOf" srcId="{FEE98E12-A71A-41BC-8324-1F206E6AC722}" destId="{1FFEF3E2-E9A6-4491-A557-2F65BDDD45F5}" srcOrd="3" destOrd="0" presId="urn:microsoft.com/office/officeart/2008/layout/LinedList"/>
    <dgm:cxn modelId="{FB8E2B25-B445-4B10-9D6F-32F73DFF0A4E}" type="presParOf" srcId="{1FFEF3E2-E9A6-4491-A557-2F65BDDD45F5}" destId="{68EA7B7D-11C0-49D8-8A46-E4E5234A0051}" srcOrd="0" destOrd="0" presId="urn:microsoft.com/office/officeart/2008/layout/LinedList"/>
    <dgm:cxn modelId="{60B64D56-9E4E-4731-A08E-D6EBB057B9DB}" type="presParOf" srcId="{1FFEF3E2-E9A6-4491-A557-2F65BDDD45F5}" destId="{87D9B9FB-39C1-4F13-80D2-C07F3E8B2FCA}" srcOrd="1" destOrd="0" presId="urn:microsoft.com/office/officeart/2008/layout/LinedList"/>
    <dgm:cxn modelId="{8C5AAF0D-9202-4CA5-9070-764EFD11C4C3}" type="presParOf" srcId="{FEE98E12-A71A-41BC-8324-1F206E6AC722}" destId="{580BE594-F62E-43C4-9279-420E61B2EA4A}" srcOrd="4" destOrd="0" presId="urn:microsoft.com/office/officeart/2008/layout/LinedList"/>
    <dgm:cxn modelId="{57CAD1F3-C3F1-4C43-AB31-48FBD35695FE}" type="presParOf" srcId="{FEE98E12-A71A-41BC-8324-1F206E6AC722}" destId="{5546BFA1-A9F3-4AD1-B177-124F49F775D1}" srcOrd="5" destOrd="0" presId="urn:microsoft.com/office/officeart/2008/layout/LinedList"/>
    <dgm:cxn modelId="{3C7B5927-6698-4793-BBEC-395535ABE73B}" type="presParOf" srcId="{5546BFA1-A9F3-4AD1-B177-124F49F775D1}" destId="{984561BE-B647-443E-ACB6-4E2F0B36545D}" srcOrd="0" destOrd="0" presId="urn:microsoft.com/office/officeart/2008/layout/LinedList"/>
    <dgm:cxn modelId="{982E96A8-AB49-4507-9A59-14CED1368A6B}" type="presParOf" srcId="{5546BFA1-A9F3-4AD1-B177-124F49F775D1}" destId="{FC05E470-3C9C-4D0E-BFC6-8E96BCD77223}" srcOrd="1" destOrd="0" presId="urn:microsoft.com/office/officeart/2008/layout/LinedList"/>
    <dgm:cxn modelId="{9834F702-2914-4781-ACA7-72F0948F3515}" type="presParOf" srcId="{FC05E470-3C9C-4D0E-BFC6-8E96BCD77223}" destId="{42AAB725-E101-4316-91F7-DD485D82143C}" srcOrd="0" destOrd="0" presId="urn:microsoft.com/office/officeart/2008/layout/LinedList"/>
    <dgm:cxn modelId="{09F8A76C-02B7-45C9-B3A7-38246EFE7FBA}" type="presParOf" srcId="{FC05E470-3C9C-4D0E-BFC6-8E96BCD77223}" destId="{D9A9F431-46C3-446C-BADF-1F968BAA0708}" srcOrd="1" destOrd="0" presId="urn:microsoft.com/office/officeart/2008/layout/LinedList"/>
    <dgm:cxn modelId="{D173B1C5-AB3D-4BB3-8CF4-0CFB9CA53F4A}" type="presParOf" srcId="{D9A9F431-46C3-446C-BADF-1F968BAA0708}" destId="{C0102DC6-F697-4F0D-8E38-25435B2C48BD}" srcOrd="0" destOrd="0" presId="urn:microsoft.com/office/officeart/2008/layout/LinedList"/>
    <dgm:cxn modelId="{11C9270D-BAFF-4F2D-8030-0328AC864C4B}" type="presParOf" srcId="{D9A9F431-46C3-446C-BADF-1F968BAA0708}" destId="{4A56F7EC-1E59-48BF-A982-B58194003901}" srcOrd="1" destOrd="0" presId="urn:microsoft.com/office/officeart/2008/layout/LinedList"/>
    <dgm:cxn modelId="{D42D2C51-DB53-4212-B344-4A46E2ADB8CE}" type="presParOf" srcId="{D9A9F431-46C3-446C-BADF-1F968BAA0708}" destId="{955F06E7-86AC-459B-AF60-CA001AE5964D}" srcOrd="2" destOrd="0" presId="urn:microsoft.com/office/officeart/2008/layout/LinedList"/>
    <dgm:cxn modelId="{65DEC855-2963-4D5C-BEF0-F169824A6D48}" type="presParOf" srcId="{FC05E470-3C9C-4D0E-BFC6-8E96BCD77223}" destId="{A14FA7D1-8BE2-469D-82B3-419A4731278E}" srcOrd="2" destOrd="0" presId="urn:microsoft.com/office/officeart/2008/layout/LinedList"/>
    <dgm:cxn modelId="{86D0D0A9-BAB9-4AB7-9C36-D2B43200C49B}" type="presParOf" srcId="{FC05E470-3C9C-4D0E-BFC6-8E96BCD77223}" destId="{B32DB190-9ED0-4AAD-B03E-BD03C03C44AA}" srcOrd="3" destOrd="0" presId="urn:microsoft.com/office/officeart/2008/layout/LinedList"/>
    <dgm:cxn modelId="{6F244DFA-D03C-4E34-A268-C5FB61F0FEBF}" type="presParOf" srcId="{FC05E470-3C9C-4D0E-BFC6-8E96BCD77223}" destId="{754FE629-2A15-475E-8DD4-AE95A6AF4ECD}" srcOrd="4" destOrd="0" presId="urn:microsoft.com/office/officeart/2008/layout/LinedList"/>
    <dgm:cxn modelId="{B1C12219-FD61-4714-8A63-115306541B86}" type="presParOf" srcId="{754FE629-2A15-475E-8DD4-AE95A6AF4ECD}" destId="{E1C707DE-B6B4-4A20-9415-E33400A65886}" srcOrd="0" destOrd="0" presId="urn:microsoft.com/office/officeart/2008/layout/LinedList"/>
    <dgm:cxn modelId="{7855EBBD-8F96-476B-911A-EB9E7D650466}" type="presParOf" srcId="{754FE629-2A15-475E-8DD4-AE95A6AF4ECD}" destId="{D65A34B3-870F-48C8-9E73-5D63D3B63021}" srcOrd="1" destOrd="0" presId="urn:microsoft.com/office/officeart/2008/layout/LinedList"/>
    <dgm:cxn modelId="{11C48B79-9E6E-4CD3-A003-1E9C15349162}" type="presParOf" srcId="{754FE629-2A15-475E-8DD4-AE95A6AF4ECD}" destId="{DFD77898-6290-4AB8-A23E-46DCD71AE1C5}" srcOrd="2" destOrd="0" presId="urn:microsoft.com/office/officeart/2008/layout/LinedList"/>
    <dgm:cxn modelId="{C88C860A-86A9-4BB3-913D-DE0B53B58BBC}" type="presParOf" srcId="{FC05E470-3C9C-4D0E-BFC6-8E96BCD77223}" destId="{8A46BB40-08C2-447F-B62E-562B7B75430A}" srcOrd="5" destOrd="0" presId="urn:microsoft.com/office/officeart/2008/layout/LinedList"/>
    <dgm:cxn modelId="{BFCD1235-379C-4881-ABB2-607487FF88B7}" type="presParOf" srcId="{FC05E470-3C9C-4D0E-BFC6-8E96BCD77223}" destId="{12D1CD90-9887-4F8E-9BE6-73CB994FD16F}" srcOrd="6" destOrd="0" presId="urn:microsoft.com/office/officeart/2008/layout/LinedList"/>
    <dgm:cxn modelId="{772D6233-5ABC-4F95-A812-3E089F9C835A}" type="presParOf" srcId="{FC05E470-3C9C-4D0E-BFC6-8E96BCD77223}" destId="{9425349E-C991-43BA-AA31-63A5E2968FE3}" srcOrd="7" destOrd="0" presId="urn:microsoft.com/office/officeart/2008/layout/LinedList"/>
    <dgm:cxn modelId="{F7C09127-9260-47A8-A4AF-DFFA515A716D}" type="presParOf" srcId="{9425349E-C991-43BA-AA31-63A5E2968FE3}" destId="{C1417060-8564-4EB2-9867-5E3F8C691D1C}" srcOrd="0" destOrd="0" presId="urn:microsoft.com/office/officeart/2008/layout/LinedList"/>
    <dgm:cxn modelId="{FD80215C-1318-47BB-BD44-2CAD3CC617CB}" type="presParOf" srcId="{9425349E-C991-43BA-AA31-63A5E2968FE3}" destId="{06384589-B6A7-4696-AADA-14C66317A6DD}" srcOrd="1" destOrd="0" presId="urn:microsoft.com/office/officeart/2008/layout/LinedList"/>
    <dgm:cxn modelId="{D48E10A1-D40E-4FA7-96CE-B09F1C2ECE1A}" type="presParOf" srcId="{9425349E-C991-43BA-AA31-63A5E2968FE3}" destId="{8B538D91-B1FF-40E3-B7E9-3963C56CC196}" srcOrd="2" destOrd="0" presId="urn:microsoft.com/office/officeart/2008/layout/LinedList"/>
    <dgm:cxn modelId="{4BE8B107-DA4A-4292-A14D-9B88E020DC09}" type="presParOf" srcId="{FC05E470-3C9C-4D0E-BFC6-8E96BCD77223}" destId="{69091B64-E822-4204-A060-66E0CDB21C50}" srcOrd="8" destOrd="0" presId="urn:microsoft.com/office/officeart/2008/layout/LinedList"/>
    <dgm:cxn modelId="{DAA9534B-B02F-4333-895F-4A8B682A6EE7}" type="presParOf" srcId="{FC05E470-3C9C-4D0E-BFC6-8E96BCD77223}" destId="{AFAAEB47-8622-4BFB-B327-70B038A026CD}" srcOrd="9" destOrd="0" presId="urn:microsoft.com/office/officeart/2008/layout/LinedList"/>
    <dgm:cxn modelId="{EC523F07-4902-4D00-9730-C4D3819E7E64}" type="presParOf" srcId="{FC05E470-3C9C-4D0E-BFC6-8E96BCD77223}" destId="{3FAFC90A-6223-4D04-9A18-40C7D7F45F3B}" srcOrd="10" destOrd="0" presId="urn:microsoft.com/office/officeart/2008/layout/LinedList"/>
    <dgm:cxn modelId="{F15DC2BE-E0DE-4997-948D-3D910F742292}" type="presParOf" srcId="{3FAFC90A-6223-4D04-9A18-40C7D7F45F3B}" destId="{EA08DE70-0D4F-420D-8013-F6D10E7E20AA}" srcOrd="0" destOrd="0" presId="urn:microsoft.com/office/officeart/2008/layout/LinedList"/>
    <dgm:cxn modelId="{300B7444-E42C-4084-94A6-2D81133A4EBD}" type="presParOf" srcId="{3FAFC90A-6223-4D04-9A18-40C7D7F45F3B}" destId="{EF48D5A6-C31D-4BBC-92C3-43174855169E}" srcOrd="1" destOrd="0" presId="urn:microsoft.com/office/officeart/2008/layout/LinedList"/>
    <dgm:cxn modelId="{A6B0EC6F-5262-436C-AAFF-9339E6EBF8AB}" type="presParOf" srcId="{3FAFC90A-6223-4D04-9A18-40C7D7F45F3B}" destId="{D71B0FD2-6C7A-4820-AE4B-315C0FF9883C}" srcOrd="2" destOrd="0" presId="urn:microsoft.com/office/officeart/2008/layout/LinedList"/>
    <dgm:cxn modelId="{F6C12119-5D5D-4D3A-91D9-ABD956EC2F4B}" type="presParOf" srcId="{FC05E470-3C9C-4D0E-BFC6-8E96BCD77223}" destId="{3DC502A9-BEE5-4F7F-A790-B7FD434D1480}" srcOrd="11" destOrd="0" presId="urn:microsoft.com/office/officeart/2008/layout/LinedList"/>
    <dgm:cxn modelId="{B1BF36DE-C416-45C1-8A0A-58EFF8A76141}" type="presParOf" srcId="{FC05E470-3C9C-4D0E-BFC6-8E96BCD77223}" destId="{26A50600-CF57-475F-8363-6FD060889232}" srcOrd="12" destOrd="0" presId="urn:microsoft.com/office/officeart/2008/layout/LinedList"/>
    <dgm:cxn modelId="{3B63F59A-4B8C-42D4-BE0F-8E252A35AD39}" type="presParOf" srcId="{FC05E470-3C9C-4D0E-BFC6-8E96BCD77223}" destId="{5415DF4E-0CB2-41E9-B009-E0DC73DA6937}" srcOrd="13" destOrd="0" presId="urn:microsoft.com/office/officeart/2008/layout/LinedList"/>
    <dgm:cxn modelId="{81E85850-A031-4D16-92CE-F22E7FD0298D}" type="presParOf" srcId="{5415DF4E-0CB2-41E9-B009-E0DC73DA6937}" destId="{46E8729C-4C10-4931-B33B-B2C9B9412ADC}" srcOrd="0" destOrd="0" presId="urn:microsoft.com/office/officeart/2008/layout/LinedList"/>
    <dgm:cxn modelId="{EECBD5BC-38F2-444A-AC83-F72C77BCBA13}" type="presParOf" srcId="{5415DF4E-0CB2-41E9-B009-E0DC73DA6937}" destId="{E0CBAE13-368D-476B-8A25-C83AA95D3DAA}" srcOrd="1" destOrd="0" presId="urn:microsoft.com/office/officeart/2008/layout/LinedList"/>
    <dgm:cxn modelId="{61C44D58-5EF6-410B-939C-F17628DC1258}" type="presParOf" srcId="{5415DF4E-0CB2-41E9-B009-E0DC73DA6937}" destId="{238F6322-A680-47F6-A538-5C90D4B0B3A9}" srcOrd="2" destOrd="0" presId="urn:microsoft.com/office/officeart/2008/layout/LinedList"/>
    <dgm:cxn modelId="{EA3DF247-FDDE-4BA3-93B4-FBE1ACD8EA14}" type="presParOf" srcId="{FC05E470-3C9C-4D0E-BFC6-8E96BCD77223}" destId="{7DF677B9-CD8F-419E-BBBF-16622A2A6680}" srcOrd="14" destOrd="0" presId="urn:microsoft.com/office/officeart/2008/layout/LinedList"/>
    <dgm:cxn modelId="{D9DB983B-E3A8-42A7-9FB3-ECB42501DB59}" type="presParOf" srcId="{FC05E470-3C9C-4D0E-BFC6-8E96BCD77223}" destId="{31441CE7-6796-459A-8B54-56D6636F2F87}"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6BF3217-889C-4F33-8E48-BB3C6480571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2EC645A-64B2-4CC3-94E3-1D968B6DBAEB}">
      <dgm:prSet custT="1"/>
      <dgm:spPr/>
      <dgm:t>
        <a:bodyPr/>
        <a:lstStyle/>
        <a:p>
          <a:r>
            <a:rPr lang="en-GB" sz="1400" dirty="0"/>
            <a:t>Gives info on</a:t>
          </a:r>
        </a:p>
      </dgm:t>
    </dgm:pt>
    <dgm:pt modelId="{36D830FB-6D33-4C31-8D76-39DBDD3C277F}" type="parTrans" cxnId="{7B59AD27-57BF-4ED7-9F99-99AAC2671F69}">
      <dgm:prSet/>
      <dgm:spPr/>
      <dgm:t>
        <a:bodyPr/>
        <a:lstStyle/>
        <a:p>
          <a:endParaRPr lang="en-US" sz="1300"/>
        </a:p>
      </dgm:t>
    </dgm:pt>
    <dgm:pt modelId="{AB2D1A98-A486-4135-9F87-6131403460E5}" type="sibTrans" cxnId="{7B59AD27-57BF-4ED7-9F99-99AAC2671F69}">
      <dgm:prSet/>
      <dgm:spPr/>
      <dgm:t>
        <a:bodyPr/>
        <a:lstStyle/>
        <a:p>
          <a:endParaRPr lang="en-US" sz="1300"/>
        </a:p>
      </dgm:t>
    </dgm:pt>
    <dgm:pt modelId="{E3697030-0105-47DB-B5EB-DFA4DFA019D8}">
      <dgm:prSet custT="1"/>
      <dgm:spPr/>
      <dgm:t>
        <a:bodyPr/>
        <a:lstStyle/>
        <a:p>
          <a:r>
            <a:rPr lang="en-GB" sz="1300" dirty="0"/>
            <a:t>Appropriate treatment methods waste (including packaging)</a:t>
          </a:r>
        </a:p>
      </dgm:t>
    </dgm:pt>
    <dgm:pt modelId="{8C753F01-08B5-4FD3-9B1E-EC631555D5EC}" type="parTrans" cxnId="{521C1A84-BA1B-412B-8EC4-9349491FC1CF}">
      <dgm:prSet/>
      <dgm:spPr/>
      <dgm:t>
        <a:bodyPr/>
        <a:lstStyle/>
        <a:p>
          <a:endParaRPr lang="en-US" sz="1300"/>
        </a:p>
      </dgm:t>
    </dgm:pt>
    <dgm:pt modelId="{E185E305-FC05-4E61-9E04-E089EDE4A0A5}" type="sibTrans" cxnId="{521C1A84-BA1B-412B-8EC4-9349491FC1CF}">
      <dgm:prSet/>
      <dgm:spPr/>
      <dgm:t>
        <a:bodyPr/>
        <a:lstStyle/>
        <a:p>
          <a:endParaRPr lang="en-US" sz="1300"/>
        </a:p>
      </dgm:t>
    </dgm:pt>
    <dgm:pt modelId="{A3599D4D-6342-4BEF-97DB-7D4D66304648}">
      <dgm:prSet custT="1"/>
      <dgm:spPr/>
      <dgm:t>
        <a:bodyPr/>
        <a:lstStyle/>
        <a:p>
          <a:r>
            <a:rPr lang="en-GB" sz="1300" dirty="0"/>
            <a:t>Should be in accordance with local, national and European legislation</a:t>
          </a:r>
        </a:p>
      </dgm:t>
    </dgm:pt>
    <dgm:pt modelId="{3AFC2E58-467A-4EE9-94EA-C31FF95F8BE6}" type="parTrans" cxnId="{33660343-EF60-4A29-94F7-6213442530FA}">
      <dgm:prSet/>
      <dgm:spPr/>
      <dgm:t>
        <a:bodyPr/>
        <a:lstStyle/>
        <a:p>
          <a:endParaRPr lang="en-US" sz="1300"/>
        </a:p>
      </dgm:t>
    </dgm:pt>
    <dgm:pt modelId="{69E9EF17-1D2E-4F9D-9E0F-5AE73F49CEA5}" type="sibTrans" cxnId="{33660343-EF60-4A29-94F7-6213442530FA}">
      <dgm:prSet/>
      <dgm:spPr/>
      <dgm:t>
        <a:bodyPr/>
        <a:lstStyle/>
        <a:p>
          <a:endParaRPr lang="en-US" sz="1300"/>
        </a:p>
      </dgm:t>
    </dgm:pt>
    <dgm:pt modelId="{38F01A96-D676-478A-A192-6C5C24275C39}">
      <dgm:prSet custT="1"/>
      <dgm:spPr/>
      <dgm:t>
        <a:bodyPr/>
        <a:lstStyle/>
        <a:p>
          <a:r>
            <a:rPr lang="en-GB" sz="1300" dirty="0"/>
            <a:t>Waste Management of Substances or mixtures</a:t>
          </a:r>
        </a:p>
      </dgm:t>
    </dgm:pt>
    <dgm:pt modelId="{C45D726F-0D06-470A-B0D5-B368387478E7}" type="parTrans" cxnId="{8D47626B-E9D0-484A-897C-C25CE568289E}">
      <dgm:prSet/>
      <dgm:spPr/>
      <dgm:t>
        <a:bodyPr/>
        <a:lstStyle/>
        <a:p>
          <a:endParaRPr lang="en-US" sz="1300"/>
        </a:p>
      </dgm:t>
    </dgm:pt>
    <dgm:pt modelId="{0AFC8F05-BA3B-4B4C-9714-4938EF573898}" type="sibTrans" cxnId="{8D47626B-E9D0-484A-897C-C25CE568289E}">
      <dgm:prSet/>
      <dgm:spPr/>
      <dgm:t>
        <a:bodyPr/>
        <a:lstStyle/>
        <a:p>
          <a:endParaRPr lang="en-US" sz="1300"/>
        </a:p>
      </dgm:t>
    </dgm:pt>
    <dgm:pt modelId="{6D57D111-A689-49EA-9715-57BC97FF7CA2}">
      <dgm:prSet custT="1"/>
      <dgm:spPr/>
      <dgm:t>
        <a:bodyPr/>
        <a:lstStyle/>
        <a:p>
          <a:r>
            <a:rPr lang="en-GB" sz="1400" dirty="0"/>
            <a:t>Waste disposal</a:t>
          </a:r>
        </a:p>
      </dgm:t>
    </dgm:pt>
    <dgm:pt modelId="{A301B48F-BED7-45E7-B1C0-8DCEA6C2631E}" type="sibTrans" cxnId="{86AFAE57-F9B5-4499-A916-0AC476B7732D}">
      <dgm:prSet/>
      <dgm:spPr/>
      <dgm:t>
        <a:bodyPr/>
        <a:lstStyle/>
        <a:p>
          <a:endParaRPr lang="en-US" sz="1300"/>
        </a:p>
      </dgm:t>
    </dgm:pt>
    <dgm:pt modelId="{22A68671-EE9B-4FAA-B77E-A62F2D38B7EB}" type="parTrans" cxnId="{86AFAE57-F9B5-4499-A916-0AC476B7732D}">
      <dgm:prSet/>
      <dgm:spPr/>
      <dgm:t>
        <a:bodyPr/>
        <a:lstStyle/>
        <a:p>
          <a:endParaRPr lang="en-US" sz="1300"/>
        </a:p>
      </dgm:t>
    </dgm:pt>
    <dgm:pt modelId="{FB40F057-9B6E-457D-8EFB-38F1E7BE2583}">
      <dgm:prSet custT="1"/>
      <dgm:spPr/>
      <dgm:t>
        <a:bodyPr/>
        <a:lstStyle/>
        <a:p>
          <a:r>
            <a:rPr lang="en-GB" sz="1300" dirty="0">
              <a:solidFill>
                <a:schemeClr val="tx1">
                  <a:lumMod val="50000"/>
                </a:schemeClr>
              </a:solidFill>
            </a:rPr>
            <a:t>The legal responsibility for disposal rests with the disposer</a:t>
          </a:r>
        </a:p>
      </dgm:t>
    </dgm:pt>
    <dgm:pt modelId="{AA12B2A9-35F0-4898-A93C-79C5B60721E7}" type="sibTrans" cxnId="{9768C172-4198-4827-AEB0-8BC1164B534D}">
      <dgm:prSet/>
      <dgm:spPr/>
      <dgm:t>
        <a:bodyPr/>
        <a:lstStyle/>
        <a:p>
          <a:endParaRPr lang="en-US" sz="1300"/>
        </a:p>
      </dgm:t>
    </dgm:pt>
    <dgm:pt modelId="{4F7697B4-A417-4610-A976-EC34D5FC7A27}" type="parTrans" cxnId="{9768C172-4198-4827-AEB0-8BC1164B534D}">
      <dgm:prSet/>
      <dgm:spPr/>
      <dgm:t>
        <a:bodyPr/>
        <a:lstStyle/>
        <a:p>
          <a:endParaRPr lang="en-US" sz="1300"/>
        </a:p>
      </dgm:t>
    </dgm:pt>
    <dgm:pt modelId="{E27E6116-40A5-4C77-88AA-4008E8E32075}" type="pres">
      <dgm:prSet presAssocID="{A6BF3217-889C-4F33-8E48-BB3C64805716}" presName="vert0" presStyleCnt="0">
        <dgm:presLayoutVars>
          <dgm:dir/>
          <dgm:animOne val="branch"/>
          <dgm:animLvl val="lvl"/>
        </dgm:presLayoutVars>
      </dgm:prSet>
      <dgm:spPr/>
    </dgm:pt>
    <dgm:pt modelId="{FF1D3050-57A3-4D59-9E63-718123B34255}" type="pres">
      <dgm:prSet presAssocID="{82EC645A-64B2-4CC3-94E3-1D968B6DBAEB}" presName="thickLine" presStyleLbl="alignNode1" presStyleIdx="0" presStyleCnt="2"/>
      <dgm:spPr/>
    </dgm:pt>
    <dgm:pt modelId="{6758CB96-BF85-462F-9D82-E5C9CD5A9878}" type="pres">
      <dgm:prSet presAssocID="{82EC645A-64B2-4CC3-94E3-1D968B6DBAEB}" presName="horz1" presStyleCnt="0"/>
      <dgm:spPr/>
    </dgm:pt>
    <dgm:pt modelId="{8C9A9A34-CBC1-49DE-8DD1-57A64A5E7E2C}" type="pres">
      <dgm:prSet presAssocID="{82EC645A-64B2-4CC3-94E3-1D968B6DBAEB}" presName="tx1" presStyleLbl="revTx" presStyleIdx="0" presStyleCnt="6"/>
      <dgm:spPr/>
    </dgm:pt>
    <dgm:pt modelId="{169BA64E-9B4B-41F3-8BC5-195182A6231E}" type="pres">
      <dgm:prSet presAssocID="{82EC645A-64B2-4CC3-94E3-1D968B6DBAEB}" presName="vert1" presStyleCnt="0"/>
      <dgm:spPr/>
    </dgm:pt>
    <dgm:pt modelId="{418DC7E9-8959-49B1-A7EB-D23AA55190B0}" type="pres">
      <dgm:prSet presAssocID="{38F01A96-D676-478A-A192-6C5C24275C39}" presName="vertSpace2a" presStyleCnt="0"/>
      <dgm:spPr/>
    </dgm:pt>
    <dgm:pt modelId="{6FFC922E-13C9-4D1F-85EE-6084483B9599}" type="pres">
      <dgm:prSet presAssocID="{38F01A96-D676-478A-A192-6C5C24275C39}" presName="horz2" presStyleCnt="0"/>
      <dgm:spPr/>
    </dgm:pt>
    <dgm:pt modelId="{C0A801A5-4BA6-48CF-8429-D1983ECD1F5D}" type="pres">
      <dgm:prSet presAssocID="{38F01A96-D676-478A-A192-6C5C24275C39}" presName="horzSpace2" presStyleCnt="0"/>
      <dgm:spPr/>
    </dgm:pt>
    <dgm:pt modelId="{25516D3F-B739-4D51-9864-E2F2359FF55D}" type="pres">
      <dgm:prSet presAssocID="{38F01A96-D676-478A-A192-6C5C24275C39}" presName="tx2" presStyleLbl="revTx" presStyleIdx="1" presStyleCnt="6"/>
      <dgm:spPr/>
    </dgm:pt>
    <dgm:pt modelId="{BAE32644-1CEA-4FFA-9654-12BC30D39238}" type="pres">
      <dgm:prSet presAssocID="{38F01A96-D676-478A-A192-6C5C24275C39}" presName="vert2" presStyleCnt="0"/>
      <dgm:spPr/>
    </dgm:pt>
    <dgm:pt modelId="{419E52BA-5300-4616-AC0D-A5BADF1D5355}" type="pres">
      <dgm:prSet presAssocID="{38F01A96-D676-478A-A192-6C5C24275C39}" presName="thinLine2b" presStyleLbl="callout" presStyleIdx="0" presStyleCnt="4"/>
      <dgm:spPr/>
    </dgm:pt>
    <dgm:pt modelId="{A8F22272-A735-45D4-AB8D-5B4E3AA06B10}" type="pres">
      <dgm:prSet presAssocID="{38F01A96-D676-478A-A192-6C5C24275C39}" presName="vertSpace2b" presStyleCnt="0"/>
      <dgm:spPr/>
    </dgm:pt>
    <dgm:pt modelId="{8F93573C-BC81-4873-B498-968FE7349A48}" type="pres">
      <dgm:prSet presAssocID="{E3697030-0105-47DB-B5EB-DFA4DFA019D8}" presName="horz2" presStyleCnt="0"/>
      <dgm:spPr/>
    </dgm:pt>
    <dgm:pt modelId="{EDEF85CC-3BD0-4D67-81CA-D4D3742B7C27}" type="pres">
      <dgm:prSet presAssocID="{E3697030-0105-47DB-B5EB-DFA4DFA019D8}" presName="horzSpace2" presStyleCnt="0"/>
      <dgm:spPr/>
    </dgm:pt>
    <dgm:pt modelId="{601DE5BA-9549-4D85-9B9A-6B9D6212A98F}" type="pres">
      <dgm:prSet presAssocID="{E3697030-0105-47DB-B5EB-DFA4DFA019D8}" presName="tx2" presStyleLbl="revTx" presStyleIdx="2" presStyleCnt="6"/>
      <dgm:spPr/>
    </dgm:pt>
    <dgm:pt modelId="{D858B1A5-2E13-4908-8ABB-139C22C1F6DC}" type="pres">
      <dgm:prSet presAssocID="{E3697030-0105-47DB-B5EB-DFA4DFA019D8}" presName="vert2" presStyleCnt="0"/>
      <dgm:spPr/>
    </dgm:pt>
    <dgm:pt modelId="{DF30B8FB-5C98-4C37-98A2-D040C4B2F997}" type="pres">
      <dgm:prSet presAssocID="{E3697030-0105-47DB-B5EB-DFA4DFA019D8}" presName="thinLine2b" presStyleLbl="callout" presStyleIdx="1" presStyleCnt="4"/>
      <dgm:spPr/>
    </dgm:pt>
    <dgm:pt modelId="{51A7B3C5-0781-48A1-AF7E-D01A0F363054}" type="pres">
      <dgm:prSet presAssocID="{E3697030-0105-47DB-B5EB-DFA4DFA019D8}" presName="vertSpace2b" presStyleCnt="0"/>
      <dgm:spPr/>
    </dgm:pt>
    <dgm:pt modelId="{80C2D06F-226D-4EE7-936B-B7944C8BBC3C}" type="pres">
      <dgm:prSet presAssocID="{6D57D111-A689-49EA-9715-57BC97FF7CA2}" presName="thickLine" presStyleLbl="alignNode1" presStyleIdx="1" presStyleCnt="2"/>
      <dgm:spPr/>
    </dgm:pt>
    <dgm:pt modelId="{2BBA87D6-5788-492C-AF7F-882CD7304BFF}" type="pres">
      <dgm:prSet presAssocID="{6D57D111-A689-49EA-9715-57BC97FF7CA2}" presName="horz1" presStyleCnt="0"/>
      <dgm:spPr/>
    </dgm:pt>
    <dgm:pt modelId="{56885D7D-D71E-46E3-AC4A-ACC099D95FFE}" type="pres">
      <dgm:prSet presAssocID="{6D57D111-A689-49EA-9715-57BC97FF7CA2}" presName="tx1" presStyleLbl="revTx" presStyleIdx="3" presStyleCnt="6"/>
      <dgm:spPr/>
    </dgm:pt>
    <dgm:pt modelId="{1E705620-5C7C-4CB1-AB9B-5DAA5ED6A8B6}" type="pres">
      <dgm:prSet presAssocID="{6D57D111-A689-49EA-9715-57BC97FF7CA2}" presName="vert1" presStyleCnt="0"/>
      <dgm:spPr/>
    </dgm:pt>
    <dgm:pt modelId="{884040E9-2B3C-4548-8EB4-BC0D2120847A}" type="pres">
      <dgm:prSet presAssocID="{A3599D4D-6342-4BEF-97DB-7D4D66304648}" presName="vertSpace2a" presStyleCnt="0"/>
      <dgm:spPr/>
    </dgm:pt>
    <dgm:pt modelId="{A1F28B6C-BAD5-4A87-BA66-C2CB21DF122C}" type="pres">
      <dgm:prSet presAssocID="{A3599D4D-6342-4BEF-97DB-7D4D66304648}" presName="horz2" presStyleCnt="0"/>
      <dgm:spPr/>
    </dgm:pt>
    <dgm:pt modelId="{E6619E4E-7968-4CC5-AFC1-D53C7FEF118A}" type="pres">
      <dgm:prSet presAssocID="{A3599D4D-6342-4BEF-97DB-7D4D66304648}" presName="horzSpace2" presStyleCnt="0"/>
      <dgm:spPr/>
    </dgm:pt>
    <dgm:pt modelId="{3C8B949E-5618-4E7D-B1CE-845B9852EC64}" type="pres">
      <dgm:prSet presAssocID="{A3599D4D-6342-4BEF-97DB-7D4D66304648}" presName="tx2" presStyleLbl="revTx" presStyleIdx="4" presStyleCnt="6"/>
      <dgm:spPr/>
    </dgm:pt>
    <dgm:pt modelId="{898B176A-4314-42BD-BB8A-3926210E4C50}" type="pres">
      <dgm:prSet presAssocID="{A3599D4D-6342-4BEF-97DB-7D4D66304648}" presName="vert2" presStyleCnt="0"/>
      <dgm:spPr/>
    </dgm:pt>
    <dgm:pt modelId="{28122278-3910-42E3-ADDA-1283E0ADF5FE}" type="pres">
      <dgm:prSet presAssocID="{A3599D4D-6342-4BEF-97DB-7D4D66304648}" presName="thinLine2b" presStyleLbl="callout" presStyleIdx="2" presStyleCnt="4"/>
      <dgm:spPr/>
    </dgm:pt>
    <dgm:pt modelId="{01F41A54-2C0A-4DB0-8700-5EFC29E848CF}" type="pres">
      <dgm:prSet presAssocID="{A3599D4D-6342-4BEF-97DB-7D4D66304648}" presName="vertSpace2b" presStyleCnt="0"/>
      <dgm:spPr/>
    </dgm:pt>
    <dgm:pt modelId="{4D3C8F6D-9237-4449-857D-631B88FC5E56}" type="pres">
      <dgm:prSet presAssocID="{FB40F057-9B6E-457D-8EFB-38F1E7BE2583}" presName="horz2" presStyleCnt="0"/>
      <dgm:spPr/>
    </dgm:pt>
    <dgm:pt modelId="{DEFC0C5B-0D8D-487A-A0E9-233F17754C7D}" type="pres">
      <dgm:prSet presAssocID="{FB40F057-9B6E-457D-8EFB-38F1E7BE2583}" presName="horzSpace2" presStyleCnt="0"/>
      <dgm:spPr/>
    </dgm:pt>
    <dgm:pt modelId="{55D2AF62-4E86-4206-B22E-7953B3491812}" type="pres">
      <dgm:prSet presAssocID="{FB40F057-9B6E-457D-8EFB-38F1E7BE2583}" presName="tx2" presStyleLbl="revTx" presStyleIdx="5" presStyleCnt="6"/>
      <dgm:spPr/>
    </dgm:pt>
    <dgm:pt modelId="{E61B22F5-2364-41B7-BE40-5EB59316656B}" type="pres">
      <dgm:prSet presAssocID="{FB40F057-9B6E-457D-8EFB-38F1E7BE2583}" presName="vert2" presStyleCnt="0"/>
      <dgm:spPr/>
    </dgm:pt>
    <dgm:pt modelId="{E9C61B37-00BA-4A71-860E-667761230444}" type="pres">
      <dgm:prSet presAssocID="{FB40F057-9B6E-457D-8EFB-38F1E7BE2583}" presName="thinLine2b" presStyleLbl="callout" presStyleIdx="3" presStyleCnt="4"/>
      <dgm:spPr/>
    </dgm:pt>
    <dgm:pt modelId="{51F3EF61-BCC0-4C17-9DDA-552089502DA0}" type="pres">
      <dgm:prSet presAssocID="{FB40F057-9B6E-457D-8EFB-38F1E7BE2583}" presName="vertSpace2b" presStyleCnt="0"/>
      <dgm:spPr/>
    </dgm:pt>
  </dgm:ptLst>
  <dgm:cxnLst>
    <dgm:cxn modelId="{7B59AD27-57BF-4ED7-9F99-99AAC2671F69}" srcId="{A6BF3217-889C-4F33-8E48-BB3C64805716}" destId="{82EC645A-64B2-4CC3-94E3-1D968B6DBAEB}" srcOrd="0" destOrd="0" parTransId="{36D830FB-6D33-4C31-8D76-39DBDD3C277F}" sibTransId="{AB2D1A98-A486-4135-9F87-6131403460E5}"/>
    <dgm:cxn modelId="{31B91D29-5FA8-47C8-B59A-7F480C025BC9}" type="presOf" srcId="{38F01A96-D676-478A-A192-6C5C24275C39}" destId="{25516D3F-B739-4D51-9864-E2F2359FF55D}" srcOrd="0" destOrd="0" presId="urn:microsoft.com/office/officeart/2008/layout/LinedList"/>
    <dgm:cxn modelId="{33660343-EF60-4A29-94F7-6213442530FA}" srcId="{6D57D111-A689-49EA-9715-57BC97FF7CA2}" destId="{A3599D4D-6342-4BEF-97DB-7D4D66304648}" srcOrd="0" destOrd="0" parTransId="{3AFC2E58-467A-4EE9-94EA-C31FF95F8BE6}" sibTransId="{69E9EF17-1D2E-4F9D-9E0F-5AE73F49CEA5}"/>
    <dgm:cxn modelId="{9ADCB846-CB8C-48F1-B066-57B19592B176}" type="presOf" srcId="{A3599D4D-6342-4BEF-97DB-7D4D66304648}" destId="{3C8B949E-5618-4E7D-B1CE-845B9852EC64}" srcOrd="0" destOrd="0" presId="urn:microsoft.com/office/officeart/2008/layout/LinedList"/>
    <dgm:cxn modelId="{ACCAE249-6AE0-4C4D-B9C3-BB6F3D07165B}" type="presOf" srcId="{82EC645A-64B2-4CC3-94E3-1D968B6DBAEB}" destId="{8C9A9A34-CBC1-49DE-8DD1-57A64A5E7E2C}" srcOrd="0" destOrd="0" presId="urn:microsoft.com/office/officeart/2008/layout/LinedList"/>
    <dgm:cxn modelId="{8D47626B-E9D0-484A-897C-C25CE568289E}" srcId="{82EC645A-64B2-4CC3-94E3-1D968B6DBAEB}" destId="{38F01A96-D676-478A-A192-6C5C24275C39}" srcOrd="0" destOrd="0" parTransId="{C45D726F-0D06-470A-B0D5-B368387478E7}" sibTransId="{0AFC8F05-BA3B-4B4C-9714-4938EF573898}"/>
    <dgm:cxn modelId="{9768C172-4198-4827-AEB0-8BC1164B534D}" srcId="{6D57D111-A689-49EA-9715-57BC97FF7CA2}" destId="{FB40F057-9B6E-457D-8EFB-38F1E7BE2583}" srcOrd="1" destOrd="0" parTransId="{4F7697B4-A417-4610-A976-EC34D5FC7A27}" sibTransId="{AA12B2A9-35F0-4898-A93C-79C5B60721E7}"/>
    <dgm:cxn modelId="{86AFAE57-F9B5-4499-A916-0AC476B7732D}" srcId="{A6BF3217-889C-4F33-8E48-BB3C64805716}" destId="{6D57D111-A689-49EA-9715-57BC97FF7CA2}" srcOrd="1" destOrd="0" parTransId="{22A68671-EE9B-4FAA-B77E-A62F2D38B7EB}" sibTransId="{A301B48F-BED7-45E7-B1C0-8DCEA6C2631E}"/>
    <dgm:cxn modelId="{9D37D779-D08D-49D1-9ACB-4C100D32A495}" type="presOf" srcId="{A6BF3217-889C-4F33-8E48-BB3C64805716}" destId="{E27E6116-40A5-4C77-88AA-4008E8E32075}" srcOrd="0" destOrd="0" presId="urn:microsoft.com/office/officeart/2008/layout/LinedList"/>
    <dgm:cxn modelId="{40F79A7F-8630-4DEE-AE67-02D6079EEC8B}" type="presOf" srcId="{FB40F057-9B6E-457D-8EFB-38F1E7BE2583}" destId="{55D2AF62-4E86-4206-B22E-7953B3491812}" srcOrd="0" destOrd="0" presId="urn:microsoft.com/office/officeart/2008/layout/LinedList"/>
    <dgm:cxn modelId="{521C1A84-BA1B-412B-8EC4-9349491FC1CF}" srcId="{82EC645A-64B2-4CC3-94E3-1D968B6DBAEB}" destId="{E3697030-0105-47DB-B5EB-DFA4DFA019D8}" srcOrd="1" destOrd="0" parTransId="{8C753F01-08B5-4FD3-9B1E-EC631555D5EC}" sibTransId="{E185E305-FC05-4E61-9E04-E089EDE4A0A5}"/>
    <dgm:cxn modelId="{963BF899-BA59-43BD-9BD8-FD560F7AF746}" type="presOf" srcId="{E3697030-0105-47DB-B5EB-DFA4DFA019D8}" destId="{601DE5BA-9549-4D85-9B9A-6B9D6212A98F}" srcOrd="0" destOrd="0" presId="urn:microsoft.com/office/officeart/2008/layout/LinedList"/>
    <dgm:cxn modelId="{7F4325D4-0DEA-4FDC-A556-26C0DC035340}" type="presOf" srcId="{6D57D111-A689-49EA-9715-57BC97FF7CA2}" destId="{56885D7D-D71E-46E3-AC4A-ACC099D95FFE}" srcOrd="0" destOrd="0" presId="urn:microsoft.com/office/officeart/2008/layout/LinedList"/>
    <dgm:cxn modelId="{2DC31232-B73C-4AB0-82CB-C30394060887}" type="presParOf" srcId="{E27E6116-40A5-4C77-88AA-4008E8E32075}" destId="{FF1D3050-57A3-4D59-9E63-718123B34255}" srcOrd="0" destOrd="0" presId="urn:microsoft.com/office/officeart/2008/layout/LinedList"/>
    <dgm:cxn modelId="{EE9F21A7-034B-423C-B3B4-48085F299BD1}" type="presParOf" srcId="{E27E6116-40A5-4C77-88AA-4008E8E32075}" destId="{6758CB96-BF85-462F-9D82-E5C9CD5A9878}" srcOrd="1" destOrd="0" presId="urn:microsoft.com/office/officeart/2008/layout/LinedList"/>
    <dgm:cxn modelId="{E84B00A8-DFC6-4E30-AB5A-2C217B7C9819}" type="presParOf" srcId="{6758CB96-BF85-462F-9D82-E5C9CD5A9878}" destId="{8C9A9A34-CBC1-49DE-8DD1-57A64A5E7E2C}" srcOrd="0" destOrd="0" presId="urn:microsoft.com/office/officeart/2008/layout/LinedList"/>
    <dgm:cxn modelId="{09A7F771-826B-438F-9CAB-FB7B21300031}" type="presParOf" srcId="{6758CB96-BF85-462F-9D82-E5C9CD5A9878}" destId="{169BA64E-9B4B-41F3-8BC5-195182A6231E}" srcOrd="1" destOrd="0" presId="urn:microsoft.com/office/officeart/2008/layout/LinedList"/>
    <dgm:cxn modelId="{A5CD9262-78D9-42CB-B4BF-00C2DE15A430}" type="presParOf" srcId="{169BA64E-9B4B-41F3-8BC5-195182A6231E}" destId="{418DC7E9-8959-49B1-A7EB-D23AA55190B0}" srcOrd="0" destOrd="0" presId="urn:microsoft.com/office/officeart/2008/layout/LinedList"/>
    <dgm:cxn modelId="{A8F17539-A2E0-4497-972E-81845D8AE0E0}" type="presParOf" srcId="{169BA64E-9B4B-41F3-8BC5-195182A6231E}" destId="{6FFC922E-13C9-4D1F-85EE-6084483B9599}" srcOrd="1" destOrd="0" presId="urn:microsoft.com/office/officeart/2008/layout/LinedList"/>
    <dgm:cxn modelId="{C1E19CF3-A73A-46DD-BB84-9D2D65FBC5BD}" type="presParOf" srcId="{6FFC922E-13C9-4D1F-85EE-6084483B9599}" destId="{C0A801A5-4BA6-48CF-8429-D1983ECD1F5D}" srcOrd="0" destOrd="0" presId="urn:microsoft.com/office/officeart/2008/layout/LinedList"/>
    <dgm:cxn modelId="{3ED419DB-E5CF-4777-BC94-72D0B1AF15FB}" type="presParOf" srcId="{6FFC922E-13C9-4D1F-85EE-6084483B9599}" destId="{25516D3F-B739-4D51-9864-E2F2359FF55D}" srcOrd="1" destOrd="0" presId="urn:microsoft.com/office/officeart/2008/layout/LinedList"/>
    <dgm:cxn modelId="{EF8D9719-6E69-42BD-84B2-6148422DB7E8}" type="presParOf" srcId="{6FFC922E-13C9-4D1F-85EE-6084483B9599}" destId="{BAE32644-1CEA-4FFA-9654-12BC30D39238}" srcOrd="2" destOrd="0" presId="urn:microsoft.com/office/officeart/2008/layout/LinedList"/>
    <dgm:cxn modelId="{7B3B3378-9508-4907-A806-3DD68AD9A0F4}" type="presParOf" srcId="{169BA64E-9B4B-41F3-8BC5-195182A6231E}" destId="{419E52BA-5300-4616-AC0D-A5BADF1D5355}" srcOrd="2" destOrd="0" presId="urn:microsoft.com/office/officeart/2008/layout/LinedList"/>
    <dgm:cxn modelId="{BEF4A958-4692-4853-8570-040FA165638D}" type="presParOf" srcId="{169BA64E-9B4B-41F3-8BC5-195182A6231E}" destId="{A8F22272-A735-45D4-AB8D-5B4E3AA06B10}" srcOrd="3" destOrd="0" presId="urn:microsoft.com/office/officeart/2008/layout/LinedList"/>
    <dgm:cxn modelId="{B14E0A58-674F-41BD-B903-94812466E3AC}" type="presParOf" srcId="{169BA64E-9B4B-41F3-8BC5-195182A6231E}" destId="{8F93573C-BC81-4873-B498-968FE7349A48}" srcOrd="4" destOrd="0" presId="urn:microsoft.com/office/officeart/2008/layout/LinedList"/>
    <dgm:cxn modelId="{D480D65F-289A-46B7-9481-C0CAB738F3BB}" type="presParOf" srcId="{8F93573C-BC81-4873-B498-968FE7349A48}" destId="{EDEF85CC-3BD0-4D67-81CA-D4D3742B7C27}" srcOrd="0" destOrd="0" presId="urn:microsoft.com/office/officeart/2008/layout/LinedList"/>
    <dgm:cxn modelId="{A3613A65-6130-4D71-98DE-166E5F110BD9}" type="presParOf" srcId="{8F93573C-BC81-4873-B498-968FE7349A48}" destId="{601DE5BA-9549-4D85-9B9A-6B9D6212A98F}" srcOrd="1" destOrd="0" presId="urn:microsoft.com/office/officeart/2008/layout/LinedList"/>
    <dgm:cxn modelId="{014B9EEB-FE04-4F20-BB00-69B2F60BA97E}" type="presParOf" srcId="{8F93573C-BC81-4873-B498-968FE7349A48}" destId="{D858B1A5-2E13-4908-8ABB-139C22C1F6DC}" srcOrd="2" destOrd="0" presId="urn:microsoft.com/office/officeart/2008/layout/LinedList"/>
    <dgm:cxn modelId="{3C0D6467-94EA-4329-8587-D3C48EC93026}" type="presParOf" srcId="{169BA64E-9B4B-41F3-8BC5-195182A6231E}" destId="{DF30B8FB-5C98-4C37-98A2-D040C4B2F997}" srcOrd="5" destOrd="0" presId="urn:microsoft.com/office/officeart/2008/layout/LinedList"/>
    <dgm:cxn modelId="{8F8CA1C1-DED7-4E37-9522-873AB1411E99}" type="presParOf" srcId="{169BA64E-9B4B-41F3-8BC5-195182A6231E}" destId="{51A7B3C5-0781-48A1-AF7E-D01A0F363054}" srcOrd="6" destOrd="0" presId="urn:microsoft.com/office/officeart/2008/layout/LinedList"/>
    <dgm:cxn modelId="{0BFD07BB-7A76-462E-96A0-C412D6C29560}" type="presParOf" srcId="{E27E6116-40A5-4C77-88AA-4008E8E32075}" destId="{80C2D06F-226D-4EE7-936B-B7944C8BBC3C}" srcOrd="2" destOrd="0" presId="urn:microsoft.com/office/officeart/2008/layout/LinedList"/>
    <dgm:cxn modelId="{0F2A3A8A-4706-4DF9-8362-5B7F69F2AAE1}" type="presParOf" srcId="{E27E6116-40A5-4C77-88AA-4008E8E32075}" destId="{2BBA87D6-5788-492C-AF7F-882CD7304BFF}" srcOrd="3" destOrd="0" presId="urn:microsoft.com/office/officeart/2008/layout/LinedList"/>
    <dgm:cxn modelId="{8F9A7AEA-192C-4CA3-A2EE-B82EB9A8456F}" type="presParOf" srcId="{2BBA87D6-5788-492C-AF7F-882CD7304BFF}" destId="{56885D7D-D71E-46E3-AC4A-ACC099D95FFE}" srcOrd="0" destOrd="0" presId="urn:microsoft.com/office/officeart/2008/layout/LinedList"/>
    <dgm:cxn modelId="{0D10DECE-B882-42C4-BD5A-9812FFF26519}" type="presParOf" srcId="{2BBA87D6-5788-492C-AF7F-882CD7304BFF}" destId="{1E705620-5C7C-4CB1-AB9B-5DAA5ED6A8B6}" srcOrd="1" destOrd="0" presId="urn:microsoft.com/office/officeart/2008/layout/LinedList"/>
    <dgm:cxn modelId="{0880B8EB-AC9A-4693-A5E6-7985F4C16BA7}" type="presParOf" srcId="{1E705620-5C7C-4CB1-AB9B-5DAA5ED6A8B6}" destId="{884040E9-2B3C-4548-8EB4-BC0D2120847A}" srcOrd="0" destOrd="0" presId="urn:microsoft.com/office/officeart/2008/layout/LinedList"/>
    <dgm:cxn modelId="{A6F3FB4C-DE27-4F6B-A406-F8BF692C40B3}" type="presParOf" srcId="{1E705620-5C7C-4CB1-AB9B-5DAA5ED6A8B6}" destId="{A1F28B6C-BAD5-4A87-BA66-C2CB21DF122C}" srcOrd="1" destOrd="0" presId="urn:microsoft.com/office/officeart/2008/layout/LinedList"/>
    <dgm:cxn modelId="{29A3950A-BB1A-447A-BABE-5C02F5F20B37}" type="presParOf" srcId="{A1F28B6C-BAD5-4A87-BA66-C2CB21DF122C}" destId="{E6619E4E-7968-4CC5-AFC1-D53C7FEF118A}" srcOrd="0" destOrd="0" presId="urn:microsoft.com/office/officeart/2008/layout/LinedList"/>
    <dgm:cxn modelId="{1E3BBD60-7248-4057-8EFC-C16D31597B95}" type="presParOf" srcId="{A1F28B6C-BAD5-4A87-BA66-C2CB21DF122C}" destId="{3C8B949E-5618-4E7D-B1CE-845B9852EC64}" srcOrd="1" destOrd="0" presId="urn:microsoft.com/office/officeart/2008/layout/LinedList"/>
    <dgm:cxn modelId="{8601B88A-C00D-4FA7-996A-C22836AE5591}" type="presParOf" srcId="{A1F28B6C-BAD5-4A87-BA66-C2CB21DF122C}" destId="{898B176A-4314-42BD-BB8A-3926210E4C50}" srcOrd="2" destOrd="0" presId="urn:microsoft.com/office/officeart/2008/layout/LinedList"/>
    <dgm:cxn modelId="{AFF51155-21AF-42A6-8925-8C1CF6AC9963}" type="presParOf" srcId="{1E705620-5C7C-4CB1-AB9B-5DAA5ED6A8B6}" destId="{28122278-3910-42E3-ADDA-1283E0ADF5FE}" srcOrd="2" destOrd="0" presId="urn:microsoft.com/office/officeart/2008/layout/LinedList"/>
    <dgm:cxn modelId="{692D2DAD-D886-4713-8DFC-AAD52ECE60CE}" type="presParOf" srcId="{1E705620-5C7C-4CB1-AB9B-5DAA5ED6A8B6}" destId="{01F41A54-2C0A-4DB0-8700-5EFC29E848CF}" srcOrd="3" destOrd="0" presId="urn:microsoft.com/office/officeart/2008/layout/LinedList"/>
    <dgm:cxn modelId="{52B9AEB0-19E6-4688-87EE-1800CB31D5F0}" type="presParOf" srcId="{1E705620-5C7C-4CB1-AB9B-5DAA5ED6A8B6}" destId="{4D3C8F6D-9237-4449-857D-631B88FC5E56}" srcOrd="4" destOrd="0" presId="urn:microsoft.com/office/officeart/2008/layout/LinedList"/>
    <dgm:cxn modelId="{5EA063FF-A129-4D82-A130-ECECEE9F4D39}" type="presParOf" srcId="{4D3C8F6D-9237-4449-857D-631B88FC5E56}" destId="{DEFC0C5B-0D8D-487A-A0E9-233F17754C7D}" srcOrd="0" destOrd="0" presId="urn:microsoft.com/office/officeart/2008/layout/LinedList"/>
    <dgm:cxn modelId="{3EE7F8E7-C096-4394-B87B-8B9B2C7CD511}" type="presParOf" srcId="{4D3C8F6D-9237-4449-857D-631B88FC5E56}" destId="{55D2AF62-4E86-4206-B22E-7953B3491812}" srcOrd="1" destOrd="0" presId="urn:microsoft.com/office/officeart/2008/layout/LinedList"/>
    <dgm:cxn modelId="{3E4278C2-0B4F-4DF7-ACC7-2C205BB7AA16}" type="presParOf" srcId="{4D3C8F6D-9237-4449-857D-631B88FC5E56}" destId="{E61B22F5-2364-41B7-BE40-5EB59316656B}" srcOrd="2" destOrd="0" presId="urn:microsoft.com/office/officeart/2008/layout/LinedList"/>
    <dgm:cxn modelId="{64DDB084-02E2-4B7A-8B0C-D732EF405A09}" type="presParOf" srcId="{1E705620-5C7C-4CB1-AB9B-5DAA5ED6A8B6}" destId="{E9C61B37-00BA-4A71-860E-667761230444}" srcOrd="5" destOrd="0" presId="urn:microsoft.com/office/officeart/2008/layout/LinedList"/>
    <dgm:cxn modelId="{B844B759-305A-41A7-A0C0-A33A1B7A63C7}" type="presParOf" srcId="{1E705620-5C7C-4CB1-AB9B-5DAA5ED6A8B6}" destId="{51F3EF61-BCC0-4C17-9DDA-552089502DA0}"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64EC082-E819-4D39-B47D-938070905D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D10CC9D-4B36-4FFA-BEDD-B54AE80CD672}">
      <dgm:prSet custT="1"/>
      <dgm:spPr/>
      <dgm:t>
        <a:bodyPr/>
        <a:lstStyle/>
        <a:p>
          <a:r>
            <a:rPr lang="en-GB" sz="1400" dirty="0"/>
            <a:t>Gives info on</a:t>
          </a:r>
        </a:p>
      </dgm:t>
    </dgm:pt>
    <dgm:pt modelId="{4178B0A3-270C-49DE-ACA0-62846D57AF8D}" type="parTrans" cxnId="{95ED50F4-090D-424F-9E2D-5EC3C851552E}">
      <dgm:prSet/>
      <dgm:spPr/>
      <dgm:t>
        <a:bodyPr/>
        <a:lstStyle/>
        <a:p>
          <a:endParaRPr lang="en-US" sz="1300"/>
        </a:p>
      </dgm:t>
    </dgm:pt>
    <dgm:pt modelId="{30ED0C9E-3DE2-4128-9F3D-7EF939BF81CD}" type="sibTrans" cxnId="{95ED50F4-090D-424F-9E2D-5EC3C851552E}">
      <dgm:prSet/>
      <dgm:spPr/>
      <dgm:t>
        <a:bodyPr/>
        <a:lstStyle/>
        <a:p>
          <a:endParaRPr lang="en-US" sz="1300"/>
        </a:p>
      </dgm:t>
    </dgm:pt>
    <dgm:pt modelId="{FEFE014C-F7F6-44BF-A91F-8EC9DDF48C10}">
      <dgm:prSet custT="1"/>
      <dgm:spPr/>
      <dgm:t>
        <a:bodyPr/>
        <a:lstStyle/>
        <a:p>
          <a:r>
            <a:rPr lang="en-GB" sz="1300" dirty="0"/>
            <a:t>UN Number</a:t>
          </a:r>
        </a:p>
      </dgm:t>
    </dgm:pt>
    <dgm:pt modelId="{2CEB3E88-E8ED-4872-9AEC-250D848E6E50}" type="parTrans" cxnId="{0ECCE0BB-EAF1-417F-A0C0-E60782F915CA}">
      <dgm:prSet/>
      <dgm:spPr/>
      <dgm:t>
        <a:bodyPr/>
        <a:lstStyle/>
        <a:p>
          <a:endParaRPr lang="en-US" sz="1300"/>
        </a:p>
      </dgm:t>
    </dgm:pt>
    <dgm:pt modelId="{AB731A19-74AE-4887-9ED9-A9751C90B8D4}" type="sibTrans" cxnId="{0ECCE0BB-EAF1-417F-A0C0-E60782F915CA}">
      <dgm:prSet/>
      <dgm:spPr/>
      <dgm:t>
        <a:bodyPr/>
        <a:lstStyle/>
        <a:p>
          <a:endParaRPr lang="en-US" sz="1300"/>
        </a:p>
      </dgm:t>
    </dgm:pt>
    <dgm:pt modelId="{BD0611F8-07F1-4AD7-B93D-BFF18C9F1B92}">
      <dgm:prSet custT="1"/>
      <dgm:spPr/>
      <dgm:t>
        <a:bodyPr/>
        <a:lstStyle/>
        <a:p>
          <a:r>
            <a:rPr lang="en-GB" sz="1300" dirty="0"/>
            <a:t>Additional information, such as tunnel restriction codes or indication of a marine pollutant</a:t>
          </a:r>
        </a:p>
      </dgm:t>
    </dgm:pt>
    <dgm:pt modelId="{ECC2B987-A5BF-44BB-B534-5A0765AC747E}" type="parTrans" cxnId="{6D5F7BE8-6CCE-4D1D-800D-85F0BE95EFC1}">
      <dgm:prSet/>
      <dgm:spPr/>
      <dgm:t>
        <a:bodyPr/>
        <a:lstStyle/>
        <a:p>
          <a:endParaRPr lang="en-US" sz="1300"/>
        </a:p>
      </dgm:t>
    </dgm:pt>
    <dgm:pt modelId="{0D889053-49F9-40A6-9028-DEDE5CD253E3}" type="sibTrans" cxnId="{6D5F7BE8-6CCE-4D1D-800D-85F0BE95EFC1}">
      <dgm:prSet/>
      <dgm:spPr/>
      <dgm:t>
        <a:bodyPr/>
        <a:lstStyle/>
        <a:p>
          <a:endParaRPr lang="en-US" sz="1300"/>
        </a:p>
      </dgm:t>
    </dgm:pt>
    <dgm:pt modelId="{62FE5780-63B1-48F4-AD9C-2B28E953DE6D}">
      <dgm:prSet custT="1"/>
      <dgm:spPr/>
      <dgm:t>
        <a:bodyPr/>
        <a:lstStyle/>
        <a:p>
          <a:r>
            <a:rPr lang="en-GB" sz="1300" dirty="0"/>
            <a:t>Special precautions for the user</a:t>
          </a:r>
        </a:p>
      </dgm:t>
    </dgm:pt>
    <dgm:pt modelId="{F0D16BB4-F175-43EE-A3D0-1AD49955FF7A}" type="parTrans" cxnId="{F4E6C3DF-A862-443C-B152-A11EA3F1B331}">
      <dgm:prSet/>
      <dgm:spPr/>
      <dgm:t>
        <a:bodyPr/>
        <a:lstStyle/>
        <a:p>
          <a:endParaRPr lang="en-US" sz="1300"/>
        </a:p>
      </dgm:t>
    </dgm:pt>
    <dgm:pt modelId="{52775102-C36D-4F32-954B-29E51E405775}" type="sibTrans" cxnId="{F4E6C3DF-A862-443C-B152-A11EA3F1B331}">
      <dgm:prSet/>
      <dgm:spPr/>
      <dgm:t>
        <a:bodyPr/>
        <a:lstStyle/>
        <a:p>
          <a:endParaRPr lang="en-US" sz="1300"/>
        </a:p>
      </dgm:t>
    </dgm:pt>
    <dgm:pt modelId="{AC070D06-1DD5-4DBF-9545-F0F3466618AA}">
      <dgm:prSet custT="1"/>
      <dgm:spPr/>
      <dgm:t>
        <a:bodyPr/>
        <a:lstStyle/>
        <a:p>
          <a:r>
            <a:rPr lang="en-GB" sz="1300" dirty="0"/>
            <a:t>Transport in bulk by sea or inland waterways, when applicable</a:t>
          </a:r>
        </a:p>
      </dgm:t>
    </dgm:pt>
    <dgm:pt modelId="{9CE9BC5F-253C-4EAC-89C2-19F052CEBC68}" type="parTrans" cxnId="{CC14B4B7-8A57-4B08-8A53-E475AF332A44}">
      <dgm:prSet/>
      <dgm:spPr/>
      <dgm:t>
        <a:bodyPr/>
        <a:lstStyle/>
        <a:p>
          <a:endParaRPr lang="en-US" sz="1300"/>
        </a:p>
      </dgm:t>
    </dgm:pt>
    <dgm:pt modelId="{F3DBA4C2-3D57-42DF-B473-04BF179F0C49}" type="sibTrans" cxnId="{CC14B4B7-8A57-4B08-8A53-E475AF332A44}">
      <dgm:prSet/>
      <dgm:spPr/>
      <dgm:t>
        <a:bodyPr/>
        <a:lstStyle/>
        <a:p>
          <a:endParaRPr lang="en-US" sz="1300"/>
        </a:p>
      </dgm:t>
    </dgm:pt>
    <dgm:pt modelId="{9CCC19DD-3333-4B6C-BE5D-A1E9FC6E3D14}">
      <dgm:prSet custT="1"/>
      <dgm:spPr/>
      <dgm:t>
        <a:bodyPr/>
        <a:lstStyle/>
        <a:p>
          <a:r>
            <a:rPr lang="en-GB" sz="1300" dirty="0"/>
            <a:t>Transportation classification for the chemical </a:t>
          </a:r>
        </a:p>
        <a:p>
          <a:r>
            <a:rPr lang="en-GB" sz="1300" dirty="0"/>
            <a:t>(e.g. Road , Rail, Sea, Inland waterways and Air)</a:t>
          </a:r>
        </a:p>
      </dgm:t>
    </dgm:pt>
    <dgm:pt modelId="{A487A561-B460-418C-85FE-C2EC0632A5AF}" type="parTrans" cxnId="{55484348-7EE5-45E7-A4B0-EAB46DC31E1A}">
      <dgm:prSet/>
      <dgm:spPr/>
      <dgm:t>
        <a:bodyPr/>
        <a:lstStyle/>
        <a:p>
          <a:endParaRPr lang="en-US" sz="1300"/>
        </a:p>
      </dgm:t>
    </dgm:pt>
    <dgm:pt modelId="{820CE73E-83EB-44D8-A8E3-DDABD2F354AB}" type="sibTrans" cxnId="{55484348-7EE5-45E7-A4B0-EAB46DC31E1A}">
      <dgm:prSet/>
      <dgm:spPr/>
      <dgm:t>
        <a:bodyPr/>
        <a:lstStyle/>
        <a:p>
          <a:endParaRPr lang="en-US" sz="1300"/>
        </a:p>
      </dgm:t>
    </dgm:pt>
    <dgm:pt modelId="{59949BBB-274D-463B-9662-F53F307ABF8B}" type="pres">
      <dgm:prSet presAssocID="{564EC082-E819-4D39-B47D-938070905D31}" presName="vert0" presStyleCnt="0">
        <dgm:presLayoutVars>
          <dgm:dir/>
          <dgm:animOne val="branch"/>
          <dgm:animLvl val="lvl"/>
        </dgm:presLayoutVars>
      </dgm:prSet>
      <dgm:spPr/>
    </dgm:pt>
    <dgm:pt modelId="{14E5520B-625F-4034-AD14-978E62067DB3}" type="pres">
      <dgm:prSet presAssocID="{7D10CC9D-4B36-4FFA-BEDD-B54AE80CD672}" presName="thickLine" presStyleLbl="alignNode1" presStyleIdx="0" presStyleCnt="1"/>
      <dgm:spPr/>
    </dgm:pt>
    <dgm:pt modelId="{8C6F8C27-2C37-420A-B6EC-E8E058BA8191}" type="pres">
      <dgm:prSet presAssocID="{7D10CC9D-4B36-4FFA-BEDD-B54AE80CD672}" presName="horz1" presStyleCnt="0"/>
      <dgm:spPr/>
    </dgm:pt>
    <dgm:pt modelId="{A8E9185A-0A1D-4F0A-A33D-AD1E60674E92}" type="pres">
      <dgm:prSet presAssocID="{7D10CC9D-4B36-4FFA-BEDD-B54AE80CD672}" presName="tx1" presStyleLbl="revTx" presStyleIdx="0" presStyleCnt="6"/>
      <dgm:spPr/>
    </dgm:pt>
    <dgm:pt modelId="{07A2C4D9-EAE6-4B43-BD5F-12070A467CC7}" type="pres">
      <dgm:prSet presAssocID="{7D10CC9D-4B36-4FFA-BEDD-B54AE80CD672}" presName="vert1" presStyleCnt="0"/>
      <dgm:spPr/>
    </dgm:pt>
    <dgm:pt modelId="{C7CF85C8-3A15-4605-9B6A-8D54B1AEAD0E}" type="pres">
      <dgm:prSet presAssocID="{9CCC19DD-3333-4B6C-BE5D-A1E9FC6E3D14}" presName="vertSpace2a" presStyleCnt="0"/>
      <dgm:spPr/>
    </dgm:pt>
    <dgm:pt modelId="{B2EE1F55-6FBF-4A64-9B4F-1F031C2B75B0}" type="pres">
      <dgm:prSet presAssocID="{9CCC19DD-3333-4B6C-BE5D-A1E9FC6E3D14}" presName="horz2" presStyleCnt="0"/>
      <dgm:spPr/>
    </dgm:pt>
    <dgm:pt modelId="{69B31489-D363-47CD-83C3-F3AC4AC050F8}" type="pres">
      <dgm:prSet presAssocID="{9CCC19DD-3333-4B6C-BE5D-A1E9FC6E3D14}" presName="horzSpace2" presStyleCnt="0"/>
      <dgm:spPr/>
    </dgm:pt>
    <dgm:pt modelId="{6A878F9E-34F6-4D40-95E5-E10F07978D11}" type="pres">
      <dgm:prSet presAssocID="{9CCC19DD-3333-4B6C-BE5D-A1E9FC6E3D14}" presName="tx2" presStyleLbl="revTx" presStyleIdx="1" presStyleCnt="6"/>
      <dgm:spPr/>
    </dgm:pt>
    <dgm:pt modelId="{E4B0BEDE-0FC7-4E3F-8394-B3761D87FA9A}" type="pres">
      <dgm:prSet presAssocID="{9CCC19DD-3333-4B6C-BE5D-A1E9FC6E3D14}" presName="vert2" presStyleCnt="0"/>
      <dgm:spPr/>
    </dgm:pt>
    <dgm:pt modelId="{C0EC0607-FFC8-471D-BA38-A919303AE1E3}" type="pres">
      <dgm:prSet presAssocID="{9CCC19DD-3333-4B6C-BE5D-A1E9FC6E3D14}" presName="thinLine2b" presStyleLbl="callout" presStyleIdx="0" presStyleCnt="5"/>
      <dgm:spPr/>
    </dgm:pt>
    <dgm:pt modelId="{A4047751-0002-4D92-B86E-25AFB7E0BD93}" type="pres">
      <dgm:prSet presAssocID="{9CCC19DD-3333-4B6C-BE5D-A1E9FC6E3D14}" presName="vertSpace2b" presStyleCnt="0"/>
      <dgm:spPr/>
    </dgm:pt>
    <dgm:pt modelId="{EA68B039-97C8-4F2F-B037-D5620CC32E4B}" type="pres">
      <dgm:prSet presAssocID="{FEFE014C-F7F6-44BF-A91F-8EC9DDF48C10}" presName="horz2" presStyleCnt="0"/>
      <dgm:spPr/>
    </dgm:pt>
    <dgm:pt modelId="{CE154E0B-B531-4F5E-B50E-59AE7A5432FE}" type="pres">
      <dgm:prSet presAssocID="{FEFE014C-F7F6-44BF-A91F-8EC9DDF48C10}" presName="horzSpace2" presStyleCnt="0"/>
      <dgm:spPr/>
    </dgm:pt>
    <dgm:pt modelId="{468A748C-4D16-4349-A23E-66D8C2C153C8}" type="pres">
      <dgm:prSet presAssocID="{FEFE014C-F7F6-44BF-A91F-8EC9DDF48C10}" presName="tx2" presStyleLbl="revTx" presStyleIdx="2" presStyleCnt="6"/>
      <dgm:spPr/>
    </dgm:pt>
    <dgm:pt modelId="{83045176-0956-4EEA-AA89-DA52821B5F48}" type="pres">
      <dgm:prSet presAssocID="{FEFE014C-F7F6-44BF-A91F-8EC9DDF48C10}" presName="vert2" presStyleCnt="0"/>
      <dgm:spPr/>
    </dgm:pt>
    <dgm:pt modelId="{27C8CF73-0ACD-4DE2-8773-67F5E6925ADF}" type="pres">
      <dgm:prSet presAssocID="{FEFE014C-F7F6-44BF-A91F-8EC9DDF48C10}" presName="thinLine2b" presStyleLbl="callout" presStyleIdx="1" presStyleCnt="5"/>
      <dgm:spPr/>
    </dgm:pt>
    <dgm:pt modelId="{547E7D0D-650F-400D-B021-C9D737FB06B5}" type="pres">
      <dgm:prSet presAssocID="{FEFE014C-F7F6-44BF-A91F-8EC9DDF48C10}" presName="vertSpace2b" presStyleCnt="0"/>
      <dgm:spPr/>
    </dgm:pt>
    <dgm:pt modelId="{CA19F9CD-F932-420C-AFED-1D80515178B8}" type="pres">
      <dgm:prSet presAssocID="{BD0611F8-07F1-4AD7-B93D-BFF18C9F1B92}" presName="horz2" presStyleCnt="0"/>
      <dgm:spPr/>
    </dgm:pt>
    <dgm:pt modelId="{374A4931-EC12-415B-BF46-2200857C3B9D}" type="pres">
      <dgm:prSet presAssocID="{BD0611F8-07F1-4AD7-B93D-BFF18C9F1B92}" presName="horzSpace2" presStyleCnt="0"/>
      <dgm:spPr/>
    </dgm:pt>
    <dgm:pt modelId="{71801357-C24E-4F2F-9EA0-FC3CF4EBC846}" type="pres">
      <dgm:prSet presAssocID="{BD0611F8-07F1-4AD7-B93D-BFF18C9F1B92}" presName="tx2" presStyleLbl="revTx" presStyleIdx="3" presStyleCnt="6"/>
      <dgm:spPr/>
    </dgm:pt>
    <dgm:pt modelId="{F68B7DA2-4CBD-4DF2-9D7E-26DD9AC31DF6}" type="pres">
      <dgm:prSet presAssocID="{BD0611F8-07F1-4AD7-B93D-BFF18C9F1B92}" presName="vert2" presStyleCnt="0"/>
      <dgm:spPr/>
    </dgm:pt>
    <dgm:pt modelId="{80F46799-11F9-4074-962D-878766B351CC}" type="pres">
      <dgm:prSet presAssocID="{BD0611F8-07F1-4AD7-B93D-BFF18C9F1B92}" presName="thinLine2b" presStyleLbl="callout" presStyleIdx="2" presStyleCnt="5"/>
      <dgm:spPr/>
    </dgm:pt>
    <dgm:pt modelId="{32833C82-14B7-417B-AE03-2F7FEA3189C6}" type="pres">
      <dgm:prSet presAssocID="{BD0611F8-07F1-4AD7-B93D-BFF18C9F1B92}" presName="vertSpace2b" presStyleCnt="0"/>
      <dgm:spPr/>
    </dgm:pt>
    <dgm:pt modelId="{6C9139EA-26CF-42B1-9EA6-5D774D78E5C4}" type="pres">
      <dgm:prSet presAssocID="{62FE5780-63B1-48F4-AD9C-2B28E953DE6D}" presName="horz2" presStyleCnt="0"/>
      <dgm:spPr/>
    </dgm:pt>
    <dgm:pt modelId="{B1B77557-E054-4445-9F64-F7A3D2C56B55}" type="pres">
      <dgm:prSet presAssocID="{62FE5780-63B1-48F4-AD9C-2B28E953DE6D}" presName="horzSpace2" presStyleCnt="0"/>
      <dgm:spPr/>
    </dgm:pt>
    <dgm:pt modelId="{3FC22F5A-055D-4DEF-956D-2A3146E83BAF}" type="pres">
      <dgm:prSet presAssocID="{62FE5780-63B1-48F4-AD9C-2B28E953DE6D}" presName="tx2" presStyleLbl="revTx" presStyleIdx="4" presStyleCnt="6"/>
      <dgm:spPr/>
    </dgm:pt>
    <dgm:pt modelId="{4249C53C-AC53-428E-881B-C0825F6F10E4}" type="pres">
      <dgm:prSet presAssocID="{62FE5780-63B1-48F4-AD9C-2B28E953DE6D}" presName="vert2" presStyleCnt="0"/>
      <dgm:spPr/>
    </dgm:pt>
    <dgm:pt modelId="{1C7E71D1-FFF5-48BA-9FA7-DCE1EE6210D8}" type="pres">
      <dgm:prSet presAssocID="{62FE5780-63B1-48F4-AD9C-2B28E953DE6D}" presName="thinLine2b" presStyleLbl="callout" presStyleIdx="3" presStyleCnt="5"/>
      <dgm:spPr/>
    </dgm:pt>
    <dgm:pt modelId="{DDB2CCE5-2224-4E46-A7FF-CD4171FDAD34}" type="pres">
      <dgm:prSet presAssocID="{62FE5780-63B1-48F4-AD9C-2B28E953DE6D}" presName="vertSpace2b" presStyleCnt="0"/>
      <dgm:spPr/>
    </dgm:pt>
    <dgm:pt modelId="{972F7AC3-06FF-42E3-8309-90801AF6CA30}" type="pres">
      <dgm:prSet presAssocID="{AC070D06-1DD5-4DBF-9545-F0F3466618AA}" presName="horz2" presStyleCnt="0"/>
      <dgm:spPr/>
    </dgm:pt>
    <dgm:pt modelId="{A422B1E0-7F6F-4738-9058-057600A25618}" type="pres">
      <dgm:prSet presAssocID="{AC070D06-1DD5-4DBF-9545-F0F3466618AA}" presName="horzSpace2" presStyleCnt="0"/>
      <dgm:spPr/>
    </dgm:pt>
    <dgm:pt modelId="{4181C65A-677B-4A71-9FCB-7ECF034F149B}" type="pres">
      <dgm:prSet presAssocID="{AC070D06-1DD5-4DBF-9545-F0F3466618AA}" presName="tx2" presStyleLbl="revTx" presStyleIdx="5" presStyleCnt="6"/>
      <dgm:spPr/>
    </dgm:pt>
    <dgm:pt modelId="{69B8C14D-8FC1-49F3-B135-5DDD283253F2}" type="pres">
      <dgm:prSet presAssocID="{AC070D06-1DD5-4DBF-9545-F0F3466618AA}" presName="vert2" presStyleCnt="0"/>
      <dgm:spPr/>
    </dgm:pt>
    <dgm:pt modelId="{7E280421-E4F4-4A7B-855B-4E56A04252F5}" type="pres">
      <dgm:prSet presAssocID="{AC070D06-1DD5-4DBF-9545-F0F3466618AA}" presName="thinLine2b" presStyleLbl="callout" presStyleIdx="4" presStyleCnt="5"/>
      <dgm:spPr/>
    </dgm:pt>
    <dgm:pt modelId="{BD0AAC4D-C1B0-4C01-9B3D-8005A51CD412}" type="pres">
      <dgm:prSet presAssocID="{AC070D06-1DD5-4DBF-9545-F0F3466618AA}" presName="vertSpace2b" presStyleCnt="0"/>
      <dgm:spPr/>
    </dgm:pt>
  </dgm:ptLst>
  <dgm:cxnLst>
    <dgm:cxn modelId="{8CF3F331-526D-4DE1-916B-5009D020ED68}" type="presOf" srcId="{7D10CC9D-4B36-4FFA-BEDD-B54AE80CD672}" destId="{A8E9185A-0A1D-4F0A-A33D-AD1E60674E92}" srcOrd="0" destOrd="0" presId="urn:microsoft.com/office/officeart/2008/layout/LinedList"/>
    <dgm:cxn modelId="{9B9CA162-DBA3-48C5-BFEC-B0B57FA9FF7D}" type="presOf" srcId="{BD0611F8-07F1-4AD7-B93D-BFF18C9F1B92}" destId="{71801357-C24E-4F2F-9EA0-FC3CF4EBC846}" srcOrd="0" destOrd="0" presId="urn:microsoft.com/office/officeart/2008/layout/LinedList"/>
    <dgm:cxn modelId="{55484348-7EE5-45E7-A4B0-EAB46DC31E1A}" srcId="{7D10CC9D-4B36-4FFA-BEDD-B54AE80CD672}" destId="{9CCC19DD-3333-4B6C-BE5D-A1E9FC6E3D14}" srcOrd="0" destOrd="0" parTransId="{A487A561-B460-418C-85FE-C2EC0632A5AF}" sibTransId="{820CE73E-83EB-44D8-A8E3-DDABD2F354AB}"/>
    <dgm:cxn modelId="{BA0C0F56-1552-498D-8E58-C2E437ACE154}" type="presOf" srcId="{564EC082-E819-4D39-B47D-938070905D31}" destId="{59949BBB-274D-463B-9662-F53F307ABF8B}" srcOrd="0" destOrd="0" presId="urn:microsoft.com/office/officeart/2008/layout/LinedList"/>
    <dgm:cxn modelId="{46E5FE8A-D70A-498C-BA6B-D3B8633AAA15}" type="presOf" srcId="{FEFE014C-F7F6-44BF-A91F-8EC9DDF48C10}" destId="{468A748C-4D16-4349-A23E-66D8C2C153C8}" srcOrd="0" destOrd="0" presId="urn:microsoft.com/office/officeart/2008/layout/LinedList"/>
    <dgm:cxn modelId="{BEF60F92-C273-45FA-868E-D70903F71D0C}" type="presOf" srcId="{AC070D06-1DD5-4DBF-9545-F0F3466618AA}" destId="{4181C65A-677B-4A71-9FCB-7ECF034F149B}" srcOrd="0" destOrd="0" presId="urn:microsoft.com/office/officeart/2008/layout/LinedList"/>
    <dgm:cxn modelId="{BEFCE1A5-872B-4A7A-AB4F-25F1AC53C107}" type="presOf" srcId="{62FE5780-63B1-48F4-AD9C-2B28E953DE6D}" destId="{3FC22F5A-055D-4DEF-956D-2A3146E83BAF}" srcOrd="0" destOrd="0" presId="urn:microsoft.com/office/officeart/2008/layout/LinedList"/>
    <dgm:cxn modelId="{CC14B4B7-8A57-4B08-8A53-E475AF332A44}" srcId="{7D10CC9D-4B36-4FFA-BEDD-B54AE80CD672}" destId="{AC070D06-1DD5-4DBF-9545-F0F3466618AA}" srcOrd="4" destOrd="0" parTransId="{9CE9BC5F-253C-4EAC-89C2-19F052CEBC68}" sibTransId="{F3DBA4C2-3D57-42DF-B473-04BF179F0C49}"/>
    <dgm:cxn modelId="{0ECCE0BB-EAF1-417F-A0C0-E60782F915CA}" srcId="{7D10CC9D-4B36-4FFA-BEDD-B54AE80CD672}" destId="{FEFE014C-F7F6-44BF-A91F-8EC9DDF48C10}" srcOrd="1" destOrd="0" parTransId="{2CEB3E88-E8ED-4872-9AEC-250D848E6E50}" sibTransId="{AB731A19-74AE-4887-9ED9-A9751C90B8D4}"/>
    <dgm:cxn modelId="{1BE3B2CF-1B09-41B0-A610-8AE7C8A1F1BD}" type="presOf" srcId="{9CCC19DD-3333-4B6C-BE5D-A1E9FC6E3D14}" destId="{6A878F9E-34F6-4D40-95E5-E10F07978D11}" srcOrd="0" destOrd="0" presId="urn:microsoft.com/office/officeart/2008/layout/LinedList"/>
    <dgm:cxn modelId="{F4E6C3DF-A862-443C-B152-A11EA3F1B331}" srcId="{7D10CC9D-4B36-4FFA-BEDD-B54AE80CD672}" destId="{62FE5780-63B1-48F4-AD9C-2B28E953DE6D}" srcOrd="3" destOrd="0" parTransId="{F0D16BB4-F175-43EE-A3D0-1AD49955FF7A}" sibTransId="{52775102-C36D-4F32-954B-29E51E405775}"/>
    <dgm:cxn modelId="{6D5F7BE8-6CCE-4D1D-800D-85F0BE95EFC1}" srcId="{7D10CC9D-4B36-4FFA-BEDD-B54AE80CD672}" destId="{BD0611F8-07F1-4AD7-B93D-BFF18C9F1B92}" srcOrd="2" destOrd="0" parTransId="{ECC2B987-A5BF-44BB-B534-5A0765AC747E}" sibTransId="{0D889053-49F9-40A6-9028-DEDE5CD253E3}"/>
    <dgm:cxn modelId="{95ED50F4-090D-424F-9E2D-5EC3C851552E}" srcId="{564EC082-E819-4D39-B47D-938070905D31}" destId="{7D10CC9D-4B36-4FFA-BEDD-B54AE80CD672}" srcOrd="0" destOrd="0" parTransId="{4178B0A3-270C-49DE-ACA0-62846D57AF8D}" sibTransId="{30ED0C9E-3DE2-4128-9F3D-7EF939BF81CD}"/>
    <dgm:cxn modelId="{0571172B-BC90-4990-BB91-A5371776E157}" type="presParOf" srcId="{59949BBB-274D-463B-9662-F53F307ABF8B}" destId="{14E5520B-625F-4034-AD14-978E62067DB3}" srcOrd="0" destOrd="0" presId="urn:microsoft.com/office/officeart/2008/layout/LinedList"/>
    <dgm:cxn modelId="{87A77EBA-0B05-4032-8921-A8F10A6E67A0}" type="presParOf" srcId="{59949BBB-274D-463B-9662-F53F307ABF8B}" destId="{8C6F8C27-2C37-420A-B6EC-E8E058BA8191}" srcOrd="1" destOrd="0" presId="urn:microsoft.com/office/officeart/2008/layout/LinedList"/>
    <dgm:cxn modelId="{612BD1C1-D734-40E5-82C7-6D74971CAAC5}" type="presParOf" srcId="{8C6F8C27-2C37-420A-B6EC-E8E058BA8191}" destId="{A8E9185A-0A1D-4F0A-A33D-AD1E60674E92}" srcOrd="0" destOrd="0" presId="urn:microsoft.com/office/officeart/2008/layout/LinedList"/>
    <dgm:cxn modelId="{8A65AD16-9602-4B59-9D7D-FFFD00FF5103}" type="presParOf" srcId="{8C6F8C27-2C37-420A-B6EC-E8E058BA8191}" destId="{07A2C4D9-EAE6-4B43-BD5F-12070A467CC7}" srcOrd="1" destOrd="0" presId="urn:microsoft.com/office/officeart/2008/layout/LinedList"/>
    <dgm:cxn modelId="{F8B4A08A-8940-46BA-B722-58BE24CAEE0A}" type="presParOf" srcId="{07A2C4D9-EAE6-4B43-BD5F-12070A467CC7}" destId="{C7CF85C8-3A15-4605-9B6A-8D54B1AEAD0E}" srcOrd="0" destOrd="0" presId="urn:microsoft.com/office/officeart/2008/layout/LinedList"/>
    <dgm:cxn modelId="{A18F9E64-0B78-4AC2-A9D9-28F297B832D9}" type="presParOf" srcId="{07A2C4D9-EAE6-4B43-BD5F-12070A467CC7}" destId="{B2EE1F55-6FBF-4A64-9B4F-1F031C2B75B0}" srcOrd="1" destOrd="0" presId="urn:microsoft.com/office/officeart/2008/layout/LinedList"/>
    <dgm:cxn modelId="{D0C28C59-C75A-4384-A447-B9A2AFB3A130}" type="presParOf" srcId="{B2EE1F55-6FBF-4A64-9B4F-1F031C2B75B0}" destId="{69B31489-D363-47CD-83C3-F3AC4AC050F8}" srcOrd="0" destOrd="0" presId="urn:microsoft.com/office/officeart/2008/layout/LinedList"/>
    <dgm:cxn modelId="{F76D883A-B2DA-4BFC-8757-3AD6E0559A5A}" type="presParOf" srcId="{B2EE1F55-6FBF-4A64-9B4F-1F031C2B75B0}" destId="{6A878F9E-34F6-4D40-95E5-E10F07978D11}" srcOrd="1" destOrd="0" presId="urn:microsoft.com/office/officeart/2008/layout/LinedList"/>
    <dgm:cxn modelId="{40CBFC73-D0CA-4452-A980-C117A0667D98}" type="presParOf" srcId="{B2EE1F55-6FBF-4A64-9B4F-1F031C2B75B0}" destId="{E4B0BEDE-0FC7-4E3F-8394-B3761D87FA9A}" srcOrd="2" destOrd="0" presId="urn:microsoft.com/office/officeart/2008/layout/LinedList"/>
    <dgm:cxn modelId="{76A903D9-E488-4369-9650-FF436A650EE1}" type="presParOf" srcId="{07A2C4D9-EAE6-4B43-BD5F-12070A467CC7}" destId="{C0EC0607-FFC8-471D-BA38-A919303AE1E3}" srcOrd="2" destOrd="0" presId="urn:microsoft.com/office/officeart/2008/layout/LinedList"/>
    <dgm:cxn modelId="{3C65912C-7847-487B-80FE-A78FFE8EBEE9}" type="presParOf" srcId="{07A2C4D9-EAE6-4B43-BD5F-12070A467CC7}" destId="{A4047751-0002-4D92-B86E-25AFB7E0BD93}" srcOrd="3" destOrd="0" presId="urn:microsoft.com/office/officeart/2008/layout/LinedList"/>
    <dgm:cxn modelId="{954242C9-3079-4771-8B49-D755F8F33B28}" type="presParOf" srcId="{07A2C4D9-EAE6-4B43-BD5F-12070A467CC7}" destId="{EA68B039-97C8-4F2F-B037-D5620CC32E4B}" srcOrd="4" destOrd="0" presId="urn:microsoft.com/office/officeart/2008/layout/LinedList"/>
    <dgm:cxn modelId="{AD732652-9717-4BD4-AB41-8D2F8B4568AD}" type="presParOf" srcId="{EA68B039-97C8-4F2F-B037-D5620CC32E4B}" destId="{CE154E0B-B531-4F5E-B50E-59AE7A5432FE}" srcOrd="0" destOrd="0" presId="urn:microsoft.com/office/officeart/2008/layout/LinedList"/>
    <dgm:cxn modelId="{C5AB7E90-AF67-482D-AE48-F4B1D35FFFD2}" type="presParOf" srcId="{EA68B039-97C8-4F2F-B037-D5620CC32E4B}" destId="{468A748C-4D16-4349-A23E-66D8C2C153C8}" srcOrd="1" destOrd="0" presId="urn:microsoft.com/office/officeart/2008/layout/LinedList"/>
    <dgm:cxn modelId="{AD214085-01DA-4857-9D17-3BE397C439DD}" type="presParOf" srcId="{EA68B039-97C8-4F2F-B037-D5620CC32E4B}" destId="{83045176-0956-4EEA-AA89-DA52821B5F48}" srcOrd="2" destOrd="0" presId="urn:microsoft.com/office/officeart/2008/layout/LinedList"/>
    <dgm:cxn modelId="{2DC5AAB6-CD16-4D78-A441-1397BF194E27}" type="presParOf" srcId="{07A2C4D9-EAE6-4B43-BD5F-12070A467CC7}" destId="{27C8CF73-0ACD-4DE2-8773-67F5E6925ADF}" srcOrd="5" destOrd="0" presId="urn:microsoft.com/office/officeart/2008/layout/LinedList"/>
    <dgm:cxn modelId="{6046C3CA-BCFA-4C05-9EAD-DA1EE926D63D}" type="presParOf" srcId="{07A2C4D9-EAE6-4B43-BD5F-12070A467CC7}" destId="{547E7D0D-650F-400D-B021-C9D737FB06B5}" srcOrd="6" destOrd="0" presId="urn:microsoft.com/office/officeart/2008/layout/LinedList"/>
    <dgm:cxn modelId="{5FBB755F-B048-46F1-921F-B45A5C8D1555}" type="presParOf" srcId="{07A2C4D9-EAE6-4B43-BD5F-12070A467CC7}" destId="{CA19F9CD-F932-420C-AFED-1D80515178B8}" srcOrd="7" destOrd="0" presId="urn:microsoft.com/office/officeart/2008/layout/LinedList"/>
    <dgm:cxn modelId="{7FD4D62C-6734-4917-AD65-1E9103692815}" type="presParOf" srcId="{CA19F9CD-F932-420C-AFED-1D80515178B8}" destId="{374A4931-EC12-415B-BF46-2200857C3B9D}" srcOrd="0" destOrd="0" presId="urn:microsoft.com/office/officeart/2008/layout/LinedList"/>
    <dgm:cxn modelId="{ECB4D1CB-9274-4478-9AD2-7355C725936E}" type="presParOf" srcId="{CA19F9CD-F932-420C-AFED-1D80515178B8}" destId="{71801357-C24E-4F2F-9EA0-FC3CF4EBC846}" srcOrd="1" destOrd="0" presId="urn:microsoft.com/office/officeart/2008/layout/LinedList"/>
    <dgm:cxn modelId="{34A32152-D634-406B-9BF8-CC99A915187E}" type="presParOf" srcId="{CA19F9CD-F932-420C-AFED-1D80515178B8}" destId="{F68B7DA2-4CBD-4DF2-9D7E-26DD9AC31DF6}" srcOrd="2" destOrd="0" presId="urn:microsoft.com/office/officeart/2008/layout/LinedList"/>
    <dgm:cxn modelId="{51126125-C96F-42E2-8AE5-2BBCE90ED084}" type="presParOf" srcId="{07A2C4D9-EAE6-4B43-BD5F-12070A467CC7}" destId="{80F46799-11F9-4074-962D-878766B351CC}" srcOrd="8" destOrd="0" presId="urn:microsoft.com/office/officeart/2008/layout/LinedList"/>
    <dgm:cxn modelId="{A3CF3F98-296C-4D3B-AFE1-8EBEF6C15D44}" type="presParOf" srcId="{07A2C4D9-EAE6-4B43-BD5F-12070A467CC7}" destId="{32833C82-14B7-417B-AE03-2F7FEA3189C6}" srcOrd="9" destOrd="0" presId="urn:microsoft.com/office/officeart/2008/layout/LinedList"/>
    <dgm:cxn modelId="{B086C36D-F305-4326-B104-DCC891062AA3}" type="presParOf" srcId="{07A2C4D9-EAE6-4B43-BD5F-12070A467CC7}" destId="{6C9139EA-26CF-42B1-9EA6-5D774D78E5C4}" srcOrd="10" destOrd="0" presId="urn:microsoft.com/office/officeart/2008/layout/LinedList"/>
    <dgm:cxn modelId="{16B636CD-020B-46C6-B47B-217A47BD8243}" type="presParOf" srcId="{6C9139EA-26CF-42B1-9EA6-5D774D78E5C4}" destId="{B1B77557-E054-4445-9F64-F7A3D2C56B55}" srcOrd="0" destOrd="0" presId="urn:microsoft.com/office/officeart/2008/layout/LinedList"/>
    <dgm:cxn modelId="{E473157C-7527-4882-9DAB-7012B827B7B6}" type="presParOf" srcId="{6C9139EA-26CF-42B1-9EA6-5D774D78E5C4}" destId="{3FC22F5A-055D-4DEF-956D-2A3146E83BAF}" srcOrd="1" destOrd="0" presId="urn:microsoft.com/office/officeart/2008/layout/LinedList"/>
    <dgm:cxn modelId="{E48F3DF4-CB1A-4C72-BCC9-A7DD130BEA9A}" type="presParOf" srcId="{6C9139EA-26CF-42B1-9EA6-5D774D78E5C4}" destId="{4249C53C-AC53-428E-881B-C0825F6F10E4}" srcOrd="2" destOrd="0" presId="urn:microsoft.com/office/officeart/2008/layout/LinedList"/>
    <dgm:cxn modelId="{0523494F-B538-4CD7-AB65-D77313D02363}" type="presParOf" srcId="{07A2C4D9-EAE6-4B43-BD5F-12070A467CC7}" destId="{1C7E71D1-FFF5-48BA-9FA7-DCE1EE6210D8}" srcOrd="11" destOrd="0" presId="urn:microsoft.com/office/officeart/2008/layout/LinedList"/>
    <dgm:cxn modelId="{F34081A1-41B2-4649-ABBD-2D9F8DA79AC6}" type="presParOf" srcId="{07A2C4D9-EAE6-4B43-BD5F-12070A467CC7}" destId="{DDB2CCE5-2224-4E46-A7FF-CD4171FDAD34}" srcOrd="12" destOrd="0" presId="urn:microsoft.com/office/officeart/2008/layout/LinedList"/>
    <dgm:cxn modelId="{FC8B0E66-0CB3-43DF-80B3-5EB667CBF44F}" type="presParOf" srcId="{07A2C4D9-EAE6-4B43-BD5F-12070A467CC7}" destId="{972F7AC3-06FF-42E3-8309-90801AF6CA30}" srcOrd="13" destOrd="0" presId="urn:microsoft.com/office/officeart/2008/layout/LinedList"/>
    <dgm:cxn modelId="{3BDF1C55-8C45-483B-9F96-2ABBFDBFD63B}" type="presParOf" srcId="{972F7AC3-06FF-42E3-8309-90801AF6CA30}" destId="{A422B1E0-7F6F-4738-9058-057600A25618}" srcOrd="0" destOrd="0" presId="urn:microsoft.com/office/officeart/2008/layout/LinedList"/>
    <dgm:cxn modelId="{422B163A-D990-4FA7-9D25-1119FC284314}" type="presParOf" srcId="{972F7AC3-06FF-42E3-8309-90801AF6CA30}" destId="{4181C65A-677B-4A71-9FCB-7ECF034F149B}" srcOrd="1" destOrd="0" presId="urn:microsoft.com/office/officeart/2008/layout/LinedList"/>
    <dgm:cxn modelId="{8DBC3ED9-5D09-40D2-8107-405DD517E956}" type="presParOf" srcId="{972F7AC3-06FF-42E3-8309-90801AF6CA30}" destId="{69B8C14D-8FC1-49F3-B135-5DDD283253F2}" srcOrd="2" destOrd="0" presId="urn:microsoft.com/office/officeart/2008/layout/LinedList"/>
    <dgm:cxn modelId="{9F31DDD8-CF22-4F6A-8F40-BF1888F17F47}" type="presParOf" srcId="{07A2C4D9-EAE6-4B43-BD5F-12070A467CC7}" destId="{7E280421-E4F4-4A7B-855B-4E56A04252F5}" srcOrd="14" destOrd="0" presId="urn:microsoft.com/office/officeart/2008/layout/LinedList"/>
    <dgm:cxn modelId="{1C8C844C-9370-4811-9B3A-DDD5305FB535}" type="presParOf" srcId="{07A2C4D9-EAE6-4B43-BD5F-12070A467CC7}" destId="{BD0AAC4D-C1B0-4C01-9B3D-8005A51CD412}"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D133678-9945-4A44-9285-DCEAEAEFAEA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E9EA3E6-11F4-4311-BF8D-66BA5C45A64C}">
      <dgm:prSet custT="1"/>
      <dgm:spPr/>
      <dgm:t>
        <a:bodyPr/>
        <a:lstStyle/>
        <a:p>
          <a:r>
            <a:rPr lang="en-GB" sz="1400" dirty="0"/>
            <a:t>Gives info on</a:t>
          </a:r>
        </a:p>
      </dgm:t>
    </dgm:pt>
    <dgm:pt modelId="{B370877C-2AFD-45F9-922F-2E54155F0B84}" type="parTrans" cxnId="{E134AF88-3FCC-49D7-A3E1-ECE23CAAF60C}">
      <dgm:prSet/>
      <dgm:spPr/>
      <dgm:t>
        <a:bodyPr/>
        <a:lstStyle/>
        <a:p>
          <a:endParaRPr lang="en-US" sz="1300"/>
        </a:p>
      </dgm:t>
    </dgm:pt>
    <dgm:pt modelId="{967C5C69-294D-4F8E-A060-50CD1AAE0115}" type="sibTrans" cxnId="{E134AF88-3FCC-49D7-A3E1-ECE23CAAF60C}">
      <dgm:prSet/>
      <dgm:spPr/>
      <dgm:t>
        <a:bodyPr/>
        <a:lstStyle/>
        <a:p>
          <a:endParaRPr lang="en-US" sz="1300"/>
        </a:p>
      </dgm:t>
    </dgm:pt>
    <dgm:pt modelId="{5E487C05-9B75-4836-B887-5ADA9E718B3D}">
      <dgm:prSet custT="1"/>
      <dgm:spPr/>
      <dgm:t>
        <a:bodyPr/>
        <a:lstStyle/>
        <a:p>
          <a:r>
            <a:rPr lang="en-GB" sz="1300" dirty="0"/>
            <a:t>If a chemical safety assessment (CSA) has been carried </a:t>
          </a:r>
        </a:p>
      </dgm:t>
    </dgm:pt>
    <dgm:pt modelId="{BB85CF64-EC76-4BEC-B4BD-CD338E5A0FF1}" type="parTrans" cxnId="{E8B34498-CBA9-4C7C-B2DF-8ED7BABB9CD6}">
      <dgm:prSet/>
      <dgm:spPr/>
      <dgm:t>
        <a:bodyPr/>
        <a:lstStyle/>
        <a:p>
          <a:endParaRPr lang="en-US" sz="1300"/>
        </a:p>
      </dgm:t>
    </dgm:pt>
    <dgm:pt modelId="{BF83B487-DCB9-406B-8D48-DF55F06B06B9}" type="sibTrans" cxnId="{E8B34498-CBA9-4C7C-B2DF-8ED7BABB9CD6}">
      <dgm:prSet/>
      <dgm:spPr/>
      <dgm:t>
        <a:bodyPr/>
        <a:lstStyle/>
        <a:p>
          <a:endParaRPr lang="en-US" sz="1300"/>
        </a:p>
      </dgm:t>
    </dgm:pt>
    <dgm:pt modelId="{694EF8EF-FA80-4BA2-9861-B9311F48D157}">
      <dgm:prSet custT="1"/>
      <dgm:spPr/>
      <dgm:t>
        <a:bodyPr/>
        <a:lstStyle/>
        <a:p>
          <a:r>
            <a:rPr lang="en-GB" sz="1300" dirty="0"/>
            <a:t>Substance is subject to any restrictions or to authorisation, it should be indicated in this section</a:t>
          </a:r>
        </a:p>
      </dgm:t>
    </dgm:pt>
    <dgm:pt modelId="{57AAB18F-BCC0-45C3-BD3E-F085DBB7D6BD}" type="parTrans" cxnId="{BF752804-672C-45FE-98FD-CD88CFB133E9}">
      <dgm:prSet/>
      <dgm:spPr/>
      <dgm:t>
        <a:bodyPr/>
        <a:lstStyle/>
        <a:p>
          <a:endParaRPr lang="en-US" sz="1300"/>
        </a:p>
      </dgm:t>
    </dgm:pt>
    <dgm:pt modelId="{D0944FBD-66B2-4988-89F5-40F058A4F743}" type="sibTrans" cxnId="{BF752804-672C-45FE-98FD-CD88CFB133E9}">
      <dgm:prSet/>
      <dgm:spPr/>
      <dgm:t>
        <a:bodyPr/>
        <a:lstStyle/>
        <a:p>
          <a:endParaRPr lang="en-US" sz="1300"/>
        </a:p>
      </dgm:t>
    </dgm:pt>
    <dgm:pt modelId="{26CED54B-7F44-4A5E-BCFD-4057918D2B7E}">
      <dgm:prSet custT="1"/>
      <dgm:spPr/>
      <dgm:t>
        <a:bodyPr/>
        <a:lstStyle/>
        <a:p>
          <a:r>
            <a:rPr lang="en-GB" sz="1300" dirty="0"/>
            <a:t>Other applicable legislation specific for the chemical</a:t>
          </a:r>
        </a:p>
      </dgm:t>
    </dgm:pt>
    <dgm:pt modelId="{067B7969-83F6-4F1F-972F-772AA5213658}" type="parTrans" cxnId="{A898D41B-E71F-41D0-A55C-FE93D501A63D}">
      <dgm:prSet/>
      <dgm:spPr/>
      <dgm:t>
        <a:bodyPr/>
        <a:lstStyle/>
        <a:p>
          <a:endParaRPr lang="en-US" sz="1300"/>
        </a:p>
      </dgm:t>
    </dgm:pt>
    <dgm:pt modelId="{E164759B-C3ED-4A90-97FD-86289A1F2694}" type="sibTrans" cxnId="{A898D41B-E71F-41D0-A55C-FE93D501A63D}">
      <dgm:prSet/>
      <dgm:spPr/>
      <dgm:t>
        <a:bodyPr/>
        <a:lstStyle/>
        <a:p>
          <a:endParaRPr lang="en-US" sz="1300"/>
        </a:p>
      </dgm:t>
    </dgm:pt>
    <dgm:pt modelId="{F9D7312D-A932-47CF-BA75-CCA67A186B5A}" type="pres">
      <dgm:prSet presAssocID="{0D133678-9945-4A44-9285-DCEAEAEFAEA2}" presName="vert0" presStyleCnt="0">
        <dgm:presLayoutVars>
          <dgm:dir/>
          <dgm:animOne val="branch"/>
          <dgm:animLvl val="lvl"/>
        </dgm:presLayoutVars>
      </dgm:prSet>
      <dgm:spPr/>
    </dgm:pt>
    <dgm:pt modelId="{062A77AA-E88F-45A0-9F66-88FD0898E2AC}" type="pres">
      <dgm:prSet presAssocID="{7E9EA3E6-11F4-4311-BF8D-66BA5C45A64C}" presName="thickLine" presStyleLbl="alignNode1" presStyleIdx="0" presStyleCnt="1"/>
      <dgm:spPr/>
    </dgm:pt>
    <dgm:pt modelId="{84139E85-80B0-4FDD-A1AB-B1697E4DB126}" type="pres">
      <dgm:prSet presAssocID="{7E9EA3E6-11F4-4311-BF8D-66BA5C45A64C}" presName="horz1" presStyleCnt="0"/>
      <dgm:spPr/>
    </dgm:pt>
    <dgm:pt modelId="{A42DD712-5825-4476-89F2-778FE5B0E69E}" type="pres">
      <dgm:prSet presAssocID="{7E9EA3E6-11F4-4311-BF8D-66BA5C45A64C}" presName="tx1" presStyleLbl="revTx" presStyleIdx="0" presStyleCnt="4"/>
      <dgm:spPr/>
    </dgm:pt>
    <dgm:pt modelId="{357C9055-6320-4D53-B93C-7634EE6C3ECF}" type="pres">
      <dgm:prSet presAssocID="{7E9EA3E6-11F4-4311-BF8D-66BA5C45A64C}" presName="vert1" presStyleCnt="0"/>
      <dgm:spPr/>
    </dgm:pt>
    <dgm:pt modelId="{CF38B181-2EBA-4590-A13D-B78BA0C769CB}" type="pres">
      <dgm:prSet presAssocID="{26CED54B-7F44-4A5E-BCFD-4057918D2B7E}" presName="vertSpace2a" presStyleCnt="0"/>
      <dgm:spPr/>
    </dgm:pt>
    <dgm:pt modelId="{399E582B-145B-4C1B-BE8E-68E963D13F23}" type="pres">
      <dgm:prSet presAssocID="{26CED54B-7F44-4A5E-BCFD-4057918D2B7E}" presName="horz2" presStyleCnt="0"/>
      <dgm:spPr/>
    </dgm:pt>
    <dgm:pt modelId="{96868222-251A-4FD9-921A-E67D097D8D42}" type="pres">
      <dgm:prSet presAssocID="{26CED54B-7F44-4A5E-BCFD-4057918D2B7E}" presName="horzSpace2" presStyleCnt="0"/>
      <dgm:spPr/>
    </dgm:pt>
    <dgm:pt modelId="{51E8801C-98D1-4588-8C7C-891B15D1673A}" type="pres">
      <dgm:prSet presAssocID="{26CED54B-7F44-4A5E-BCFD-4057918D2B7E}" presName="tx2" presStyleLbl="revTx" presStyleIdx="1" presStyleCnt="4"/>
      <dgm:spPr/>
    </dgm:pt>
    <dgm:pt modelId="{4883B4B4-6A9B-440C-B187-749FE87AF299}" type="pres">
      <dgm:prSet presAssocID="{26CED54B-7F44-4A5E-BCFD-4057918D2B7E}" presName="vert2" presStyleCnt="0"/>
      <dgm:spPr/>
    </dgm:pt>
    <dgm:pt modelId="{4BE7D85C-52CE-4E11-9FD6-AF590EE03A7C}" type="pres">
      <dgm:prSet presAssocID="{26CED54B-7F44-4A5E-BCFD-4057918D2B7E}" presName="thinLine2b" presStyleLbl="callout" presStyleIdx="0" presStyleCnt="3"/>
      <dgm:spPr/>
    </dgm:pt>
    <dgm:pt modelId="{30BDD8D4-4A5C-408B-9FB2-BF3C9CE122AA}" type="pres">
      <dgm:prSet presAssocID="{26CED54B-7F44-4A5E-BCFD-4057918D2B7E}" presName="vertSpace2b" presStyleCnt="0"/>
      <dgm:spPr/>
    </dgm:pt>
    <dgm:pt modelId="{89A07764-C2DD-4F0E-8072-B2EB076AD0BB}" type="pres">
      <dgm:prSet presAssocID="{5E487C05-9B75-4836-B887-5ADA9E718B3D}" presName="horz2" presStyleCnt="0"/>
      <dgm:spPr/>
    </dgm:pt>
    <dgm:pt modelId="{264C1E86-7BBD-40C5-B747-CED945197878}" type="pres">
      <dgm:prSet presAssocID="{5E487C05-9B75-4836-B887-5ADA9E718B3D}" presName="horzSpace2" presStyleCnt="0"/>
      <dgm:spPr/>
    </dgm:pt>
    <dgm:pt modelId="{051B5FAF-F793-4CC2-8B2A-F58BF65900D7}" type="pres">
      <dgm:prSet presAssocID="{5E487C05-9B75-4836-B887-5ADA9E718B3D}" presName="tx2" presStyleLbl="revTx" presStyleIdx="2" presStyleCnt="4"/>
      <dgm:spPr/>
    </dgm:pt>
    <dgm:pt modelId="{B7FF78C9-C9E9-4975-ADC6-7D496BB2A88E}" type="pres">
      <dgm:prSet presAssocID="{5E487C05-9B75-4836-B887-5ADA9E718B3D}" presName="vert2" presStyleCnt="0"/>
      <dgm:spPr/>
    </dgm:pt>
    <dgm:pt modelId="{AC1FF261-9BA5-41ED-A34A-8B4443126F24}" type="pres">
      <dgm:prSet presAssocID="{5E487C05-9B75-4836-B887-5ADA9E718B3D}" presName="thinLine2b" presStyleLbl="callout" presStyleIdx="1" presStyleCnt="3"/>
      <dgm:spPr/>
    </dgm:pt>
    <dgm:pt modelId="{C8E864BA-408D-4C79-8ED0-85E2C2A7EBED}" type="pres">
      <dgm:prSet presAssocID="{5E487C05-9B75-4836-B887-5ADA9E718B3D}" presName="vertSpace2b" presStyleCnt="0"/>
      <dgm:spPr/>
    </dgm:pt>
    <dgm:pt modelId="{A8C9150A-1395-4852-B858-A14E1E106851}" type="pres">
      <dgm:prSet presAssocID="{694EF8EF-FA80-4BA2-9861-B9311F48D157}" presName="horz2" presStyleCnt="0"/>
      <dgm:spPr/>
    </dgm:pt>
    <dgm:pt modelId="{91FDF938-44A9-471F-9B57-D315E9717949}" type="pres">
      <dgm:prSet presAssocID="{694EF8EF-FA80-4BA2-9861-B9311F48D157}" presName="horzSpace2" presStyleCnt="0"/>
      <dgm:spPr/>
    </dgm:pt>
    <dgm:pt modelId="{6B3CA38C-36D3-41D2-A182-B14E339DE057}" type="pres">
      <dgm:prSet presAssocID="{694EF8EF-FA80-4BA2-9861-B9311F48D157}" presName="tx2" presStyleLbl="revTx" presStyleIdx="3" presStyleCnt="4"/>
      <dgm:spPr/>
    </dgm:pt>
    <dgm:pt modelId="{A65F95BB-9278-4A7B-A984-E9D91D8E9AD3}" type="pres">
      <dgm:prSet presAssocID="{694EF8EF-FA80-4BA2-9861-B9311F48D157}" presName="vert2" presStyleCnt="0"/>
      <dgm:spPr/>
    </dgm:pt>
    <dgm:pt modelId="{644D4B85-38D1-4CD2-A9F4-FEB943C18DDD}" type="pres">
      <dgm:prSet presAssocID="{694EF8EF-FA80-4BA2-9861-B9311F48D157}" presName="thinLine2b" presStyleLbl="callout" presStyleIdx="2" presStyleCnt="3"/>
      <dgm:spPr/>
    </dgm:pt>
    <dgm:pt modelId="{E6239538-0594-43D4-9718-CBF4DA3ADDCE}" type="pres">
      <dgm:prSet presAssocID="{694EF8EF-FA80-4BA2-9861-B9311F48D157}" presName="vertSpace2b" presStyleCnt="0"/>
      <dgm:spPr/>
    </dgm:pt>
  </dgm:ptLst>
  <dgm:cxnLst>
    <dgm:cxn modelId="{BF752804-672C-45FE-98FD-CD88CFB133E9}" srcId="{7E9EA3E6-11F4-4311-BF8D-66BA5C45A64C}" destId="{694EF8EF-FA80-4BA2-9861-B9311F48D157}" srcOrd="2" destOrd="0" parTransId="{57AAB18F-BCC0-45C3-BD3E-F085DBB7D6BD}" sibTransId="{D0944FBD-66B2-4988-89F5-40F058A4F743}"/>
    <dgm:cxn modelId="{A898D41B-E71F-41D0-A55C-FE93D501A63D}" srcId="{7E9EA3E6-11F4-4311-BF8D-66BA5C45A64C}" destId="{26CED54B-7F44-4A5E-BCFD-4057918D2B7E}" srcOrd="0" destOrd="0" parTransId="{067B7969-83F6-4F1F-972F-772AA5213658}" sibTransId="{E164759B-C3ED-4A90-97FD-86289A1F2694}"/>
    <dgm:cxn modelId="{10A37836-AA98-431C-9A2F-D6D9A36DCCB6}" type="presOf" srcId="{694EF8EF-FA80-4BA2-9861-B9311F48D157}" destId="{6B3CA38C-36D3-41D2-A182-B14E339DE057}" srcOrd="0" destOrd="0" presId="urn:microsoft.com/office/officeart/2008/layout/LinedList"/>
    <dgm:cxn modelId="{40ACE965-AE2B-4286-AB50-CC38529FB784}" type="presOf" srcId="{5E487C05-9B75-4836-B887-5ADA9E718B3D}" destId="{051B5FAF-F793-4CC2-8B2A-F58BF65900D7}" srcOrd="0" destOrd="0" presId="urn:microsoft.com/office/officeart/2008/layout/LinedList"/>
    <dgm:cxn modelId="{1F577E75-E348-4269-B437-19CB5B38D183}" type="presOf" srcId="{0D133678-9945-4A44-9285-DCEAEAEFAEA2}" destId="{F9D7312D-A932-47CF-BA75-CCA67A186B5A}" srcOrd="0" destOrd="0" presId="urn:microsoft.com/office/officeart/2008/layout/LinedList"/>
    <dgm:cxn modelId="{E134AF88-3FCC-49D7-A3E1-ECE23CAAF60C}" srcId="{0D133678-9945-4A44-9285-DCEAEAEFAEA2}" destId="{7E9EA3E6-11F4-4311-BF8D-66BA5C45A64C}" srcOrd="0" destOrd="0" parTransId="{B370877C-2AFD-45F9-922F-2E54155F0B84}" sibTransId="{967C5C69-294D-4F8E-A060-50CD1AAE0115}"/>
    <dgm:cxn modelId="{5B4EAC95-8CDE-4B4E-9976-C75DA7E4FEA7}" type="presOf" srcId="{7E9EA3E6-11F4-4311-BF8D-66BA5C45A64C}" destId="{A42DD712-5825-4476-89F2-778FE5B0E69E}" srcOrd="0" destOrd="0" presId="urn:microsoft.com/office/officeart/2008/layout/LinedList"/>
    <dgm:cxn modelId="{E8B34498-CBA9-4C7C-B2DF-8ED7BABB9CD6}" srcId="{7E9EA3E6-11F4-4311-BF8D-66BA5C45A64C}" destId="{5E487C05-9B75-4836-B887-5ADA9E718B3D}" srcOrd="1" destOrd="0" parTransId="{BB85CF64-EC76-4BEC-B4BD-CD338E5A0FF1}" sibTransId="{BF83B487-DCB9-406B-8D48-DF55F06B06B9}"/>
    <dgm:cxn modelId="{EED378C4-FEA3-4220-8154-E4D0A53CFE79}" type="presOf" srcId="{26CED54B-7F44-4A5E-BCFD-4057918D2B7E}" destId="{51E8801C-98D1-4588-8C7C-891B15D1673A}" srcOrd="0" destOrd="0" presId="urn:microsoft.com/office/officeart/2008/layout/LinedList"/>
    <dgm:cxn modelId="{EB7FB44C-4545-4847-BD90-46CD427B925B}" type="presParOf" srcId="{F9D7312D-A932-47CF-BA75-CCA67A186B5A}" destId="{062A77AA-E88F-45A0-9F66-88FD0898E2AC}" srcOrd="0" destOrd="0" presId="urn:microsoft.com/office/officeart/2008/layout/LinedList"/>
    <dgm:cxn modelId="{1D2624AC-DAE4-401C-84D5-06310A27051F}" type="presParOf" srcId="{F9D7312D-A932-47CF-BA75-CCA67A186B5A}" destId="{84139E85-80B0-4FDD-A1AB-B1697E4DB126}" srcOrd="1" destOrd="0" presId="urn:microsoft.com/office/officeart/2008/layout/LinedList"/>
    <dgm:cxn modelId="{B4DF4FE5-99EF-4600-A463-E245845D8666}" type="presParOf" srcId="{84139E85-80B0-4FDD-A1AB-B1697E4DB126}" destId="{A42DD712-5825-4476-89F2-778FE5B0E69E}" srcOrd="0" destOrd="0" presId="urn:microsoft.com/office/officeart/2008/layout/LinedList"/>
    <dgm:cxn modelId="{1C1BBA08-963D-4A1E-86EB-C4FBEC2FF797}" type="presParOf" srcId="{84139E85-80B0-4FDD-A1AB-B1697E4DB126}" destId="{357C9055-6320-4D53-B93C-7634EE6C3ECF}" srcOrd="1" destOrd="0" presId="urn:microsoft.com/office/officeart/2008/layout/LinedList"/>
    <dgm:cxn modelId="{6FF3BD6D-5630-42A5-868F-A144F7A612DD}" type="presParOf" srcId="{357C9055-6320-4D53-B93C-7634EE6C3ECF}" destId="{CF38B181-2EBA-4590-A13D-B78BA0C769CB}" srcOrd="0" destOrd="0" presId="urn:microsoft.com/office/officeart/2008/layout/LinedList"/>
    <dgm:cxn modelId="{C6F370F5-3FE6-445A-AB4C-FCD441082B53}" type="presParOf" srcId="{357C9055-6320-4D53-B93C-7634EE6C3ECF}" destId="{399E582B-145B-4C1B-BE8E-68E963D13F23}" srcOrd="1" destOrd="0" presId="urn:microsoft.com/office/officeart/2008/layout/LinedList"/>
    <dgm:cxn modelId="{0B0E4E05-001B-4C37-8133-C4407392BE1D}" type="presParOf" srcId="{399E582B-145B-4C1B-BE8E-68E963D13F23}" destId="{96868222-251A-4FD9-921A-E67D097D8D42}" srcOrd="0" destOrd="0" presId="urn:microsoft.com/office/officeart/2008/layout/LinedList"/>
    <dgm:cxn modelId="{9BF27BC9-F935-4473-BFC6-0AD59EDFC2D2}" type="presParOf" srcId="{399E582B-145B-4C1B-BE8E-68E963D13F23}" destId="{51E8801C-98D1-4588-8C7C-891B15D1673A}" srcOrd="1" destOrd="0" presId="urn:microsoft.com/office/officeart/2008/layout/LinedList"/>
    <dgm:cxn modelId="{4BD3D3DE-FE34-4A86-9E35-95DB7A8EC285}" type="presParOf" srcId="{399E582B-145B-4C1B-BE8E-68E963D13F23}" destId="{4883B4B4-6A9B-440C-B187-749FE87AF299}" srcOrd="2" destOrd="0" presId="urn:microsoft.com/office/officeart/2008/layout/LinedList"/>
    <dgm:cxn modelId="{B7246F67-F733-45B5-AC47-9F0DF12ABFFE}" type="presParOf" srcId="{357C9055-6320-4D53-B93C-7634EE6C3ECF}" destId="{4BE7D85C-52CE-4E11-9FD6-AF590EE03A7C}" srcOrd="2" destOrd="0" presId="urn:microsoft.com/office/officeart/2008/layout/LinedList"/>
    <dgm:cxn modelId="{7C1E813A-3DF3-4BC2-90B8-E578CFA2F02B}" type="presParOf" srcId="{357C9055-6320-4D53-B93C-7634EE6C3ECF}" destId="{30BDD8D4-4A5C-408B-9FB2-BF3C9CE122AA}" srcOrd="3" destOrd="0" presId="urn:microsoft.com/office/officeart/2008/layout/LinedList"/>
    <dgm:cxn modelId="{CECC72CE-20CE-491E-B1F4-48E1081D0454}" type="presParOf" srcId="{357C9055-6320-4D53-B93C-7634EE6C3ECF}" destId="{89A07764-C2DD-4F0E-8072-B2EB076AD0BB}" srcOrd="4" destOrd="0" presId="urn:microsoft.com/office/officeart/2008/layout/LinedList"/>
    <dgm:cxn modelId="{CE126D2A-4E72-46C0-B78E-5B43B2F47D52}" type="presParOf" srcId="{89A07764-C2DD-4F0E-8072-B2EB076AD0BB}" destId="{264C1E86-7BBD-40C5-B747-CED945197878}" srcOrd="0" destOrd="0" presId="urn:microsoft.com/office/officeart/2008/layout/LinedList"/>
    <dgm:cxn modelId="{D4972A8A-E758-4676-B4ED-EDBA660F5BDF}" type="presParOf" srcId="{89A07764-C2DD-4F0E-8072-B2EB076AD0BB}" destId="{051B5FAF-F793-4CC2-8B2A-F58BF65900D7}" srcOrd="1" destOrd="0" presId="urn:microsoft.com/office/officeart/2008/layout/LinedList"/>
    <dgm:cxn modelId="{A6EDFD03-3295-4491-AED0-B504153F5DA0}" type="presParOf" srcId="{89A07764-C2DD-4F0E-8072-B2EB076AD0BB}" destId="{B7FF78C9-C9E9-4975-ADC6-7D496BB2A88E}" srcOrd="2" destOrd="0" presId="urn:microsoft.com/office/officeart/2008/layout/LinedList"/>
    <dgm:cxn modelId="{93D5BFAB-53D9-4E23-BE5A-F9F756D77AF8}" type="presParOf" srcId="{357C9055-6320-4D53-B93C-7634EE6C3ECF}" destId="{AC1FF261-9BA5-41ED-A34A-8B4443126F24}" srcOrd="5" destOrd="0" presId="urn:microsoft.com/office/officeart/2008/layout/LinedList"/>
    <dgm:cxn modelId="{D6051EF7-4F81-4D0D-884F-58FF31AA46B9}" type="presParOf" srcId="{357C9055-6320-4D53-B93C-7634EE6C3ECF}" destId="{C8E864BA-408D-4C79-8ED0-85E2C2A7EBED}" srcOrd="6" destOrd="0" presId="urn:microsoft.com/office/officeart/2008/layout/LinedList"/>
    <dgm:cxn modelId="{40A969ED-8030-49FB-8ED8-7A27F9E8D9D7}" type="presParOf" srcId="{357C9055-6320-4D53-B93C-7634EE6C3ECF}" destId="{A8C9150A-1395-4852-B858-A14E1E106851}" srcOrd="7" destOrd="0" presId="urn:microsoft.com/office/officeart/2008/layout/LinedList"/>
    <dgm:cxn modelId="{FA51AA4E-68CD-41E6-A4F3-BA6A3E975A32}" type="presParOf" srcId="{A8C9150A-1395-4852-B858-A14E1E106851}" destId="{91FDF938-44A9-471F-9B57-D315E9717949}" srcOrd="0" destOrd="0" presId="urn:microsoft.com/office/officeart/2008/layout/LinedList"/>
    <dgm:cxn modelId="{03199FEE-13CA-4B56-9124-12DE9278F3E0}" type="presParOf" srcId="{A8C9150A-1395-4852-B858-A14E1E106851}" destId="{6B3CA38C-36D3-41D2-A182-B14E339DE057}" srcOrd="1" destOrd="0" presId="urn:microsoft.com/office/officeart/2008/layout/LinedList"/>
    <dgm:cxn modelId="{BF887B6F-5A55-4F19-9C21-9B4D053D9AE3}" type="presParOf" srcId="{A8C9150A-1395-4852-B858-A14E1E106851}" destId="{A65F95BB-9278-4A7B-A984-E9D91D8E9AD3}" srcOrd="2" destOrd="0" presId="urn:microsoft.com/office/officeart/2008/layout/LinedList"/>
    <dgm:cxn modelId="{0638A0CA-602C-46C8-B2D2-4C1EF7DB91FC}" type="presParOf" srcId="{357C9055-6320-4D53-B93C-7634EE6C3ECF}" destId="{644D4B85-38D1-4CD2-A9F4-FEB943C18DDD}" srcOrd="8" destOrd="0" presId="urn:microsoft.com/office/officeart/2008/layout/LinedList"/>
    <dgm:cxn modelId="{AB178A64-CCCE-44EB-8FEA-6DD8126B2280}" type="presParOf" srcId="{357C9055-6320-4D53-B93C-7634EE6C3ECF}" destId="{E6239538-0594-43D4-9718-CBF4DA3ADDCE}"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7CF8E9A-F412-46E4-AB69-C81E0843E27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A92FF68-3997-4BE3-B817-6D9D2DC34224}">
      <dgm:prSet custT="1"/>
      <dgm:spPr/>
      <dgm:t>
        <a:bodyPr/>
        <a:lstStyle/>
        <a:p>
          <a:r>
            <a:rPr lang="en-GB" sz="1400" dirty="0"/>
            <a:t>Gives info on</a:t>
          </a:r>
        </a:p>
      </dgm:t>
    </dgm:pt>
    <dgm:pt modelId="{E5AD73B6-2C1F-4AE5-8B9C-F49A6F1E47CA}" type="parTrans" cxnId="{E091CF8B-B5D8-48D0-8AC1-F953951D11FF}">
      <dgm:prSet/>
      <dgm:spPr/>
      <dgm:t>
        <a:bodyPr/>
        <a:lstStyle/>
        <a:p>
          <a:endParaRPr lang="en-US" sz="1300"/>
        </a:p>
      </dgm:t>
    </dgm:pt>
    <dgm:pt modelId="{74ECE2C9-7849-4D77-817A-63A441CA3F50}" type="sibTrans" cxnId="{E091CF8B-B5D8-48D0-8AC1-F953951D11FF}">
      <dgm:prSet/>
      <dgm:spPr/>
      <dgm:t>
        <a:bodyPr/>
        <a:lstStyle/>
        <a:p>
          <a:endParaRPr lang="en-US" sz="1300"/>
        </a:p>
      </dgm:t>
    </dgm:pt>
    <dgm:pt modelId="{5921DA61-9F88-4D14-AAF8-A9D0B662AAEE}">
      <dgm:prSet custT="1"/>
      <dgm:spPr/>
      <dgm:t>
        <a:bodyPr/>
        <a:lstStyle/>
        <a:p>
          <a:r>
            <a:rPr lang="en-GB" sz="1300" dirty="0"/>
            <a:t>Changes from previous SDS versions</a:t>
          </a:r>
        </a:p>
      </dgm:t>
    </dgm:pt>
    <dgm:pt modelId="{D5475C50-E1E9-4789-9906-77155419F23F}" type="parTrans" cxnId="{FF19E7FE-1A6A-4074-8436-629A67CB0055}">
      <dgm:prSet/>
      <dgm:spPr/>
      <dgm:t>
        <a:bodyPr/>
        <a:lstStyle/>
        <a:p>
          <a:endParaRPr lang="en-US" sz="1300"/>
        </a:p>
      </dgm:t>
    </dgm:pt>
    <dgm:pt modelId="{5BB64440-5F29-405D-9CD0-E17FB8CA00CC}" type="sibTrans" cxnId="{FF19E7FE-1A6A-4074-8436-629A67CB0055}">
      <dgm:prSet/>
      <dgm:spPr/>
      <dgm:t>
        <a:bodyPr/>
        <a:lstStyle/>
        <a:p>
          <a:endParaRPr lang="en-US" sz="1300"/>
        </a:p>
      </dgm:t>
    </dgm:pt>
    <dgm:pt modelId="{C7A3B870-505A-4A9E-963B-B2C3746E93F4}">
      <dgm:prSet custT="1"/>
      <dgm:spPr/>
      <dgm:t>
        <a:bodyPr/>
        <a:lstStyle/>
        <a:p>
          <a:r>
            <a:rPr lang="en-GB" sz="1300" dirty="0"/>
            <a:t>Legend to any abbreviations and acronyms used</a:t>
          </a:r>
        </a:p>
      </dgm:t>
    </dgm:pt>
    <dgm:pt modelId="{EBF50890-1538-463F-82AD-970211E001B3}" type="parTrans" cxnId="{6EFAE20B-2975-45C0-86D3-C2DBE04A47B0}">
      <dgm:prSet/>
      <dgm:spPr/>
      <dgm:t>
        <a:bodyPr/>
        <a:lstStyle/>
        <a:p>
          <a:endParaRPr lang="en-US" sz="1300"/>
        </a:p>
      </dgm:t>
    </dgm:pt>
    <dgm:pt modelId="{74AF3403-6D66-473C-B22D-AC77E33DB1D7}" type="sibTrans" cxnId="{6EFAE20B-2975-45C0-86D3-C2DBE04A47B0}">
      <dgm:prSet/>
      <dgm:spPr/>
      <dgm:t>
        <a:bodyPr/>
        <a:lstStyle/>
        <a:p>
          <a:endParaRPr lang="en-US" sz="1300"/>
        </a:p>
      </dgm:t>
    </dgm:pt>
    <dgm:pt modelId="{E5073E46-80C7-4F68-921B-22CFB1805697}">
      <dgm:prSet custT="1"/>
      <dgm:spPr/>
      <dgm:t>
        <a:bodyPr/>
        <a:lstStyle/>
        <a:p>
          <a:r>
            <a:rPr lang="en-GB" sz="1300" dirty="0"/>
            <a:t>Key literature references and sources for data</a:t>
          </a:r>
        </a:p>
      </dgm:t>
    </dgm:pt>
    <dgm:pt modelId="{93FFCB45-032B-4DBE-B2F0-D7F95706A0C5}" type="parTrans" cxnId="{80282745-F001-4F42-86B6-D5263DA73A17}">
      <dgm:prSet/>
      <dgm:spPr/>
      <dgm:t>
        <a:bodyPr/>
        <a:lstStyle/>
        <a:p>
          <a:endParaRPr lang="en-US" sz="1300"/>
        </a:p>
      </dgm:t>
    </dgm:pt>
    <dgm:pt modelId="{8225E457-F479-40AE-9CE2-50B8E7F23B80}" type="sibTrans" cxnId="{80282745-F001-4F42-86B6-D5263DA73A17}">
      <dgm:prSet/>
      <dgm:spPr/>
      <dgm:t>
        <a:bodyPr/>
        <a:lstStyle/>
        <a:p>
          <a:endParaRPr lang="en-US" sz="1300"/>
        </a:p>
      </dgm:t>
    </dgm:pt>
    <dgm:pt modelId="{B21B4C89-E472-4DDE-BD81-BB8F897F80D2}">
      <dgm:prSet custT="1"/>
      <dgm:spPr/>
      <dgm:t>
        <a:bodyPr/>
        <a:lstStyle/>
        <a:p>
          <a:r>
            <a:rPr lang="en-GB" sz="1300" dirty="0"/>
            <a:t>For mixtures, the procedure used to derive the classifications</a:t>
          </a:r>
        </a:p>
      </dgm:t>
    </dgm:pt>
    <dgm:pt modelId="{F896EB74-DC08-46C7-B7BC-AA77E54E7960}" type="parTrans" cxnId="{7997877C-4932-408A-8F08-544A931F6C60}">
      <dgm:prSet/>
      <dgm:spPr/>
      <dgm:t>
        <a:bodyPr/>
        <a:lstStyle/>
        <a:p>
          <a:endParaRPr lang="en-US" sz="1300"/>
        </a:p>
      </dgm:t>
    </dgm:pt>
    <dgm:pt modelId="{0D37D02A-6893-46AC-A702-7DC6237F72A9}" type="sibTrans" cxnId="{7997877C-4932-408A-8F08-544A931F6C60}">
      <dgm:prSet/>
      <dgm:spPr/>
      <dgm:t>
        <a:bodyPr/>
        <a:lstStyle/>
        <a:p>
          <a:endParaRPr lang="en-US" sz="1300"/>
        </a:p>
      </dgm:t>
    </dgm:pt>
    <dgm:pt modelId="{791B11FB-DABC-4FDC-84FE-5093A203395C}">
      <dgm:prSet custT="1"/>
      <dgm:spPr/>
      <dgm:t>
        <a:bodyPr/>
        <a:lstStyle/>
        <a:p>
          <a:r>
            <a:rPr lang="en-GB" sz="1300" dirty="0"/>
            <a:t>Advice on training for those handling chemical</a:t>
          </a:r>
        </a:p>
      </dgm:t>
    </dgm:pt>
    <dgm:pt modelId="{3281961A-273D-4944-925C-42DECE2EABFA}" type="parTrans" cxnId="{33F4F04B-C4EB-449C-91D7-A3B339600BF0}">
      <dgm:prSet/>
      <dgm:spPr/>
      <dgm:t>
        <a:bodyPr/>
        <a:lstStyle/>
        <a:p>
          <a:endParaRPr lang="en-US" sz="1300"/>
        </a:p>
      </dgm:t>
    </dgm:pt>
    <dgm:pt modelId="{3A1AC816-2E20-4AD7-9FEF-5CC565006E52}" type="sibTrans" cxnId="{33F4F04B-C4EB-449C-91D7-A3B339600BF0}">
      <dgm:prSet/>
      <dgm:spPr/>
      <dgm:t>
        <a:bodyPr/>
        <a:lstStyle/>
        <a:p>
          <a:endParaRPr lang="en-US" sz="1300"/>
        </a:p>
      </dgm:t>
    </dgm:pt>
    <dgm:pt modelId="{A5FB8D71-A815-493E-BE6C-A69C1A67EE24}">
      <dgm:prSet custT="1"/>
      <dgm:spPr/>
      <dgm:t>
        <a:bodyPr/>
        <a:lstStyle/>
        <a:p>
          <a:r>
            <a:rPr lang="en-GB" sz="1300" dirty="0"/>
            <a:t>An index table or table of contents for an attached exposure scenarios</a:t>
          </a:r>
        </a:p>
      </dgm:t>
    </dgm:pt>
    <dgm:pt modelId="{B7C3E223-70B1-4B12-9947-2077FE810E67}" type="parTrans" cxnId="{8E9D3313-22DC-4793-9FAE-AF4D7244206A}">
      <dgm:prSet/>
      <dgm:spPr/>
      <dgm:t>
        <a:bodyPr/>
        <a:lstStyle/>
        <a:p>
          <a:endParaRPr lang="en-US" sz="1300"/>
        </a:p>
      </dgm:t>
    </dgm:pt>
    <dgm:pt modelId="{AA6F3135-219C-4C89-AB9B-6453A7E5EED2}" type="sibTrans" cxnId="{8E9D3313-22DC-4793-9FAE-AF4D7244206A}">
      <dgm:prSet/>
      <dgm:spPr/>
      <dgm:t>
        <a:bodyPr/>
        <a:lstStyle/>
        <a:p>
          <a:endParaRPr lang="en-US" sz="1300"/>
        </a:p>
      </dgm:t>
    </dgm:pt>
    <dgm:pt modelId="{50E09D1F-FC4F-4D6B-8B85-1C6F9945CD0B}" type="pres">
      <dgm:prSet presAssocID="{C7CF8E9A-F412-46E4-AB69-C81E0843E270}" presName="vert0" presStyleCnt="0">
        <dgm:presLayoutVars>
          <dgm:dir/>
          <dgm:animOne val="branch"/>
          <dgm:animLvl val="lvl"/>
        </dgm:presLayoutVars>
      </dgm:prSet>
      <dgm:spPr/>
    </dgm:pt>
    <dgm:pt modelId="{641805A8-8BE0-4A8E-8BC7-C59A6C344654}" type="pres">
      <dgm:prSet presAssocID="{2A92FF68-3997-4BE3-B817-6D9D2DC34224}" presName="thickLine" presStyleLbl="alignNode1" presStyleIdx="0" presStyleCnt="1"/>
      <dgm:spPr/>
    </dgm:pt>
    <dgm:pt modelId="{6D0ECF3D-058C-4F11-B677-4BDD47698A80}" type="pres">
      <dgm:prSet presAssocID="{2A92FF68-3997-4BE3-B817-6D9D2DC34224}" presName="horz1" presStyleCnt="0"/>
      <dgm:spPr/>
    </dgm:pt>
    <dgm:pt modelId="{640AFEF5-8C19-4B76-BB33-C99D968768BB}" type="pres">
      <dgm:prSet presAssocID="{2A92FF68-3997-4BE3-B817-6D9D2DC34224}" presName="tx1" presStyleLbl="revTx" presStyleIdx="0" presStyleCnt="7"/>
      <dgm:spPr/>
    </dgm:pt>
    <dgm:pt modelId="{6027EF4A-9837-4728-8DF9-5BBE612EF3A3}" type="pres">
      <dgm:prSet presAssocID="{2A92FF68-3997-4BE3-B817-6D9D2DC34224}" presName="vert1" presStyleCnt="0"/>
      <dgm:spPr/>
    </dgm:pt>
    <dgm:pt modelId="{1B06970E-C2E3-466E-82F5-0386CC3EABF5}" type="pres">
      <dgm:prSet presAssocID="{5921DA61-9F88-4D14-AAF8-A9D0B662AAEE}" presName="vertSpace2a" presStyleCnt="0"/>
      <dgm:spPr/>
    </dgm:pt>
    <dgm:pt modelId="{CF40D9AC-95CE-4F96-B560-69E45B9FDD0F}" type="pres">
      <dgm:prSet presAssocID="{5921DA61-9F88-4D14-AAF8-A9D0B662AAEE}" presName="horz2" presStyleCnt="0"/>
      <dgm:spPr/>
    </dgm:pt>
    <dgm:pt modelId="{D2AC1FAB-6EC4-4027-8228-01BBADF87961}" type="pres">
      <dgm:prSet presAssocID="{5921DA61-9F88-4D14-AAF8-A9D0B662AAEE}" presName="horzSpace2" presStyleCnt="0"/>
      <dgm:spPr/>
    </dgm:pt>
    <dgm:pt modelId="{8F32A24E-5390-421D-857C-52B56566CB0C}" type="pres">
      <dgm:prSet presAssocID="{5921DA61-9F88-4D14-AAF8-A9D0B662AAEE}" presName="tx2" presStyleLbl="revTx" presStyleIdx="1" presStyleCnt="7"/>
      <dgm:spPr/>
    </dgm:pt>
    <dgm:pt modelId="{C8D76F6A-1E85-4205-BEA5-F3A5E7043DDA}" type="pres">
      <dgm:prSet presAssocID="{5921DA61-9F88-4D14-AAF8-A9D0B662AAEE}" presName="vert2" presStyleCnt="0"/>
      <dgm:spPr/>
    </dgm:pt>
    <dgm:pt modelId="{A93CEF34-E4FA-4E70-9CFF-1DBC6BC0C58F}" type="pres">
      <dgm:prSet presAssocID="{5921DA61-9F88-4D14-AAF8-A9D0B662AAEE}" presName="thinLine2b" presStyleLbl="callout" presStyleIdx="0" presStyleCnt="6"/>
      <dgm:spPr/>
    </dgm:pt>
    <dgm:pt modelId="{2F565AB9-1BED-4D17-9A04-20AB39824DCF}" type="pres">
      <dgm:prSet presAssocID="{5921DA61-9F88-4D14-AAF8-A9D0B662AAEE}" presName="vertSpace2b" presStyleCnt="0"/>
      <dgm:spPr/>
    </dgm:pt>
    <dgm:pt modelId="{B48E4A15-A092-4796-906D-D38DEBF1C200}" type="pres">
      <dgm:prSet presAssocID="{C7A3B870-505A-4A9E-963B-B2C3746E93F4}" presName="horz2" presStyleCnt="0"/>
      <dgm:spPr/>
    </dgm:pt>
    <dgm:pt modelId="{C5741227-66CD-4890-96E8-53AD9C7AEAEC}" type="pres">
      <dgm:prSet presAssocID="{C7A3B870-505A-4A9E-963B-B2C3746E93F4}" presName="horzSpace2" presStyleCnt="0"/>
      <dgm:spPr/>
    </dgm:pt>
    <dgm:pt modelId="{5B541141-F292-4B9A-A8EB-BAFE3011D523}" type="pres">
      <dgm:prSet presAssocID="{C7A3B870-505A-4A9E-963B-B2C3746E93F4}" presName="tx2" presStyleLbl="revTx" presStyleIdx="2" presStyleCnt="7"/>
      <dgm:spPr/>
    </dgm:pt>
    <dgm:pt modelId="{ABE2062C-4878-4452-9E88-D90C9826D77D}" type="pres">
      <dgm:prSet presAssocID="{C7A3B870-505A-4A9E-963B-B2C3746E93F4}" presName="vert2" presStyleCnt="0"/>
      <dgm:spPr/>
    </dgm:pt>
    <dgm:pt modelId="{8015D0FC-64FB-4216-A983-5E1A80425C4F}" type="pres">
      <dgm:prSet presAssocID="{C7A3B870-505A-4A9E-963B-B2C3746E93F4}" presName="thinLine2b" presStyleLbl="callout" presStyleIdx="1" presStyleCnt="6"/>
      <dgm:spPr/>
    </dgm:pt>
    <dgm:pt modelId="{D011A618-2D81-4677-80E1-D0AC1183F89F}" type="pres">
      <dgm:prSet presAssocID="{C7A3B870-505A-4A9E-963B-B2C3746E93F4}" presName="vertSpace2b" presStyleCnt="0"/>
      <dgm:spPr/>
    </dgm:pt>
    <dgm:pt modelId="{5E5C68ED-37AF-42A1-9681-4F0CC4ADBCB4}" type="pres">
      <dgm:prSet presAssocID="{E5073E46-80C7-4F68-921B-22CFB1805697}" presName="horz2" presStyleCnt="0"/>
      <dgm:spPr/>
    </dgm:pt>
    <dgm:pt modelId="{D819D510-14E5-495C-BE09-9595B5DDD52F}" type="pres">
      <dgm:prSet presAssocID="{E5073E46-80C7-4F68-921B-22CFB1805697}" presName="horzSpace2" presStyleCnt="0"/>
      <dgm:spPr/>
    </dgm:pt>
    <dgm:pt modelId="{D8F124CC-8034-4D7A-ACED-BB53B6AA3331}" type="pres">
      <dgm:prSet presAssocID="{E5073E46-80C7-4F68-921B-22CFB1805697}" presName="tx2" presStyleLbl="revTx" presStyleIdx="3" presStyleCnt="7"/>
      <dgm:spPr/>
    </dgm:pt>
    <dgm:pt modelId="{1317D384-D6B8-490E-A453-196F6A3D04BA}" type="pres">
      <dgm:prSet presAssocID="{E5073E46-80C7-4F68-921B-22CFB1805697}" presName="vert2" presStyleCnt="0"/>
      <dgm:spPr/>
    </dgm:pt>
    <dgm:pt modelId="{B56FD980-CC06-4CE5-845B-366132012864}" type="pres">
      <dgm:prSet presAssocID="{E5073E46-80C7-4F68-921B-22CFB1805697}" presName="thinLine2b" presStyleLbl="callout" presStyleIdx="2" presStyleCnt="6"/>
      <dgm:spPr/>
    </dgm:pt>
    <dgm:pt modelId="{C31275B5-3314-43F3-849A-A34F504C52E6}" type="pres">
      <dgm:prSet presAssocID="{E5073E46-80C7-4F68-921B-22CFB1805697}" presName="vertSpace2b" presStyleCnt="0"/>
      <dgm:spPr/>
    </dgm:pt>
    <dgm:pt modelId="{FF654C2E-DE42-48B7-9391-61F9F06C3463}" type="pres">
      <dgm:prSet presAssocID="{B21B4C89-E472-4DDE-BD81-BB8F897F80D2}" presName="horz2" presStyleCnt="0"/>
      <dgm:spPr/>
    </dgm:pt>
    <dgm:pt modelId="{B4260B1B-A1F3-4C49-92C9-A9D4BA10E6B5}" type="pres">
      <dgm:prSet presAssocID="{B21B4C89-E472-4DDE-BD81-BB8F897F80D2}" presName="horzSpace2" presStyleCnt="0"/>
      <dgm:spPr/>
    </dgm:pt>
    <dgm:pt modelId="{F692552E-EAE1-43C9-9FBA-024BEA94E9D9}" type="pres">
      <dgm:prSet presAssocID="{B21B4C89-E472-4DDE-BD81-BB8F897F80D2}" presName="tx2" presStyleLbl="revTx" presStyleIdx="4" presStyleCnt="7"/>
      <dgm:spPr/>
    </dgm:pt>
    <dgm:pt modelId="{CB1E4A35-5354-4B07-91D9-658F7AF5817F}" type="pres">
      <dgm:prSet presAssocID="{B21B4C89-E472-4DDE-BD81-BB8F897F80D2}" presName="vert2" presStyleCnt="0"/>
      <dgm:spPr/>
    </dgm:pt>
    <dgm:pt modelId="{E56F08A6-B7B4-4E0A-BED8-BE84A81926F0}" type="pres">
      <dgm:prSet presAssocID="{B21B4C89-E472-4DDE-BD81-BB8F897F80D2}" presName="thinLine2b" presStyleLbl="callout" presStyleIdx="3" presStyleCnt="6"/>
      <dgm:spPr/>
    </dgm:pt>
    <dgm:pt modelId="{0967DCAC-4D34-4B2E-A9D7-D13469BE1779}" type="pres">
      <dgm:prSet presAssocID="{B21B4C89-E472-4DDE-BD81-BB8F897F80D2}" presName="vertSpace2b" presStyleCnt="0"/>
      <dgm:spPr/>
    </dgm:pt>
    <dgm:pt modelId="{13928698-0A79-45F1-A302-8B4111C5430A}" type="pres">
      <dgm:prSet presAssocID="{791B11FB-DABC-4FDC-84FE-5093A203395C}" presName="horz2" presStyleCnt="0"/>
      <dgm:spPr/>
    </dgm:pt>
    <dgm:pt modelId="{FC18D5D7-40EA-483C-AD0F-9788CED60BE8}" type="pres">
      <dgm:prSet presAssocID="{791B11FB-DABC-4FDC-84FE-5093A203395C}" presName="horzSpace2" presStyleCnt="0"/>
      <dgm:spPr/>
    </dgm:pt>
    <dgm:pt modelId="{3A518AC8-C851-44C1-B564-8F6F774DFE1C}" type="pres">
      <dgm:prSet presAssocID="{791B11FB-DABC-4FDC-84FE-5093A203395C}" presName="tx2" presStyleLbl="revTx" presStyleIdx="5" presStyleCnt="7"/>
      <dgm:spPr/>
    </dgm:pt>
    <dgm:pt modelId="{0D9A8286-C118-4653-980C-11EC0676F9D7}" type="pres">
      <dgm:prSet presAssocID="{791B11FB-DABC-4FDC-84FE-5093A203395C}" presName="vert2" presStyleCnt="0"/>
      <dgm:spPr/>
    </dgm:pt>
    <dgm:pt modelId="{7D11B114-09C8-4FF1-B4F0-69FD6A4A5CF7}" type="pres">
      <dgm:prSet presAssocID="{791B11FB-DABC-4FDC-84FE-5093A203395C}" presName="thinLine2b" presStyleLbl="callout" presStyleIdx="4" presStyleCnt="6"/>
      <dgm:spPr/>
    </dgm:pt>
    <dgm:pt modelId="{031EBB38-6959-4F85-A283-233FE7FAA78B}" type="pres">
      <dgm:prSet presAssocID="{791B11FB-DABC-4FDC-84FE-5093A203395C}" presName="vertSpace2b" presStyleCnt="0"/>
      <dgm:spPr/>
    </dgm:pt>
    <dgm:pt modelId="{CFE31696-8C45-4239-87AA-CC7163C975D8}" type="pres">
      <dgm:prSet presAssocID="{A5FB8D71-A815-493E-BE6C-A69C1A67EE24}" presName="horz2" presStyleCnt="0"/>
      <dgm:spPr/>
    </dgm:pt>
    <dgm:pt modelId="{59AE9993-00C3-420B-B804-F3C0F3397F74}" type="pres">
      <dgm:prSet presAssocID="{A5FB8D71-A815-493E-BE6C-A69C1A67EE24}" presName="horzSpace2" presStyleCnt="0"/>
      <dgm:spPr/>
    </dgm:pt>
    <dgm:pt modelId="{147BE94F-B850-4E64-94EF-891A1708C4BD}" type="pres">
      <dgm:prSet presAssocID="{A5FB8D71-A815-493E-BE6C-A69C1A67EE24}" presName="tx2" presStyleLbl="revTx" presStyleIdx="6" presStyleCnt="7"/>
      <dgm:spPr/>
    </dgm:pt>
    <dgm:pt modelId="{D49C6978-CBF3-4E26-99A7-1B5BCB361FB7}" type="pres">
      <dgm:prSet presAssocID="{A5FB8D71-A815-493E-BE6C-A69C1A67EE24}" presName="vert2" presStyleCnt="0"/>
      <dgm:spPr/>
    </dgm:pt>
    <dgm:pt modelId="{E1E78AA3-13B8-4F8D-B074-44FDD82B0046}" type="pres">
      <dgm:prSet presAssocID="{A5FB8D71-A815-493E-BE6C-A69C1A67EE24}" presName="thinLine2b" presStyleLbl="callout" presStyleIdx="5" presStyleCnt="6"/>
      <dgm:spPr/>
    </dgm:pt>
    <dgm:pt modelId="{3BA6140B-F403-4617-9728-C20FB6CA90B6}" type="pres">
      <dgm:prSet presAssocID="{A5FB8D71-A815-493E-BE6C-A69C1A67EE24}" presName="vertSpace2b" presStyleCnt="0"/>
      <dgm:spPr/>
    </dgm:pt>
  </dgm:ptLst>
  <dgm:cxnLst>
    <dgm:cxn modelId="{6EFAE20B-2975-45C0-86D3-C2DBE04A47B0}" srcId="{2A92FF68-3997-4BE3-B817-6D9D2DC34224}" destId="{C7A3B870-505A-4A9E-963B-B2C3746E93F4}" srcOrd="1" destOrd="0" parTransId="{EBF50890-1538-463F-82AD-970211E001B3}" sibTransId="{74AF3403-6D66-473C-B22D-AC77E33DB1D7}"/>
    <dgm:cxn modelId="{8E9D3313-22DC-4793-9FAE-AF4D7244206A}" srcId="{2A92FF68-3997-4BE3-B817-6D9D2DC34224}" destId="{A5FB8D71-A815-493E-BE6C-A69C1A67EE24}" srcOrd="5" destOrd="0" parTransId="{B7C3E223-70B1-4B12-9947-2077FE810E67}" sibTransId="{AA6F3135-219C-4C89-AB9B-6453A7E5EED2}"/>
    <dgm:cxn modelId="{CAC13B1C-6D95-434E-BB91-EF9E4F0B9CC0}" type="presOf" srcId="{2A92FF68-3997-4BE3-B817-6D9D2DC34224}" destId="{640AFEF5-8C19-4B76-BB33-C99D968768BB}" srcOrd="0" destOrd="0" presId="urn:microsoft.com/office/officeart/2008/layout/LinedList"/>
    <dgm:cxn modelId="{80282745-F001-4F42-86B6-D5263DA73A17}" srcId="{2A92FF68-3997-4BE3-B817-6D9D2DC34224}" destId="{E5073E46-80C7-4F68-921B-22CFB1805697}" srcOrd="2" destOrd="0" parTransId="{93FFCB45-032B-4DBE-B2F0-D7F95706A0C5}" sibTransId="{8225E457-F479-40AE-9CE2-50B8E7F23B80}"/>
    <dgm:cxn modelId="{33F4F04B-C4EB-449C-91D7-A3B339600BF0}" srcId="{2A92FF68-3997-4BE3-B817-6D9D2DC34224}" destId="{791B11FB-DABC-4FDC-84FE-5093A203395C}" srcOrd="4" destOrd="0" parTransId="{3281961A-273D-4944-925C-42DECE2EABFA}" sibTransId="{3A1AC816-2E20-4AD7-9FEF-5CC565006E52}"/>
    <dgm:cxn modelId="{7F70BA6C-B62D-4584-9D20-F9810B981FCC}" type="presOf" srcId="{B21B4C89-E472-4DDE-BD81-BB8F897F80D2}" destId="{F692552E-EAE1-43C9-9FBA-024BEA94E9D9}" srcOrd="0" destOrd="0" presId="urn:microsoft.com/office/officeart/2008/layout/LinedList"/>
    <dgm:cxn modelId="{7997877C-4932-408A-8F08-544A931F6C60}" srcId="{2A92FF68-3997-4BE3-B817-6D9D2DC34224}" destId="{B21B4C89-E472-4DDE-BD81-BB8F897F80D2}" srcOrd="3" destOrd="0" parTransId="{F896EB74-DC08-46C7-B7BC-AA77E54E7960}" sibTransId="{0D37D02A-6893-46AC-A702-7DC6237F72A9}"/>
    <dgm:cxn modelId="{E091CF8B-B5D8-48D0-8AC1-F953951D11FF}" srcId="{C7CF8E9A-F412-46E4-AB69-C81E0843E270}" destId="{2A92FF68-3997-4BE3-B817-6D9D2DC34224}" srcOrd="0" destOrd="0" parTransId="{E5AD73B6-2C1F-4AE5-8B9C-F49A6F1E47CA}" sibTransId="{74ECE2C9-7849-4D77-817A-63A441CA3F50}"/>
    <dgm:cxn modelId="{0F0D2A94-0164-4DD6-BC57-124D23C84002}" type="presOf" srcId="{5921DA61-9F88-4D14-AAF8-A9D0B662AAEE}" destId="{8F32A24E-5390-421D-857C-52B56566CB0C}" srcOrd="0" destOrd="0" presId="urn:microsoft.com/office/officeart/2008/layout/LinedList"/>
    <dgm:cxn modelId="{2A4C82A1-D443-40E1-AE22-5531FF4799A0}" type="presOf" srcId="{E5073E46-80C7-4F68-921B-22CFB1805697}" destId="{D8F124CC-8034-4D7A-ACED-BB53B6AA3331}" srcOrd="0" destOrd="0" presId="urn:microsoft.com/office/officeart/2008/layout/LinedList"/>
    <dgm:cxn modelId="{7E7DD6AC-9744-4F2F-9DAC-2C4B31445CE5}" type="presOf" srcId="{C7CF8E9A-F412-46E4-AB69-C81E0843E270}" destId="{50E09D1F-FC4F-4D6B-8B85-1C6F9945CD0B}" srcOrd="0" destOrd="0" presId="urn:microsoft.com/office/officeart/2008/layout/LinedList"/>
    <dgm:cxn modelId="{5DEA40B2-2075-4331-8A75-F1CD45F5DD2B}" type="presOf" srcId="{C7A3B870-505A-4A9E-963B-B2C3746E93F4}" destId="{5B541141-F292-4B9A-A8EB-BAFE3011D523}" srcOrd="0" destOrd="0" presId="urn:microsoft.com/office/officeart/2008/layout/LinedList"/>
    <dgm:cxn modelId="{3A01EFDE-A409-4BA3-8D10-FE86DF404A3A}" type="presOf" srcId="{A5FB8D71-A815-493E-BE6C-A69C1A67EE24}" destId="{147BE94F-B850-4E64-94EF-891A1708C4BD}" srcOrd="0" destOrd="0" presId="urn:microsoft.com/office/officeart/2008/layout/LinedList"/>
    <dgm:cxn modelId="{B6F914ED-49D2-4A8C-A3D3-720EC112620D}" type="presOf" srcId="{791B11FB-DABC-4FDC-84FE-5093A203395C}" destId="{3A518AC8-C851-44C1-B564-8F6F774DFE1C}" srcOrd="0" destOrd="0" presId="urn:microsoft.com/office/officeart/2008/layout/LinedList"/>
    <dgm:cxn modelId="{FF19E7FE-1A6A-4074-8436-629A67CB0055}" srcId="{2A92FF68-3997-4BE3-B817-6D9D2DC34224}" destId="{5921DA61-9F88-4D14-AAF8-A9D0B662AAEE}" srcOrd="0" destOrd="0" parTransId="{D5475C50-E1E9-4789-9906-77155419F23F}" sibTransId="{5BB64440-5F29-405D-9CD0-E17FB8CA00CC}"/>
    <dgm:cxn modelId="{B5D6F2AA-46CD-4F0A-A68B-6C4AFA62289E}" type="presParOf" srcId="{50E09D1F-FC4F-4D6B-8B85-1C6F9945CD0B}" destId="{641805A8-8BE0-4A8E-8BC7-C59A6C344654}" srcOrd="0" destOrd="0" presId="urn:microsoft.com/office/officeart/2008/layout/LinedList"/>
    <dgm:cxn modelId="{1C24239A-2572-4177-ADBE-E32FED14070E}" type="presParOf" srcId="{50E09D1F-FC4F-4D6B-8B85-1C6F9945CD0B}" destId="{6D0ECF3D-058C-4F11-B677-4BDD47698A80}" srcOrd="1" destOrd="0" presId="urn:microsoft.com/office/officeart/2008/layout/LinedList"/>
    <dgm:cxn modelId="{468FD778-6F6E-4FA3-9116-BF6CB49C4F23}" type="presParOf" srcId="{6D0ECF3D-058C-4F11-B677-4BDD47698A80}" destId="{640AFEF5-8C19-4B76-BB33-C99D968768BB}" srcOrd="0" destOrd="0" presId="urn:microsoft.com/office/officeart/2008/layout/LinedList"/>
    <dgm:cxn modelId="{30073B24-E573-41A2-B528-41AD361FABF1}" type="presParOf" srcId="{6D0ECF3D-058C-4F11-B677-4BDD47698A80}" destId="{6027EF4A-9837-4728-8DF9-5BBE612EF3A3}" srcOrd="1" destOrd="0" presId="urn:microsoft.com/office/officeart/2008/layout/LinedList"/>
    <dgm:cxn modelId="{756B668E-6656-43DF-9B77-0D5E29A0A811}" type="presParOf" srcId="{6027EF4A-9837-4728-8DF9-5BBE612EF3A3}" destId="{1B06970E-C2E3-466E-82F5-0386CC3EABF5}" srcOrd="0" destOrd="0" presId="urn:microsoft.com/office/officeart/2008/layout/LinedList"/>
    <dgm:cxn modelId="{7DD54067-31BA-457F-A7BE-87E8ABE2AFDE}" type="presParOf" srcId="{6027EF4A-9837-4728-8DF9-5BBE612EF3A3}" destId="{CF40D9AC-95CE-4F96-B560-69E45B9FDD0F}" srcOrd="1" destOrd="0" presId="urn:microsoft.com/office/officeart/2008/layout/LinedList"/>
    <dgm:cxn modelId="{F1F064C6-536B-4A09-BB0B-16AB4B16BE8A}" type="presParOf" srcId="{CF40D9AC-95CE-4F96-B560-69E45B9FDD0F}" destId="{D2AC1FAB-6EC4-4027-8228-01BBADF87961}" srcOrd="0" destOrd="0" presId="urn:microsoft.com/office/officeart/2008/layout/LinedList"/>
    <dgm:cxn modelId="{A5E6E330-2807-4B9D-9AB9-6939DE4DFED7}" type="presParOf" srcId="{CF40D9AC-95CE-4F96-B560-69E45B9FDD0F}" destId="{8F32A24E-5390-421D-857C-52B56566CB0C}" srcOrd="1" destOrd="0" presId="urn:microsoft.com/office/officeart/2008/layout/LinedList"/>
    <dgm:cxn modelId="{A17ECD0A-A837-480A-9ABD-5941F5648EEA}" type="presParOf" srcId="{CF40D9AC-95CE-4F96-B560-69E45B9FDD0F}" destId="{C8D76F6A-1E85-4205-BEA5-F3A5E7043DDA}" srcOrd="2" destOrd="0" presId="urn:microsoft.com/office/officeart/2008/layout/LinedList"/>
    <dgm:cxn modelId="{BF11AF7D-4F9F-4AB7-9EBC-E2D2BBA96ED1}" type="presParOf" srcId="{6027EF4A-9837-4728-8DF9-5BBE612EF3A3}" destId="{A93CEF34-E4FA-4E70-9CFF-1DBC6BC0C58F}" srcOrd="2" destOrd="0" presId="urn:microsoft.com/office/officeart/2008/layout/LinedList"/>
    <dgm:cxn modelId="{DD212D35-66E1-4ABE-B619-F7C21DBEEEF0}" type="presParOf" srcId="{6027EF4A-9837-4728-8DF9-5BBE612EF3A3}" destId="{2F565AB9-1BED-4D17-9A04-20AB39824DCF}" srcOrd="3" destOrd="0" presId="urn:microsoft.com/office/officeart/2008/layout/LinedList"/>
    <dgm:cxn modelId="{1E53C0C8-63BB-49E3-B6B2-F467837B436E}" type="presParOf" srcId="{6027EF4A-9837-4728-8DF9-5BBE612EF3A3}" destId="{B48E4A15-A092-4796-906D-D38DEBF1C200}" srcOrd="4" destOrd="0" presId="urn:microsoft.com/office/officeart/2008/layout/LinedList"/>
    <dgm:cxn modelId="{FAF19738-11B6-4B04-AB2C-27F22BDD7A3E}" type="presParOf" srcId="{B48E4A15-A092-4796-906D-D38DEBF1C200}" destId="{C5741227-66CD-4890-96E8-53AD9C7AEAEC}" srcOrd="0" destOrd="0" presId="urn:microsoft.com/office/officeart/2008/layout/LinedList"/>
    <dgm:cxn modelId="{96C5A663-867C-4B00-B4BE-4E42D1281066}" type="presParOf" srcId="{B48E4A15-A092-4796-906D-D38DEBF1C200}" destId="{5B541141-F292-4B9A-A8EB-BAFE3011D523}" srcOrd="1" destOrd="0" presId="urn:microsoft.com/office/officeart/2008/layout/LinedList"/>
    <dgm:cxn modelId="{5341EE38-3812-4536-A99D-2EC6792F8F38}" type="presParOf" srcId="{B48E4A15-A092-4796-906D-D38DEBF1C200}" destId="{ABE2062C-4878-4452-9E88-D90C9826D77D}" srcOrd="2" destOrd="0" presId="urn:microsoft.com/office/officeart/2008/layout/LinedList"/>
    <dgm:cxn modelId="{328B5E42-E4D4-4588-BF4F-B37A9F1E9503}" type="presParOf" srcId="{6027EF4A-9837-4728-8DF9-5BBE612EF3A3}" destId="{8015D0FC-64FB-4216-A983-5E1A80425C4F}" srcOrd="5" destOrd="0" presId="urn:microsoft.com/office/officeart/2008/layout/LinedList"/>
    <dgm:cxn modelId="{DA9BA457-FFB3-4A32-BCAE-F45766570BA1}" type="presParOf" srcId="{6027EF4A-9837-4728-8DF9-5BBE612EF3A3}" destId="{D011A618-2D81-4677-80E1-D0AC1183F89F}" srcOrd="6" destOrd="0" presId="urn:microsoft.com/office/officeart/2008/layout/LinedList"/>
    <dgm:cxn modelId="{F3997ADA-3F40-46CE-9BD6-E25BF2DC799C}" type="presParOf" srcId="{6027EF4A-9837-4728-8DF9-5BBE612EF3A3}" destId="{5E5C68ED-37AF-42A1-9681-4F0CC4ADBCB4}" srcOrd="7" destOrd="0" presId="urn:microsoft.com/office/officeart/2008/layout/LinedList"/>
    <dgm:cxn modelId="{3E4F17A1-C59D-40CA-A936-5D65BE6E006B}" type="presParOf" srcId="{5E5C68ED-37AF-42A1-9681-4F0CC4ADBCB4}" destId="{D819D510-14E5-495C-BE09-9595B5DDD52F}" srcOrd="0" destOrd="0" presId="urn:microsoft.com/office/officeart/2008/layout/LinedList"/>
    <dgm:cxn modelId="{D0C6C9F3-C0EC-4BEB-9270-45EC6B86FCC7}" type="presParOf" srcId="{5E5C68ED-37AF-42A1-9681-4F0CC4ADBCB4}" destId="{D8F124CC-8034-4D7A-ACED-BB53B6AA3331}" srcOrd="1" destOrd="0" presId="urn:microsoft.com/office/officeart/2008/layout/LinedList"/>
    <dgm:cxn modelId="{05239436-B939-429E-AD8F-B02B9124915F}" type="presParOf" srcId="{5E5C68ED-37AF-42A1-9681-4F0CC4ADBCB4}" destId="{1317D384-D6B8-490E-A453-196F6A3D04BA}" srcOrd="2" destOrd="0" presId="urn:microsoft.com/office/officeart/2008/layout/LinedList"/>
    <dgm:cxn modelId="{FD7B94E0-19AD-480A-BE8A-1F04DB9BFBCC}" type="presParOf" srcId="{6027EF4A-9837-4728-8DF9-5BBE612EF3A3}" destId="{B56FD980-CC06-4CE5-845B-366132012864}" srcOrd="8" destOrd="0" presId="urn:microsoft.com/office/officeart/2008/layout/LinedList"/>
    <dgm:cxn modelId="{92C7BAAF-F893-435C-9DCA-84AB48CB6CF5}" type="presParOf" srcId="{6027EF4A-9837-4728-8DF9-5BBE612EF3A3}" destId="{C31275B5-3314-43F3-849A-A34F504C52E6}" srcOrd="9" destOrd="0" presId="urn:microsoft.com/office/officeart/2008/layout/LinedList"/>
    <dgm:cxn modelId="{915AC9E3-E64F-4997-B4C0-BF4AF055017E}" type="presParOf" srcId="{6027EF4A-9837-4728-8DF9-5BBE612EF3A3}" destId="{FF654C2E-DE42-48B7-9391-61F9F06C3463}" srcOrd="10" destOrd="0" presId="urn:microsoft.com/office/officeart/2008/layout/LinedList"/>
    <dgm:cxn modelId="{FD00F2F2-052D-4C21-BDFC-C94D39C8EA7E}" type="presParOf" srcId="{FF654C2E-DE42-48B7-9391-61F9F06C3463}" destId="{B4260B1B-A1F3-4C49-92C9-A9D4BA10E6B5}" srcOrd="0" destOrd="0" presId="urn:microsoft.com/office/officeart/2008/layout/LinedList"/>
    <dgm:cxn modelId="{C0CDFDEE-ED8B-44C9-BE02-D8612BA14723}" type="presParOf" srcId="{FF654C2E-DE42-48B7-9391-61F9F06C3463}" destId="{F692552E-EAE1-43C9-9FBA-024BEA94E9D9}" srcOrd="1" destOrd="0" presId="urn:microsoft.com/office/officeart/2008/layout/LinedList"/>
    <dgm:cxn modelId="{74E4D95E-8320-4841-B3AA-B42DD71EBAB8}" type="presParOf" srcId="{FF654C2E-DE42-48B7-9391-61F9F06C3463}" destId="{CB1E4A35-5354-4B07-91D9-658F7AF5817F}" srcOrd="2" destOrd="0" presId="urn:microsoft.com/office/officeart/2008/layout/LinedList"/>
    <dgm:cxn modelId="{18D6C360-6BFF-45EA-ADDE-B7A4FB46E3A8}" type="presParOf" srcId="{6027EF4A-9837-4728-8DF9-5BBE612EF3A3}" destId="{E56F08A6-B7B4-4E0A-BED8-BE84A81926F0}" srcOrd="11" destOrd="0" presId="urn:microsoft.com/office/officeart/2008/layout/LinedList"/>
    <dgm:cxn modelId="{732C913B-170F-4EF5-9D0C-F5F484FA956E}" type="presParOf" srcId="{6027EF4A-9837-4728-8DF9-5BBE612EF3A3}" destId="{0967DCAC-4D34-4B2E-A9D7-D13469BE1779}" srcOrd="12" destOrd="0" presId="urn:microsoft.com/office/officeart/2008/layout/LinedList"/>
    <dgm:cxn modelId="{71420B10-1319-4043-83A4-B125063E6C2E}" type="presParOf" srcId="{6027EF4A-9837-4728-8DF9-5BBE612EF3A3}" destId="{13928698-0A79-45F1-A302-8B4111C5430A}" srcOrd="13" destOrd="0" presId="urn:microsoft.com/office/officeart/2008/layout/LinedList"/>
    <dgm:cxn modelId="{328E737E-E70A-4DCB-9D12-850B091D6015}" type="presParOf" srcId="{13928698-0A79-45F1-A302-8B4111C5430A}" destId="{FC18D5D7-40EA-483C-AD0F-9788CED60BE8}" srcOrd="0" destOrd="0" presId="urn:microsoft.com/office/officeart/2008/layout/LinedList"/>
    <dgm:cxn modelId="{6DFE8BF4-11C2-4642-969F-3274469DCEF4}" type="presParOf" srcId="{13928698-0A79-45F1-A302-8B4111C5430A}" destId="{3A518AC8-C851-44C1-B564-8F6F774DFE1C}" srcOrd="1" destOrd="0" presId="urn:microsoft.com/office/officeart/2008/layout/LinedList"/>
    <dgm:cxn modelId="{636B5221-9328-4B78-8C4B-6DCC69DEAAA6}" type="presParOf" srcId="{13928698-0A79-45F1-A302-8B4111C5430A}" destId="{0D9A8286-C118-4653-980C-11EC0676F9D7}" srcOrd="2" destOrd="0" presId="urn:microsoft.com/office/officeart/2008/layout/LinedList"/>
    <dgm:cxn modelId="{16B8D788-26B0-474A-A6C5-63771BA58654}" type="presParOf" srcId="{6027EF4A-9837-4728-8DF9-5BBE612EF3A3}" destId="{7D11B114-09C8-4FF1-B4F0-69FD6A4A5CF7}" srcOrd="14" destOrd="0" presId="urn:microsoft.com/office/officeart/2008/layout/LinedList"/>
    <dgm:cxn modelId="{940DDC6D-A987-4A23-83E5-3B0AEB6D9A10}" type="presParOf" srcId="{6027EF4A-9837-4728-8DF9-5BBE612EF3A3}" destId="{031EBB38-6959-4F85-A283-233FE7FAA78B}" srcOrd="15" destOrd="0" presId="urn:microsoft.com/office/officeart/2008/layout/LinedList"/>
    <dgm:cxn modelId="{4EE418AD-A993-4B78-9E21-339E96895128}" type="presParOf" srcId="{6027EF4A-9837-4728-8DF9-5BBE612EF3A3}" destId="{CFE31696-8C45-4239-87AA-CC7163C975D8}" srcOrd="16" destOrd="0" presId="urn:microsoft.com/office/officeart/2008/layout/LinedList"/>
    <dgm:cxn modelId="{B14221C5-4C5D-408F-8D7E-059EFFB6365E}" type="presParOf" srcId="{CFE31696-8C45-4239-87AA-CC7163C975D8}" destId="{59AE9993-00C3-420B-B804-F3C0F3397F74}" srcOrd="0" destOrd="0" presId="urn:microsoft.com/office/officeart/2008/layout/LinedList"/>
    <dgm:cxn modelId="{DB4CB1E9-9CEB-4397-A7F5-9485C26BD956}" type="presParOf" srcId="{CFE31696-8C45-4239-87AA-CC7163C975D8}" destId="{147BE94F-B850-4E64-94EF-891A1708C4BD}" srcOrd="1" destOrd="0" presId="urn:microsoft.com/office/officeart/2008/layout/LinedList"/>
    <dgm:cxn modelId="{25A6F246-22B0-4F90-BBB6-4854457B90DB}" type="presParOf" srcId="{CFE31696-8C45-4239-87AA-CC7163C975D8}" destId="{D49C6978-CBF3-4E26-99A7-1B5BCB361FB7}" srcOrd="2" destOrd="0" presId="urn:microsoft.com/office/officeart/2008/layout/LinedList"/>
    <dgm:cxn modelId="{9884AF0F-F719-478D-A780-4E3E9BE02C00}" type="presParOf" srcId="{6027EF4A-9837-4728-8DF9-5BBE612EF3A3}" destId="{E1E78AA3-13B8-4F8D-B074-44FDD82B0046}" srcOrd="17" destOrd="0" presId="urn:microsoft.com/office/officeart/2008/layout/LinedList"/>
    <dgm:cxn modelId="{B65CC281-DD91-4DCB-8FF2-F068884CD464}" type="presParOf" srcId="{6027EF4A-9837-4728-8DF9-5BBE612EF3A3}" destId="{3BA6140B-F403-4617-9728-C20FB6CA90B6}" srcOrd="18"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7BF24-8969-4680-B3E4-5803F74C1162}">
      <dsp:nvSpPr>
        <dsp:cNvPr id="0" name=""/>
        <dsp:cNvSpPr/>
      </dsp:nvSpPr>
      <dsp:spPr>
        <a:xfrm>
          <a:off x="0" y="499"/>
          <a:ext cx="5727032"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9DC0C0-8F33-4743-B74D-8F93797AF503}">
      <dsp:nvSpPr>
        <dsp:cNvPr id="0" name=""/>
        <dsp:cNvSpPr/>
      </dsp:nvSpPr>
      <dsp:spPr>
        <a:xfrm>
          <a:off x="0" y="499"/>
          <a:ext cx="1953993" cy="818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chemeClr val="tx1">
                  <a:lumMod val="50000"/>
                </a:schemeClr>
              </a:solidFill>
            </a:rPr>
            <a:t>Name of a substance </a:t>
          </a:r>
          <a:endParaRPr lang="es-ES" sz="1400" kern="1200" dirty="0"/>
        </a:p>
      </dsp:txBody>
      <dsp:txXfrm>
        <a:off x="0" y="499"/>
        <a:ext cx="1953993" cy="818034"/>
      </dsp:txXfrm>
    </dsp:sp>
    <dsp:sp modelId="{A3ACE963-0074-4E52-9CC0-27277E9971F4}">
      <dsp:nvSpPr>
        <dsp:cNvPr id="0" name=""/>
        <dsp:cNvSpPr/>
      </dsp:nvSpPr>
      <dsp:spPr>
        <a:xfrm>
          <a:off x="2024714" y="37646"/>
          <a:ext cx="3701066" cy="742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solidFill>
                <a:schemeClr val="tx1">
                  <a:lumMod val="50000"/>
                </a:schemeClr>
              </a:solidFill>
            </a:rPr>
            <a:t>Trade name or other designation of the substance or  mixture</a:t>
          </a:r>
          <a:endParaRPr lang="es-ES" sz="1300" kern="1200" dirty="0"/>
        </a:p>
      </dsp:txBody>
      <dsp:txXfrm>
        <a:off x="2024714" y="37646"/>
        <a:ext cx="3701066" cy="742941"/>
      </dsp:txXfrm>
    </dsp:sp>
    <dsp:sp modelId="{C3988DDD-118F-4052-905A-1184437F297C}">
      <dsp:nvSpPr>
        <dsp:cNvPr id="0" name=""/>
        <dsp:cNvSpPr/>
      </dsp:nvSpPr>
      <dsp:spPr>
        <a:xfrm>
          <a:off x="1953993" y="780588"/>
          <a:ext cx="3771787"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75EAEF-DC41-4AEE-B438-0B3419942424}">
      <dsp:nvSpPr>
        <dsp:cNvPr id="0" name=""/>
        <dsp:cNvSpPr/>
      </dsp:nvSpPr>
      <dsp:spPr>
        <a:xfrm>
          <a:off x="0" y="818534"/>
          <a:ext cx="5727032"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175308-7AA2-4828-AC70-C89038FE25DE}">
      <dsp:nvSpPr>
        <dsp:cNvPr id="0" name=""/>
        <dsp:cNvSpPr/>
      </dsp:nvSpPr>
      <dsp:spPr>
        <a:xfrm>
          <a:off x="0" y="818534"/>
          <a:ext cx="1962101" cy="818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chemeClr val="tx1">
                  <a:lumMod val="50000"/>
                </a:schemeClr>
              </a:solidFill>
            </a:rPr>
            <a:t>Other relevant identifiers:</a:t>
          </a:r>
        </a:p>
      </dsp:txBody>
      <dsp:txXfrm>
        <a:off x="0" y="818534"/>
        <a:ext cx="1962101" cy="818034"/>
      </dsp:txXfrm>
    </dsp:sp>
    <dsp:sp modelId="{DF560152-DA56-4EAC-8DEC-F909C074196D}">
      <dsp:nvSpPr>
        <dsp:cNvPr id="0" name=""/>
        <dsp:cNvSpPr/>
      </dsp:nvSpPr>
      <dsp:spPr>
        <a:xfrm>
          <a:off x="2032570" y="837547"/>
          <a:ext cx="3687895" cy="38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solidFill>
                <a:schemeClr val="tx1">
                  <a:lumMod val="50000"/>
                </a:schemeClr>
              </a:solidFill>
            </a:rPr>
            <a:t>Alternative names, </a:t>
          </a:r>
        </a:p>
      </dsp:txBody>
      <dsp:txXfrm>
        <a:off x="2032570" y="837547"/>
        <a:ext cx="3687895" cy="380258"/>
      </dsp:txXfrm>
    </dsp:sp>
    <dsp:sp modelId="{047D132F-454F-4DAC-B3E5-E18DB31D398B}">
      <dsp:nvSpPr>
        <dsp:cNvPr id="0" name=""/>
        <dsp:cNvSpPr/>
      </dsp:nvSpPr>
      <dsp:spPr>
        <a:xfrm>
          <a:off x="1962101" y="1217805"/>
          <a:ext cx="375836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36B4B8-5E40-4F70-AD1B-90036A1DF75E}">
      <dsp:nvSpPr>
        <dsp:cNvPr id="0" name=""/>
        <dsp:cNvSpPr/>
      </dsp:nvSpPr>
      <dsp:spPr>
        <a:xfrm>
          <a:off x="2032570" y="1236818"/>
          <a:ext cx="3687895" cy="38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solidFill>
                <a:schemeClr val="tx1">
                  <a:lumMod val="50000"/>
                </a:schemeClr>
              </a:solidFill>
            </a:rPr>
            <a:t>EC# , CAS#, or Index numbers (Annex VI of CLP Regulations)</a:t>
          </a:r>
        </a:p>
      </dsp:txBody>
      <dsp:txXfrm>
        <a:off x="2032570" y="1236818"/>
        <a:ext cx="3687895" cy="380258"/>
      </dsp:txXfrm>
    </dsp:sp>
    <dsp:sp modelId="{043598AD-A115-4616-A393-999D741E83B8}">
      <dsp:nvSpPr>
        <dsp:cNvPr id="0" name=""/>
        <dsp:cNvSpPr/>
      </dsp:nvSpPr>
      <dsp:spPr>
        <a:xfrm>
          <a:off x="1962101" y="1617076"/>
          <a:ext cx="375836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DD9808-085C-4F63-801B-28868212328B}">
      <dsp:nvSpPr>
        <dsp:cNvPr id="0" name=""/>
        <dsp:cNvSpPr/>
      </dsp:nvSpPr>
      <dsp:spPr>
        <a:xfrm>
          <a:off x="0" y="1636569"/>
          <a:ext cx="5727032"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5F7727-E99D-443B-811B-9692979D1320}">
      <dsp:nvSpPr>
        <dsp:cNvPr id="0" name=""/>
        <dsp:cNvSpPr/>
      </dsp:nvSpPr>
      <dsp:spPr>
        <a:xfrm>
          <a:off x="0" y="1636569"/>
          <a:ext cx="1908127" cy="818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REACH REGISTRATION NUMBER:      </a:t>
          </a:r>
        </a:p>
        <a:p>
          <a:pPr marL="0" lvl="0" indent="0" algn="l" defTabSz="622300">
            <a:lnSpc>
              <a:spcPct val="90000"/>
            </a:lnSpc>
            <a:spcBef>
              <a:spcPct val="0"/>
            </a:spcBef>
            <a:spcAft>
              <a:spcPct val="35000"/>
            </a:spcAft>
            <a:buNone/>
          </a:pPr>
          <a:r>
            <a:rPr lang="en-GB" sz="1300" kern="1200" dirty="0"/>
            <a:t>01-nnnnnnnnnn-nn-nnnn</a:t>
          </a:r>
          <a:endParaRPr lang="en-GB" sz="1300" kern="1200" dirty="0">
            <a:solidFill>
              <a:schemeClr val="tx1">
                <a:lumMod val="50000"/>
              </a:schemeClr>
            </a:solidFill>
          </a:endParaRPr>
        </a:p>
      </dsp:txBody>
      <dsp:txXfrm>
        <a:off x="0" y="1636569"/>
        <a:ext cx="1908127" cy="818034"/>
      </dsp:txXfrm>
    </dsp:sp>
    <dsp:sp modelId="{B5C37513-7198-4578-B1AB-1FDC09042E04}">
      <dsp:nvSpPr>
        <dsp:cNvPr id="0" name=""/>
        <dsp:cNvSpPr/>
      </dsp:nvSpPr>
      <dsp:spPr>
        <a:xfrm>
          <a:off x="1977338" y="1649450"/>
          <a:ext cx="3622040" cy="257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 last four digits: “-0000” -  lead registrant</a:t>
          </a:r>
          <a:endParaRPr lang="en-GB" sz="1300" kern="1200" dirty="0">
            <a:solidFill>
              <a:schemeClr val="tx1">
                <a:lumMod val="50000"/>
              </a:schemeClr>
            </a:solidFill>
          </a:endParaRPr>
        </a:p>
      </dsp:txBody>
      <dsp:txXfrm>
        <a:off x="1977338" y="1649450"/>
        <a:ext cx="3622040" cy="257633"/>
      </dsp:txXfrm>
    </dsp:sp>
    <dsp:sp modelId="{8D427095-1DEC-4DE9-8053-A3D7C01E423B}">
      <dsp:nvSpPr>
        <dsp:cNvPr id="0" name=""/>
        <dsp:cNvSpPr/>
      </dsp:nvSpPr>
      <dsp:spPr>
        <a:xfrm>
          <a:off x="1908127" y="1907083"/>
          <a:ext cx="36912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266A3D-51DC-4107-B1AC-DE308587F194}">
      <dsp:nvSpPr>
        <dsp:cNvPr id="0" name=""/>
        <dsp:cNvSpPr/>
      </dsp:nvSpPr>
      <dsp:spPr>
        <a:xfrm>
          <a:off x="1977338" y="1919965"/>
          <a:ext cx="3622040" cy="257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last four digits:  “-XXXX” - registrant is confidential</a:t>
          </a:r>
          <a:endParaRPr lang="en-GB" sz="1300" kern="1200" dirty="0">
            <a:solidFill>
              <a:schemeClr val="tx1">
                <a:lumMod val="50000"/>
              </a:schemeClr>
            </a:solidFill>
          </a:endParaRPr>
        </a:p>
      </dsp:txBody>
      <dsp:txXfrm>
        <a:off x="1977338" y="1919965"/>
        <a:ext cx="3622040" cy="257633"/>
      </dsp:txXfrm>
    </dsp:sp>
    <dsp:sp modelId="{D7452C36-92D7-431E-AE5F-5C75620386E2}">
      <dsp:nvSpPr>
        <dsp:cNvPr id="0" name=""/>
        <dsp:cNvSpPr/>
      </dsp:nvSpPr>
      <dsp:spPr>
        <a:xfrm>
          <a:off x="1908127" y="2177598"/>
          <a:ext cx="36912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E854AC-A6EF-4BD0-AA0E-03B27D6C67C0}">
      <dsp:nvSpPr>
        <dsp:cNvPr id="0" name=""/>
        <dsp:cNvSpPr/>
      </dsp:nvSpPr>
      <dsp:spPr>
        <a:xfrm>
          <a:off x="1977338" y="2190480"/>
          <a:ext cx="3747217" cy="251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 Used to access information on the ECHA website</a:t>
          </a:r>
          <a:endParaRPr lang="es-ES" sz="1300" kern="1200" dirty="0"/>
        </a:p>
      </dsp:txBody>
      <dsp:txXfrm>
        <a:off x="1977338" y="2190480"/>
        <a:ext cx="3747217" cy="251148"/>
      </dsp:txXfrm>
    </dsp:sp>
    <dsp:sp modelId="{EDA83FF3-D9EB-4C55-825E-DF25100EEFB1}">
      <dsp:nvSpPr>
        <dsp:cNvPr id="0" name=""/>
        <dsp:cNvSpPr/>
      </dsp:nvSpPr>
      <dsp:spPr>
        <a:xfrm>
          <a:off x="1908127" y="2441628"/>
          <a:ext cx="36912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FD4752-A4D9-40A6-BDA8-0A982235BB57}">
      <dsp:nvSpPr>
        <dsp:cNvPr id="0" name=""/>
        <dsp:cNvSpPr/>
      </dsp:nvSpPr>
      <dsp:spPr>
        <a:xfrm>
          <a:off x="0" y="2454603"/>
          <a:ext cx="5727032"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4131D6-B959-40A3-BDC0-577604512999}">
      <dsp:nvSpPr>
        <dsp:cNvPr id="0" name=""/>
        <dsp:cNvSpPr/>
      </dsp:nvSpPr>
      <dsp:spPr>
        <a:xfrm>
          <a:off x="0" y="2454603"/>
          <a:ext cx="5727032" cy="818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 If REACH registered, registration number will be communicated down the supply chain</a:t>
          </a:r>
          <a:endParaRPr lang="es-ES" sz="1400" kern="1200" dirty="0"/>
        </a:p>
      </dsp:txBody>
      <dsp:txXfrm>
        <a:off x="0" y="2454603"/>
        <a:ext cx="5727032" cy="818034"/>
      </dsp:txXfrm>
    </dsp:sp>
    <dsp:sp modelId="{880524DF-A544-4DA1-BBB2-50792585D815}">
      <dsp:nvSpPr>
        <dsp:cNvPr id="0" name=""/>
        <dsp:cNvSpPr/>
      </dsp:nvSpPr>
      <dsp:spPr>
        <a:xfrm>
          <a:off x="0" y="3272638"/>
          <a:ext cx="5727032"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DC0B94-EDF4-48DC-9486-94CC02347401}">
      <dsp:nvSpPr>
        <dsp:cNvPr id="0" name=""/>
        <dsp:cNvSpPr/>
      </dsp:nvSpPr>
      <dsp:spPr>
        <a:xfrm>
          <a:off x="0" y="3272638"/>
          <a:ext cx="5727032" cy="818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 NO registration number: </a:t>
          </a:r>
        </a:p>
        <a:p>
          <a:pPr marL="0" lvl="0" indent="0" algn="l" defTabSz="622300">
            <a:lnSpc>
              <a:spcPct val="90000"/>
            </a:lnSpc>
            <a:spcBef>
              <a:spcPct val="0"/>
            </a:spcBef>
            <a:spcAft>
              <a:spcPct val="35000"/>
            </a:spcAft>
            <a:buNone/>
          </a:pPr>
          <a:r>
            <a:rPr lang="en-GB" sz="1400" kern="1200" dirty="0"/>
            <a:t> Exempt from registration or not yet registered</a:t>
          </a:r>
          <a:endParaRPr lang="es-ES" sz="1400" kern="1200" dirty="0"/>
        </a:p>
      </dsp:txBody>
      <dsp:txXfrm>
        <a:off x="0" y="3272638"/>
        <a:ext cx="5727032" cy="818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1746C-2768-4FF5-AD8C-A82FE126D7A2}">
      <dsp:nvSpPr>
        <dsp:cNvPr id="0" name=""/>
        <dsp:cNvSpPr/>
      </dsp:nvSpPr>
      <dsp:spPr>
        <a:xfrm>
          <a:off x="0" y="2075"/>
          <a:ext cx="556661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EA415F-4BBB-488D-BD49-B1939AA9A224}">
      <dsp:nvSpPr>
        <dsp:cNvPr id="0" name=""/>
        <dsp:cNvSpPr/>
      </dsp:nvSpPr>
      <dsp:spPr>
        <a:xfrm>
          <a:off x="0" y="2075"/>
          <a:ext cx="1928934" cy="1415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Check in Section 1.2 if your use is Identified by your supplier.</a:t>
          </a:r>
        </a:p>
      </dsp:txBody>
      <dsp:txXfrm>
        <a:off x="0" y="2075"/>
        <a:ext cx="1928934" cy="1415397"/>
      </dsp:txXfrm>
    </dsp:sp>
    <dsp:sp modelId="{DB08BB93-5E5F-48B9-94E8-F824434BA442}">
      <dsp:nvSpPr>
        <dsp:cNvPr id="0" name=""/>
        <dsp:cNvSpPr/>
      </dsp:nvSpPr>
      <dsp:spPr>
        <a:xfrm>
          <a:off x="1997104" y="66348"/>
          <a:ext cx="3567523" cy="1285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If the SDS has exposure scenarios, check the recommended conditions for safe use.</a:t>
          </a:r>
        </a:p>
        <a:p>
          <a:pPr marL="0" lvl="0" indent="0" algn="l" defTabSz="577850">
            <a:lnSpc>
              <a:spcPct val="90000"/>
            </a:lnSpc>
            <a:spcBef>
              <a:spcPct val="0"/>
            </a:spcBef>
            <a:spcAft>
              <a:spcPct val="35000"/>
            </a:spcAft>
            <a:buNone/>
          </a:pPr>
          <a:endParaRPr lang="en-GB" sz="1300" kern="1200" noProof="0" dirty="0"/>
        </a:p>
        <a:p>
          <a:pPr marL="0" lvl="0" indent="0" algn="l" defTabSz="577850">
            <a:lnSpc>
              <a:spcPct val="90000"/>
            </a:lnSpc>
            <a:spcBef>
              <a:spcPct val="0"/>
            </a:spcBef>
            <a:spcAft>
              <a:spcPct val="35000"/>
            </a:spcAft>
            <a:buNone/>
          </a:pPr>
          <a:r>
            <a:rPr lang="en-GB" sz="1300" kern="1200" noProof="0" dirty="0"/>
            <a:t>If your use is not covered, contact your supplier</a:t>
          </a:r>
        </a:p>
      </dsp:txBody>
      <dsp:txXfrm>
        <a:off x="1997104" y="66348"/>
        <a:ext cx="3567523" cy="1285468"/>
      </dsp:txXfrm>
    </dsp:sp>
    <dsp:sp modelId="{6118BE09-6642-49A7-B1BE-1303FB8C1CD1}">
      <dsp:nvSpPr>
        <dsp:cNvPr id="0" name=""/>
        <dsp:cNvSpPr/>
      </dsp:nvSpPr>
      <dsp:spPr>
        <a:xfrm>
          <a:off x="1928934" y="1351817"/>
          <a:ext cx="3635692"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14B31-F253-4321-A316-9DBD10AD4342}">
      <dsp:nvSpPr>
        <dsp:cNvPr id="0" name=""/>
        <dsp:cNvSpPr/>
      </dsp:nvSpPr>
      <dsp:spPr>
        <a:xfrm>
          <a:off x="0" y="1417473"/>
          <a:ext cx="556661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413F16-5A6C-4521-BA80-5B62E3217D44}">
      <dsp:nvSpPr>
        <dsp:cNvPr id="0" name=""/>
        <dsp:cNvSpPr/>
      </dsp:nvSpPr>
      <dsp:spPr>
        <a:xfrm>
          <a:off x="0" y="1417473"/>
          <a:ext cx="1869726" cy="1415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If section 1.2 specifies that your use is advised against – options</a:t>
          </a:r>
        </a:p>
      </dsp:txBody>
      <dsp:txXfrm>
        <a:off x="0" y="1417473"/>
        <a:ext cx="1869726" cy="1415397"/>
      </dsp:txXfrm>
    </dsp:sp>
    <dsp:sp modelId="{3853290D-3F63-42C0-B3FD-9EDA1FEA8772}">
      <dsp:nvSpPr>
        <dsp:cNvPr id="0" name=""/>
        <dsp:cNvSpPr/>
      </dsp:nvSpPr>
      <dsp:spPr>
        <a:xfrm>
          <a:off x="1938955" y="1439588"/>
          <a:ext cx="3622999" cy="442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Stop this use of the substance (as such or in a mixture)</a:t>
          </a:r>
        </a:p>
      </dsp:txBody>
      <dsp:txXfrm>
        <a:off x="1938955" y="1439588"/>
        <a:ext cx="3622999" cy="442311"/>
      </dsp:txXfrm>
    </dsp:sp>
    <dsp:sp modelId="{CACC64D9-0111-4D72-9775-927CC278F978}">
      <dsp:nvSpPr>
        <dsp:cNvPr id="0" name=""/>
        <dsp:cNvSpPr/>
      </dsp:nvSpPr>
      <dsp:spPr>
        <a:xfrm>
          <a:off x="1869726" y="1881900"/>
          <a:ext cx="369222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BBFE4F-DDAA-4ED1-A39D-4E7F46F9044F}">
      <dsp:nvSpPr>
        <dsp:cNvPr id="0" name=""/>
        <dsp:cNvSpPr/>
      </dsp:nvSpPr>
      <dsp:spPr>
        <a:xfrm>
          <a:off x="1938955" y="1904016"/>
          <a:ext cx="3622999" cy="442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Switch to a supplier who has covered your use with appropriate RMM</a:t>
          </a:r>
        </a:p>
      </dsp:txBody>
      <dsp:txXfrm>
        <a:off x="1938955" y="1904016"/>
        <a:ext cx="3622999" cy="442311"/>
      </dsp:txXfrm>
    </dsp:sp>
    <dsp:sp modelId="{A0F9F601-C76E-442B-9EEC-96E699CA6C4B}">
      <dsp:nvSpPr>
        <dsp:cNvPr id="0" name=""/>
        <dsp:cNvSpPr/>
      </dsp:nvSpPr>
      <dsp:spPr>
        <a:xfrm>
          <a:off x="1869726" y="2346327"/>
          <a:ext cx="369222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8B794AA-B0F5-4061-BA15-B8096CA3304C}">
      <dsp:nvSpPr>
        <dsp:cNvPr id="0" name=""/>
        <dsp:cNvSpPr/>
      </dsp:nvSpPr>
      <dsp:spPr>
        <a:xfrm>
          <a:off x="1938955" y="2368443"/>
          <a:ext cx="3622999" cy="442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Undertake a DU Chemical Safety Report to verify use is safe</a:t>
          </a:r>
        </a:p>
      </dsp:txBody>
      <dsp:txXfrm>
        <a:off x="1938955" y="2368443"/>
        <a:ext cx="3622999" cy="442311"/>
      </dsp:txXfrm>
    </dsp:sp>
    <dsp:sp modelId="{A3241DC7-6212-45E9-BD3A-465D04DFFD9D}">
      <dsp:nvSpPr>
        <dsp:cNvPr id="0" name=""/>
        <dsp:cNvSpPr/>
      </dsp:nvSpPr>
      <dsp:spPr>
        <a:xfrm>
          <a:off x="1869726" y="2810755"/>
          <a:ext cx="369222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3073B9-8288-4DCA-9502-7E0B96F58A6E}">
      <dsp:nvSpPr>
        <dsp:cNvPr id="0" name=""/>
        <dsp:cNvSpPr/>
      </dsp:nvSpPr>
      <dsp:spPr>
        <a:xfrm>
          <a:off x="0" y="2832870"/>
          <a:ext cx="556661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1362E9-1DAE-4872-8F49-A4AC9B23996D}">
      <dsp:nvSpPr>
        <dsp:cNvPr id="0" name=""/>
        <dsp:cNvSpPr/>
      </dsp:nvSpPr>
      <dsp:spPr>
        <a:xfrm>
          <a:off x="0" y="2832870"/>
          <a:ext cx="1902891" cy="1415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Uses may be described with:</a:t>
          </a:r>
        </a:p>
      </dsp:txBody>
      <dsp:txXfrm>
        <a:off x="0" y="2832870"/>
        <a:ext cx="1902891" cy="1415397"/>
      </dsp:txXfrm>
    </dsp:sp>
    <dsp:sp modelId="{D9CC57AE-EB2A-44BF-BBE4-ABEB60B7A6E4}">
      <dsp:nvSpPr>
        <dsp:cNvPr id="0" name=""/>
        <dsp:cNvSpPr/>
      </dsp:nvSpPr>
      <dsp:spPr>
        <a:xfrm>
          <a:off x="1971468" y="2865767"/>
          <a:ext cx="3588860" cy="657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Text (e.g. ‘’Coatings for Paint’’)</a:t>
          </a:r>
        </a:p>
      </dsp:txBody>
      <dsp:txXfrm>
        <a:off x="1971468" y="2865767"/>
        <a:ext cx="3588860" cy="657938"/>
      </dsp:txXfrm>
    </dsp:sp>
    <dsp:sp modelId="{1C6E0E33-BAB0-4DAA-810F-9DF1985D6159}">
      <dsp:nvSpPr>
        <dsp:cNvPr id="0" name=""/>
        <dsp:cNvSpPr/>
      </dsp:nvSpPr>
      <dsp:spPr>
        <a:xfrm>
          <a:off x="1902891" y="3523706"/>
          <a:ext cx="3657437"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F9FC2D-7855-4394-B680-A8E2B167252E}">
      <dsp:nvSpPr>
        <dsp:cNvPr id="0" name=""/>
        <dsp:cNvSpPr/>
      </dsp:nvSpPr>
      <dsp:spPr>
        <a:xfrm>
          <a:off x="1971468" y="3556603"/>
          <a:ext cx="3588860" cy="657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Codes from the Standard Use Descriptor System </a:t>
          </a:r>
        </a:p>
        <a:p>
          <a:pPr marL="0" lvl="0" indent="0" algn="l" defTabSz="577850">
            <a:lnSpc>
              <a:spcPct val="90000"/>
            </a:lnSpc>
            <a:spcBef>
              <a:spcPct val="0"/>
            </a:spcBef>
            <a:spcAft>
              <a:spcPct val="35000"/>
            </a:spcAft>
            <a:buNone/>
          </a:pPr>
          <a:r>
            <a:rPr lang="en-GB" sz="1300" kern="1200" noProof="0" dirty="0"/>
            <a:t>(e.g. SU21, PC18 etc.)</a:t>
          </a:r>
        </a:p>
      </dsp:txBody>
      <dsp:txXfrm>
        <a:off x="1971468" y="3556603"/>
        <a:ext cx="3588860" cy="657938"/>
      </dsp:txXfrm>
    </dsp:sp>
    <dsp:sp modelId="{8714B567-A717-4710-8AC4-D8652322F458}">
      <dsp:nvSpPr>
        <dsp:cNvPr id="0" name=""/>
        <dsp:cNvSpPr/>
      </dsp:nvSpPr>
      <dsp:spPr>
        <a:xfrm>
          <a:off x="1902891" y="4214542"/>
          <a:ext cx="3657437"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52A85-A569-4170-B479-098F97097A01}">
      <dsp:nvSpPr>
        <dsp:cNvPr id="0" name=""/>
        <dsp:cNvSpPr/>
      </dsp:nvSpPr>
      <dsp:spPr>
        <a:xfrm>
          <a:off x="0" y="0"/>
          <a:ext cx="434470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F262A7-D819-42E1-A6D1-A3DC0F189D60}">
      <dsp:nvSpPr>
        <dsp:cNvPr id="0" name=""/>
        <dsp:cNvSpPr/>
      </dsp:nvSpPr>
      <dsp:spPr>
        <a:xfrm>
          <a:off x="0" y="0"/>
          <a:ext cx="4344708" cy="918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Section 1.4 – Emergency telephone number</a:t>
          </a:r>
          <a:endParaRPr lang="es-ES" sz="1400" kern="1200" dirty="0"/>
        </a:p>
      </dsp:txBody>
      <dsp:txXfrm>
        <a:off x="0" y="0"/>
        <a:ext cx="4344708" cy="918212"/>
      </dsp:txXfrm>
    </dsp:sp>
    <dsp:sp modelId="{3C9ECB33-7331-4197-92D8-6BFFBEBCF635}">
      <dsp:nvSpPr>
        <dsp:cNvPr id="0" name=""/>
        <dsp:cNvSpPr/>
      </dsp:nvSpPr>
      <dsp:spPr>
        <a:xfrm>
          <a:off x="0" y="918212"/>
          <a:ext cx="434470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471D1E-3F5B-43BB-9168-C1033F921A2A}">
      <dsp:nvSpPr>
        <dsp:cNvPr id="0" name=""/>
        <dsp:cNvSpPr/>
      </dsp:nvSpPr>
      <dsp:spPr>
        <a:xfrm>
          <a:off x="0" y="918212"/>
          <a:ext cx="4344708" cy="918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Suppliers must provide an emergency contact number in the Country where the product is placed on the market. </a:t>
          </a:r>
          <a:endParaRPr lang="es-ES" sz="1400" kern="1200"/>
        </a:p>
      </dsp:txBody>
      <dsp:txXfrm>
        <a:off x="0" y="918212"/>
        <a:ext cx="4344708" cy="918212"/>
      </dsp:txXfrm>
    </dsp:sp>
    <dsp:sp modelId="{0D988FC8-5443-4BBF-A567-0187097FCD7C}">
      <dsp:nvSpPr>
        <dsp:cNvPr id="0" name=""/>
        <dsp:cNvSpPr/>
      </dsp:nvSpPr>
      <dsp:spPr>
        <a:xfrm>
          <a:off x="0" y="1836424"/>
          <a:ext cx="434470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7DE2AC-5452-437A-9FF9-090B8141E38F}">
      <dsp:nvSpPr>
        <dsp:cNvPr id="0" name=""/>
        <dsp:cNvSpPr/>
      </dsp:nvSpPr>
      <dsp:spPr>
        <a:xfrm>
          <a:off x="0" y="1836424"/>
          <a:ext cx="4344708" cy="918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Every EU Country has a National Helpdesk (poison centres) which can be contacted for further information:  </a:t>
          </a:r>
          <a:r>
            <a:rPr lang="en-US" sz="1400" kern="1200" dirty="0">
              <a:hlinkClick xmlns:r="http://schemas.openxmlformats.org/officeDocument/2006/relationships" r:id="rId1"/>
            </a:rPr>
            <a:t>h</a:t>
          </a:r>
          <a:r>
            <a:rPr lang="es-ES" sz="1400" b="0" i="0" u="none" strike="noStrike" kern="1200" baseline="0" dirty="0">
              <a:solidFill>
                <a:schemeClr val="tx1"/>
              </a:solidFill>
              <a:latin typeface="+mn-lt"/>
              <a:ea typeface="+mn-ea"/>
              <a:cs typeface="+mn-cs"/>
              <a:hlinkClick xmlns:r="http://schemas.openxmlformats.org/officeDocument/2006/relationships" r:id="rId1"/>
            </a:rPr>
            <a:t>ttps://echa.europa.eu/support/helpdesks</a:t>
          </a:r>
          <a:endParaRPr lang="es-ES" sz="1400" b="0" i="0" u="none" strike="noStrike" kern="1200" baseline="0" dirty="0">
            <a:solidFill>
              <a:schemeClr val="tx1"/>
            </a:solidFill>
            <a:latin typeface="+mn-lt"/>
            <a:ea typeface="+mn-ea"/>
            <a:cs typeface="+mn-cs"/>
          </a:endParaRPr>
        </a:p>
        <a:p>
          <a:pPr marL="0" lvl="0" indent="0" algn="l" defTabSz="622300">
            <a:lnSpc>
              <a:spcPct val="90000"/>
            </a:lnSpc>
            <a:spcBef>
              <a:spcPct val="0"/>
            </a:spcBef>
            <a:spcAft>
              <a:spcPct val="35000"/>
            </a:spcAft>
            <a:buNone/>
          </a:pPr>
          <a:endParaRPr lang="es-ES" sz="1400" b="0" i="0" u="none" strike="noStrike" kern="1200" baseline="0" dirty="0">
            <a:solidFill>
              <a:schemeClr val="tx1"/>
            </a:solidFill>
            <a:latin typeface="+mn-lt"/>
            <a:ea typeface="+mn-ea"/>
            <a:cs typeface="+mn-cs"/>
          </a:endParaRPr>
        </a:p>
        <a:p>
          <a:pPr marL="0" lvl="0" indent="0" algn="l" defTabSz="622300">
            <a:lnSpc>
              <a:spcPct val="90000"/>
            </a:lnSpc>
            <a:spcBef>
              <a:spcPct val="0"/>
            </a:spcBef>
            <a:spcAft>
              <a:spcPct val="35000"/>
            </a:spcAft>
            <a:buNone/>
          </a:pPr>
          <a:endParaRPr lang="es-ES" sz="1400" kern="1200" dirty="0"/>
        </a:p>
      </dsp:txBody>
      <dsp:txXfrm>
        <a:off x="0" y="1836424"/>
        <a:ext cx="4344708" cy="918212"/>
      </dsp:txXfrm>
    </dsp:sp>
    <dsp:sp modelId="{43FD21C1-9DF6-4A86-BFCD-8C66C56D87EA}">
      <dsp:nvSpPr>
        <dsp:cNvPr id="0" name=""/>
        <dsp:cNvSpPr/>
      </dsp:nvSpPr>
      <dsp:spPr>
        <a:xfrm>
          <a:off x="0" y="2754635"/>
          <a:ext cx="434470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7C2CED-559B-457F-B8C3-88D9F55AFB93}">
      <dsp:nvSpPr>
        <dsp:cNvPr id="0" name=""/>
        <dsp:cNvSpPr/>
      </dsp:nvSpPr>
      <dsp:spPr>
        <a:xfrm>
          <a:off x="0" y="2754635"/>
          <a:ext cx="4344708" cy="918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_tradnl" sz="1400" kern="1200" dirty="0"/>
            <a:t>It is the duty of the supplier to communicate their SDS to the National Poison Centers as applicable.  </a:t>
          </a:r>
        </a:p>
        <a:p>
          <a:pPr marL="0" lvl="0" indent="0" algn="l" defTabSz="622300">
            <a:lnSpc>
              <a:spcPct val="90000"/>
            </a:lnSpc>
            <a:spcBef>
              <a:spcPct val="0"/>
            </a:spcBef>
            <a:spcAft>
              <a:spcPct val="35000"/>
            </a:spcAft>
            <a:buNone/>
          </a:pPr>
          <a:r>
            <a:rPr lang="es-ES_tradnl" sz="1400" b="0" i="0" u="none" strike="noStrike" kern="1200" baseline="0" dirty="0">
              <a:solidFill>
                <a:schemeClr val="tx1"/>
              </a:solidFill>
              <a:latin typeface="+mn-lt"/>
              <a:ea typeface="+mn-ea"/>
              <a:cs typeface="+mn-cs"/>
              <a:hlinkClick xmlns:r="http://schemas.openxmlformats.org/officeDocument/2006/relationships" r:id="rId2"/>
            </a:rPr>
            <a:t>https://poisoncentres.echa.europa.eu/</a:t>
          </a:r>
          <a:endParaRPr lang="es-ES_tradnl" sz="1400" b="0" i="0" u="none" strike="noStrike" kern="1200" baseline="0" dirty="0">
            <a:solidFill>
              <a:schemeClr val="tx1"/>
            </a:solidFill>
            <a:latin typeface="+mn-lt"/>
            <a:ea typeface="+mn-ea"/>
            <a:cs typeface="+mn-cs"/>
          </a:endParaRPr>
        </a:p>
        <a:p>
          <a:pPr marL="0" lvl="0" indent="0" algn="l" defTabSz="622300">
            <a:lnSpc>
              <a:spcPct val="90000"/>
            </a:lnSpc>
            <a:spcBef>
              <a:spcPct val="0"/>
            </a:spcBef>
            <a:spcAft>
              <a:spcPct val="35000"/>
            </a:spcAft>
            <a:buNone/>
          </a:pPr>
          <a:endParaRPr lang="es-ES" sz="1400" kern="1200" dirty="0"/>
        </a:p>
      </dsp:txBody>
      <dsp:txXfrm>
        <a:off x="0" y="2754635"/>
        <a:ext cx="4344708" cy="9182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29B6F-72C1-4BCB-B0D9-59C7E31CF206}">
      <dsp:nvSpPr>
        <dsp:cNvPr id="0" name=""/>
        <dsp:cNvSpPr/>
      </dsp:nvSpPr>
      <dsp:spPr>
        <a:xfrm>
          <a:off x="0" y="2527"/>
          <a:ext cx="591427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7C42BD-10AD-4E96-A1D3-61E3C4F57D72}">
      <dsp:nvSpPr>
        <dsp:cNvPr id="0" name=""/>
        <dsp:cNvSpPr/>
      </dsp:nvSpPr>
      <dsp:spPr>
        <a:xfrm>
          <a:off x="0" y="2527"/>
          <a:ext cx="1209120" cy="522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Gives info on:</a:t>
          </a:r>
        </a:p>
      </dsp:txBody>
      <dsp:txXfrm>
        <a:off x="0" y="2527"/>
        <a:ext cx="1209120" cy="522350"/>
      </dsp:txXfrm>
    </dsp:sp>
    <dsp:sp modelId="{77A405F5-1503-4776-9E09-43BBAD374903}">
      <dsp:nvSpPr>
        <dsp:cNvPr id="0" name=""/>
        <dsp:cNvSpPr/>
      </dsp:nvSpPr>
      <dsp:spPr>
        <a:xfrm>
          <a:off x="1297314" y="29460"/>
          <a:ext cx="4615500" cy="538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Hazard classification of chemical</a:t>
          </a:r>
        </a:p>
      </dsp:txBody>
      <dsp:txXfrm>
        <a:off x="1297314" y="29460"/>
        <a:ext cx="4615500" cy="538656"/>
      </dsp:txXfrm>
    </dsp:sp>
    <dsp:sp modelId="{6A08D91C-971B-490A-AB01-3FF41A56463F}">
      <dsp:nvSpPr>
        <dsp:cNvPr id="0" name=""/>
        <dsp:cNvSpPr/>
      </dsp:nvSpPr>
      <dsp:spPr>
        <a:xfrm>
          <a:off x="1209120" y="568116"/>
          <a:ext cx="47036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25B381-31C9-4337-A8A9-866BFD79DAC5}">
      <dsp:nvSpPr>
        <dsp:cNvPr id="0" name=""/>
        <dsp:cNvSpPr/>
      </dsp:nvSpPr>
      <dsp:spPr>
        <a:xfrm>
          <a:off x="1297314" y="595049"/>
          <a:ext cx="4615500" cy="538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How the chemical should be labelled  (Hazard pictograms, risk phrases &amp; safety advice)</a:t>
          </a:r>
        </a:p>
      </dsp:txBody>
      <dsp:txXfrm>
        <a:off x="1297314" y="595049"/>
        <a:ext cx="4615500" cy="538656"/>
      </dsp:txXfrm>
    </dsp:sp>
    <dsp:sp modelId="{420B8DC9-E433-4E14-964E-8D641332164B}">
      <dsp:nvSpPr>
        <dsp:cNvPr id="0" name=""/>
        <dsp:cNvSpPr/>
      </dsp:nvSpPr>
      <dsp:spPr>
        <a:xfrm>
          <a:off x="1209120" y="1133706"/>
          <a:ext cx="47036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3C0066-62F3-4C76-BD54-923284762EDF}">
      <dsp:nvSpPr>
        <dsp:cNvPr id="0" name=""/>
        <dsp:cNvSpPr/>
      </dsp:nvSpPr>
      <dsp:spPr>
        <a:xfrm>
          <a:off x="1297314" y="1160638"/>
          <a:ext cx="4615500" cy="538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Any additional hazard information not resulting in classification and, if relevant, why substance is PBT or vPvB</a:t>
          </a:r>
        </a:p>
      </dsp:txBody>
      <dsp:txXfrm>
        <a:off x="1297314" y="1160638"/>
        <a:ext cx="4615500" cy="538656"/>
      </dsp:txXfrm>
    </dsp:sp>
    <dsp:sp modelId="{C0DD57CB-6A37-4548-84A0-B346D07CD03D}">
      <dsp:nvSpPr>
        <dsp:cNvPr id="0" name=""/>
        <dsp:cNvSpPr/>
      </dsp:nvSpPr>
      <dsp:spPr>
        <a:xfrm>
          <a:off x="1209120" y="1699295"/>
          <a:ext cx="47036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3202CB-D0A5-4F51-A753-CEEB4424E46B}">
      <dsp:nvSpPr>
        <dsp:cNvPr id="0" name=""/>
        <dsp:cNvSpPr/>
      </dsp:nvSpPr>
      <dsp:spPr>
        <a:xfrm>
          <a:off x="0" y="1726228"/>
          <a:ext cx="591427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DA35A6-7449-4B8C-93DC-96AD12E87AB7}">
      <dsp:nvSpPr>
        <dsp:cNvPr id="0" name=""/>
        <dsp:cNvSpPr/>
      </dsp:nvSpPr>
      <dsp:spPr>
        <a:xfrm>
          <a:off x="0" y="1726228"/>
          <a:ext cx="1182854" cy="172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Classification of the substance or mixture:</a:t>
          </a:r>
        </a:p>
        <a:p>
          <a:pPr marL="0" lvl="0" indent="0" algn="l" defTabSz="622300">
            <a:lnSpc>
              <a:spcPct val="90000"/>
            </a:lnSpc>
            <a:spcBef>
              <a:spcPct val="0"/>
            </a:spcBef>
            <a:spcAft>
              <a:spcPct val="35000"/>
            </a:spcAft>
            <a:buNone/>
          </a:pPr>
          <a:r>
            <a:rPr lang="en-GB" sz="1400" kern="1200" noProof="0" dirty="0"/>
            <a:t>EU CLP </a:t>
          </a:r>
        </a:p>
        <a:p>
          <a:pPr marL="0" lvl="0" indent="0" algn="l" defTabSz="622300">
            <a:lnSpc>
              <a:spcPct val="90000"/>
            </a:lnSpc>
            <a:spcBef>
              <a:spcPct val="0"/>
            </a:spcBef>
            <a:spcAft>
              <a:spcPct val="35000"/>
            </a:spcAft>
            <a:buNone/>
          </a:pPr>
          <a:r>
            <a:rPr lang="en-GB" sz="1400" b="0" i="0" u="none" strike="noStrike" kern="1200" baseline="0" noProof="0" dirty="0">
              <a:solidFill>
                <a:schemeClr val="tx1"/>
              </a:solidFill>
              <a:latin typeface="+mn-lt"/>
              <a:ea typeface="+mn-ea"/>
              <a:cs typeface="+mn-cs"/>
            </a:rPr>
            <a:t>(EC) No 1272/2008 )</a:t>
          </a:r>
          <a:endParaRPr lang="en-GB" sz="1400" kern="1200" noProof="0" dirty="0"/>
        </a:p>
      </dsp:txBody>
      <dsp:txXfrm>
        <a:off x="0" y="1726228"/>
        <a:ext cx="1182854" cy="1723700"/>
      </dsp:txXfrm>
    </dsp:sp>
    <dsp:sp modelId="{F07E90E7-99A5-4CBE-A12E-F42BE6ACD884}">
      <dsp:nvSpPr>
        <dsp:cNvPr id="0" name=""/>
        <dsp:cNvSpPr/>
      </dsp:nvSpPr>
      <dsp:spPr>
        <a:xfrm>
          <a:off x="1271568" y="1746490"/>
          <a:ext cx="4642704" cy="405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Essential information when assessing the risk to workers and the environment</a:t>
          </a:r>
        </a:p>
      </dsp:txBody>
      <dsp:txXfrm>
        <a:off x="1271568" y="1746490"/>
        <a:ext cx="4642704" cy="405254"/>
      </dsp:txXfrm>
    </dsp:sp>
    <dsp:sp modelId="{232D0F89-B05B-4CF1-B1E1-D0B9C9092DB7}">
      <dsp:nvSpPr>
        <dsp:cNvPr id="0" name=""/>
        <dsp:cNvSpPr/>
      </dsp:nvSpPr>
      <dsp:spPr>
        <a:xfrm>
          <a:off x="1182854" y="2151745"/>
          <a:ext cx="473141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94343C-D5DF-45CA-BA49-B35FBD849C17}">
      <dsp:nvSpPr>
        <dsp:cNvPr id="0" name=""/>
        <dsp:cNvSpPr/>
      </dsp:nvSpPr>
      <dsp:spPr>
        <a:xfrm>
          <a:off x="1271568" y="2172008"/>
          <a:ext cx="4642704" cy="405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Check classification is consistent with information in Sections 9 to 12.  Additional information can be found in Section 16 </a:t>
          </a:r>
        </a:p>
      </dsp:txBody>
      <dsp:txXfrm>
        <a:off x="1271568" y="2172008"/>
        <a:ext cx="4642704" cy="405254"/>
      </dsp:txXfrm>
    </dsp:sp>
    <dsp:sp modelId="{7A3DAF98-AE3C-4DE7-BCEC-3FD40522C596}">
      <dsp:nvSpPr>
        <dsp:cNvPr id="0" name=""/>
        <dsp:cNvSpPr/>
      </dsp:nvSpPr>
      <dsp:spPr>
        <a:xfrm>
          <a:off x="1182854" y="2577263"/>
          <a:ext cx="473141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7621EE-A37C-4C50-A4E9-C00E7E048A09}">
      <dsp:nvSpPr>
        <dsp:cNvPr id="0" name=""/>
        <dsp:cNvSpPr/>
      </dsp:nvSpPr>
      <dsp:spPr>
        <a:xfrm>
          <a:off x="1271568" y="2597526"/>
          <a:ext cx="4642704" cy="405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solidFill>
                <a:srgbClr val="63666A">
                  <a:hueOff val="0"/>
                  <a:satOff val="0"/>
                  <a:lumOff val="0"/>
                  <a:alphaOff val="0"/>
                </a:srgbClr>
              </a:solidFill>
              <a:latin typeface="GE Inspira Sans"/>
              <a:ea typeface="+mn-ea"/>
              <a:cs typeface="+mn-cs"/>
            </a:rPr>
            <a:t>Differences in classification from different suppliers may be justified (e.g. impurities, concentrations etc. </a:t>
          </a:r>
        </a:p>
      </dsp:txBody>
      <dsp:txXfrm>
        <a:off x="1271568" y="2597526"/>
        <a:ext cx="4642704" cy="405254"/>
      </dsp:txXfrm>
    </dsp:sp>
    <dsp:sp modelId="{89998B0B-CB4A-4BC2-A612-DFCFACAB1C08}">
      <dsp:nvSpPr>
        <dsp:cNvPr id="0" name=""/>
        <dsp:cNvSpPr/>
      </dsp:nvSpPr>
      <dsp:spPr>
        <a:xfrm>
          <a:off x="1182854" y="3002780"/>
          <a:ext cx="473141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46E839-DA47-43F1-9FD1-3968729AD949}">
      <dsp:nvSpPr>
        <dsp:cNvPr id="0" name=""/>
        <dsp:cNvSpPr/>
      </dsp:nvSpPr>
      <dsp:spPr>
        <a:xfrm>
          <a:off x="1271568" y="3023043"/>
          <a:ext cx="4642704" cy="405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solidFill>
                <a:srgbClr val="63666A">
                  <a:hueOff val="0"/>
                  <a:satOff val="0"/>
                  <a:lumOff val="0"/>
                  <a:alphaOff val="0"/>
                </a:srgbClr>
              </a:solidFill>
              <a:latin typeface="GE Inspira Sans"/>
              <a:ea typeface="+mn-ea"/>
              <a:cs typeface="+mn-cs"/>
            </a:rPr>
            <a:t>If  according to CLP is non-hazardous, it should be clearly stated</a:t>
          </a:r>
        </a:p>
      </dsp:txBody>
      <dsp:txXfrm>
        <a:off x="1271568" y="3023043"/>
        <a:ext cx="4642704" cy="405254"/>
      </dsp:txXfrm>
    </dsp:sp>
    <dsp:sp modelId="{0A25BB03-4554-4BC9-8F13-8A6B2096CB0B}">
      <dsp:nvSpPr>
        <dsp:cNvPr id="0" name=""/>
        <dsp:cNvSpPr/>
      </dsp:nvSpPr>
      <dsp:spPr>
        <a:xfrm>
          <a:off x="1182854" y="3428298"/>
          <a:ext cx="4731418"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7F09EA-9FC9-4298-87B5-BC329B2B8DBC}">
      <dsp:nvSpPr>
        <dsp:cNvPr id="0" name=""/>
        <dsp:cNvSpPr/>
      </dsp:nvSpPr>
      <dsp:spPr>
        <a:xfrm>
          <a:off x="0" y="3449928"/>
          <a:ext cx="591427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B349DA-EDE5-40A7-BEEC-84745CD9D013}">
      <dsp:nvSpPr>
        <dsp:cNvPr id="0" name=""/>
        <dsp:cNvSpPr/>
      </dsp:nvSpPr>
      <dsp:spPr>
        <a:xfrm>
          <a:off x="0" y="3449928"/>
          <a:ext cx="5914273" cy="172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solidFill>
                <a:schemeClr val="tx1"/>
              </a:solidFill>
              <a:latin typeface="GE Inspira Sans"/>
              <a:ea typeface="+mn-ea"/>
              <a:cs typeface="+mn-cs"/>
            </a:rPr>
            <a:t>When classification is given in both CLP and DSD or DPD, </a:t>
          </a:r>
        </a:p>
        <a:p>
          <a:pPr marL="0" lvl="0" indent="0" algn="l" defTabSz="622300">
            <a:lnSpc>
              <a:spcPct val="90000"/>
            </a:lnSpc>
            <a:spcBef>
              <a:spcPct val="0"/>
            </a:spcBef>
            <a:spcAft>
              <a:spcPct val="35000"/>
            </a:spcAft>
            <a:buNone/>
          </a:pPr>
          <a:r>
            <a:rPr lang="en-GB" sz="1400" b="1" kern="1200" noProof="0" dirty="0">
              <a:solidFill>
                <a:schemeClr val="tx1"/>
              </a:solidFill>
              <a:latin typeface="GE Inspira Sans"/>
              <a:ea typeface="+mn-ea"/>
              <a:cs typeface="+mn-cs"/>
            </a:rPr>
            <a:t>consider the CLP classification only</a:t>
          </a:r>
          <a:r>
            <a:rPr lang="en-GB" sz="1400" kern="1200" noProof="0" dirty="0">
              <a:solidFill>
                <a:schemeClr val="tx1"/>
              </a:solidFill>
              <a:latin typeface="GE Inspira Sans"/>
              <a:ea typeface="+mn-ea"/>
              <a:cs typeface="+mn-cs"/>
            </a:rPr>
            <a:t>.</a:t>
          </a:r>
        </a:p>
      </dsp:txBody>
      <dsp:txXfrm>
        <a:off x="0" y="3449928"/>
        <a:ext cx="5914273" cy="1723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0288FF-4559-4247-B621-AF019CCF4E35}">
      <dsp:nvSpPr>
        <dsp:cNvPr id="0" name=""/>
        <dsp:cNvSpPr/>
      </dsp:nvSpPr>
      <dsp:spPr>
        <a:xfrm>
          <a:off x="0" y="574"/>
          <a:ext cx="551955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BE7476-B2EB-4878-B67B-02DD0C86DBF6}">
      <dsp:nvSpPr>
        <dsp:cNvPr id="0" name=""/>
        <dsp:cNvSpPr/>
      </dsp:nvSpPr>
      <dsp:spPr>
        <a:xfrm>
          <a:off x="0" y="574"/>
          <a:ext cx="2491378" cy="1887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Must include all elements in the label of the product</a:t>
          </a:r>
        </a:p>
      </dsp:txBody>
      <dsp:txXfrm>
        <a:off x="0" y="574"/>
        <a:ext cx="2491378" cy="1887087"/>
      </dsp:txXfrm>
    </dsp:sp>
    <dsp:sp modelId="{0A2F81E4-65C6-49E4-80EA-A5F9581D6357}">
      <dsp:nvSpPr>
        <dsp:cNvPr id="0" name=""/>
        <dsp:cNvSpPr/>
      </dsp:nvSpPr>
      <dsp:spPr>
        <a:xfrm>
          <a:off x="2548056" y="55598"/>
          <a:ext cx="2966143" cy="406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Hazard pictograms</a:t>
          </a:r>
        </a:p>
      </dsp:txBody>
      <dsp:txXfrm>
        <a:off x="2548056" y="55598"/>
        <a:ext cx="2966143" cy="406886"/>
      </dsp:txXfrm>
    </dsp:sp>
    <dsp:sp modelId="{01424FC3-C87E-4CF8-B0D6-618C04E8E055}">
      <dsp:nvSpPr>
        <dsp:cNvPr id="0" name=""/>
        <dsp:cNvSpPr/>
      </dsp:nvSpPr>
      <dsp:spPr>
        <a:xfrm>
          <a:off x="2491378" y="462484"/>
          <a:ext cx="302282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B630E8-1E71-4B13-83E2-EE6B65416A3C}">
      <dsp:nvSpPr>
        <dsp:cNvPr id="0" name=""/>
        <dsp:cNvSpPr/>
      </dsp:nvSpPr>
      <dsp:spPr>
        <a:xfrm>
          <a:off x="2548056" y="517508"/>
          <a:ext cx="2966143" cy="464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Signal Word</a:t>
          </a:r>
        </a:p>
      </dsp:txBody>
      <dsp:txXfrm>
        <a:off x="2548056" y="517508"/>
        <a:ext cx="2966143" cy="464716"/>
      </dsp:txXfrm>
    </dsp:sp>
    <dsp:sp modelId="{41502F9E-B4B8-44B7-B0A2-0CD58714B03B}">
      <dsp:nvSpPr>
        <dsp:cNvPr id="0" name=""/>
        <dsp:cNvSpPr/>
      </dsp:nvSpPr>
      <dsp:spPr>
        <a:xfrm>
          <a:off x="2491378" y="982224"/>
          <a:ext cx="302282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43A55E-F34A-4665-A561-F580590DB637}">
      <dsp:nvSpPr>
        <dsp:cNvPr id="0" name=""/>
        <dsp:cNvSpPr/>
      </dsp:nvSpPr>
      <dsp:spPr>
        <a:xfrm>
          <a:off x="2548056" y="1037247"/>
          <a:ext cx="2966143" cy="429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Hazard statements</a:t>
          </a:r>
        </a:p>
      </dsp:txBody>
      <dsp:txXfrm>
        <a:off x="2548056" y="1037247"/>
        <a:ext cx="2966143" cy="429369"/>
      </dsp:txXfrm>
    </dsp:sp>
    <dsp:sp modelId="{B554EB81-651D-4CEA-9DFE-77786665A393}">
      <dsp:nvSpPr>
        <dsp:cNvPr id="0" name=""/>
        <dsp:cNvSpPr/>
      </dsp:nvSpPr>
      <dsp:spPr>
        <a:xfrm>
          <a:off x="2491378" y="1466616"/>
          <a:ext cx="302282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C43616-1604-48B0-8656-95E8192294BF}">
      <dsp:nvSpPr>
        <dsp:cNvPr id="0" name=""/>
        <dsp:cNvSpPr/>
      </dsp:nvSpPr>
      <dsp:spPr>
        <a:xfrm>
          <a:off x="2548056" y="1521640"/>
          <a:ext cx="2966143" cy="454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Precautionary elements</a:t>
          </a:r>
        </a:p>
      </dsp:txBody>
      <dsp:txXfrm>
        <a:off x="2548056" y="1521640"/>
        <a:ext cx="2966143" cy="454536"/>
      </dsp:txXfrm>
    </dsp:sp>
    <dsp:sp modelId="{AD21AE26-F046-42C0-83BD-C815C7C72F7A}">
      <dsp:nvSpPr>
        <dsp:cNvPr id="0" name=""/>
        <dsp:cNvSpPr/>
      </dsp:nvSpPr>
      <dsp:spPr>
        <a:xfrm>
          <a:off x="2491378" y="1976176"/>
          <a:ext cx="302282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C3A926-12C4-4A43-A78B-FA686359D5C7}">
      <dsp:nvSpPr>
        <dsp:cNvPr id="0" name=""/>
        <dsp:cNvSpPr/>
      </dsp:nvSpPr>
      <dsp:spPr>
        <a:xfrm>
          <a:off x="2548056" y="2031200"/>
          <a:ext cx="2966143" cy="46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Supplemental hazard info</a:t>
          </a:r>
        </a:p>
      </dsp:txBody>
      <dsp:txXfrm>
        <a:off x="2548056" y="2031200"/>
        <a:ext cx="2966143" cy="463010"/>
      </dsp:txXfrm>
    </dsp:sp>
    <dsp:sp modelId="{5BB58749-B755-4F6C-98C9-6AE0F1F0D0FB}">
      <dsp:nvSpPr>
        <dsp:cNvPr id="0" name=""/>
        <dsp:cNvSpPr/>
      </dsp:nvSpPr>
      <dsp:spPr>
        <a:xfrm>
          <a:off x="2491378" y="2494210"/>
          <a:ext cx="302282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737716-04F2-46D1-AD03-96E67C0F75B2}">
      <dsp:nvSpPr>
        <dsp:cNvPr id="0" name=""/>
        <dsp:cNvSpPr/>
      </dsp:nvSpPr>
      <dsp:spPr>
        <a:xfrm>
          <a:off x="0" y="2549233"/>
          <a:ext cx="551955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D8FFD8-BBB5-46F8-9CA6-11A94EA97ABA}">
      <dsp:nvSpPr>
        <dsp:cNvPr id="0" name=""/>
        <dsp:cNvSpPr/>
      </dsp:nvSpPr>
      <dsp:spPr>
        <a:xfrm>
          <a:off x="0" y="2549233"/>
          <a:ext cx="5519558" cy="536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Substances  and mixtures should be labelled according to CLP only</a:t>
          </a:r>
        </a:p>
      </dsp:txBody>
      <dsp:txXfrm>
        <a:off x="0" y="2549233"/>
        <a:ext cx="5519558" cy="536898"/>
      </dsp:txXfrm>
    </dsp:sp>
    <dsp:sp modelId="{28174893-F881-4964-8AB4-A706A507D0DB}">
      <dsp:nvSpPr>
        <dsp:cNvPr id="0" name=""/>
        <dsp:cNvSpPr/>
      </dsp:nvSpPr>
      <dsp:spPr>
        <a:xfrm>
          <a:off x="0" y="3086132"/>
          <a:ext cx="551955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EEF234-BD53-49DF-8DBD-C9A8D4F62BEE}">
      <dsp:nvSpPr>
        <dsp:cNvPr id="0" name=""/>
        <dsp:cNvSpPr/>
      </dsp:nvSpPr>
      <dsp:spPr>
        <a:xfrm>
          <a:off x="0" y="3086132"/>
          <a:ext cx="5519558" cy="707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If a substance on its own or in a mixture is subject to REACH authorisation, the authorisation number must be included here.</a:t>
          </a:r>
        </a:p>
      </dsp:txBody>
      <dsp:txXfrm>
        <a:off x="0" y="3086132"/>
        <a:ext cx="5519558" cy="7078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CD636D-457F-4AE9-AB7C-50A7B832AE47}">
      <dsp:nvSpPr>
        <dsp:cNvPr id="0" name=""/>
        <dsp:cNvSpPr/>
      </dsp:nvSpPr>
      <dsp:spPr>
        <a:xfrm>
          <a:off x="0" y="3327"/>
          <a:ext cx="5637965"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E6D870-64F3-4FBD-AAF6-698BB851C069}">
      <dsp:nvSpPr>
        <dsp:cNvPr id="0" name=""/>
        <dsp:cNvSpPr/>
      </dsp:nvSpPr>
      <dsp:spPr>
        <a:xfrm>
          <a:off x="0" y="3327"/>
          <a:ext cx="1522512" cy="610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Provides information on the COMPOSITION:</a:t>
          </a:r>
          <a:endParaRPr lang="es-ES" sz="1400" kern="1200" dirty="0"/>
        </a:p>
      </dsp:txBody>
      <dsp:txXfrm>
        <a:off x="0" y="3327"/>
        <a:ext cx="1522512" cy="610447"/>
      </dsp:txXfrm>
    </dsp:sp>
    <dsp:sp modelId="{3B594130-F4ED-4C8E-9DDE-A837437DF0CD}">
      <dsp:nvSpPr>
        <dsp:cNvPr id="0" name=""/>
        <dsp:cNvSpPr/>
      </dsp:nvSpPr>
      <dsp:spPr>
        <a:xfrm>
          <a:off x="1599648" y="142973"/>
          <a:ext cx="4036815" cy="222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Substance (Section 3.1)</a:t>
          </a:r>
          <a:endParaRPr lang="es-ES" sz="1400" kern="1200" dirty="0"/>
        </a:p>
      </dsp:txBody>
      <dsp:txXfrm>
        <a:off x="1599648" y="142973"/>
        <a:ext cx="4036815" cy="222288"/>
      </dsp:txXfrm>
    </dsp:sp>
    <dsp:sp modelId="{D198F3DF-7AAB-4201-900F-D7BC9600B6E0}">
      <dsp:nvSpPr>
        <dsp:cNvPr id="0" name=""/>
        <dsp:cNvSpPr/>
      </dsp:nvSpPr>
      <dsp:spPr>
        <a:xfrm>
          <a:off x="1522512" y="365261"/>
          <a:ext cx="4113952"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67394A3-E1B8-4794-A3F2-838BBF8F90EA}">
      <dsp:nvSpPr>
        <dsp:cNvPr id="0" name=""/>
        <dsp:cNvSpPr/>
      </dsp:nvSpPr>
      <dsp:spPr>
        <a:xfrm>
          <a:off x="1599648" y="491305"/>
          <a:ext cx="4005086" cy="265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Mixture (Section 3.2)</a:t>
          </a:r>
          <a:endParaRPr lang="es-ES" sz="1400" kern="1200" dirty="0"/>
        </a:p>
      </dsp:txBody>
      <dsp:txXfrm>
        <a:off x="1599648" y="491305"/>
        <a:ext cx="4005086" cy="265271"/>
      </dsp:txXfrm>
    </dsp:sp>
    <dsp:sp modelId="{9D4C1365-2014-4C72-9ED6-0ABF5F69D9AA}">
      <dsp:nvSpPr>
        <dsp:cNvPr id="0" name=""/>
        <dsp:cNvSpPr/>
      </dsp:nvSpPr>
      <dsp:spPr>
        <a:xfrm>
          <a:off x="1522512" y="770178"/>
          <a:ext cx="4113952"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65EFBC-262E-4C77-A475-FA8CC48EF71E}">
      <dsp:nvSpPr>
        <dsp:cNvPr id="0" name=""/>
        <dsp:cNvSpPr/>
      </dsp:nvSpPr>
      <dsp:spPr>
        <a:xfrm>
          <a:off x="0" y="909824"/>
          <a:ext cx="5637965"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C04F20-7788-4ABF-9329-24313723EC13}">
      <dsp:nvSpPr>
        <dsp:cNvPr id="0" name=""/>
        <dsp:cNvSpPr/>
      </dsp:nvSpPr>
      <dsp:spPr>
        <a:xfrm>
          <a:off x="0" y="909824"/>
          <a:ext cx="1440324" cy="242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Tabulated information </a:t>
          </a:r>
          <a:endParaRPr lang="es-ES" sz="1400" kern="1200" dirty="0"/>
        </a:p>
      </dsp:txBody>
      <dsp:txXfrm>
        <a:off x="0" y="909824"/>
        <a:ext cx="1440324" cy="2426457"/>
      </dsp:txXfrm>
    </dsp:sp>
    <dsp:sp modelId="{D1D3E5BF-F67C-4392-917B-4226F160E511}">
      <dsp:nvSpPr>
        <dsp:cNvPr id="0" name=""/>
        <dsp:cNvSpPr/>
      </dsp:nvSpPr>
      <dsp:spPr>
        <a:xfrm>
          <a:off x="1518947" y="985647"/>
          <a:ext cx="4114613" cy="338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Name, trade name, </a:t>
          </a:r>
          <a:endParaRPr lang="es-ES" sz="1300" kern="1200" dirty="0"/>
        </a:p>
      </dsp:txBody>
      <dsp:txXfrm>
        <a:off x="1518947" y="985647"/>
        <a:ext cx="4114613" cy="338626"/>
      </dsp:txXfrm>
    </dsp:sp>
    <dsp:sp modelId="{0A4E7D1F-9FE6-43AE-AD2D-F9AF3CF6FBDF}">
      <dsp:nvSpPr>
        <dsp:cNvPr id="0" name=""/>
        <dsp:cNvSpPr/>
      </dsp:nvSpPr>
      <dsp:spPr>
        <a:xfrm>
          <a:off x="1440324" y="1324274"/>
          <a:ext cx="419323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DA6D38-6EAC-4469-B7FC-639297CDDE93}">
      <dsp:nvSpPr>
        <dsp:cNvPr id="0" name=""/>
        <dsp:cNvSpPr/>
      </dsp:nvSpPr>
      <dsp:spPr>
        <a:xfrm>
          <a:off x="1518947" y="1400097"/>
          <a:ext cx="4114613" cy="278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EC # and/or CAS #, </a:t>
          </a:r>
          <a:endParaRPr lang="es-ES" sz="1300" kern="1200" dirty="0"/>
        </a:p>
      </dsp:txBody>
      <dsp:txXfrm>
        <a:off x="1518947" y="1400097"/>
        <a:ext cx="4114613" cy="278332"/>
      </dsp:txXfrm>
    </dsp:sp>
    <dsp:sp modelId="{D3C24225-26C0-4620-BEC9-DA3C49913936}">
      <dsp:nvSpPr>
        <dsp:cNvPr id="0" name=""/>
        <dsp:cNvSpPr/>
      </dsp:nvSpPr>
      <dsp:spPr>
        <a:xfrm>
          <a:off x="1440324" y="1678429"/>
          <a:ext cx="419323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CFB875-D841-4FCD-8B03-E1B56DCC1652}">
      <dsp:nvSpPr>
        <dsp:cNvPr id="0" name=""/>
        <dsp:cNvSpPr/>
      </dsp:nvSpPr>
      <dsp:spPr>
        <a:xfrm>
          <a:off x="1518947" y="1754253"/>
          <a:ext cx="4114613" cy="290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REACH Registration # (where available),</a:t>
          </a:r>
          <a:endParaRPr lang="es-ES" sz="1300" kern="1200" dirty="0"/>
        </a:p>
      </dsp:txBody>
      <dsp:txXfrm>
        <a:off x="1518947" y="1754253"/>
        <a:ext cx="4114613" cy="290236"/>
      </dsp:txXfrm>
    </dsp:sp>
    <dsp:sp modelId="{ECE7DF6B-14FC-4E43-8A38-02AEC84797A3}">
      <dsp:nvSpPr>
        <dsp:cNvPr id="0" name=""/>
        <dsp:cNvSpPr/>
      </dsp:nvSpPr>
      <dsp:spPr>
        <a:xfrm>
          <a:off x="1440324" y="2044489"/>
          <a:ext cx="419323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061B43-6BCC-4931-982D-360DEA0E5BBB}">
      <dsp:nvSpPr>
        <dsp:cNvPr id="0" name=""/>
        <dsp:cNvSpPr/>
      </dsp:nvSpPr>
      <dsp:spPr>
        <a:xfrm>
          <a:off x="1518947" y="2120312"/>
          <a:ext cx="4114613" cy="35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Ingredients/impurities,  etc</a:t>
          </a:r>
          <a:r>
            <a:rPr lang="en-GB" sz="1400" kern="1200" dirty="0"/>
            <a:t>.</a:t>
          </a:r>
          <a:endParaRPr lang="es-ES" sz="1400" kern="1200" dirty="0"/>
        </a:p>
      </dsp:txBody>
      <dsp:txXfrm>
        <a:off x="1518947" y="2120312"/>
        <a:ext cx="4114613" cy="351653"/>
      </dsp:txXfrm>
    </dsp:sp>
    <dsp:sp modelId="{A7D0DC20-7DBC-4154-A687-038137397967}">
      <dsp:nvSpPr>
        <dsp:cNvPr id="0" name=""/>
        <dsp:cNvSpPr/>
      </dsp:nvSpPr>
      <dsp:spPr>
        <a:xfrm>
          <a:off x="1440324" y="2471966"/>
          <a:ext cx="419323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5DEEB0-265D-411D-A27B-D79147EC613B}">
      <dsp:nvSpPr>
        <dsp:cNvPr id="0" name=""/>
        <dsp:cNvSpPr/>
      </dsp:nvSpPr>
      <dsp:spPr>
        <a:xfrm>
          <a:off x="1518947" y="2547789"/>
          <a:ext cx="4114613" cy="1074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solidFill>
                <a:schemeClr val="tx1">
                  <a:lumMod val="50000"/>
                </a:schemeClr>
              </a:solidFill>
            </a:rPr>
            <a:t>For mixtures: </a:t>
          </a:r>
        </a:p>
        <a:p>
          <a:pPr marL="0" lvl="0" indent="0" algn="l" defTabSz="577850">
            <a:lnSpc>
              <a:spcPct val="90000"/>
            </a:lnSpc>
            <a:spcBef>
              <a:spcPct val="0"/>
            </a:spcBef>
            <a:spcAft>
              <a:spcPct val="35000"/>
            </a:spcAft>
            <a:buFont typeface="Arial" panose="020B0604020202020204" pitchFamily="34" charset="0"/>
            <a:buNone/>
          </a:pPr>
          <a:r>
            <a:rPr lang="en-GB" sz="1300" kern="1200" dirty="0">
              <a:solidFill>
                <a:schemeClr val="tx1">
                  <a:lumMod val="50000"/>
                </a:schemeClr>
              </a:solidFill>
            </a:rPr>
            <a:t>    Concentration (or </a:t>
          </a:r>
          <a:r>
            <a:rPr lang="en-GB" sz="1400" kern="1200" dirty="0">
              <a:solidFill>
                <a:schemeClr val="tx1">
                  <a:lumMod val="50000"/>
                </a:schemeClr>
              </a:solidFill>
            </a:rPr>
            <a:t>range) for classified substance</a:t>
          </a:r>
          <a:r>
            <a:rPr lang="en-GB" sz="1300" kern="1200" dirty="0">
              <a:solidFill>
                <a:schemeClr val="tx1">
                  <a:lumMod val="50000"/>
                </a:schemeClr>
              </a:solidFill>
            </a:rPr>
            <a:t>s</a:t>
          </a:r>
        </a:p>
        <a:p>
          <a:pPr marL="0" lvl="0" indent="0" algn="l" defTabSz="577850">
            <a:lnSpc>
              <a:spcPct val="90000"/>
            </a:lnSpc>
            <a:spcBef>
              <a:spcPct val="0"/>
            </a:spcBef>
            <a:spcAft>
              <a:spcPct val="35000"/>
            </a:spcAft>
            <a:buFont typeface="Arial" panose="020B0604020202020204" pitchFamily="34" charset="0"/>
            <a:buNone/>
          </a:pPr>
          <a:r>
            <a:rPr lang="en-GB" sz="1300" kern="1200" dirty="0">
              <a:solidFill>
                <a:schemeClr val="tx1">
                  <a:lumMod val="50000"/>
                </a:schemeClr>
              </a:solidFill>
            </a:rPr>
            <a:t>    Classification of hazardous substances</a:t>
          </a:r>
          <a:r>
            <a:rPr lang="en-GB" sz="1400" kern="1200" dirty="0">
              <a:solidFill>
                <a:schemeClr val="tx1">
                  <a:lumMod val="50000"/>
                </a:schemeClr>
              </a:solidFill>
            </a:rPr>
            <a:t> </a:t>
          </a:r>
        </a:p>
        <a:p>
          <a:pPr marL="0" lvl="0" indent="0" algn="l" defTabSz="577850">
            <a:lnSpc>
              <a:spcPct val="90000"/>
            </a:lnSpc>
            <a:spcBef>
              <a:spcPct val="0"/>
            </a:spcBef>
            <a:spcAft>
              <a:spcPct val="35000"/>
            </a:spcAft>
            <a:buFont typeface="Arial" panose="020B0604020202020204" pitchFamily="34" charset="0"/>
            <a:buNone/>
          </a:pPr>
          <a:r>
            <a:rPr lang="en-GB" sz="1300" kern="1200" dirty="0"/>
            <a:t>    Non-hazardous  components (optional)  </a:t>
          </a:r>
          <a:endParaRPr lang="es-ES" sz="1400" kern="1200" dirty="0"/>
        </a:p>
      </dsp:txBody>
      <dsp:txXfrm>
        <a:off x="1518947" y="2547789"/>
        <a:ext cx="4114613" cy="1074188"/>
      </dsp:txXfrm>
    </dsp:sp>
    <dsp:sp modelId="{9513DF89-6F63-407F-A7F1-828DDB7F7AA9}">
      <dsp:nvSpPr>
        <dsp:cNvPr id="0" name=""/>
        <dsp:cNvSpPr/>
      </dsp:nvSpPr>
      <dsp:spPr>
        <a:xfrm>
          <a:off x="1440324" y="3621978"/>
          <a:ext cx="419323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452747-9036-45BD-A71E-D74F539C68E2}">
      <dsp:nvSpPr>
        <dsp:cNvPr id="0" name=""/>
        <dsp:cNvSpPr/>
      </dsp:nvSpPr>
      <dsp:spPr>
        <a:xfrm>
          <a:off x="0" y="3697801"/>
          <a:ext cx="5637965"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E5AF7B-840A-4214-B6FB-F177A6617444}">
      <dsp:nvSpPr>
        <dsp:cNvPr id="0" name=""/>
        <dsp:cNvSpPr/>
      </dsp:nvSpPr>
      <dsp:spPr>
        <a:xfrm>
          <a:off x="0" y="3697801"/>
          <a:ext cx="1434347" cy="856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GB" sz="1400" kern="1200" dirty="0"/>
        </a:p>
        <a:p>
          <a:pPr marL="0" lvl="0" indent="0" algn="l" defTabSz="622300">
            <a:lnSpc>
              <a:spcPct val="90000"/>
            </a:lnSpc>
            <a:spcBef>
              <a:spcPct val="0"/>
            </a:spcBef>
            <a:spcAft>
              <a:spcPct val="35000"/>
            </a:spcAft>
            <a:buNone/>
          </a:pPr>
          <a:r>
            <a:rPr lang="en-GB" sz="1400" kern="1200" dirty="0"/>
            <a:t>Ingredients or impurities which:</a:t>
          </a:r>
          <a:endParaRPr lang="es-ES" sz="1400" kern="1200" dirty="0"/>
        </a:p>
      </dsp:txBody>
      <dsp:txXfrm>
        <a:off x="0" y="3697801"/>
        <a:ext cx="1434347" cy="856307"/>
      </dsp:txXfrm>
    </dsp:sp>
    <dsp:sp modelId="{A7F053B6-C15A-46ED-A27B-87EAFBDC764E}">
      <dsp:nvSpPr>
        <dsp:cNvPr id="0" name=""/>
        <dsp:cNvSpPr/>
      </dsp:nvSpPr>
      <dsp:spPr>
        <a:xfrm>
          <a:off x="1513135" y="3837447"/>
          <a:ext cx="4123257" cy="80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Contribute to final hazard classification</a:t>
          </a:r>
        </a:p>
        <a:p>
          <a:pPr marL="0" lvl="0" indent="0" algn="l" defTabSz="577850">
            <a:lnSpc>
              <a:spcPct val="90000"/>
            </a:lnSpc>
            <a:spcBef>
              <a:spcPct val="0"/>
            </a:spcBef>
            <a:spcAft>
              <a:spcPct val="35000"/>
            </a:spcAft>
            <a:buNone/>
          </a:pPr>
          <a:r>
            <a:rPr lang="en-GB" sz="1300" kern="1200" dirty="0"/>
            <a:t>Concentrations present is above certain levels of concern </a:t>
          </a:r>
        </a:p>
        <a:p>
          <a:pPr marL="0" lvl="0" indent="0" algn="l" defTabSz="577850">
            <a:lnSpc>
              <a:spcPct val="90000"/>
            </a:lnSpc>
            <a:spcBef>
              <a:spcPct val="0"/>
            </a:spcBef>
            <a:spcAft>
              <a:spcPct val="35000"/>
            </a:spcAft>
            <a:buNone/>
          </a:pPr>
          <a:r>
            <a:rPr lang="en-GB" sz="1300" kern="1200" dirty="0"/>
            <a:t>Have Occupational exposure limits</a:t>
          </a:r>
          <a:endParaRPr lang="es-ES" sz="1300" kern="1200" dirty="0"/>
        </a:p>
      </dsp:txBody>
      <dsp:txXfrm>
        <a:off x="1513135" y="3837447"/>
        <a:ext cx="4123257" cy="802097"/>
      </dsp:txXfrm>
    </dsp:sp>
    <dsp:sp modelId="{E528D122-31D6-41AD-BEA5-3DF4099416AE}">
      <dsp:nvSpPr>
        <dsp:cNvPr id="0" name=""/>
        <dsp:cNvSpPr/>
      </dsp:nvSpPr>
      <dsp:spPr>
        <a:xfrm>
          <a:off x="1434347" y="4639544"/>
          <a:ext cx="420204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4C78B-D6D1-4B8F-B38B-AEF3E8DCB001}">
      <dsp:nvSpPr>
        <dsp:cNvPr id="0" name=""/>
        <dsp:cNvSpPr/>
      </dsp:nvSpPr>
      <dsp:spPr>
        <a:xfrm>
          <a:off x="0" y="2345"/>
          <a:ext cx="580386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41C34E-4BAA-4D5B-BEA3-F389BB5BBF6E}">
      <dsp:nvSpPr>
        <dsp:cNvPr id="0" name=""/>
        <dsp:cNvSpPr/>
      </dsp:nvSpPr>
      <dsp:spPr>
        <a:xfrm>
          <a:off x="0" y="2345"/>
          <a:ext cx="1160773" cy="1281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endParaRPr lang="es-ES" sz="1400" kern="1200" dirty="0"/>
        </a:p>
      </dsp:txBody>
      <dsp:txXfrm>
        <a:off x="0" y="2345"/>
        <a:ext cx="1160773" cy="1281410"/>
      </dsp:txXfrm>
    </dsp:sp>
    <dsp:sp modelId="{B07BCB25-BD90-4A82-9241-EDEFD3BF49B1}">
      <dsp:nvSpPr>
        <dsp:cNvPr id="0" name=""/>
        <dsp:cNvSpPr/>
      </dsp:nvSpPr>
      <dsp:spPr>
        <a:xfrm>
          <a:off x="1247831" y="22367"/>
          <a:ext cx="4556037" cy="400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first aid measures to be applied in case of accidental exposure</a:t>
          </a:r>
          <a:endParaRPr lang="es-ES" sz="1300" kern="1200" dirty="0"/>
        </a:p>
      </dsp:txBody>
      <dsp:txXfrm>
        <a:off x="1247831" y="22367"/>
        <a:ext cx="4556037" cy="400440"/>
      </dsp:txXfrm>
    </dsp:sp>
    <dsp:sp modelId="{832E6DD0-8A4A-477B-9F06-BDCACAC890A9}">
      <dsp:nvSpPr>
        <dsp:cNvPr id="0" name=""/>
        <dsp:cNvSpPr/>
      </dsp:nvSpPr>
      <dsp:spPr>
        <a:xfrm>
          <a:off x="1160773" y="422808"/>
          <a:ext cx="46430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7F0E473-20A7-44E1-BF5A-400834570422}">
      <dsp:nvSpPr>
        <dsp:cNvPr id="0" name=""/>
        <dsp:cNvSpPr/>
      </dsp:nvSpPr>
      <dsp:spPr>
        <a:xfrm>
          <a:off x="1247831" y="442830"/>
          <a:ext cx="4556037" cy="400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The symptoms and effects of exposure;.</a:t>
          </a:r>
          <a:endParaRPr lang="es-ES" sz="1300" kern="1200" dirty="0"/>
        </a:p>
      </dsp:txBody>
      <dsp:txXfrm>
        <a:off x="1247831" y="442830"/>
        <a:ext cx="4556037" cy="400440"/>
      </dsp:txXfrm>
    </dsp:sp>
    <dsp:sp modelId="{52146940-5E46-459D-BFC4-2FC8A3C079D5}">
      <dsp:nvSpPr>
        <dsp:cNvPr id="0" name=""/>
        <dsp:cNvSpPr/>
      </dsp:nvSpPr>
      <dsp:spPr>
        <a:xfrm>
          <a:off x="1160773" y="843271"/>
          <a:ext cx="46430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485DAF-D161-4A81-AE12-01A1FCC49ADA}">
      <dsp:nvSpPr>
        <dsp:cNvPr id="0" name=""/>
        <dsp:cNvSpPr/>
      </dsp:nvSpPr>
      <dsp:spPr>
        <a:xfrm>
          <a:off x="1247831" y="863293"/>
          <a:ext cx="4556037" cy="400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Indications if urgent or special medical attention (antidote/medical attention/ PPE, </a:t>
          </a:r>
          <a:r>
            <a:rPr lang="en-GB" sz="1300" kern="1200" dirty="0" err="1"/>
            <a:t>etc</a:t>
          </a:r>
          <a:r>
            <a:rPr lang="en-GB" sz="1300" kern="1200" dirty="0"/>
            <a:t>) are needed.</a:t>
          </a:r>
          <a:endParaRPr lang="es-ES" sz="1300" kern="1200" dirty="0"/>
        </a:p>
      </dsp:txBody>
      <dsp:txXfrm>
        <a:off x="1247831" y="863293"/>
        <a:ext cx="4556037" cy="400440"/>
      </dsp:txXfrm>
    </dsp:sp>
    <dsp:sp modelId="{97B84883-9A4B-4AE1-9BC6-0B2489244FAD}">
      <dsp:nvSpPr>
        <dsp:cNvPr id="0" name=""/>
        <dsp:cNvSpPr/>
      </dsp:nvSpPr>
      <dsp:spPr>
        <a:xfrm>
          <a:off x="1160773" y="1263733"/>
          <a:ext cx="46430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C7F944-84B3-4620-9F1D-EB31D6FBDCC3}">
      <dsp:nvSpPr>
        <dsp:cNvPr id="0" name=""/>
        <dsp:cNvSpPr/>
      </dsp:nvSpPr>
      <dsp:spPr>
        <a:xfrm>
          <a:off x="0" y="1283755"/>
          <a:ext cx="580386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770AF1-3A4B-4BA4-9804-41D72EDC2F5B}">
      <dsp:nvSpPr>
        <dsp:cNvPr id="0" name=""/>
        <dsp:cNvSpPr/>
      </dsp:nvSpPr>
      <dsp:spPr>
        <a:xfrm>
          <a:off x="0" y="1283755"/>
          <a:ext cx="1160773" cy="894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They must be:</a:t>
          </a:r>
          <a:endParaRPr lang="es-ES" sz="1400" kern="1200" dirty="0"/>
        </a:p>
      </dsp:txBody>
      <dsp:txXfrm>
        <a:off x="0" y="1283755"/>
        <a:ext cx="1160773" cy="894501"/>
      </dsp:txXfrm>
    </dsp:sp>
    <dsp:sp modelId="{C69D91D6-7802-48E3-974D-AD340A49B1A4}">
      <dsp:nvSpPr>
        <dsp:cNvPr id="0" name=""/>
        <dsp:cNvSpPr/>
      </dsp:nvSpPr>
      <dsp:spPr>
        <a:xfrm>
          <a:off x="1247831" y="1347826"/>
          <a:ext cx="4556037" cy="3554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described a way that untrained person can understand, </a:t>
          </a:r>
          <a:endParaRPr lang="es-ES" sz="1300" kern="1200" dirty="0"/>
        </a:p>
      </dsp:txBody>
      <dsp:txXfrm>
        <a:off x="1247831" y="1347826"/>
        <a:ext cx="4556037" cy="355488"/>
      </dsp:txXfrm>
    </dsp:sp>
    <dsp:sp modelId="{60195580-4ACE-4F5A-8033-D94F76BE9F94}">
      <dsp:nvSpPr>
        <dsp:cNvPr id="0" name=""/>
        <dsp:cNvSpPr/>
      </dsp:nvSpPr>
      <dsp:spPr>
        <a:xfrm>
          <a:off x="1160773" y="1703315"/>
          <a:ext cx="46430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B78FB5-2918-48A2-B611-44A0C61FF227}">
      <dsp:nvSpPr>
        <dsp:cNvPr id="0" name=""/>
        <dsp:cNvSpPr/>
      </dsp:nvSpPr>
      <dsp:spPr>
        <a:xfrm>
          <a:off x="1247831" y="1767385"/>
          <a:ext cx="4556037" cy="396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be consistent with the precautionary statements in Section 2.1.</a:t>
          </a:r>
          <a:endParaRPr lang="es-ES" sz="1300" kern="1200" dirty="0"/>
        </a:p>
      </dsp:txBody>
      <dsp:txXfrm>
        <a:off x="1247831" y="1767385"/>
        <a:ext cx="4556037" cy="396724"/>
      </dsp:txXfrm>
    </dsp:sp>
    <dsp:sp modelId="{E109ACDD-98C9-438F-8C75-1003BFBE1A91}">
      <dsp:nvSpPr>
        <dsp:cNvPr id="0" name=""/>
        <dsp:cNvSpPr/>
      </dsp:nvSpPr>
      <dsp:spPr>
        <a:xfrm>
          <a:off x="1160773" y="2164110"/>
          <a:ext cx="46430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6108E32-ECED-4F54-AFCD-4A20C5CDBB89}">
      <dsp:nvSpPr>
        <dsp:cNvPr id="0" name=""/>
        <dsp:cNvSpPr/>
      </dsp:nvSpPr>
      <dsp:spPr>
        <a:xfrm>
          <a:off x="0" y="2228180"/>
          <a:ext cx="580386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0DB701-295A-432F-9CDD-01ED4ABDF415}">
      <dsp:nvSpPr>
        <dsp:cNvPr id="0" name=""/>
        <dsp:cNvSpPr/>
      </dsp:nvSpPr>
      <dsp:spPr>
        <a:xfrm>
          <a:off x="0" y="2228180"/>
          <a:ext cx="5803869" cy="75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Useful to take SDS with you when seeking medical care after accidental  exposure to chemical. </a:t>
          </a:r>
          <a:endParaRPr lang="es-ES" sz="1400" kern="1200" dirty="0"/>
        </a:p>
      </dsp:txBody>
      <dsp:txXfrm>
        <a:off x="0" y="2228180"/>
        <a:ext cx="5803869" cy="755263"/>
      </dsp:txXfrm>
    </dsp:sp>
    <dsp:sp modelId="{BEAD3E2B-56FE-4A94-BD7C-54983952140A}">
      <dsp:nvSpPr>
        <dsp:cNvPr id="0" name=""/>
        <dsp:cNvSpPr/>
      </dsp:nvSpPr>
      <dsp:spPr>
        <a:xfrm>
          <a:off x="0" y="2983444"/>
          <a:ext cx="580386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C6D9A5-6883-4197-9F79-7A9F92FE3768}">
      <dsp:nvSpPr>
        <dsp:cNvPr id="0" name=""/>
        <dsp:cNvSpPr/>
      </dsp:nvSpPr>
      <dsp:spPr>
        <a:xfrm>
          <a:off x="0" y="2983444"/>
          <a:ext cx="5803869" cy="1281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Additional information for medical personnel may be given under a heading such as “Notes for the doctor”. </a:t>
          </a:r>
          <a:endParaRPr lang="es-ES" sz="1400" kern="1200" dirty="0">
            <a:solidFill>
              <a:srgbClr val="63666A">
                <a:hueOff val="0"/>
                <a:satOff val="0"/>
                <a:lumOff val="0"/>
                <a:alphaOff val="0"/>
              </a:srgbClr>
            </a:solidFill>
            <a:latin typeface="GE Inspira Sans"/>
            <a:ea typeface="+mn-ea"/>
            <a:cs typeface="+mn-cs"/>
          </a:endParaRPr>
        </a:p>
      </dsp:txBody>
      <dsp:txXfrm>
        <a:off x="0" y="2983444"/>
        <a:ext cx="5803869" cy="12814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C3353-1B07-49FA-AEBD-E0C0C8987654}">
      <dsp:nvSpPr>
        <dsp:cNvPr id="0" name=""/>
        <dsp:cNvSpPr/>
      </dsp:nvSpPr>
      <dsp:spPr>
        <a:xfrm>
          <a:off x="0" y="1253"/>
          <a:ext cx="49870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432CEE-5002-4416-AF5D-00E2D269E7C9}">
      <dsp:nvSpPr>
        <dsp:cNvPr id="0" name=""/>
        <dsp:cNvSpPr/>
      </dsp:nvSpPr>
      <dsp:spPr>
        <a:xfrm>
          <a:off x="0" y="1253"/>
          <a:ext cx="997418" cy="12534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endParaRPr lang="es-ES" sz="1400" kern="1200" dirty="0"/>
        </a:p>
      </dsp:txBody>
      <dsp:txXfrm>
        <a:off x="0" y="1253"/>
        <a:ext cx="997418" cy="1253448"/>
      </dsp:txXfrm>
    </dsp:sp>
    <dsp:sp modelId="{63D7AF86-9B8D-4F9E-8E26-AD0E09F7A2EA}">
      <dsp:nvSpPr>
        <dsp:cNvPr id="0" name=""/>
        <dsp:cNvSpPr/>
      </dsp:nvSpPr>
      <dsp:spPr>
        <a:xfrm>
          <a:off x="1072224" y="9747"/>
          <a:ext cx="3914868" cy="658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Firefighting measures</a:t>
          </a:r>
          <a:endParaRPr lang="es-ES" sz="1300" kern="1200" dirty="0"/>
        </a:p>
      </dsp:txBody>
      <dsp:txXfrm>
        <a:off x="1072224" y="9747"/>
        <a:ext cx="3914868" cy="658466"/>
      </dsp:txXfrm>
    </dsp:sp>
    <dsp:sp modelId="{486F1495-726D-49C1-B8A7-16660B9A5D14}">
      <dsp:nvSpPr>
        <dsp:cNvPr id="0" name=""/>
        <dsp:cNvSpPr/>
      </dsp:nvSpPr>
      <dsp:spPr>
        <a:xfrm>
          <a:off x="997418" y="668214"/>
          <a:ext cx="398967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965F1F-4A90-44D4-A52C-2DCAAD7339FD}">
      <dsp:nvSpPr>
        <dsp:cNvPr id="0" name=""/>
        <dsp:cNvSpPr/>
      </dsp:nvSpPr>
      <dsp:spPr>
        <a:xfrm>
          <a:off x="1072224" y="676708"/>
          <a:ext cx="3914868" cy="1000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Possible hazards arising in case of fire such as </a:t>
          </a:r>
        </a:p>
        <a:p>
          <a:pPr marL="0" lvl="0" indent="0" algn="l" defTabSz="577850">
            <a:lnSpc>
              <a:spcPct val="90000"/>
            </a:lnSpc>
            <a:spcBef>
              <a:spcPct val="0"/>
            </a:spcBef>
            <a:spcAft>
              <a:spcPct val="35000"/>
            </a:spcAft>
            <a:buNone/>
          </a:pPr>
          <a:r>
            <a:rPr lang="en-GB" sz="1300" kern="1200" dirty="0"/>
            <a:t>-  hazardous combustion products or</a:t>
          </a:r>
        </a:p>
        <a:p>
          <a:pPr marL="0" lvl="0" indent="0" algn="l" defTabSz="577850">
            <a:lnSpc>
              <a:spcPct val="90000"/>
            </a:lnSpc>
            <a:spcBef>
              <a:spcPct val="0"/>
            </a:spcBef>
            <a:spcAft>
              <a:spcPct val="35000"/>
            </a:spcAft>
            <a:buNone/>
          </a:pPr>
          <a:r>
            <a:rPr lang="en-GB" sz="1300" kern="1200" dirty="0"/>
            <a:t>-  vapour cloud explosion risks.</a:t>
          </a:r>
          <a:endParaRPr lang="es-ES" sz="1300" kern="1200" dirty="0"/>
        </a:p>
      </dsp:txBody>
      <dsp:txXfrm>
        <a:off x="1072224" y="676708"/>
        <a:ext cx="3914868" cy="1000784"/>
      </dsp:txXfrm>
    </dsp:sp>
    <dsp:sp modelId="{E045737B-60DF-4BAB-AB99-38177E256080}">
      <dsp:nvSpPr>
        <dsp:cNvPr id="0" name=""/>
        <dsp:cNvSpPr/>
      </dsp:nvSpPr>
      <dsp:spPr>
        <a:xfrm>
          <a:off x="997418" y="1677493"/>
          <a:ext cx="398967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2F2183-803C-4815-8188-6ED7199AC2D1}">
      <dsp:nvSpPr>
        <dsp:cNvPr id="0" name=""/>
        <dsp:cNvSpPr/>
      </dsp:nvSpPr>
      <dsp:spPr>
        <a:xfrm>
          <a:off x="0" y="1685987"/>
          <a:ext cx="49870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86997C-EDA6-4FC2-B352-31D4BD763E93}">
      <dsp:nvSpPr>
        <dsp:cNvPr id="0" name=""/>
        <dsp:cNvSpPr/>
      </dsp:nvSpPr>
      <dsp:spPr>
        <a:xfrm>
          <a:off x="0" y="1685987"/>
          <a:ext cx="4987093" cy="616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May also contain specific information for firefighters (e.g.  special PPE). </a:t>
          </a:r>
          <a:endParaRPr lang="es-ES" sz="1400" kern="1200" dirty="0"/>
        </a:p>
      </dsp:txBody>
      <dsp:txXfrm>
        <a:off x="0" y="1685987"/>
        <a:ext cx="4987093" cy="616354"/>
      </dsp:txXfrm>
    </dsp:sp>
    <dsp:sp modelId="{8AE759D5-58F5-4B7D-935C-8FC8BDB7DFF1}">
      <dsp:nvSpPr>
        <dsp:cNvPr id="0" name=""/>
        <dsp:cNvSpPr/>
      </dsp:nvSpPr>
      <dsp:spPr>
        <a:xfrm>
          <a:off x="0" y="2302341"/>
          <a:ext cx="49870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E19C5E-C164-421D-8A8A-DF58040F520C}">
      <dsp:nvSpPr>
        <dsp:cNvPr id="0" name=""/>
        <dsp:cNvSpPr/>
      </dsp:nvSpPr>
      <dsp:spPr>
        <a:xfrm>
          <a:off x="0" y="2302341"/>
          <a:ext cx="4987093" cy="618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Pay special attention to unsuitable extinguishing media described in Section 5.1</a:t>
          </a:r>
          <a:endParaRPr lang="es-ES" sz="1400" kern="1200" dirty="0">
            <a:solidFill>
              <a:srgbClr val="63666A">
                <a:hueOff val="0"/>
                <a:satOff val="0"/>
                <a:lumOff val="0"/>
                <a:alphaOff val="0"/>
              </a:srgbClr>
            </a:solidFill>
            <a:latin typeface="GE Inspira Sans"/>
            <a:ea typeface="+mn-ea"/>
            <a:cs typeface="+mn-cs"/>
          </a:endParaRPr>
        </a:p>
      </dsp:txBody>
      <dsp:txXfrm>
        <a:off x="0" y="2302341"/>
        <a:ext cx="4987093" cy="618392"/>
      </dsp:txXfrm>
    </dsp:sp>
    <dsp:sp modelId="{2043FB82-3AA4-4095-A5D2-6993353D3719}">
      <dsp:nvSpPr>
        <dsp:cNvPr id="0" name=""/>
        <dsp:cNvSpPr/>
      </dsp:nvSpPr>
      <dsp:spPr>
        <a:xfrm>
          <a:off x="0" y="2920734"/>
          <a:ext cx="49870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C4A069-449A-466F-847F-685755994758}">
      <dsp:nvSpPr>
        <dsp:cNvPr id="0" name=""/>
        <dsp:cNvSpPr/>
      </dsp:nvSpPr>
      <dsp:spPr>
        <a:xfrm>
          <a:off x="0" y="2920734"/>
          <a:ext cx="4987093" cy="168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Their use may cause chemical or physical reactions resulting  in an additional potential hazard.</a:t>
          </a:r>
        </a:p>
      </dsp:txBody>
      <dsp:txXfrm>
        <a:off x="0" y="2920734"/>
        <a:ext cx="4987093" cy="16848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F0838-C6A6-4044-8BB4-F2946B1CE2E6}">
      <dsp:nvSpPr>
        <dsp:cNvPr id="0" name=""/>
        <dsp:cNvSpPr/>
      </dsp:nvSpPr>
      <dsp:spPr>
        <a:xfrm>
          <a:off x="0" y="52"/>
          <a:ext cx="447271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2EF788-E469-46B5-BB3D-001154F5BBE5}">
      <dsp:nvSpPr>
        <dsp:cNvPr id="0" name=""/>
        <dsp:cNvSpPr/>
      </dsp:nvSpPr>
      <dsp:spPr>
        <a:xfrm>
          <a:off x="0" y="52"/>
          <a:ext cx="4472719" cy="514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How to deal with accidental spills or leaks of chemicals</a:t>
          </a:r>
          <a:endParaRPr lang="es-ES" sz="1400" kern="1200" dirty="0"/>
        </a:p>
      </dsp:txBody>
      <dsp:txXfrm>
        <a:off x="0" y="52"/>
        <a:ext cx="4472719" cy="514792"/>
      </dsp:txXfrm>
    </dsp:sp>
    <dsp:sp modelId="{B2BF1EF6-3DE3-412D-9F39-10B335E4C8DC}">
      <dsp:nvSpPr>
        <dsp:cNvPr id="0" name=""/>
        <dsp:cNvSpPr/>
      </dsp:nvSpPr>
      <dsp:spPr>
        <a:xfrm>
          <a:off x="0" y="514845"/>
          <a:ext cx="447271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16C33E-F048-4986-B7B1-C77488A84EE5}">
      <dsp:nvSpPr>
        <dsp:cNvPr id="0" name=""/>
        <dsp:cNvSpPr/>
      </dsp:nvSpPr>
      <dsp:spPr>
        <a:xfrm>
          <a:off x="0" y="514845"/>
          <a:ext cx="1539562" cy="1361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Recommendations include:</a:t>
          </a:r>
          <a:endParaRPr lang="es-ES" sz="1400" kern="1200" dirty="0"/>
        </a:p>
      </dsp:txBody>
      <dsp:txXfrm>
        <a:off x="0" y="514845"/>
        <a:ext cx="1539562" cy="1361453"/>
      </dsp:txXfrm>
    </dsp:sp>
    <dsp:sp modelId="{BA75A507-7D0F-4DBA-BF7D-03EEC7236389}">
      <dsp:nvSpPr>
        <dsp:cNvPr id="0" name=""/>
        <dsp:cNvSpPr/>
      </dsp:nvSpPr>
      <dsp:spPr>
        <a:xfrm>
          <a:off x="1594466" y="546488"/>
          <a:ext cx="2873328" cy="632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Containment, recovery and cleaning methods</a:t>
          </a:r>
          <a:endParaRPr lang="es-ES" sz="1300" kern="1200" dirty="0"/>
        </a:p>
      </dsp:txBody>
      <dsp:txXfrm>
        <a:off x="1594466" y="546488"/>
        <a:ext cx="2873328" cy="632863"/>
      </dsp:txXfrm>
    </dsp:sp>
    <dsp:sp modelId="{2785FD8E-BC7D-428E-9206-38DAC3E5FAF4}">
      <dsp:nvSpPr>
        <dsp:cNvPr id="0" name=""/>
        <dsp:cNvSpPr/>
      </dsp:nvSpPr>
      <dsp:spPr>
        <a:xfrm>
          <a:off x="1539562" y="1179351"/>
          <a:ext cx="2928233"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CDC3EA-0DE0-49B2-99B1-5FB8A0F888A5}">
      <dsp:nvSpPr>
        <dsp:cNvPr id="0" name=""/>
        <dsp:cNvSpPr/>
      </dsp:nvSpPr>
      <dsp:spPr>
        <a:xfrm>
          <a:off x="1594466" y="1210994"/>
          <a:ext cx="2873328" cy="632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Personal precautions to be used during these actions</a:t>
          </a:r>
          <a:endParaRPr lang="es-ES" sz="1300" kern="1200" dirty="0"/>
        </a:p>
      </dsp:txBody>
      <dsp:txXfrm>
        <a:off x="1594466" y="1210994"/>
        <a:ext cx="2873328" cy="632863"/>
      </dsp:txXfrm>
    </dsp:sp>
    <dsp:sp modelId="{5B3EDA12-0454-4797-B628-5D64E6BED82E}">
      <dsp:nvSpPr>
        <dsp:cNvPr id="0" name=""/>
        <dsp:cNvSpPr/>
      </dsp:nvSpPr>
      <dsp:spPr>
        <a:xfrm>
          <a:off x="1539562" y="1843858"/>
          <a:ext cx="2928233"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9509A-C98E-441C-BEF4-A08302172C9F}">
      <dsp:nvSpPr>
        <dsp:cNvPr id="0" name=""/>
        <dsp:cNvSpPr/>
      </dsp:nvSpPr>
      <dsp:spPr>
        <a:xfrm>
          <a:off x="0" y="0"/>
          <a:ext cx="5970714"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77B592-74FC-4DED-8987-F02ABB0DE99A}">
      <dsp:nvSpPr>
        <dsp:cNvPr id="0" name=""/>
        <dsp:cNvSpPr/>
      </dsp:nvSpPr>
      <dsp:spPr>
        <a:xfrm>
          <a:off x="0" y="0"/>
          <a:ext cx="1194142" cy="160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Safe handling  advice</a:t>
          </a:r>
          <a:endParaRPr lang="es-ES" sz="1400" kern="1200" dirty="0"/>
        </a:p>
      </dsp:txBody>
      <dsp:txXfrm>
        <a:off x="0" y="0"/>
        <a:ext cx="1194142" cy="1602932"/>
      </dsp:txXfrm>
    </dsp:sp>
    <dsp:sp modelId="{28E01ED4-B8DB-43E3-BF7E-EB1C8782DAB2}">
      <dsp:nvSpPr>
        <dsp:cNvPr id="0" name=""/>
        <dsp:cNvSpPr/>
      </dsp:nvSpPr>
      <dsp:spPr>
        <a:xfrm>
          <a:off x="1283703" y="18843"/>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Containment and measures to prevent fire as well as aerosol and dust generation</a:t>
          </a:r>
          <a:endParaRPr lang="es-ES" sz="1300" kern="1200" dirty="0"/>
        </a:p>
      </dsp:txBody>
      <dsp:txXfrm>
        <a:off x="1283703" y="18843"/>
        <a:ext cx="4687010" cy="376861"/>
      </dsp:txXfrm>
    </dsp:sp>
    <dsp:sp modelId="{61D2DBD5-FE20-4732-93C7-73EE7BB5EDE0}">
      <dsp:nvSpPr>
        <dsp:cNvPr id="0" name=""/>
        <dsp:cNvSpPr/>
      </dsp:nvSpPr>
      <dsp:spPr>
        <a:xfrm>
          <a:off x="1194142" y="395704"/>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260084-6B60-4CE1-AD8E-3D65F122AF66}">
      <dsp:nvSpPr>
        <dsp:cNvPr id="0" name=""/>
        <dsp:cNvSpPr/>
      </dsp:nvSpPr>
      <dsp:spPr>
        <a:xfrm>
          <a:off x="1283703" y="414547"/>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Avoiding hazards due to incompatibility of substances or mixtures</a:t>
          </a:r>
          <a:endParaRPr lang="es-ES" sz="1300" kern="1200" dirty="0"/>
        </a:p>
      </dsp:txBody>
      <dsp:txXfrm>
        <a:off x="1283703" y="414547"/>
        <a:ext cx="4687010" cy="376861"/>
      </dsp:txXfrm>
    </dsp:sp>
    <dsp:sp modelId="{6A7154C9-C28D-40F8-A0CE-4D141C26EC99}">
      <dsp:nvSpPr>
        <dsp:cNvPr id="0" name=""/>
        <dsp:cNvSpPr/>
      </dsp:nvSpPr>
      <dsp:spPr>
        <a:xfrm>
          <a:off x="1194142" y="791408"/>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7E50B2-4FE0-4020-BA7E-E8BC33DC1601}">
      <dsp:nvSpPr>
        <dsp:cNvPr id="0" name=""/>
        <dsp:cNvSpPr/>
      </dsp:nvSpPr>
      <dsp:spPr>
        <a:xfrm>
          <a:off x="1283703" y="810251"/>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Reducing release of substance or mixture to environment</a:t>
          </a:r>
          <a:endParaRPr lang="es-ES" sz="1300" kern="1200" dirty="0"/>
        </a:p>
      </dsp:txBody>
      <dsp:txXfrm>
        <a:off x="1283703" y="810251"/>
        <a:ext cx="4687010" cy="376861"/>
      </dsp:txXfrm>
    </dsp:sp>
    <dsp:sp modelId="{4E84EDF4-4881-4606-BC22-98F33EB3F733}">
      <dsp:nvSpPr>
        <dsp:cNvPr id="0" name=""/>
        <dsp:cNvSpPr/>
      </dsp:nvSpPr>
      <dsp:spPr>
        <a:xfrm>
          <a:off x="1194142" y="1187113"/>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A2AC34-CEC4-4696-9547-1E1362792347}">
      <dsp:nvSpPr>
        <dsp:cNvPr id="0" name=""/>
        <dsp:cNvSpPr/>
      </dsp:nvSpPr>
      <dsp:spPr>
        <a:xfrm>
          <a:off x="1283703" y="1205956"/>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Implementing good hygiene practices</a:t>
          </a:r>
          <a:endParaRPr lang="es-ES" sz="1300" kern="1200" dirty="0"/>
        </a:p>
      </dsp:txBody>
      <dsp:txXfrm>
        <a:off x="1283703" y="1205956"/>
        <a:ext cx="4687010" cy="376861"/>
      </dsp:txXfrm>
    </dsp:sp>
    <dsp:sp modelId="{B4B88B82-5E60-47B2-811B-51F68B9A6845}">
      <dsp:nvSpPr>
        <dsp:cNvPr id="0" name=""/>
        <dsp:cNvSpPr/>
      </dsp:nvSpPr>
      <dsp:spPr>
        <a:xfrm>
          <a:off x="1194142" y="1582817"/>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3CFA21-26E0-4D8F-869A-3DCC6727515C}">
      <dsp:nvSpPr>
        <dsp:cNvPr id="0" name=""/>
        <dsp:cNvSpPr/>
      </dsp:nvSpPr>
      <dsp:spPr>
        <a:xfrm>
          <a:off x="0" y="1602932"/>
          <a:ext cx="5970714"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C7F70B-5CC2-44B1-A706-8680A48EE05C}">
      <dsp:nvSpPr>
        <dsp:cNvPr id="0" name=""/>
        <dsp:cNvSpPr/>
      </dsp:nvSpPr>
      <dsp:spPr>
        <a:xfrm>
          <a:off x="0" y="1602932"/>
          <a:ext cx="1194142" cy="160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Safe storage advice</a:t>
          </a:r>
          <a:endParaRPr lang="es-ES" sz="1400" kern="1200" dirty="0"/>
        </a:p>
      </dsp:txBody>
      <dsp:txXfrm>
        <a:off x="0" y="1602932"/>
        <a:ext cx="1194142" cy="1602932"/>
      </dsp:txXfrm>
    </dsp:sp>
    <dsp:sp modelId="{2624F0FF-307B-45F7-BF58-DFE5AD7EF413}">
      <dsp:nvSpPr>
        <dsp:cNvPr id="0" name=""/>
        <dsp:cNvSpPr/>
      </dsp:nvSpPr>
      <dsp:spPr>
        <a:xfrm>
          <a:off x="1283703" y="1621775"/>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Managing risks (explosive atmospheres, corrosive conditions, flammability hazards)</a:t>
          </a:r>
          <a:endParaRPr lang="es-ES" sz="1300" kern="1200" dirty="0"/>
        </a:p>
      </dsp:txBody>
      <dsp:txXfrm>
        <a:off x="1283703" y="1621775"/>
        <a:ext cx="4687010" cy="376861"/>
      </dsp:txXfrm>
    </dsp:sp>
    <dsp:sp modelId="{BC7C425E-E270-4876-9F09-F5684C096369}">
      <dsp:nvSpPr>
        <dsp:cNvPr id="0" name=""/>
        <dsp:cNvSpPr/>
      </dsp:nvSpPr>
      <dsp:spPr>
        <a:xfrm>
          <a:off x="1194142" y="1998636"/>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D9228A-A73B-4177-A051-79B89EDA08FC}">
      <dsp:nvSpPr>
        <dsp:cNvPr id="0" name=""/>
        <dsp:cNvSpPr/>
      </dsp:nvSpPr>
      <dsp:spPr>
        <a:xfrm>
          <a:off x="1283703" y="2017479"/>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Control Surroundings (e.g. weather, humidity, vibration, </a:t>
          </a:r>
          <a:r>
            <a:rPr lang="en-GB" sz="1300" kern="1200" dirty="0" err="1"/>
            <a:t>etc</a:t>
          </a:r>
          <a:r>
            <a:rPr lang="en-GB" sz="1300" kern="1200" dirty="0"/>
            <a:t>).</a:t>
          </a:r>
          <a:endParaRPr lang="es-ES" sz="1300" kern="1200" dirty="0"/>
        </a:p>
      </dsp:txBody>
      <dsp:txXfrm>
        <a:off x="1283703" y="2017479"/>
        <a:ext cx="4687010" cy="376861"/>
      </dsp:txXfrm>
    </dsp:sp>
    <dsp:sp modelId="{4E0F8F3C-E72C-49CD-B8C1-34448A108E50}">
      <dsp:nvSpPr>
        <dsp:cNvPr id="0" name=""/>
        <dsp:cNvSpPr/>
      </dsp:nvSpPr>
      <dsp:spPr>
        <a:xfrm>
          <a:off x="1194142" y="2394341"/>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E73966-4EA8-48F9-98EE-E2A058E538E3}">
      <dsp:nvSpPr>
        <dsp:cNvPr id="0" name=""/>
        <dsp:cNvSpPr/>
      </dsp:nvSpPr>
      <dsp:spPr>
        <a:xfrm>
          <a:off x="1283703" y="2413184"/>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Maintaining the integrity of substance or mixture</a:t>
          </a:r>
          <a:endParaRPr lang="es-ES" sz="1300" kern="1200" dirty="0"/>
        </a:p>
      </dsp:txBody>
      <dsp:txXfrm>
        <a:off x="1283703" y="2413184"/>
        <a:ext cx="4687010" cy="376861"/>
      </dsp:txXfrm>
    </dsp:sp>
    <dsp:sp modelId="{4B950E4E-84DC-4C7F-94DA-916D812C3B12}">
      <dsp:nvSpPr>
        <dsp:cNvPr id="0" name=""/>
        <dsp:cNvSpPr/>
      </dsp:nvSpPr>
      <dsp:spPr>
        <a:xfrm>
          <a:off x="1194142" y="2790045"/>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3D4FF3-4066-4FE9-91A2-55B3013F63B3}">
      <dsp:nvSpPr>
        <dsp:cNvPr id="0" name=""/>
        <dsp:cNvSpPr/>
      </dsp:nvSpPr>
      <dsp:spPr>
        <a:xfrm>
          <a:off x="1283703" y="2808888"/>
          <a:ext cx="4687010" cy="376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Other: Ventilation, quantity limits</a:t>
          </a:r>
          <a:endParaRPr lang="es-ES" sz="1300" kern="1200" dirty="0"/>
        </a:p>
      </dsp:txBody>
      <dsp:txXfrm>
        <a:off x="1283703" y="2808888"/>
        <a:ext cx="4687010" cy="376861"/>
      </dsp:txXfrm>
    </dsp:sp>
    <dsp:sp modelId="{640134E2-01CB-4C7A-B30F-C191D69BB986}">
      <dsp:nvSpPr>
        <dsp:cNvPr id="0" name=""/>
        <dsp:cNvSpPr/>
      </dsp:nvSpPr>
      <dsp:spPr>
        <a:xfrm>
          <a:off x="1194142" y="3185750"/>
          <a:ext cx="47765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75256A-CFD5-4E05-83E2-B06423195B1E}">
      <dsp:nvSpPr>
        <dsp:cNvPr id="0" name=""/>
        <dsp:cNvSpPr/>
      </dsp:nvSpPr>
      <dsp:spPr>
        <a:xfrm>
          <a:off x="0" y="771"/>
          <a:ext cx="556418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C74ABC-A7C8-4249-A327-656C4F5AD563}">
      <dsp:nvSpPr>
        <dsp:cNvPr id="0" name=""/>
        <dsp:cNvSpPr/>
      </dsp:nvSpPr>
      <dsp:spPr>
        <a:xfrm>
          <a:off x="0" y="771"/>
          <a:ext cx="1509119" cy="1235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Exposure limits </a:t>
          </a:r>
          <a:r>
            <a:rPr lang="en-GB" sz="1400" b="0" i="0" u="none" strike="noStrike" kern="1200" baseline="0" noProof="0" dirty="0">
              <a:solidFill>
                <a:schemeClr val="tx1"/>
              </a:solidFill>
              <a:latin typeface="+mn-lt"/>
              <a:ea typeface="+mn-ea"/>
              <a:cs typeface="+mn-cs"/>
            </a:rPr>
            <a:t>below which the risks are considered to be controlled</a:t>
          </a:r>
          <a:endParaRPr lang="en-GB" sz="1400" kern="1200" noProof="0" dirty="0"/>
        </a:p>
      </dsp:txBody>
      <dsp:txXfrm>
        <a:off x="0" y="771"/>
        <a:ext cx="1509119" cy="1235109"/>
      </dsp:txXfrm>
    </dsp:sp>
    <dsp:sp modelId="{8EDD4E7B-9A19-4B17-BB6D-39921ADA11E6}">
      <dsp:nvSpPr>
        <dsp:cNvPr id="0" name=""/>
        <dsp:cNvSpPr/>
      </dsp:nvSpPr>
      <dsp:spPr>
        <a:xfrm>
          <a:off x="1579052" y="15170"/>
          <a:ext cx="3659811" cy="28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For workers, consumers, environment</a:t>
          </a:r>
        </a:p>
      </dsp:txBody>
      <dsp:txXfrm>
        <a:off x="1579052" y="15170"/>
        <a:ext cx="3659811" cy="287982"/>
      </dsp:txXfrm>
    </dsp:sp>
    <dsp:sp modelId="{5FCD5C72-6572-49DD-9F24-6B6910F444AB}">
      <dsp:nvSpPr>
        <dsp:cNvPr id="0" name=""/>
        <dsp:cNvSpPr/>
      </dsp:nvSpPr>
      <dsp:spPr>
        <a:xfrm>
          <a:off x="1509119" y="303152"/>
          <a:ext cx="372974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812799-2E8F-4C97-8938-329E990FDFE7}">
      <dsp:nvSpPr>
        <dsp:cNvPr id="0" name=""/>
        <dsp:cNvSpPr/>
      </dsp:nvSpPr>
      <dsp:spPr>
        <a:xfrm>
          <a:off x="1579052" y="317552"/>
          <a:ext cx="3659811" cy="28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Occupational exposure limits (OELs)</a:t>
          </a:r>
        </a:p>
      </dsp:txBody>
      <dsp:txXfrm>
        <a:off x="1579052" y="317552"/>
        <a:ext cx="3659811" cy="287982"/>
      </dsp:txXfrm>
    </dsp:sp>
    <dsp:sp modelId="{6A7C9C9F-F631-4C90-8DEE-2E64F65A743B}">
      <dsp:nvSpPr>
        <dsp:cNvPr id="0" name=""/>
        <dsp:cNvSpPr/>
      </dsp:nvSpPr>
      <dsp:spPr>
        <a:xfrm>
          <a:off x="1509119" y="605534"/>
          <a:ext cx="372974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3395ED-5E9C-4B0F-AC4A-99F22EA54289}">
      <dsp:nvSpPr>
        <dsp:cNvPr id="0" name=""/>
        <dsp:cNvSpPr/>
      </dsp:nvSpPr>
      <dsp:spPr>
        <a:xfrm>
          <a:off x="1579052" y="619933"/>
          <a:ext cx="3659811" cy="28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Derived no effects levels (DNELs)</a:t>
          </a:r>
        </a:p>
      </dsp:txBody>
      <dsp:txXfrm>
        <a:off x="1579052" y="619933"/>
        <a:ext cx="3659811" cy="287982"/>
      </dsp:txXfrm>
    </dsp:sp>
    <dsp:sp modelId="{335D0CC7-F237-44F7-BAE1-3CEEDF5BEDA0}">
      <dsp:nvSpPr>
        <dsp:cNvPr id="0" name=""/>
        <dsp:cNvSpPr/>
      </dsp:nvSpPr>
      <dsp:spPr>
        <a:xfrm>
          <a:off x="1509119" y="907915"/>
          <a:ext cx="372974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AF235F-AFE9-4A4A-9729-58E59336050E}">
      <dsp:nvSpPr>
        <dsp:cNvPr id="0" name=""/>
        <dsp:cNvSpPr/>
      </dsp:nvSpPr>
      <dsp:spPr>
        <a:xfrm>
          <a:off x="1579052" y="922314"/>
          <a:ext cx="3659811" cy="28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Predicted no effect concentrations (PNECs)</a:t>
          </a:r>
        </a:p>
      </dsp:txBody>
      <dsp:txXfrm>
        <a:off x="1579052" y="922314"/>
        <a:ext cx="3659811" cy="287982"/>
      </dsp:txXfrm>
    </dsp:sp>
    <dsp:sp modelId="{E8CEBD0D-793C-43CC-95BA-F4C6400D6433}">
      <dsp:nvSpPr>
        <dsp:cNvPr id="0" name=""/>
        <dsp:cNvSpPr/>
      </dsp:nvSpPr>
      <dsp:spPr>
        <a:xfrm>
          <a:off x="1509119" y="1210296"/>
          <a:ext cx="372974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57713E-CD57-4961-BD14-B9F0510D5367}">
      <dsp:nvSpPr>
        <dsp:cNvPr id="0" name=""/>
        <dsp:cNvSpPr/>
      </dsp:nvSpPr>
      <dsp:spPr>
        <a:xfrm>
          <a:off x="1579052" y="1224695"/>
          <a:ext cx="3984363" cy="369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noProof="0" dirty="0"/>
            <a:t>Limit values, below which the risks are considered to be controlled.</a:t>
          </a:r>
        </a:p>
      </dsp:txBody>
      <dsp:txXfrm>
        <a:off x="1579052" y="1224695"/>
        <a:ext cx="3984363" cy="369780"/>
      </dsp:txXfrm>
    </dsp:sp>
    <dsp:sp modelId="{B8111E49-13E7-4338-A4B5-22125DA61915}">
      <dsp:nvSpPr>
        <dsp:cNvPr id="0" name=""/>
        <dsp:cNvSpPr/>
      </dsp:nvSpPr>
      <dsp:spPr>
        <a:xfrm>
          <a:off x="1509119" y="1594476"/>
          <a:ext cx="372974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D94467-4024-4DBD-AC0E-ADBC50C4C939}">
      <dsp:nvSpPr>
        <dsp:cNvPr id="0" name=""/>
        <dsp:cNvSpPr/>
      </dsp:nvSpPr>
      <dsp:spPr>
        <a:xfrm>
          <a:off x="0" y="1608875"/>
          <a:ext cx="556418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38DB8B-1779-4253-B873-61E1C18629F3}">
      <dsp:nvSpPr>
        <dsp:cNvPr id="0" name=""/>
        <dsp:cNvSpPr/>
      </dsp:nvSpPr>
      <dsp:spPr>
        <a:xfrm>
          <a:off x="0" y="1608875"/>
          <a:ext cx="1516065" cy="1482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Recommended Monitoring methods may be included</a:t>
          </a:r>
        </a:p>
      </dsp:txBody>
      <dsp:txXfrm>
        <a:off x="0" y="1608875"/>
        <a:ext cx="1516065" cy="1482353"/>
      </dsp:txXfrm>
    </dsp:sp>
    <dsp:sp modelId="{7D1BB2ED-0C0E-40F0-9709-2B8968025785}">
      <dsp:nvSpPr>
        <dsp:cNvPr id="0" name=""/>
        <dsp:cNvSpPr/>
      </dsp:nvSpPr>
      <dsp:spPr>
        <a:xfrm>
          <a:off x="1591947" y="1673700"/>
          <a:ext cx="3971193" cy="44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noProof="0" dirty="0"/>
            <a:t>(e.g.</a:t>
          </a:r>
          <a:r>
            <a:rPr lang="en-GB" sz="1400" b="0" i="0" u="none" strike="noStrike" kern="1200" baseline="0" noProof="0" dirty="0">
              <a:solidFill>
                <a:schemeClr val="tx1"/>
              </a:solidFill>
              <a:latin typeface="+mn-lt"/>
              <a:ea typeface="+mn-ea"/>
              <a:cs typeface="+mn-cs"/>
            </a:rPr>
            <a:t> personal air monitoring, </a:t>
          </a:r>
          <a:endParaRPr lang="en-GB" sz="1400" kern="1200" noProof="0" dirty="0"/>
        </a:p>
      </dsp:txBody>
      <dsp:txXfrm>
        <a:off x="1591947" y="1673700"/>
        <a:ext cx="3971193" cy="443237"/>
      </dsp:txXfrm>
    </dsp:sp>
    <dsp:sp modelId="{50BD0C5C-E2F4-47C3-92A6-F6FFD0060FEA}">
      <dsp:nvSpPr>
        <dsp:cNvPr id="0" name=""/>
        <dsp:cNvSpPr/>
      </dsp:nvSpPr>
      <dsp:spPr>
        <a:xfrm>
          <a:off x="1516065" y="2116938"/>
          <a:ext cx="404707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132A6D-4007-4453-AC7D-5C58AB32A1D7}">
      <dsp:nvSpPr>
        <dsp:cNvPr id="0" name=""/>
        <dsp:cNvSpPr/>
      </dsp:nvSpPr>
      <dsp:spPr>
        <a:xfrm>
          <a:off x="1591947" y="2181763"/>
          <a:ext cx="3971193" cy="351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u="none" strike="noStrike" kern="1200" baseline="0" noProof="0" dirty="0">
              <a:solidFill>
                <a:schemeClr val="tx1"/>
              </a:solidFill>
              <a:latin typeface="+mn-lt"/>
              <a:ea typeface="+mn-ea"/>
              <a:cs typeface="+mn-cs"/>
            </a:rPr>
            <a:t>room air monitoring, or</a:t>
          </a:r>
          <a:endParaRPr lang="en-GB" sz="1400" kern="1200" noProof="0" dirty="0"/>
        </a:p>
      </dsp:txBody>
      <dsp:txXfrm>
        <a:off x="1591947" y="2181763"/>
        <a:ext cx="3971193" cy="351483"/>
      </dsp:txXfrm>
    </dsp:sp>
    <dsp:sp modelId="{53FCEEBF-5C5E-43C9-8E34-5F7AD27084BE}">
      <dsp:nvSpPr>
        <dsp:cNvPr id="0" name=""/>
        <dsp:cNvSpPr/>
      </dsp:nvSpPr>
      <dsp:spPr>
        <a:xfrm>
          <a:off x="1516065" y="2533247"/>
          <a:ext cx="404707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A2A229-3047-4C9E-94D3-AD0C7EE237FA}">
      <dsp:nvSpPr>
        <dsp:cNvPr id="0" name=""/>
        <dsp:cNvSpPr/>
      </dsp:nvSpPr>
      <dsp:spPr>
        <a:xfrm>
          <a:off x="1591947" y="2598072"/>
          <a:ext cx="3971193" cy="55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u="none" strike="noStrike" kern="1200" baseline="0" noProof="0" dirty="0">
              <a:solidFill>
                <a:schemeClr val="tx1"/>
              </a:solidFill>
              <a:latin typeface="+mn-lt"/>
              <a:ea typeface="+mn-ea"/>
              <a:cs typeface="+mn-cs"/>
            </a:rPr>
            <a:t> biological monitoring</a:t>
          </a:r>
          <a:endParaRPr lang="en-GB" sz="1400" kern="1200" noProof="0" dirty="0"/>
        </a:p>
      </dsp:txBody>
      <dsp:txXfrm>
        <a:off x="1591947" y="2598072"/>
        <a:ext cx="3971193" cy="554815"/>
      </dsp:txXfrm>
    </dsp:sp>
    <dsp:sp modelId="{CDAD6CC3-540E-4041-A03F-B2210106ADFB}">
      <dsp:nvSpPr>
        <dsp:cNvPr id="0" name=""/>
        <dsp:cNvSpPr/>
      </dsp:nvSpPr>
      <dsp:spPr>
        <a:xfrm>
          <a:off x="1516065" y="3152887"/>
          <a:ext cx="404707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FC6D46-7C5D-4751-BD7F-EDF2C7E4CC61}">
      <dsp:nvSpPr>
        <dsp:cNvPr id="0" name=""/>
        <dsp:cNvSpPr/>
      </dsp:nvSpPr>
      <dsp:spPr>
        <a:xfrm>
          <a:off x="0" y="1446"/>
          <a:ext cx="5583236"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3BCAF7-EDDB-4C07-8959-DC4656BAC98B}">
      <dsp:nvSpPr>
        <dsp:cNvPr id="0" name=""/>
        <dsp:cNvSpPr/>
      </dsp:nvSpPr>
      <dsp:spPr>
        <a:xfrm>
          <a:off x="0" y="1446"/>
          <a:ext cx="1116647" cy="986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Measures to manage the risks</a:t>
          </a:r>
          <a:endParaRPr lang="es-ES" sz="1400" kern="1200"/>
        </a:p>
      </dsp:txBody>
      <dsp:txXfrm>
        <a:off x="0" y="1446"/>
        <a:ext cx="1116647" cy="986183"/>
      </dsp:txXfrm>
    </dsp:sp>
    <dsp:sp modelId="{32E22FFD-575C-4BF0-A710-51873557330E}">
      <dsp:nvSpPr>
        <dsp:cNvPr id="0" name=""/>
        <dsp:cNvSpPr/>
      </dsp:nvSpPr>
      <dsp:spPr>
        <a:xfrm>
          <a:off x="1200395" y="46228"/>
          <a:ext cx="4382841" cy="8956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Protective measures to reduce worker &amp; environment exposure to a safe level</a:t>
          </a:r>
          <a:endParaRPr lang="es-ES" sz="1400" kern="1200" dirty="0"/>
        </a:p>
      </dsp:txBody>
      <dsp:txXfrm>
        <a:off x="1200395" y="46228"/>
        <a:ext cx="4382841" cy="895655"/>
      </dsp:txXfrm>
    </dsp:sp>
    <dsp:sp modelId="{2FD45287-F8D2-4817-A7C2-ACE998F4F815}">
      <dsp:nvSpPr>
        <dsp:cNvPr id="0" name=""/>
        <dsp:cNvSpPr/>
      </dsp:nvSpPr>
      <dsp:spPr>
        <a:xfrm>
          <a:off x="1116647" y="941884"/>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9CED75-4257-42BC-8412-9D1C530F8FAA}">
      <dsp:nvSpPr>
        <dsp:cNvPr id="0" name=""/>
        <dsp:cNvSpPr/>
      </dsp:nvSpPr>
      <dsp:spPr>
        <a:xfrm>
          <a:off x="0" y="987630"/>
          <a:ext cx="5583236"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6DD9F6-7BDE-4D01-BA4A-FC9451F783C6}">
      <dsp:nvSpPr>
        <dsp:cNvPr id="0" name=""/>
        <dsp:cNvSpPr/>
      </dsp:nvSpPr>
      <dsp:spPr>
        <a:xfrm>
          <a:off x="0" y="987630"/>
          <a:ext cx="1116647" cy="986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Controls </a:t>
          </a:r>
          <a:endParaRPr lang="es-ES" sz="1400" kern="1200" dirty="0"/>
        </a:p>
      </dsp:txBody>
      <dsp:txXfrm>
        <a:off x="0" y="987630"/>
        <a:ext cx="1116647" cy="986183"/>
      </dsp:txXfrm>
    </dsp:sp>
    <dsp:sp modelId="{835B323E-FD37-445D-BBAD-0813B7E4DE5D}">
      <dsp:nvSpPr>
        <dsp:cNvPr id="0" name=""/>
        <dsp:cNvSpPr/>
      </dsp:nvSpPr>
      <dsp:spPr>
        <a:xfrm>
          <a:off x="1200395" y="999222"/>
          <a:ext cx="4382841" cy="2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Engineered Controls</a:t>
          </a:r>
          <a:endParaRPr lang="es-ES" sz="1400" kern="1200" dirty="0"/>
        </a:p>
      </dsp:txBody>
      <dsp:txXfrm>
        <a:off x="1200395" y="999222"/>
        <a:ext cx="4382841" cy="231859"/>
      </dsp:txXfrm>
    </dsp:sp>
    <dsp:sp modelId="{6DAE7A1A-0B6F-4B90-BD77-DFDAB56362C8}">
      <dsp:nvSpPr>
        <dsp:cNvPr id="0" name=""/>
        <dsp:cNvSpPr/>
      </dsp:nvSpPr>
      <dsp:spPr>
        <a:xfrm>
          <a:off x="1116647" y="1231082"/>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8331A1-4CAA-432B-8200-7FBADBC1DB08}">
      <dsp:nvSpPr>
        <dsp:cNvPr id="0" name=""/>
        <dsp:cNvSpPr/>
      </dsp:nvSpPr>
      <dsp:spPr>
        <a:xfrm>
          <a:off x="1200395" y="1242675"/>
          <a:ext cx="4382841" cy="2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Administrative </a:t>
          </a:r>
          <a:r>
            <a:rPr lang="en-GB" sz="1400" kern="1200" dirty="0"/>
            <a:t>controls </a:t>
          </a:r>
          <a:endParaRPr lang="es-ES" sz="1400" kern="1200" dirty="0"/>
        </a:p>
      </dsp:txBody>
      <dsp:txXfrm>
        <a:off x="1200395" y="1242675"/>
        <a:ext cx="4382841" cy="231859"/>
      </dsp:txXfrm>
    </dsp:sp>
    <dsp:sp modelId="{FCC59076-093E-43D4-AADA-B11AC7A0EEB8}">
      <dsp:nvSpPr>
        <dsp:cNvPr id="0" name=""/>
        <dsp:cNvSpPr/>
      </dsp:nvSpPr>
      <dsp:spPr>
        <a:xfrm>
          <a:off x="1116647" y="1474534"/>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94BD98-3F70-42AF-A564-BA6E7421528F}">
      <dsp:nvSpPr>
        <dsp:cNvPr id="0" name=""/>
        <dsp:cNvSpPr/>
      </dsp:nvSpPr>
      <dsp:spPr>
        <a:xfrm>
          <a:off x="1200395" y="1486127"/>
          <a:ext cx="4382841" cy="2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PPE controls </a:t>
          </a:r>
          <a:endParaRPr lang="es-ES" sz="1400" kern="1200" dirty="0"/>
        </a:p>
      </dsp:txBody>
      <dsp:txXfrm>
        <a:off x="1200395" y="1486127"/>
        <a:ext cx="4382841" cy="231859"/>
      </dsp:txXfrm>
    </dsp:sp>
    <dsp:sp modelId="{22150783-F456-460F-BBCF-8B1206A12F5D}">
      <dsp:nvSpPr>
        <dsp:cNvPr id="0" name=""/>
        <dsp:cNvSpPr/>
      </dsp:nvSpPr>
      <dsp:spPr>
        <a:xfrm>
          <a:off x="1116647" y="1717986"/>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7C5210-F665-4300-B571-CF2CD26BB9E4}">
      <dsp:nvSpPr>
        <dsp:cNvPr id="0" name=""/>
        <dsp:cNvSpPr/>
      </dsp:nvSpPr>
      <dsp:spPr>
        <a:xfrm>
          <a:off x="1200395" y="1729579"/>
          <a:ext cx="4382841" cy="2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Environmental exposure controls</a:t>
          </a:r>
          <a:endParaRPr lang="es-ES" sz="1400" kern="1200" dirty="0"/>
        </a:p>
      </dsp:txBody>
      <dsp:txXfrm>
        <a:off x="1200395" y="1729579"/>
        <a:ext cx="4382841" cy="231859"/>
      </dsp:txXfrm>
    </dsp:sp>
    <dsp:sp modelId="{93B4D0EA-86F1-46BE-AD53-B1E8F1C04579}">
      <dsp:nvSpPr>
        <dsp:cNvPr id="0" name=""/>
        <dsp:cNvSpPr/>
      </dsp:nvSpPr>
      <dsp:spPr>
        <a:xfrm>
          <a:off x="1116647" y="1961438"/>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83C8F3-3E98-4F21-A7B2-C23EE34A2F2D}">
      <dsp:nvSpPr>
        <dsp:cNvPr id="0" name=""/>
        <dsp:cNvSpPr/>
      </dsp:nvSpPr>
      <dsp:spPr>
        <a:xfrm>
          <a:off x="0" y="1973813"/>
          <a:ext cx="5583236"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C5664B-5EAA-417E-B0DD-D885A0B171B4}">
      <dsp:nvSpPr>
        <dsp:cNvPr id="0" name=""/>
        <dsp:cNvSpPr/>
      </dsp:nvSpPr>
      <dsp:spPr>
        <a:xfrm>
          <a:off x="0" y="1973813"/>
          <a:ext cx="1116647" cy="986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When ES are available:</a:t>
          </a:r>
          <a:endParaRPr lang="es-ES" sz="1400" kern="1200" dirty="0"/>
        </a:p>
      </dsp:txBody>
      <dsp:txXfrm>
        <a:off x="0" y="1973813"/>
        <a:ext cx="1116647" cy="986183"/>
      </dsp:txXfrm>
    </dsp:sp>
    <dsp:sp modelId="{F1714C55-CE7C-42EC-8148-8A26006BF103}">
      <dsp:nvSpPr>
        <dsp:cNvPr id="0" name=""/>
        <dsp:cNvSpPr/>
      </dsp:nvSpPr>
      <dsp:spPr>
        <a:xfrm>
          <a:off x="1200395" y="1996735"/>
          <a:ext cx="4382841" cy="458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detailed information on exposure controls </a:t>
          </a:r>
          <a:endParaRPr lang="es-ES" sz="1400" kern="1200" dirty="0"/>
        </a:p>
      </dsp:txBody>
      <dsp:txXfrm>
        <a:off x="1200395" y="1996735"/>
        <a:ext cx="4382841" cy="458421"/>
      </dsp:txXfrm>
    </dsp:sp>
    <dsp:sp modelId="{20249920-5180-431B-B736-0634DA53967D}">
      <dsp:nvSpPr>
        <dsp:cNvPr id="0" name=""/>
        <dsp:cNvSpPr/>
      </dsp:nvSpPr>
      <dsp:spPr>
        <a:xfrm>
          <a:off x="1116647" y="2455156"/>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D03898-F559-4D2F-AB35-56F1A07D2995}">
      <dsp:nvSpPr>
        <dsp:cNvPr id="0" name=""/>
        <dsp:cNvSpPr/>
      </dsp:nvSpPr>
      <dsp:spPr>
        <a:xfrm>
          <a:off x="1200395" y="2478077"/>
          <a:ext cx="4382841" cy="458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Must be consistent with section 8.2 summaries</a:t>
          </a:r>
          <a:endParaRPr lang="es-ES" sz="1400" kern="1200" dirty="0"/>
        </a:p>
      </dsp:txBody>
      <dsp:txXfrm>
        <a:off x="1200395" y="2478077"/>
        <a:ext cx="4382841" cy="458421"/>
      </dsp:txXfrm>
    </dsp:sp>
    <dsp:sp modelId="{31AD33D8-FF0B-42F2-9027-9F18E96673BA}">
      <dsp:nvSpPr>
        <dsp:cNvPr id="0" name=""/>
        <dsp:cNvSpPr/>
      </dsp:nvSpPr>
      <dsp:spPr>
        <a:xfrm>
          <a:off x="1116647" y="2936499"/>
          <a:ext cx="446658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AFFD3A-E8A0-4C15-9690-8BA6CC75BEC6}">
      <dsp:nvSpPr>
        <dsp:cNvPr id="0" name=""/>
        <dsp:cNvSpPr/>
      </dsp:nvSpPr>
      <dsp:spPr>
        <a:xfrm>
          <a:off x="0" y="0"/>
          <a:ext cx="5632084"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3F30BD-7745-4880-817C-6ED08807E3A6}">
      <dsp:nvSpPr>
        <dsp:cNvPr id="0" name=""/>
        <dsp:cNvSpPr/>
      </dsp:nvSpPr>
      <dsp:spPr>
        <a:xfrm>
          <a:off x="0" y="0"/>
          <a:ext cx="2096420" cy="142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Basic physical and chemical properties of chemical substance or mixture</a:t>
          </a:r>
        </a:p>
      </dsp:txBody>
      <dsp:txXfrm>
        <a:off x="0" y="0"/>
        <a:ext cx="2096420" cy="1427815"/>
      </dsp:txXfrm>
    </dsp:sp>
    <dsp:sp modelId="{E8FBB6D9-C366-4E80-AA4D-036B667A7EE0}">
      <dsp:nvSpPr>
        <dsp:cNvPr id="0" name=""/>
        <dsp:cNvSpPr/>
      </dsp:nvSpPr>
      <dsp:spPr>
        <a:xfrm>
          <a:off x="2162586" y="33185"/>
          <a:ext cx="3462686" cy="66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Odour, pH, boiling point etc.</a:t>
          </a:r>
        </a:p>
      </dsp:txBody>
      <dsp:txXfrm>
        <a:off x="2162586" y="33185"/>
        <a:ext cx="3462686" cy="663710"/>
      </dsp:txXfrm>
    </dsp:sp>
    <dsp:sp modelId="{E8E3B998-578D-4CB8-B4C6-F46D928B36D3}">
      <dsp:nvSpPr>
        <dsp:cNvPr id="0" name=""/>
        <dsp:cNvSpPr/>
      </dsp:nvSpPr>
      <dsp:spPr>
        <a:xfrm>
          <a:off x="2096420" y="696896"/>
          <a:ext cx="3528852"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846F5C-A463-4F2D-B0FC-9DFE066FD6A8}">
      <dsp:nvSpPr>
        <dsp:cNvPr id="0" name=""/>
        <dsp:cNvSpPr/>
      </dsp:nvSpPr>
      <dsp:spPr>
        <a:xfrm>
          <a:off x="2162586" y="730081"/>
          <a:ext cx="3462686" cy="66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Which </a:t>
          </a:r>
          <a:r>
            <a:rPr lang="en-GB" sz="1400" kern="1200" dirty="0"/>
            <a:t>are relevant to hazard classification</a:t>
          </a:r>
        </a:p>
      </dsp:txBody>
      <dsp:txXfrm>
        <a:off x="2162586" y="730081"/>
        <a:ext cx="3462686" cy="663710"/>
      </dsp:txXfrm>
    </dsp:sp>
    <dsp:sp modelId="{915A62F3-3A9A-4C09-BA90-DFD3DBBA955E}">
      <dsp:nvSpPr>
        <dsp:cNvPr id="0" name=""/>
        <dsp:cNvSpPr/>
      </dsp:nvSpPr>
      <dsp:spPr>
        <a:xfrm>
          <a:off x="2096420" y="1393792"/>
          <a:ext cx="3528852"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7E7ACD-C3A4-457A-AB24-C172D581BF9D}">
      <dsp:nvSpPr>
        <dsp:cNvPr id="0" name=""/>
        <dsp:cNvSpPr/>
      </dsp:nvSpPr>
      <dsp:spPr>
        <a:xfrm>
          <a:off x="0" y="1427815"/>
          <a:ext cx="5632084"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18D772-A9B9-4B2A-B29A-12B55DCDF1BD}">
      <dsp:nvSpPr>
        <dsp:cNvPr id="0" name=""/>
        <dsp:cNvSpPr/>
      </dsp:nvSpPr>
      <dsp:spPr>
        <a:xfrm>
          <a:off x="0" y="1427815"/>
          <a:ext cx="2295177" cy="142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Physical &amp; chemical properties</a:t>
          </a:r>
        </a:p>
      </dsp:txBody>
      <dsp:txXfrm>
        <a:off x="0" y="1427815"/>
        <a:ext cx="2295177" cy="1427815"/>
      </dsp:txXfrm>
    </dsp:sp>
    <dsp:sp modelId="{E6BECBD0-6E02-46DF-98C7-751B2DF73E97}">
      <dsp:nvSpPr>
        <dsp:cNvPr id="0" name=""/>
        <dsp:cNvSpPr/>
      </dsp:nvSpPr>
      <dsp:spPr>
        <a:xfrm>
          <a:off x="2357713" y="1461000"/>
          <a:ext cx="3272713" cy="66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which are NOT relevant or</a:t>
          </a:r>
        </a:p>
      </dsp:txBody>
      <dsp:txXfrm>
        <a:off x="2357713" y="1461000"/>
        <a:ext cx="3272713" cy="663710"/>
      </dsp:txXfrm>
    </dsp:sp>
    <dsp:sp modelId="{6787326B-F134-4C5E-A20A-5FA7837AA2E7}">
      <dsp:nvSpPr>
        <dsp:cNvPr id="0" name=""/>
        <dsp:cNvSpPr/>
      </dsp:nvSpPr>
      <dsp:spPr>
        <a:xfrm>
          <a:off x="2295177" y="2124711"/>
          <a:ext cx="333524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E43347-FF69-4763-ADCF-98C41EBE0590}">
      <dsp:nvSpPr>
        <dsp:cNvPr id="0" name=""/>
        <dsp:cNvSpPr/>
      </dsp:nvSpPr>
      <dsp:spPr>
        <a:xfrm>
          <a:off x="2357713" y="2157896"/>
          <a:ext cx="3272713" cy="66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where no information is available, and the reason why</a:t>
          </a:r>
        </a:p>
      </dsp:txBody>
      <dsp:txXfrm>
        <a:off x="2357713" y="2157896"/>
        <a:ext cx="3272713" cy="663710"/>
      </dsp:txXfrm>
    </dsp:sp>
    <dsp:sp modelId="{47AB353A-C785-4241-95AD-34103AEC2A25}">
      <dsp:nvSpPr>
        <dsp:cNvPr id="0" name=""/>
        <dsp:cNvSpPr/>
      </dsp:nvSpPr>
      <dsp:spPr>
        <a:xfrm>
          <a:off x="2295177" y="2821607"/>
          <a:ext cx="333524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66A3A-FEAC-47E9-B3F0-F791F98FE0E5}">
      <dsp:nvSpPr>
        <dsp:cNvPr id="0" name=""/>
        <dsp:cNvSpPr/>
      </dsp:nvSpPr>
      <dsp:spPr>
        <a:xfrm>
          <a:off x="0" y="0"/>
          <a:ext cx="50994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215E2F-6E1A-4069-8C58-8FD5691DD1B9}">
      <dsp:nvSpPr>
        <dsp:cNvPr id="0" name=""/>
        <dsp:cNvSpPr/>
      </dsp:nvSpPr>
      <dsp:spPr>
        <a:xfrm>
          <a:off x="0" y="0"/>
          <a:ext cx="1019898" cy="2173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information on:</a:t>
          </a:r>
        </a:p>
      </dsp:txBody>
      <dsp:txXfrm>
        <a:off x="0" y="0"/>
        <a:ext cx="1019898" cy="2173015"/>
      </dsp:txXfrm>
    </dsp:sp>
    <dsp:sp modelId="{2D10E301-DD55-4C89-88E1-1BC9C5700379}">
      <dsp:nvSpPr>
        <dsp:cNvPr id="0" name=""/>
        <dsp:cNvSpPr/>
      </dsp:nvSpPr>
      <dsp:spPr>
        <a:xfrm>
          <a:off x="1096391" y="25544"/>
          <a:ext cx="4003102" cy="510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Stability of the substance or mixture</a:t>
          </a:r>
        </a:p>
      </dsp:txBody>
      <dsp:txXfrm>
        <a:off x="1096391" y="25544"/>
        <a:ext cx="4003102" cy="510892"/>
      </dsp:txXfrm>
    </dsp:sp>
    <dsp:sp modelId="{01EC6B8D-4595-494F-AF59-BF5DB5E53763}">
      <dsp:nvSpPr>
        <dsp:cNvPr id="0" name=""/>
        <dsp:cNvSpPr/>
      </dsp:nvSpPr>
      <dsp:spPr>
        <a:xfrm>
          <a:off x="1019898" y="536436"/>
          <a:ext cx="40795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4323CD-287E-420E-9D72-896222FC8DA2}">
      <dsp:nvSpPr>
        <dsp:cNvPr id="0" name=""/>
        <dsp:cNvSpPr/>
      </dsp:nvSpPr>
      <dsp:spPr>
        <a:xfrm>
          <a:off x="1096391" y="561981"/>
          <a:ext cx="4003102" cy="510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Hazardous reactions under certain conditions of use or if released into the environment</a:t>
          </a:r>
        </a:p>
      </dsp:txBody>
      <dsp:txXfrm>
        <a:off x="1096391" y="561981"/>
        <a:ext cx="4003102" cy="510892"/>
      </dsp:txXfrm>
    </dsp:sp>
    <dsp:sp modelId="{B97922CC-97D8-444F-9508-B427359E6307}">
      <dsp:nvSpPr>
        <dsp:cNvPr id="0" name=""/>
        <dsp:cNvSpPr/>
      </dsp:nvSpPr>
      <dsp:spPr>
        <a:xfrm>
          <a:off x="1019898" y="1072873"/>
          <a:ext cx="40795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71DFCF-60EB-402B-A287-215749F26882}">
      <dsp:nvSpPr>
        <dsp:cNvPr id="0" name=""/>
        <dsp:cNvSpPr/>
      </dsp:nvSpPr>
      <dsp:spPr>
        <a:xfrm>
          <a:off x="1096391" y="1098417"/>
          <a:ext cx="4003102" cy="510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Incompatible materials </a:t>
          </a:r>
        </a:p>
        <a:p>
          <a:pPr marL="0" lvl="0" indent="0" algn="l" defTabSz="622300">
            <a:lnSpc>
              <a:spcPct val="90000"/>
            </a:lnSpc>
            <a:spcBef>
              <a:spcPct val="0"/>
            </a:spcBef>
            <a:spcAft>
              <a:spcPct val="35000"/>
            </a:spcAft>
            <a:buNone/>
          </a:pPr>
          <a:r>
            <a:rPr lang="en-GB" sz="1400" kern="1200" dirty="0"/>
            <a:t>Hazardous decomposition products</a:t>
          </a:r>
        </a:p>
      </dsp:txBody>
      <dsp:txXfrm>
        <a:off x="1096391" y="1098417"/>
        <a:ext cx="4003102" cy="510892"/>
      </dsp:txXfrm>
    </dsp:sp>
    <dsp:sp modelId="{2C22129D-6CB8-445B-A5EA-B6835B1EDBF7}">
      <dsp:nvSpPr>
        <dsp:cNvPr id="0" name=""/>
        <dsp:cNvSpPr/>
      </dsp:nvSpPr>
      <dsp:spPr>
        <a:xfrm>
          <a:off x="1019898" y="1609310"/>
          <a:ext cx="40795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A5AC8B-D123-4968-A029-1939DB3D4A83}">
      <dsp:nvSpPr>
        <dsp:cNvPr id="0" name=""/>
        <dsp:cNvSpPr/>
      </dsp:nvSpPr>
      <dsp:spPr>
        <a:xfrm>
          <a:off x="1096391" y="1634854"/>
          <a:ext cx="4003102" cy="510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Hazards associated with stability &amp; reactivity are related to physical &amp; chemical properties in Section 9</a:t>
          </a:r>
        </a:p>
      </dsp:txBody>
      <dsp:txXfrm>
        <a:off x="1096391" y="1634854"/>
        <a:ext cx="4003102" cy="510892"/>
      </dsp:txXfrm>
    </dsp:sp>
    <dsp:sp modelId="{0B26F28E-2C49-4115-B01D-E5F82AE4FF77}">
      <dsp:nvSpPr>
        <dsp:cNvPr id="0" name=""/>
        <dsp:cNvSpPr/>
      </dsp:nvSpPr>
      <dsp:spPr>
        <a:xfrm>
          <a:off x="1019898" y="2145746"/>
          <a:ext cx="4079595"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B69CA1-F1DF-4E7D-8FD7-6E6E67D852F4}">
      <dsp:nvSpPr>
        <dsp:cNvPr id="0" name=""/>
        <dsp:cNvSpPr/>
      </dsp:nvSpPr>
      <dsp:spPr>
        <a:xfrm>
          <a:off x="0" y="2173015"/>
          <a:ext cx="509949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183CF9-37A3-4742-B5B2-2B146CBCB59F}">
      <dsp:nvSpPr>
        <dsp:cNvPr id="0" name=""/>
        <dsp:cNvSpPr/>
      </dsp:nvSpPr>
      <dsp:spPr>
        <a:xfrm>
          <a:off x="0" y="2173015"/>
          <a:ext cx="5099493" cy="2173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Section 9 indicates measurable properties </a:t>
          </a:r>
        </a:p>
        <a:p>
          <a:pPr marL="0" lvl="0" indent="0" algn="l" defTabSz="622300">
            <a:lnSpc>
              <a:spcPct val="90000"/>
            </a:lnSpc>
            <a:spcBef>
              <a:spcPct val="0"/>
            </a:spcBef>
            <a:spcAft>
              <a:spcPct val="35000"/>
            </a:spcAft>
            <a:buNone/>
          </a:pPr>
          <a:r>
            <a:rPr lang="en-GB" sz="1400" kern="1200" dirty="0"/>
            <a:t>Section 10 qualitative descriptions of possible consequences</a:t>
          </a:r>
        </a:p>
      </dsp:txBody>
      <dsp:txXfrm>
        <a:off x="0" y="2173015"/>
        <a:ext cx="5099493" cy="217301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2BEF1-173F-49FF-BB09-A62E7FD68731}">
      <dsp:nvSpPr>
        <dsp:cNvPr id="0" name=""/>
        <dsp:cNvSpPr/>
      </dsp:nvSpPr>
      <dsp:spPr>
        <a:xfrm>
          <a:off x="0" y="1108"/>
          <a:ext cx="4391236"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AC497B-8012-4CF2-BE43-64F722872529}">
      <dsp:nvSpPr>
        <dsp:cNvPr id="0" name=""/>
        <dsp:cNvSpPr/>
      </dsp:nvSpPr>
      <dsp:spPr>
        <a:xfrm>
          <a:off x="0" y="1108"/>
          <a:ext cx="1138404" cy="1317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Intended for:</a:t>
          </a:r>
        </a:p>
      </dsp:txBody>
      <dsp:txXfrm>
        <a:off x="0" y="1108"/>
        <a:ext cx="1138404" cy="1317597"/>
      </dsp:txXfrm>
    </dsp:sp>
    <dsp:sp modelId="{5668B564-4898-486C-B22D-343DF0034099}">
      <dsp:nvSpPr>
        <dsp:cNvPr id="0" name=""/>
        <dsp:cNvSpPr/>
      </dsp:nvSpPr>
      <dsp:spPr>
        <a:xfrm>
          <a:off x="1199384" y="27404"/>
          <a:ext cx="3191279" cy="525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medical professionals</a:t>
          </a:r>
        </a:p>
      </dsp:txBody>
      <dsp:txXfrm>
        <a:off x="1199384" y="27404"/>
        <a:ext cx="3191279" cy="525921"/>
      </dsp:txXfrm>
    </dsp:sp>
    <dsp:sp modelId="{314E6979-E31F-4FC2-9369-3EB6F007F351}">
      <dsp:nvSpPr>
        <dsp:cNvPr id="0" name=""/>
        <dsp:cNvSpPr/>
      </dsp:nvSpPr>
      <dsp:spPr>
        <a:xfrm>
          <a:off x="1138404" y="553326"/>
          <a:ext cx="325225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819A59-960E-4CBF-9A59-C71CC3AF66FB}">
      <dsp:nvSpPr>
        <dsp:cNvPr id="0" name=""/>
        <dsp:cNvSpPr/>
      </dsp:nvSpPr>
      <dsp:spPr>
        <a:xfrm>
          <a:off x="1199384" y="579622"/>
          <a:ext cx="3191279" cy="525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Occupational health &amp; safety professionals</a:t>
          </a:r>
        </a:p>
      </dsp:txBody>
      <dsp:txXfrm>
        <a:off x="1199384" y="579622"/>
        <a:ext cx="3191279" cy="525921"/>
      </dsp:txXfrm>
    </dsp:sp>
    <dsp:sp modelId="{659CFB60-F400-4ABC-ADCF-C9D9A0A8383E}">
      <dsp:nvSpPr>
        <dsp:cNvPr id="0" name=""/>
        <dsp:cNvSpPr/>
      </dsp:nvSpPr>
      <dsp:spPr>
        <a:xfrm>
          <a:off x="1138404" y="1105544"/>
          <a:ext cx="325225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CD0F9D-AA09-41BD-B300-C3A764BFFFA3}">
      <dsp:nvSpPr>
        <dsp:cNvPr id="0" name=""/>
        <dsp:cNvSpPr/>
      </dsp:nvSpPr>
      <dsp:spPr>
        <a:xfrm>
          <a:off x="1199384" y="1131840"/>
          <a:ext cx="3191279" cy="525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Toxicologists</a:t>
          </a:r>
        </a:p>
      </dsp:txBody>
      <dsp:txXfrm>
        <a:off x="1199384" y="1131840"/>
        <a:ext cx="3191279" cy="525921"/>
      </dsp:txXfrm>
    </dsp:sp>
    <dsp:sp modelId="{D8262AA3-D5BC-4527-82DE-0D2CFAC35F98}">
      <dsp:nvSpPr>
        <dsp:cNvPr id="0" name=""/>
        <dsp:cNvSpPr/>
      </dsp:nvSpPr>
      <dsp:spPr>
        <a:xfrm>
          <a:off x="1138404" y="1657762"/>
          <a:ext cx="325225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A484D3-C2C0-4FE7-93F9-B43567B06BE4}">
      <dsp:nvSpPr>
        <dsp:cNvPr id="0" name=""/>
        <dsp:cNvSpPr/>
      </dsp:nvSpPr>
      <dsp:spPr>
        <a:xfrm>
          <a:off x="0" y="1684058"/>
          <a:ext cx="4391236"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093FBC-8255-40A3-9703-A65EAA4165F8}">
      <dsp:nvSpPr>
        <dsp:cNvPr id="0" name=""/>
        <dsp:cNvSpPr/>
      </dsp:nvSpPr>
      <dsp:spPr>
        <a:xfrm>
          <a:off x="0" y="1684058"/>
          <a:ext cx="1124707" cy="1700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1684058"/>
        <a:ext cx="1124707" cy="1700569"/>
      </dsp:txXfrm>
    </dsp:sp>
    <dsp:sp modelId="{FF2384F8-AE82-4EDF-A83B-CCBCCF7297C8}">
      <dsp:nvSpPr>
        <dsp:cNvPr id="0" name=""/>
        <dsp:cNvSpPr/>
      </dsp:nvSpPr>
      <dsp:spPr>
        <a:xfrm>
          <a:off x="1185880" y="1697535"/>
          <a:ext cx="3201378" cy="269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Routes of exposure</a:t>
          </a:r>
        </a:p>
      </dsp:txBody>
      <dsp:txXfrm>
        <a:off x="1185880" y="1697535"/>
        <a:ext cx="3201378" cy="269534"/>
      </dsp:txXfrm>
    </dsp:sp>
    <dsp:sp modelId="{63507D77-E974-4A51-8C46-15C917C4D7E8}">
      <dsp:nvSpPr>
        <dsp:cNvPr id="0" name=""/>
        <dsp:cNvSpPr/>
      </dsp:nvSpPr>
      <dsp:spPr>
        <a:xfrm>
          <a:off x="1124707" y="1967069"/>
          <a:ext cx="32625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34C4E8-03E0-4C59-8206-A753D8543A74}">
      <dsp:nvSpPr>
        <dsp:cNvPr id="0" name=""/>
        <dsp:cNvSpPr/>
      </dsp:nvSpPr>
      <dsp:spPr>
        <a:xfrm>
          <a:off x="1185880" y="1980546"/>
          <a:ext cx="3201378" cy="269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Symptoms</a:t>
          </a:r>
        </a:p>
      </dsp:txBody>
      <dsp:txXfrm>
        <a:off x="1185880" y="1980546"/>
        <a:ext cx="3201378" cy="269534"/>
      </dsp:txXfrm>
    </dsp:sp>
    <dsp:sp modelId="{02C1A451-C392-4D42-8A58-BAB085F93416}">
      <dsp:nvSpPr>
        <dsp:cNvPr id="0" name=""/>
        <dsp:cNvSpPr/>
      </dsp:nvSpPr>
      <dsp:spPr>
        <a:xfrm>
          <a:off x="1124707" y="2250081"/>
          <a:ext cx="32625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E9A573-8009-40AD-933E-B2A50D7EE654}">
      <dsp:nvSpPr>
        <dsp:cNvPr id="0" name=""/>
        <dsp:cNvSpPr/>
      </dsp:nvSpPr>
      <dsp:spPr>
        <a:xfrm>
          <a:off x="1185880" y="2263558"/>
          <a:ext cx="3201378" cy="269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Immediate &amp; delayed adverse effects</a:t>
          </a:r>
        </a:p>
      </dsp:txBody>
      <dsp:txXfrm>
        <a:off x="1185880" y="2263558"/>
        <a:ext cx="3201378" cy="269534"/>
      </dsp:txXfrm>
    </dsp:sp>
    <dsp:sp modelId="{D0029985-C08E-4586-A575-18FF844174CC}">
      <dsp:nvSpPr>
        <dsp:cNvPr id="0" name=""/>
        <dsp:cNvSpPr/>
      </dsp:nvSpPr>
      <dsp:spPr>
        <a:xfrm>
          <a:off x="1124707" y="2533093"/>
          <a:ext cx="32625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184856-C8E3-4764-AC0F-5312F07175B3}">
      <dsp:nvSpPr>
        <dsp:cNvPr id="0" name=""/>
        <dsp:cNvSpPr/>
      </dsp:nvSpPr>
      <dsp:spPr>
        <a:xfrm>
          <a:off x="1185880" y="2546569"/>
          <a:ext cx="3201378" cy="52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Chronic effects from short &amp; long-term exposure</a:t>
          </a:r>
        </a:p>
      </dsp:txBody>
      <dsp:txXfrm>
        <a:off x="1185880" y="2546569"/>
        <a:ext cx="3201378" cy="521490"/>
      </dsp:txXfrm>
    </dsp:sp>
    <dsp:sp modelId="{E4773CBF-6E0A-4810-A438-165C2D5BDE6C}">
      <dsp:nvSpPr>
        <dsp:cNvPr id="0" name=""/>
        <dsp:cNvSpPr/>
      </dsp:nvSpPr>
      <dsp:spPr>
        <a:xfrm>
          <a:off x="1124707" y="3068060"/>
          <a:ext cx="32625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8B494A-1E5C-4843-8CE4-694C6E446D89}">
      <dsp:nvSpPr>
        <dsp:cNvPr id="0" name=""/>
        <dsp:cNvSpPr/>
      </dsp:nvSpPr>
      <dsp:spPr>
        <a:xfrm>
          <a:off x="1185880" y="3081537"/>
          <a:ext cx="3201378" cy="269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Test methodologies</a:t>
          </a:r>
        </a:p>
      </dsp:txBody>
      <dsp:txXfrm>
        <a:off x="1185880" y="3081537"/>
        <a:ext cx="3201378" cy="269534"/>
      </dsp:txXfrm>
    </dsp:sp>
    <dsp:sp modelId="{9492D5C1-01DF-4935-B96C-240F5F53EFA0}">
      <dsp:nvSpPr>
        <dsp:cNvPr id="0" name=""/>
        <dsp:cNvSpPr/>
      </dsp:nvSpPr>
      <dsp:spPr>
        <a:xfrm>
          <a:off x="1124707" y="3351072"/>
          <a:ext cx="326255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010F8-7B2A-4B6E-AE25-E3F0EBC1FBC5}">
      <dsp:nvSpPr>
        <dsp:cNvPr id="0" name=""/>
        <dsp:cNvSpPr/>
      </dsp:nvSpPr>
      <dsp:spPr>
        <a:xfrm>
          <a:off x="0" y="253"/>
          <a:ext cx="536225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4C550A-B130-4D40-81C5-65522DBE9A56}">
      <dsp:nvSpPr>
        <dsp:cNvPr id="0" name=""/>
        <dsp:cNvSpPr/>
      </dsp:nvSpPr>
      <dsp:spPr>
        <a:xfrm>
          <a:off x="0" y="253"/>
          <a:ext cx="1703291" cy="172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253"/>
        <a:ext cx="1703291" cy="1726795"/>
      </dsp:txXfrm>
    </dsp:sp>
    <dsp:sp modelId="{1E1CF9C3-41E7-429A-9CD0-ABC00ECFB6D7}">
      <dsp:nvSpPr>
        <dsp:cNvPr id="0" name=""/>
        <dsp:cNvSpPr/>
      </dsp:nvSpPr>
      <dsp:spPr>
        <a:xfrm>
          <a:off x="1771785" y="27234"/>
          <a:ext cx="3584539" cy="539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Environmental Impact due to release</a:t>
          </a:r>
          <a:endParaRPr lang="en-GB" sz="1300" kern="1200" dirty="0"/>
        </a:p>
      </dsp:txBody>
      <dsp:txXfrm>
        <a:off x="1771785" y="27234"/>
        <a:ext cx="3584539" cy="539623"/>
      </dsp:txXfrm>
    </dsp:sp>
    <dsp:sp modelId="{D90FC060-8036-4E3C-B065-335973FA4FE3}">
      <dsp:nvSpPr>
        <dsp:cNvPr id="0" name=""/>
        <dsp:cNvSpPr/>
      </dsp:nvSpPr>
      <dsp:spPr>
        <a:xfrm>
          <a:off x="1703291" y="566857"/>
          <a:ext cx="365303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F86993-6EA2-4785-8B6A-E93BF20325CB}">
      <dsp:nvSpPr>
        <dsp:cNvPr id="0" name=""/>
        <dsp:cNvSpPr/>
      </dsp:nvSpPr>
      <dsp:spPr>
        <a:xfrm>
          <a:off x="1771785" y="593839"/>
          <a:ext cx="3584539" cy="539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a:t>How chemical was tested</a:t>
          </a:r>
          <a:endParaRPr lang="en-GB" sz="1300" kern="1200" dirty="0"/>
        </a:p>
      </dsp:txBody>
      <dsp:txXfrm>
        <a:off x="1771785" y="593839"/>
        <a:ext cx="3584539" cy="539623"/>
      </dsp:txXfrm>
    </dsp:sp>
    <dsp:sp modelId="{A5D4D74F-D321-42EC-BD24-2E629A7DF10F}">
      <dsp:nvSpPr>
        <dsp:cNvPr id="0" name=""/>
        <dsp:cNvSpPr/>
      </dsp:nvSpPr>
      <dsp:spPr>
        <a:xfrm>
          <a:off x="1703291" y="1133462"/>
          <a:ext cx="365303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465FAB-D34C-41FD-835A-F1FBF1C36687}">
      <dsp:nvSpPr>
        <dsp:cNvPr id="0" name=""/>
        <dsp:cNvSpPr/>
      </dsp:nvSpPr>
      <dsp:spPr>
        <a:xfrm>
          <a:off x="1771785" y="1160443"/>
          <a:ext cx="3584539" cy="539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PBT &amp; </a:t>
          </a:r>
          <a:r>
            <a:rPr lang="en-GB" sz="1300" kern="1200" dirty="0" err="1"/>
            <a:t>vPvB</a:t>
          </a:r>
          <a:r>
            <a:rPr lang="en-GB" sz="1300" kern="1200" dirty="0"/>
            <a:t> assessment results</a:t>
          </a:r>
        </a:p>
      </dsp:txBody>
      <dsp:txXfrm>
        <a:off x="1771785" y="1160443"/>
        <a:ext cx="3584539" cy="539623"/>
      </dsp:txXfrm>
    </dsp:sp>
    <dsp:sp modelId="{E5F40B72-FE1A-499F-85FA-D7DA005C672A}">
      <dsp:nvSpPr>
        <dsp:cNvPr id="0" name=""/>
        <dsp:cNvSpPr/>
      </dsp:nvSpPr>
      <dsp:spPr>
        <a:xfrm>
          <a:off x="1703291" y="1700067"/>
          <a:ext cx="3653034"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D94AC8-1CA0-40A9-8B91-CA2FA82AB691}">
      <dsp:nvSpPr>
        <dsp:cNvPr id="0" name=""/>
        <dsp:cNvSpPr/>
      </dsp:nvSpPr>
      <dsp:spPr>
        <a:xfrm>
          <a:off x="0" y="1727048"/>
          <a:ext cx="536225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EA7B7D-11C0-49D8-8A46-E4E5234A0051}">
      <dsp:nvSpPr>
        <dsp:cNvPr id="0" name=""/>
        <dsp:cNvSpPr/>
      </dsp:nvSpPr>
      <dsp:spPr>
        <a:xfrm>
          <a:off x="0" y="1727048"/>
          <a:ext cx="5362251" cy="44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Provides basis for classification &amp; RMM given in SDS.</a:t>
          </a:r>
        </a:p>
      </dsp:txBody>
      <dsp:txXfrm>
        <a:off x="0" y="1727048"/>
        <a:ext cx="5362251" cy="444995"/>
      </dsp:txXfrm>
    </dsp:sp>
    <dsp:sp modelId="{580BE594-F62E-43C4-9279-420E61B2EA4A}">
      <dsp:nvSpPr>
        <dsp:cNvPr id="0" name=""/>
        <dsp:cNvSpPr/>
      </dsp:nvSpPr>
      <dsp:spPr>
        <a:xfrm>
          <a:off x="0" y="2172043"/>
          <a:ext cx="5362251"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4561BE-B647-443E-ACB6-4E2F0B36545D}">
      <dsp:nvSpPr>
        <dsp:cNvPr id="0" name=""/>
        <dsp:cNvSpPr/>
      </dsp:nvSpPr>
      <dsp:spPr>
        <a:xfrm>
          <a:off x="0" y="2172043"/>
          <a:ext cx="1628975" cy="172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This information may assist in</a:t>
          </a:r>
        </a:p>
      </dsp:txBody>
      <dsp:txXfrm>
        <a:off x="0" y="2172043"/>
        <a:ext cx="1628975" cy="1726795"/>
      </dsp:txXfrm>
    </dsp:sp>
    <dsp:sp modelId="{4A56F7EC-1E59-48BF-A982-B58194003901}">
      <dsp:nvSpPr>
        <dsp:cNvPr id="0" name=""/>
        <dsp:cNvSpPr/>
      </dsp:nvSpPr>
      <dsp:spPr>
        <a:xfrm>
          <a:off x="1698962" y="2188316"/>
          <a:ext cx="3662643" cy="32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handling spills, </a:t>
          </a:r>
        </a:p>
      </dsp:txBody>
      <dsp:txXfrm>
        <a:off x="1698962" y="2188316"/>
        <a:ext cx="3662643" cy="325460"/>
      </dsp:txXfrm>
    </dsp:sp>
    <dsp:sp modelId="{A14FA7D1-8BE2-469D-82B3-419A4731278E}">
      <dsp:nvSpPr>
        <dsp:cNvPr id="0" name=""/>
        <dsp:cNvSpPr/>
      </dsp:nvSpPr>
      <dsp:spPr>
        <a:xfrm>
          <a:off x="1628975" y="2513776"/>
          <a:ext cx="373263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5A34B3-870F-48C8-9E73-5D63D3B63021}">
      <dsp:nvSpPr>
        <dsp:cNvPr id="0" name=""/>
        <dsp:cNvSpPr/>
      </dsp:nvSpPr>
      <dsp:spPr>
        <a:xfrm>
          <a:off x="1698962" y="2530050"/>
          <a:ext cx="3662643" cy="32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evaluating waste treatment practices,</a:t>
          </a:r>
        </a:p>
      </dsp:txBody>
      <dsp:txXfrm>
        <a:off x="1698962" y="2530050"/>
        <a:ext cx="3662643" cy="325460"/>
      </dsp:txXfrm>
    </dsp:sp>
    <dsp:sp modelId="{8A46BB40-08C2-447F-B62E-562B7B75430A}">
      <dsp:nvSpPr>
        <dsp:cNvPr id="0" name=""/>
        <dsp:cNvSpPr/>
      </dsp:nvSpPr>
      <dsp:spPr>
        <a:xfrm>
          <a:off x="1628975" y="2855510"/>
          <a:ext cx="373263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384589-B6A7-4696-AADA-14C66317A6DD}">
      <dsp:nvSpPr>
        <dsp:cNvPr id="0" name=""/>
        <dsp:cNvSpPr/>
      </dsp:nvSpPr>
      <dsp:spPr>
        <a:xfrm>
          <a:off x="1698962" y="2871783"/>
          <a:ext cx="3662643" cy="32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control of release,</a:t>
          </a:r>
        </a:p>
      </dsp:txBody>
      <dsp:txXfrm>
        <a:off x="1698962" y="2871783"/>
        <a:ext cx="3662643" cy="325460"/>
      </dsp:txXfrm>
    </dsp:sp>
    <dsp:sp modelId="{69091B64-E822-4204-A060-66E0CDB21C50}">
      <dsp:nvSpPr>
        <dsp:cNvPr id="0" name=""/>
        <dsp:cNvSpPr/>
      </dsp:nvSpPr>
      <dsp:spPr>
        <a:xfrm>
          <a:off x="1628975" y="3197243"/>
          <a:ext cx="373263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48D5A6-C31D-4BBC-92C3-43174855169E}">
      <dsp:nvSpPr>
        <dsp:cNvPr id="0" name=""/>
        <dsp:cNvSpPr/>
      </dsp:nvSpPr>
      <dsp:spPr>
        <a:xfrm>
          <a:off x="1698962" y="3213516"/>
          <a:ext cx="3662643" cy="32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solidFill>
                <a:srgbClr val="63666A">
                  <a:hueOff val="0"/>
                  <a:satOff val="0"/>
                  <a:lumOff val="0"/>
                  <a:alphaOff val="0"/>
                </a:srgbClr>
              </a:solidFill>
              <a:latin typeface="GE Inspira Sans"/>
              <a:ea typeface="+mn-ea"/>
              <a:cs typeface="+mn-cs"/>
            </a:rPr>
            <a:t> accidental release measures, </a:t>
          </a:r>
        </a:p>
      </dsp:txBody>
      <dsp:txXfrm>
        <a:off x="1698962" y="3213516"/>
        <a:ext cx="3662643" cy="325460"/>
      </dsp:txXfrm>
    </dsp:sp>
    <dsp:sp modelId="{3DC502A9-BEE5-4F7F-A790-B7FD434D1480}">
      <dsp:nvSpPr>
        <dsp:cNvPr id="0" name=""/>
        <dsp:cNvSpPr/>
      </dsp:nvSpPr>
      <dsp:spPr>
        <a:xfrm>
          <a:off x="1628975" y="3538977"/>
          <a:ext cx="373263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CBAE13-368D-476B-8A25-C83AA95D3DAA}">
      <dsp:nvSpPr>
        <dsp:cNvPr id="0" name=""/>
        <dsp:cNvSpPr/>
      </dsp:nvSpPr>
      <dsp:spPr>
        <a:xfrm>
          <a:off x="1698962" y="3555250"/>
          <a:ext cx="3662643" cy="32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solidFill>
                <a:srgbClr val="63666A">
                  <a:hueOff val="0"/>
                  <a:satOff val="0"/>
                  <a:lumOff val="0"/>
                  <a:alphaOff val="0"/>
                </a:srgbClr>
              </a:solidFill>
              <a:latin typeface="GE Inspira Sans"/>
              <a:ea typeface="+mn-ea"/>
              <a:cs typeface="+mn-cs"/>
            </a:rPr>
            <a:t> </a:t>
          </a:r>
          <a:r>
            <a:rPr lang="en-GB" sz="1400" kern="1200" dirty="0">
              <a:solidFill>
                <a:srgbClr val="63666A">
                  <a:hueOff val="0"/>
                  <a:satOff val="0"/>
                  <a:lumOff val="0"/>
                  <a:alphaOff val="0"/>
                </a:srgbClr>
              </a:solidFill>
              <a:latin typeface="GE Inspira Sans"/>
              <a:ea typeface="+mn-ea"/>
              <a:cs typeface="+mn-cs"/>
            </a:rPr>
            <a:t>transport.</a:t>
          </a:r>
        </a:p>
      </dsp:txBody>
      <dsp:txXfrm>
        <a:off x="1698962" y="3555250"/>
        <a:ext cx="3662643" cy="325460"/>
      </dsp:txXfrm>
    </dsp:sp>
    <dsp:sp modelId="{7DF677B9-CD8F-419E-BBBF-16622A2A6680}">
      <dsp:nvSpPr>
        <dsp:cNvPr id="0" name=""/>
        <dsp:cNvSpPr/>
      </dsp:nvSpPr>
      <dsp:spPr>
        <a:xfrm>
          <a:off x="1628975" y="3880710"/>
          <a:ext cx="373263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1D3050-57A3-4D59-9E63-718123B34255}">
      <dsp:nvSpPr>
        <dsp:cNvPr id="0" name=""/>
        <dsp:cNvSpPr/>
      </dsp:nvSpPr>
      <dsp:spPr>
        <a:xfrm>
          <a:off x="0" y="0"/>
          <a:ext cx="561143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A9A34-CBC1-49DE-8DD1-57A64A5E7E2C}">
      <dsp:nvSpPr>
        <dsp:cNvPr id="0" name=""/>
        <dsp:cNvSpPr/>
      </dsp:nvSpPr>
      <dsp:spPr>
        <a:xfrm>
          <a:off x="0" y="0"/>
          <a:ext cx="1122287" cy="1106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0"/>
        <a:ext cx="1122287" cy="1106601"/>
      </dsp:txXfrm>
    </dsp:sp>
    <dsp:sp modelId="{25516D3F-B739-4D51-9864-E2F2359FF55D}">
      <dsp:nvSpPr>
        <dsp:cNvPr id="0" name=""/>
        <dsp:cNvSpPr/>
      </dsp:nvSpPr>
      <dsp:spPr>
        <a:xfrm>
          <a:off x="1206459" y="25719"/>
          <a:ext cx="4404978" cy="514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Waste Management of Substances or mixtures</a:t>
          </a:r>
        </a:p>
      </dsp:txBody>
      <dsp:txXfrm>
        <a:off x="1206459" y="25719"/>
        <a:ext cx="4404978" cy="514396"/>
      </dsp:txXfrm>
    </dsp:sp>
    <dsp:sp modelId="{419E52BA-5300-4616-AC0D-A5BADF1D5355}">
      <dsp:nvSpPr>
        <dsp:cNvPr id="0" name=""/>
        <dsp:cNvSpPr/>
      </dsp:nvSpPr>
      <dsp:spPr>
        <a:xfrm>
          <a:off x="1122287" y="540116"/>
          <a:ext cx="448915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1DE5BA-9549-4D85-9B9A-6B9D6212A98F}">
      <dsp:nvSpPr>
        <dsp:cNvPr id="0" name=""/>
        <dsp:cNvSpPr/>
      </dsp:nvSpPr>
      <dsp:spPr>
        <a:xfrm>
          <a:off x="1206459" y="565836"/>
          <a:ext cx="4404978" cy="514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Appropriate treatment methods waste (including packaging)</a:t>
          </a:r>
        </a:p>
      </dsp:txBody>
      <dsp:txXfrm>
        <a:off x="1206459" y="565836"/>
        <a:ext cx="4404978" cy="514396"/>
      </dsp:txXfrm>
    </dsp:sp>
    <dsp:sp modelId="{DF30B8FB-5C98-4C37-98A2-D040C4B2F997}">
      <dsp:nvSpPr>
        <dsp:cNvPr id="0" name=""/>
        <dsp:cNvSpPr/>
      </dsp:nvSpPr>
      <dsp:spPr>
        <a:xfrm>
          <a:off x="1122287" y="1080233"/>
          <a:ext cx="448915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C2D06F-226D-4EE7-936B-B7944C8BBC3C}">
      <dsp:nvSpPr>
        <dsp:cNvPr id="0" name=""/>
        <dsp:cNvSpPr/>
      </dsp:nvSpPr>
      <dsp:spPr>
        <a:xfrm>
          <a:off x="0" y="1106601"/>
          <a:ext cx="561143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885D7D-D71E-46E3-AC4A-ACC099D95FFE}">
      <dsp:nvSpPr>
        <dsp:cNvPr id="0" name=""/>
        <dsp:cNvSpPr/>
      </dsp:nvSpPr>
      <dsp:spPr>
        <a:xfrm>
          <a:off x="0" y="1106601"/>
          <a:ext cx="1122287" cy="1106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Waste disposal</a:t>
          </a:r>
        </a:p>
      </dsp:txBody>
      <dsp:txXfrm>
        <a:off x="0" y="1106601"/>
        <a:ext cx="1122287" cy="1106601"/>
      </dsp:txXfrm>
    </dsp:sp>
    <dsp:sp modelId="{3C8B949E-5618-4E7D-B1CE-845B9852EC64}">
      <dsp:nvSpPr>
        <dsp:cNvPr id="0" name=""/>
        <dsp:cNvSpPr/>
      </dsp:nvSpPr>
      <dsp:spPr>
        <a:xfrm>
          <a:off x="1206459" y="1132321"/>
          <a:ext cx="4404978" cy="514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Should be in accordance with local, national and European legislation</a:t>
          </a:r>
        </a:p>
      </dsp:txBody>
      <dsp:txXfrm>
        <a:off x="1206459" y="1132321"/>
        <a:ext cx="4404978" cy="514396"/>
      </dsp:txXfrm>
    </dsp:sp>
    <dsp:sp modelId="{28122278-3910-42E3-ADDA-1283E0ADF5FE}">
      <dsp:nvSpPr>
        <dsp:cNvPr id="0" name=""/>
        <dsp:cNvSpPr/>
      </dsp:nvSpPr>
      <dsp:spPr>
        <a:xfrm>
          <a:off x="1122287" y="1646718"/>
          <a:ext cx="448915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D2AF62-4E86-4206-B22E-7953B3491812}">
      <dsp:nvSpPr>
        <dsp:cNvPr id="0" name=""/>
        <dsp:cNvSpPr/>
      </dsp:nvSpPr>
      <dsp:spPr>
        <a:xfrm>
          <a:off x="1206459" y="1672437"/>
          <a:ext cx="4404978" cy="514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solidFill>
                <a:schemeClr val="tx1">
                  <a:lumMod val="50000"/>
                </a:schemeClr>
              </a:solidFill>
            </a:rPr>
            <a:t>The legal responsibility for disposal rests with the disposer</a:t>
          </a:r>
        </a:p>
      </dsp:txBody>
      <dsp:txXfrm>
        <a:off x="1206459" y="1672437"/>
        <a:ext cx="4404978" cy="514396"/>
      </dsp:txXfrm>
    </dsp:sp>
    <dsp:sp modelId="{E9C61B37-00BA-4A71-860E-667761230444}">
      <dsp:nvSpPr>
        <dsp:cNvPr id="0" name=""/>
        <dsp:cNvSpPr/>
      </dsp:nvSpPr>
      <dsp:spPr>
        <a:xfrm>
          <a:off x="1122287" y="2186834"/>
          <a:ext cx="4489150"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5520B-625F-4034-AD14-978E62067DB3}">
      <dsp:nvSpPr>
        <dsp:cNvPr id="0" name=""/>
        <dsp:cNvSpPr/>
      </dsp:nvSpPr>
      <dsp:spPr>
        <a:xfrm>
          <a:off x="0" y="0"/>
          <a:ext cx="5541708"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E9185A-0A1D-4F0A-A33D-AD1E60674E92}">
      <dsp:nvSpPr>
        <dsp:cNvPr id="0" name=""/>
        <dsp:cNvSpPr/>
      </dsp:nvSpPr>
      <dsp:spPr>
        <a:xfrm>
          <a:off x="0" y="0"/>
          <a:ext cx="1108341" cy="2957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0"/>
        <a:ext cx="1108341" cy="2957907"/>
      </dsp:txXfrm>
    </dsp:sp>
    <dsp:sp modelId="{6A878F9E-34F6-4D40-95E5-E10F07978D11}">
      <dsp:nvSpPr>
        <dsp:cNvPr id="0" name=""/>
        <dsp:cNvSpPr/>
      </dsp:nvSpPr>
      <dsp:spPr>
        <a:xfrm>
          <a:off x="1191467" y="27874"/>
          <a:ext cx="4350240" cy="557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Transportation classification for the chemical </a:t>
          </a:r>
        </a:p>
        <a:p>
          <a:pPr marL="0" lvl="0" indent="0" algn="l" defTabSz="577850">
            <a:lnSpc>
              <a:spcPct val="90000"/>
            </a:lnSpc>
            <a:spcBef>
              <a:spcPct val="0"/>
            </a:spcBef>
            <a:spcAft>
              <a:spcPct val="35000"/>
            </a:spcAft>
            <a:buNone/>
          </a:pPr>
          <a:r>
            <a:rPr lang="en-GB" sz="1300" kern="1200" dirty="0"/>
            <a:t>(e.g. Road , Rail, Sea, Inland waterways and Air)</a:t>
          </a:r>
        </a:p>
      </dsp:txBody>
      <dsp:txXfrm>
        <a:off x="1191467" y="27874"/>
        <a:ext cx="4350240" cy="557496"/>
      </dsp:txXfrm>
    </dsp:sp>
    <dsp:sp modelId="{C0EC0607-FFC8-471D-BA38-A919303AE1E3}">
      <dsp:nvSpPr>
        <dsp:cNvPr id="0" name=""/>
        <dsp:cNvSpPr/>
      </dsp:nvSpPr>
      <dsp:spPr>
        <a:xfrm>
          <a:off x="1108341" y="585370"/>
          <a:ext cx="443336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8A748C-4D16-4349-A23E-66D8C2C153C8}">
      <dsp:nvSpPr>
        <dsp:cNvPr id="0" name=""/>
        <dsp:cNvSpPr/>
      </dsp:nvSpPr>
      <dsp:spPr>
        <a:xfrm>
          <a:off x="1191467" y="613245"/>
          <a:ext cx="4350240" cy="557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UN Number</a:t>
          </a:r>
        </a:p>
      </dsp:txBody>
      <dsp:txXfrm>
        <a:off x="1191467" y="613245"/>
        <a:ext cx="4350240" cy="557496"/>
      </dsp:txXfrm>
    </dsp:sp>
    <dsp:sp modelId="{27C8CF73-0ACD-4DE2-8773-67F5E6925ADF}">
      <dsp:nvSpPr>
        <dsp:cNvPr id="0" name=""/>
        <dsp:cNvSpPr/>
      </dsp:nvSpPr>
      <dsp:spPr>
        <a:xfrm>
          <a:off x="1108341" y="1170741"/>
          <a:ext cx="443336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801357-C24E-4F2F-9EA0-FC3CF4EBC846}">
      <dsp:nvSpPr>
        <dsp:cNvPr id="0" name=""/>
        <dsp:cNvSpPr/>
      </dsp:nvSpPr>
      <dsp:spPr>
        <a:xfrm>
          <a:off x="1191467" y="1198616"/>
          <a:ext cx="4350240" cy="557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Additional information, such as tunnel restriction codes or indication of a marine pollutant</a:t>
          </a:r>
        </a:p>
      </dsp:txBody>
      <dsp:txXfrm>
        <a:off x="1191467" y="1198616"/>
        <a:ext cx="4350240" cy="557496"/>
      </dsp:txXfrm>
    </dsp:sp>
    <dsp:sp modelId="{80F46799-11F9-4074-962D-878766B351CC}">
      <dsp:nvSpPr>
        <dsp:cNvPr id="0" name=""/>
        <dsp:cNvSpPr/>
      </dsp:nvSpPr>
      <dsp:spPr>
        <a:xfrm>
          <a:off x="1108341" y="1756112"/>
          <a:ext cx="443336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C22F5A-055D-4DEF-956D-2A3146E83BAF}">
      <dsp:nvSpPr>
        <dsp:cNvPr id="0" name=""/>
        <dsp:cNvSpPr/>
      </dsp:nvSpPr>
      <dsp:spPr>
        <a:xfrm>
          <a:off x="1191467" y="1783987"/>
          <a:ext cx="4350240" cy="557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Special precautions for the user</a:t>
          </a:r>
        </a:p>
      </dsp:txBody>
      <dsp:txXfrm>
        <a:off x="1191467" y="1783987"/>
        <a:ext cx="4350240" cy="557496"/>
      </dsp:txXfrm>
    </dsp:sp>
    <dsp:sp modelId="{1C7E71D1-FFF5-48BA-9FA7-DCE1EE6210D8}">
      <dsp:nvSpPr>
        <dsp:cNvPr id="0" name=""/>
        <dsp:cNvSpPr/>
      </dsp:nvSpPr>
      <dsp:spPr>
        <a:xfrm>
          <a:off x="1108341" y="2341483"/>
          <a:ext cx="443336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81C65A-677B-4A71-9FCB-7ECF034F149B}">
      <dsp:nvSpPr>
        <dsp:cNvPr id="0" name=""/>
        <dsp:cNvSpPr/>
      </dsp:nvSpPr>
      <dsp:spPr>
        <a:xfrm>
          <a:off x="1191467" y="2369358"/>
          <a:ext cx="4350240" cy="557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Transport in bulk by sea or inland waterways, when applicable</a:t>
          </a:r>
        </a:p>
      </dsp:txBody>
      <dsp:txXfrm>
        <a:off x="1191467" y="2369358"/>
        <a:ext cx="4350240" cy="557496"/>
      </dsp:txXfrm>
    </dsp:sp>
    <dsp:sp modelId="{7E280421-E4F4-4A7B-855B-4E56A04252F5}">
      <dsp:nvSpPr>
        <dsp:cNvPr id="0" name=""/>
        <dsp:cNvSpPr/>
      </dsp:nvSpPr>
      <dsp:spPr>
        <a:xfrm>
          <a:off x="1108341" y="2926854"/>
          <a:ext cx="4433366"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A77AA-E88F-45A0-9F66-88FD0898E2AC}">
      <dsp:nvSpPr>
        <dsp:cNvPr id="0" name=""/>
        <dsp:cNvSpPr/>
      </dsp:nvSpPr>
      <dsp:spPr>
        <a:xfrm>
          <a:off x="0" y="0"/>
          <a:ext cx="541088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2DD712-5825-4476-89F2-778FE5B0E69E}">
      <dsp:nvSpPr>
        <dsp:cNvPr id="0" name=""/>
        <dsp:cNvSpPr/>
      </dsp:nvSpPr>
      <dsp:spPr>
        <a:xfrm>
          <a:off x="0" y="0"/>
          <a:ext cx="1082177" cy="1865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0"/>
        <a:ext cx="1082177" cy="1865541"/>
      </dsp:txXfrm>
    </dsp:sp>
    <dsp:sp modelId="{51E8801C-98D1-4588-8C7C-891B15D1673A}">
      <dsp:nvSpPr>
        <dsp:cNvPr id="0" name=""/>
        <dsp:cNvSpPr/>
      </dsp:nvSpPr>
      <dsp:spPr>
        <a:xfrm>
          <a:off x="1163340" y="29149"/>
          <a:ext cx="4247546" cy="58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Other applicable legislation specific for the chemical</a:t>
          </a:r>
        </a:p>
      </dsp:txBody>
      <dsp:txXfrm>
        <a:off x="1163340" y="29149"/>
        <a:ext cx="4247546" cy="582981"/>
      </dsp:txXfrm>
    </dsp:sp>
    <dsp:sp modelId="{4BE7D85C-52CE-4E11-9FD6-AF590EE03A7C}">
      <dsp:nvSpPr>
        <dsp:cNvPr id="0" name=""/>
        <dsp:cNvSpPr/>
      </dsp:nvSpPr>
      <dsp:spPr>
        <a:xfrm>
          <a:off x="1082177" y="612130"/>
          <a:ext cx="432870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1B5FAF-F793-4CC2-8B2A-F58BF65900D7}">
      <dsp:nvSpPr>
        <dsp:cNvPr id="0" name=""/>
        <dsp:cNvSpPr/>
      </dsp:nvSpPr>
      <dsp:spPr>
        <a:xfrm>
          <a:off x="1163340" y="641279"/>
          <a:ext cx="4247546" cy="58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If a chemical safety assessment (CSA) has been carried </a:t>
          </a:r>
        </a:p>
      </dsp:txBody>
      <dsp:txXfrm>
        <a:off x="1163340" y="641279"/>
        <a:ext cx="4247546" cy="582981"/>
      </dsp:txXfrm>
    </dsp:sp>
    <dsp:sp modelId="{AC1FF261-9BA5-41ED-A34A-8B4443126F24}">
      <dsp:nvSpPr>
        <dsp:cNvPr id="0" name=""/>
        <dsp:cNvSpPr/>
      </dsp:nvSpPr>
      <dsp:spPr>
        <a:xfrm>
          <a:off x="1082177" y="1224261"/>
          <a:ext cx="432870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3CA38C-36D3-41D2-A182-B14E339DE057}">
      <dsp:nvSpPr>
        <dsp:cNvPr id="0" name=""/>
        <dsp:cNvSpPr/>
      </dsp:nvSpPr>
      <dsp:spPr>
        <a:xfrm>
          <a:off x="1163340" y="1253410"/>
          <a:ext cx="4247546" cy="58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Substance is subject to any restrictions or to authorisation, it should be indicated in this section</a:t>
          </a:r>
        </a:p>
      </dsp:txBody>
      <dsp:txXfrm>
        <a:off x="1163340" y="1253410"/>
        <a:ext cx="4247546" cy="582981"/>
      </dsp:txXfrm>
    </dsp:sp>
    <dsp:sp modelId="{644D4B85-38D1-4CD2-A9F4-FEB943C18DDD}">
      <dsp:nvSpPr>
        <dsp:cNvPr id="0" name=""/>
        <dsp:cNvSpPr/>
      </dsp:nvSpPr>
      <dsp:spPr>
        <a:xfrm>
          <a:off x="1082177" y="1836391"/>
          <a:ext cx="4328709"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805A8-8BE0-4A8E-8BC7-C59A6C344654}">
      <dsp:nvSpPr>
        <dsp:cNvPr id="0" name=""/>
        <dsp:cNvSpPr/>
      </dsp:nvSpPr>
      <dsp:spPr>
        <a:xfrm>
          <a:off x="0" y="1228"/>
          <a:ext cx="5303964"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0AFEF5-8C19-4B76-BB33-C99D968768BB}">
      <dsp:nvSpPr>
        <dsp:cNvPr id="0" name=""/>
        <dsp:cNvSpPr/>
      </dsp:nvSpPr>
      <dsp:spPr>
        <a:xfrm>
          <a:off x="0" y="1228"/>
          <a:ext cx="1060792" cy="251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dirty="0"/>
            <a:t>Gives info on</a:t>
          </a:r>
        </a:p>
      </dsp:txBody>
      <dsp:txXfrm>
        <a:off x="0" y="1228"/>
        <a:ext cx="1060792" cy="2513461"/>
      </dsp:txXfrm>
    </dsp:sp>
    <dsp:sp modelId="{8F32A24E-5390-421D-857C-52B56566CB0C}">
      <dsp:nvSpPr>
        <dsp:cNvPr id="0" name=""/>
        <dsp:cNvSpPr/>
      </dsp:nvSpPr>
      <dsp:spPr>
        <a:xfrm>
          <a:off x="1140352" y="21018"/>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Changes from previous SDS versions</a:t>
          </a:r>
        </a:p>
      </dsp:txBody>
      <dsp:txXfrm>
        <a:off x="1140352" y="21018"/>
        <a:ext cx="4163611" cy="395796"/>
      </dsp:txXfrm>
    </dsp:sp>
    <dsp:sp modelId="{A93CEF34-E4FA-4E70-9CFF-1DBC6BC0C58F}">
      <dsp:nvSpPr>
        <dsp:cNvPr id="0" name=""/>
        <dsp:cNvSpPr/>
      </dsp:nvSpPr>
      <dsp:spPr>
        <a:xfrm>
          <a:off x="1060792" y="416814"/>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541141-F292-4B9A-A8EB-BAFE3011D523}">
      <dsp:nvSpPr>
        <dsp:cNvPr id="0" name=""/>
        <dsp:cNvSpPr/>
      </dsp:nvSpPr>
      <dsp:spPr>
        <a:xfrm>
          <a:off x="1140352" y="436604"/>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Legend to any abbreviations and acronyms used</a:t>
          </a:r>
        </a:p>
      </dsp:txBody>
      <dsp:txXfrm>
        <a:off x="1140352" y="436604"/>
        <a:ext cx="4163611" cy="395796"/>
      </dsp:txXfrm>
    </dsp:sp>
    <dsp:sp modelId="{8015D0FC-64FB-4216-A983-5E1A80425C4F}">
      <dsp:nvSpPr>
        <dsp:cNvPr id="0" name=""/>
        <dsp:cNvSpPr/>
      </dsp:nvSpPr>
      <dsp:spPr>
        <a:xfrm>
          <a:off x="1060792" y="832401"/>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F124CC-8034-4D7A-ACED-BB53B6AA3331}">
      <dsp:nvSpPr>
        <dsp:cNvPr id="0" name=""/>
        <dsp:cNvSpPr/>
      </dsp:nvSpPr>
      <dsp:spPr>
        <a:xfrm>
          <a:off x="1140352" y="852190"/>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Key literature references and sources for data</a:t>
          </a:r>
        </a:p>
      </dsp:txBody>
      <dsp:txXfrm>
        <a:off x="1140352" y="852190"/>
        <a:ext cx="4163611" cy="395796"/>
      </dsp:txXfrm>
    </dsp:sp>
    <dsp:sp modelId="{B56FD980-CC06-4CE5-845B-366132012864}">
      <dsp:nvSpPr>
        <dsp:cNvPr id="0" name=""/>
        <dsp:cNvSpPr/>
      </dsp:nvSpPr>
      <dsp:spPr>
        <a:xfrm>
          <a:off x="1060792" y="1247987"/>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692552E-EAE1-43C9-9FBA-024BEA94E9D9}">
      <dsp:nvSpPr>
        <dsp:cNvPr id="0" name=""/>
        <dsp:cNvSpPr/>
      </dsp:nvSpPr>
      <dsp:spPr>
        <a:xfrm>
          <a:off x="1140352" y="1267777"/>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For mixtures, the procedure used to derive the classifications</a:t>
          </a:r>
        </a:p>
      </dsp:txBody>
      <dsp:txXfrm>
        <a:off x="1140352" y="1267777"/>
        <a:ext cx="4163611" cy="395796"/>
      </dsp:txXfrm>
    </dsp:sp>
    <dsp:sp modelId="{E56F08A6-B7B4-4E0A-BED8-BE84A81926F0}">
      <dsp:nvSpPr>
        <dsp:cNvPr id="0" name=""/>
        <dsp:cNvSpPr/>
      </dsp:nvSpPr>
      <dsp:spPr>
        <a:xfrm>
          <a:off x="1060792" y="1663573"/>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518AC8-C851-44C1-B564-8F6F774DFE1C}">
      <dsp:nvSpPr>
        <dsp:cNvPr id="0" name=""/>
        <dsp:cNvSpPr/>
      </dsp:nvSpPr>
      <dsp:spPr>
        <a:xfrm>
          <a:off x="1140352" y="1683363"/>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Advice on training for those handling chemical</a:t>
          </a:r>
        </a:p>
      </dsp:txBody>
      <dsp:txXfrm>
        <a:off x="1140352" y="1683363"/>
        <a:ext cx="4163611" cy="395796"/>
      </dsp:txXfrm>
    </dsp:sp>
    <dsp:sp modelId="{7D11B114-09C8-4FF1-B4F0-69FD6A4A5CF7}">
      <dsp:nvSpPr>
        <dsp:cNvPr id="0" name=""/>
        <dsp:cNvSpPr/>
      </dsp:nvSpPr>
      <dsp:spPr>
        <a:xfrm>
          <a:off x="1060792" y="2079159"/>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7BE94F-B850-4E64-94EF-891A1708C4BD}">
      <dsp:nvSpPr>
        <dsp:cNvPr id="0" name=""/>
        <dsp:cNvSpPr/>
      </dsp:nvSpPr>
      <dsp:spPr>
        <a:xfrm>
          <a:off x="1140352" y="2098949"/>
          <a:ext cx="4163611" cy="395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An index table or table of contents for an attached exposure scenarios</a:t>
          </a:r>
        </a:p>
      </dsp:txBody>
      <dsp:txXfrm>
        <a:off x="1140352" y="2098949"/>
        <a:ext cx="4163611" cy="395796"/>
      </dsp:txXfrm>
    </dsp:sp>
    <dsp:sp modelId="{E1E78AA3-13B8-4F8D-B074-44FDD82B0046}">
      <dsp:nvSpPr>
        <dsp:cNvPr id="0" name=""/>
        <dsp:cNvSpPr/>
      </dsp:nvSpPr>
      <dsp:spPr>
        <a:xfrm>
          <a:off x="1060792" y="2494746"/>
          <a:ext cx="4243171"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1741"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sz="quarter" idx="1"/>
          </p:nvPr>
        </p:nvSpPr>
        <p:spPr>
          <a:xfrm>
            <a:off x="4366259" y="0"/>
            <a:ext cx="2490153" cy="457200"/>
          </a:xfrm>
          <a:prstGeom prst="rect">
            <a:avLst/>
          </a:prstGeom>
        </p:spPr>
        <p:txBody>
          <a:bodyPr vert="horz" lIns="91440" tIns="45720" rIns="91440" bIns="45720" rtlCol="0"/>
          <a:lstStyle>
            <a:lvl1pPr algn="r">
              <a:defRPr sz="1200"/>
            </a:lvl1pPr>
          </a:lstStyle>
          <a:p>
            <a:fld id="{FCBF77B6-06AB-43A3-89A4-8CD1677993D0}" type="datetimeFigureOut">
              <a:rPr lang="en-CA" smtClean="0"/>
              <a:t>2020-06-25</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762B2D-468D-4837-8CAA-70AF425658B8}" type="slidenum">
              <a:rPr lang="en-CA" smtClean="0"/>
              <a:t>‹#›</a:t>
            </a:fld>
            <a:endParaRPr lang="en-CA"/>
          </a:p>
        </p:txBody>
      </p:sp>
      <p:pic>
        <p:nvPicPr>
          <p:cNvPr id="7" name="Picture 6">
            <a:extLst>
              <a:ext uri="{FF2B5EF4-FFF2-40B4-BE49-F238E27FC236}">
                <a16:creationId xmlns:a16="http://schemas.microsoft.com/office/drawing/2014/main" id="{8D0852D4-37A9-4D73-BE44-8725E8DF82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1530" y="0"/>
            <a:ext cx="1474940" cy="571500"/>
          </a:xfrm>
          <a:prstGeom prst="rect">
            <a:avLst/>
          </a:prstGeom>
        </p:spPr>
      </p:pic>
    </p:spTree>
    <p:extLst>
      <p:ext uri="{BB962C8B-B14F-4D97-AF65-F5344CB8AC3E}">
        <p14:creationId xmlns:p14="http://schemas.microsoft.com/office/powerpoint/2010/main" val="130602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5146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4341811" y="0"/>
            <a:ext cx="2514601" cy="457200"/>
          </a:xfrm>
          <a:prstGeom prst="rect">
            <a:avLst/>
          </a:prstGeom>
        </p:spPr>
        <p:txBody>
          <a:bodyPr vert="horz" lIns="91440" tIns="45720" rIns="91440" bIns="45720" rtlCol="0"/>
          <a:lstStyle>
            <a:lvl1pPr algn="r">
              <a:defRPr sz="1200"/>
            </a:lvl1pPr>
          </a:lstStyle>
          <a:p>
            <a:fld id="{9B6804B0-AD37-4623-8498-3C9AE39E25E5}" type="datetimeFigureOut">
              <a:rPr lang="en-CA" smtClean="0"/>
              <a:t>2020-06-25</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77687" y="4343400"/>
            <a:ext cx="6102626" cy="41148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DABC8-FD09-47BC-822A-A981D494E0D7}" type="slidenum">
              <a:rPr lang="en-CA" smtClean="0"/>
              <a:t>‹#›</a:t>
            </a:fld>
            <a:endParaRPr lang="en-CA"/>
          </a:p>
        </p:txBody>
      </p:sp>
      <p:pic>
        <p:nvPicPr>
          <p:cNvPr id="9" name="Picture 8">
            <a:extLst>
              <a:ext uri="{FF2B5EF4-FFF2-40B4-BE49-F238E27FC236}">
                <a16:creationId xmlns:a16="http://schemas.microsoft.com/office/drawing/2014/main" id="{0D2B339A-0230-4555-B3E7-851136367E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1530" y="0"/>
            <a:ext cx="1474940" cy="571500"/>
          </a:xfrm>
          <a:prstGeom prst="rect">
            <a:avLst/>
          </a:prstGeom>
        </p:spPr>
      </p:pic>
    </p:spTree>
    <p:extLst>
      <p:ext uri="{BB962C8B-B14F-4D97-AF65-F5344CB8AC3E}">
        <p14:creationId xmlns:p14="http://schemas.microsoft.com/office/powerpoint/2010/main" val="377485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28600" indent="0" algn="l" defTabSz="914400" rtl="0" eaLnBrk="1" latinLnBrk="0" hangingPunct="1">
      <a:defRPr sz="1200" kern="1200">
        <a:solidFill>
          <a:schemeClr val="tx1"/>
        </a:solidFill>
        <a:latin typeface="+mn-lt"/>
        <a:ea typeface="+mn-ea"/>
        <a:cs typeface="+mn-cs"/>
      </a:defRPr>
    </a:lvl2pPr>
    <a:lvl3pPr marL="457200" indent="0" algn="l" defTabSz="914400" rtl="0" eaLnBrk="1" latinLnBrk="0" hangingPunct="1">
      <a:defRPr sz="1200" kern="1200">
        <a:solidFill>
          <a:schemeClr val="tx1"/>
        </a:solidFill>
        <a:latin typeface="+mn-lt"/>
        <a:ea typeface="+mn-ea"/>
        <a:cs typeface="+mn-cs"/>
      </a:defRPr>
    </a:lvl3pPr>
    <a:lvl4pPr marL="685800" indent="0" algn="l" defTabSz="914400" rtl="0" eaLnBrk="1" latinLnBrk="0" hangingPunct="1">
      <a:defRPr sz="1200" kern="1200">
        <a:solidFill>
          <a:schemeClr val="tx1"/>
        </a:solidFill>
        <a:latin typeface="+mn-lt"/>
        <a:ea typeface="+mn-ea"/>
        <a:cs typeface="+mn-cs"/>
      </a:defRPr>
    </a:lvl4pPr>
    <a:lvl5pPr marL="914400"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endParaRPr lang="en-GB" dirty="0"/>
          </a:p>
          <a:p>
            <a:r>
              <a:rPr lang="en-GB" dirty="0"/>
              <a:t>The format of the safety</a:t>
            </a:r>
            <a:r>
              <a:rPr lang="en-GB" baseline="0" dirty="0"/>
              <a:t> data sheets is defined in the EU REACH Regulation.</a:t>
            </a:r>
          </a:p>
          <a:p>
            <a:r>
              <a:rPr lang="en-GB" baseline="0" dirty="0"/>
              <a:t>Every SDS is divided into 16 sections, and each section is described in the following slides.</a:t>
            </a:r>
          </a:p>
          <a:p>
            <a:endParaRPr lang="en-GB" baseline="0" dirty="0"/>
          </a:p>
          <a:p>
            <a:r>
              <a:rPr kumimoji="0" lang="en-GB" sz="1200" b="1" i="0" u="none" strike="noStrike" kern="0" cap="none" spc="0" normalizeH="0" baseline="0" noProof="0" dirty="0">
                <a:ln>
                  <a:noFill/>
                </a:ln>
                <a:solidFill>
                  <a:schemeClr val="bg1"/>
                </a:solidFill>
                <a:effectLst/>
                <a:uLnTx/>
                <a:uFillTx/>
              </a:rPr>
              <a:t>SDSs – provide users of chemicals with necessary information to help them protect human health &amp; the environment</a:t>
            </a:r>
          </a:p>
          <a:p>
            <a:endParaRPr lang="en-GB" dirty="0"/>
          </a:p>
          <a:p>
            <a:endParaRPr lang="es-E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680914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50000"/>
                  </a:schemeClr>
                </a:solidFill>
              </a:rPr>
              <a:t>Section 1 Identification of the substance/mixture &amp; of the company/undertaking</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sz="1200" dirty="0">
                <a:solidFill>
                  <a:schemeClr val="tx1">
                    <a:lumMod val="50000"/>
                  </a:schemeClr>
                </a:solidFill>
              </a:rPr>
              <a:t>Trade name or other designation of the substance or  mixture</a:t>
            </a:r>
            <a:endParaRPr lang="es-ES" sz="1200" dirty="0"/>
          </a:p>
          <a:p>
            <a:pPr marL="228600" indent="-228600">
              <a:buFont typeface="+mj-lt"/>
              <a:buAutoNum type="arabicPeriod"/>
            </a:pPr>
            <a:r>
              <a:rPr lang="en-GB" dirty="0"/>
              <a:t>Other relevant identifiers</a:t>
            </a:r>
          </a:p>
          <a:p>
            <a:endParaRPr lang="en-GB" dirty="0"/>
          </a:p>
          <a:p>
            <a:endParaRPr lang="en-GB" dirty="0"/>
          </a:p>
          <a:p>
            <a:r>
              <a:rPr lang="en-GB" sz="1200" b="1" i="0" u="sng" strike="noStrike" kern="1200" baseline="0" dirty="0">
                <a:solidFill>
                  <a:srgbClr val="4157AD"/>
                </a:solidFill>
                <a:latin typeface="GE Inspira Pitch" pitchFamily="34" charset="0"/>
                <a:ea typeface="+mn-ea"/>
                <a:cs typeface="+mn-cs"/>
              </a:rPr>
              <a:t>Registration number</a:t>
            </a:r>
          </a:p>
          <a:p>
            <a:r>
              <a:rPr lang="en-GB" sz="1200" b="0" i="0" u="none" strike="noStrike" kern="1200" baseline="0" dirty="0">
                <a:solidFill>
                  <a:srgbClr val="4157AD"/>
                </a:solidFill>
                <a:latin typeface="GE Inspira Pitch" pitchFamily="34" charset="0"/>
                <a:ea typeface="+mn-ea"/>
                <a:cs typeface="+mn-cs"/>
              </a:rPr>
              <a:t>You can use registration numbers to access more information on the registrants and on the substance.</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On the ECHA website in the “Information on Chemicals” section (see this website screenshot), you can search using the registration number. This shows who has registered the substance, either as individuals or as members of a joint registration. If the registration number ends with “-0000”, this is the lead registrant. If the last four digits are –XXXX, then the registrant is kept confidential; typically when a supplier supplies substances from a number of registrants. An example of this can be seen here REACH registration number (https://echa.europa.eu/documents/10162/22787005/sds_section1_registration numberXXXX_en.jpg). The search also shows if the registration number provided is still active, as well as other information.</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The supplier has to communicate the registration number down the supply chain. If no registration number is given in the safety data sheet, this indicates that the substance is exempt from the registration requirements, or is not yet registered.</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If you suspect that your supplier should have registered the substance already, we recommend that you contact them immediately to check. Substances which have not been registered should be checked thoroughly to confirm that they are permitted for use in Europe. You may also consider contacting the enforcement authority.</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Substances may be pre-registered, that is, the manufacturer or importer intends to register them but they are not yet registered. A pre-registration number begins with “05-”. There are no downstream user obligations associated with pre-registered substances. After the 2018 registration deadline, there is no reason for the supplier to include a preregistration number in the SDS.</a:t>
            </a:r>
            <a:endParaRPr lang="en-GB" dirty="0"/>
          </a:p>
          <a:p>
            <a:pPr marL="228600" indent="-228600">
              <a:buFont typeface="+mj-lt"/>
              <a:buAutoNum type="arabicPeriod"/>
            </a:pPr>
            <a:endParaRPr lang="es-ES_tradnl"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98898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sng" strike="noStrike" kern="1200" baseline="0" dirty="0">
                <a:solidFill>
                  <a:srgbClr val="4157AD"/>
                </a:solidFill>
                <a:latin typeface="GE Inspira Pitch" pitchFamily="34" charset="0"/>
                <a:ea typeface="+mn-ea"/>
                <a:cs typeface="+mn-cs"/>
              </a:rPr>
              <a:t>Identified uses</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When you receive a safety data sheet, you should check that your use is identified by your supplier in Section 1.2. </a:t>
            </a:r>
            <a:r>
              <a:rPr lang="en-GB" sz="1200" dirty="0"/>
              <a:t>If the SDS has exposure scenarios, check the recommended conditions for safe use.</a:t>
            </a:r>
            <a:endParaRPr lang="es-E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rgbClr val="4157AD"/>
                </a:solidFill>
                <a:latin typeface="GE Inspira Pitch" pitchFamily="34" charset="0"/>
                <a:ea typeface="+mn-ea"/>
                <a:cs typeface="+mn-cs"/>
              </a:rPr>
              <a:t>If your use is not covered, you can contact your supplier and ask for your use to be included. </a:t>
            </a:r>
          </a:p>
          <a:p>
            <a:endParaRPr lang="en-GB" sz="1200" b="0"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If Section 1.2 of the safety data sheet specifies that your use is advised against, you should consider the following options:</a:t>
            </a:r>
          </a:p>
          <a:p>
            <a:r>
              <a:rPr lang="en-GB" sz="1200" b="0" i="0" u="none" strike="noStrike" kern="1200" baseline="0" dirty="0">
                <a:solidFill>
                  <a:srgbClr val="4157AD"/>
                </a:solidFill>
                <a:latin typeface="GE Inspira Pitch" pitchFamily="34" charset="0"/>
                <a:ea typeface="+mn-ea"/>
                <a:cs typeface="+mn-cs"/>
              </a:rPr>
              <a:t>• Stop this use of the substance (as such or in a mixture);</a:t>
            </a:r>
          </a:p>
          <a:p>
            <a:r>
              <a:rPr lang="en-GB" sz="1200" b="0" i="0" u="none" strike="noStrike" kern="1200" baseline="0" dirty="0">
                <a:solidFill>
                  <a:srgbClr val="4157AD"/>
                </a:solidFill>
                <a:latin typeface="GE Inspira Pitch" pitchFamily="34" charset="0"/>
                <a:ea typeface="+mn-ea"/>
                <a:cs typeface="+mn-cs"/>
              </a:rPr>
              <a:t>• Switch to a supplier who has covered your use with the necessary risk management measures (RMM);</a:t>
            </a:r>
          </a:p>
          <a:p>
            <a:r>
              <a:rPr lang="en-GB" sz="1200" b="0" i="0" u="none" strike="noStrike" kern="1200" baseline="0" dirty="0">
                <a:solidFill>
                  <a:srgbClr val="4157AD"/>
                </a:solidFill>
                <a:latin typeface="GE Inspira Pitch" pitchFamily="34" charset="0"/>
                <a:ea typeface="+mn-ea"/>
                <a:cs typeface="+mn-cs"/>
              </a:rPr>
              <a:t>• Undertake a downstream user chemical safety report to verify that the use is safe. </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The uses identified in Section 1.2 may be described with text (for example “Coatings and paints”) or codes. The codes used are often from the Standard Use Descriptor System</a:t>
            </a:r>
          </a:p>
          <a:p>
            <a:endParaRPr lang="en-GB" sz="1200" b="0" i="0" u="none" strike="noStrike" kern="1200" baseline="0" dirty="0">
              <a:solidFill>
                <a:srgbClr val="4157AD"/>
              </a:solidFill>
              <a:latin typeface="GE Inspira Pitch" pitchFamily="34" charset="0"/>
              <a:ea typeface="+mn-ea"/>
              <a:cs typeface="+mn-cs"/>
            </a:endParaRPr>
          </a:p>
          <a:p>
            <a:pPr algn="ctr"/>
            <a:r>
              <a:rPr lang="en-GB" b="1" kern="0" dirty="0">
                <a:solidFill>
                  <a:schemeClr val="accent1"/>
                </a:solidFill>
              </a:rPr>
              <a:t>If your supplier identifies some uses that are “advised against”  </a:t>
            </a:r>
          </a:p>
          <a:p>
            <a:pPr algn="ctr"/>
            <a:r>
              <a:rPr lang="en-GB" b="1" kern="0" dirty="0">
                <a:solidFill>
                  <a:schemeClr val="accent1"/>
                </a:solidFill>
              </a:rPr>
              <a:t>it Means that they do not support them</a:t>
            </a:r>
          </a:p>
          <a:p>
            <a:endParaRPr lang="en-GB" sz="1200" b="0" i="0" u="none" strike="noStrike" kern="1200" baseline="0" dirty="0">
              <a:solidFill>
                <a:srgbClr val="4157AD"/>
              </a:solidFill>
              <a:latin typeface="GE Inspira Pitch" pitchFamily="34" charset="0"/>
              <a:ea typeface="+mn-ea"/>
              <a:cs typeface="+mn-cs"/>
            </a:endParaRPr>
          </a:p>
          <a:p>
            <a:endParaRPr lang="es-ES_tradnl"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213345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Section 1.4 – Emergency telephone number</a:t>
            </a:r>
          </a:p>
          <a:p>
            <a:r>
              <a:rPr lang="en-US" sz="1200" b="0" i="0" u="none" strike="noStrike" kern="1200" baseline="0" dirty="0">
                <a:solidFill>
                  <a:schemeClr val="tx1"/>
                </a:solidFill>
                <a:latin typeface="+mn-lt"/>
                <a:ea typeface="+mn-ea"/>
                <a:cs typeface="+mn-cs"/>
              </a:rPr>
              <a:t>You must provide a reference to emergency information services. Most Member States have national poison centres, for which the national emergency telephone numbers are available here:</a:t>
            </a:r>
          </a:p>
          <a:p>
            <a:r>
              <a:rPr lang="es-ES" sz="1200" b="0" i="0" u="none" strike="noStrike" kern="1200" baseline="0" dirty="0">
                <a:solidFill>
                  <a:schemeClr val="tx1"/>
                </a:solidFill>
                <a:latin typeface="+mn-lt"/>
                <a:ea typeface="+mn-ea"/>
                <a:cs typeface="+mn-cs"/>
              </a:rPr>
              <a:t>http://echa.europa.eu/support/helpdesks/nationalhelpdesks/list-of-national-helpdesks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Please check with the specific poison </a:t>
            </a:r>
            <a:r>
              <a:rPr lang="en-US" sz="1200" b="0" i="0" u="none" strike="noStrike" kern="1200" baseline="0" dirty="0" err="1">
                <a:solidFill>
                  <a:schemeClr val="tx1"/>
                </a:solidFill>
                <a:latin typeface="+mn-lt"/>
                <a:ea typeface="+mn-ea"/>
                <a:cs typeface="+mn-cs"/>
              </a:rPr>
              <a:t>centre</a:t>
            </a:r>
            <a:r>
              <a:rPr lang="en-US" sz="1200" b="0" i="0" u="none" strike="noStrike" kern="1200" baseline="0" dirty="0">
                <a:solidFill>
                  <a:schemeClr val="tx1"/>
                </a:solidFill>
                <a:latin typeface="+mn-lt"/>
                <a:ea typeface="+mn-ea"/>
                <a:cs typeface="+mn-cs"/>
              </a:rPr>
              <a:t>, before including the number in the SDS, to ensure that you comply with the respective </a:t>
            </a:r>
            <a:r>
              <a:rPr lang="en-US" sz="1200" b="0" i="0" u="none" strike="noStrike" kern="1200" baseline="0" dirty="0" err="1">
                <a:solidFill>
                  <a:schemeClr val="tx1"/>
                </a:solidFill>
                <a:latin typeface="+mn-lt"/>
                <a:ea typeface="+mn-ea"/>
                <a:cs typeface="+mn-cs"/>
              </a:rPr>
              <a:t>centre’s</a:t>
            </a:r>
            <a:r>
              <a:rPr lang="en-US" sz="1200" b="0" i="0" u="none" strike="noStrike" kern="1200" baseline="0" dirty="0">
                <a:solidFill>
                  <a:schemeClr val="tx1"/>
                </a:solidFill>
                <a:latin typeface="+mn-lt"/>
                <a:ea typeface="+mn-ea"/>
                <a:cs typeface="+mn-cs"/>
              </a:rPr>
              <a:t> requirements.</a:t>
            </a:r>
          </a:p>
          <a:p>
            <a:r>
              <a:rPr lang="en-US" sz="1200" b="0" i="0" u="none" strike="noStrike" kern="1200" baseline="0" dirty="0">
                <a:solidFill>
                  <a:schemeClr val="tx1"/>
                </a:solidFill>
                <a:latin typeface="+mn-lt"/>
                <a:ea typeface="+mn-ea"/>
                <a:cs typeface="+mn-cs"/>
              </a:rPr>
              <a:t>Note that every Member State has to have an ‘appointed body’ that collects hazard information on mixtures. In most cases, this appointed body is the previously mentioned poison </a:t>
            </a:r>
            <a:r>
              <a:rPr lang="en-US" sz="1200" b="0" i="0" u="none" strike="noStrike" kern="1200" baseline="0" dirty="0" err="1">
                <a:solidFill>
                  <a:schemeClr val="tx1"/>
                </a:solidFill>
                <a:latin typeface="+mn-lt"/>
                <a:ea typeface="+mn-ea"/>
                <a:cs typeface="+mn-cs"/>
              </a:rPr>
              <a:t>centre</a:t>
            </a:r>
            <a:r>
              <a:rPr lang="en-US" sz="1200" b="0" i="0" u="none" strike="noStrike" kern="1200" baseline="0" dirty="0">
                <a:solidFill>
                  <a:schemeClr val="tx1"/>
                </a:solidFill>
                <a:latin typeface="+mn-lt"/>
                <a:ea typeface="+mn-ea"/>
                <a:cs typeface="+mn-cs"/>
              </a:rPr>
              <a:t>. More information can be found here:</a:t>
            </a:r>
          </a:p>
          <a:p>
            <a:r>
              <a:rPr lang="es-ES" sz="1200" b="0" i="0" u="none" strike="noStrike" kern="1200" baseline="0" dirty="0">
                <a:solidFill>
                  <a:schemeClr val="tx1"/>
                </a:solidFill>
                <a:latin typeface="+mn-lt"/>
                <a:ea typeface="+mn-ea"/>
                <a:cs typeface="+mn-cs"/>
              </a:rPr>
              <a:t>http://ec.europa.eu/growth/sectors/chemicals/poison-centres/index_en.htm</a:t>
            </a:r>
          </a:p>
          <a:p>
            <a:endParaRPr lang="es-E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Whether using national poison centres, your own or a third party’s service, any limitations (opening hours or types of information that can be provided) must </a:t>
            </a:r>
            <a:r>
              <a:rPr lang="es-ES" sz="1200" b="0" i="0" u="none" strike="noStrike" kern="1200" baseline="0" dirty="0">
                <a:solidFill>
                  <a:schemeClr val="tx1"/>
                </a:solidFill>
                <a:latin typeface="+mn-lt"/>
                <a:ea typeface="+mn-ea"/>
                <a:cs typeface="+mn-cs"/>
              </a:rPr>
              <a:t>be </a:t>
            </a:r>
            <a:r>
              <a:rPr lang="es-ES" sz="1200" b="0" i="0" u="none" strike="noStrike" kern="1200" baseline="0" dirty="0" err="1">
                <a:solidFill>
                  <a:schemeClr val="tx1"/>
                </a:solidFill>
                <a:latin typeface="+mn-lt"/>
                <a:ea typeface="+mn-ea"/>
                <a:cs typeface="+mn-cs"/>
              </a:rPr>
              <a:t>indicated</a:t>
            </a:r>
            <a:r>
              <a:rPr lang="es-ES" sz="1200" b="0" i="0" u="none" strike="noStrike" kern="1200" baseline="0" dirty="0">
                <a:solidFill>
                  <a:schemeClr val="tx1"/>
                </a:solidFill>
                <a:latin typeface="+mn-lt"/>
                <a:ea typeface="+mn-ea"/>
                <a:cs typeface="+mn-cs"/>
              </a:rPr>
              <a:t>.</a:t>
            </a:r>
          </a:p>
          <a:p>
            <a:endParaRPr lang="es-ES_tradnl" sz="1200" b="0" i="0" u="none" strike="noStrike" kern="1200" baseline="0" dirty="0">
              <a:solidFill>
                <a:schemeClr val="tx1"/>
              </a:solidFill>
              <a:latin typeface="+mn-lt"/>
              <a:ea typeface="+mn-ea"/>
              <a:cs typeface="+mn-cs"/>
            </a:endParaRPr>
          </a:p>
          <a:p>
            <a:r>
              <a:rPr lang="es-ES_tradnl" sz="1200" b="0" i="0" u="none" strike="noStrike" kern="1200" baseline="0" dirty="0" err="1">
                <a:solidFill>
                  <a:schemeClr val="tx1"/>
                </a:solidFill>
                <a:latin typeface="+mn-lt"/>
                <a:ea typeface="+mn-ea"/>
                <a:cs typeface="+mn-cs"/>
              </a:rPr>
              <a:t>Poisson</a:t>
            </a:r>
            <a:r>
              <a:rPr lang="es-ES_tradnl" sz="1200" b="0" i="0" u="none" strike="noStrike" kern="1200" baseline="0" dirty="0">
                <a:solidFill>
                  <a:schemeClr val="tx1"/>
                </a:solidFill>
                <a:latin typeface="+mn-lt"/>
                <a:ea typeface="+mn-ea"/>
                <a:cs typeface="+mn-cs"/>
              </a:rPr>
              <a:t> Center:  https://poisoncentres.echa.europa.eu/</a:t>
            </a:r>
          </a:p>
          <a:p>
            <a:r>
              <a:rPr lang="es-ES" sz="1200" b="0" i="0" u="none" strike="noStrike" kern="1200" baseline="0" dirty="0">
                <a:solidFill>
                  <a:schemeClr val="tx1"/>
                </a:solidFill>
                <a:latin typeface="+mn-lt"/>
                <a:ea typeface="+mn-ea"/>
                <a:cs typeface="+mn-cs"/>
              </a:rPr>
              <a:t>ECHA </a:t>
            </a:r>
            <a:r>
              <a:rPr lang="es-ES" sz="1200" b="0" i="0" u="none" strike="noStrike" kern="1200" baseline="0" dirty="0" err="1">
                <a:solidFill>
                  <a:schemeClr val="tx1"/>
                </a:solidFill>
                <a:latin typeface="+mn-lt"/>
                <a:ea typeface="+mn-ea"/>
                <a:cs typeface="+mn-cs"/>
              </a:rPr>
              <a:t>National</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help</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desk</a:t>
            </a:r>
            <a:r>
              <a:rPr lang="es-ES" sz="1200" b="0" i="0" u="none" strike="noStrike" kern="1200" baseline="0" dirty="0">
                <a:solidFill>
                  <a:schemeClr val="tx1"/>
                </a:solidFill>
                <a:latin typeface="+mn-lt"/>
                <a:ea typeface="+mn-ea"/>
                <a:cs typeface="+mn-cs"/>
              </a:rPr>
              <a:t>:   https://echa.europa.eu/support/helpdesks</a:t>
            </a: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5</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162759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2 </a:t>
            </a:r>
            <a:r>
              <a:rPr lang="es-ES" sz="1200" b="0" i="0" u="none" strike="noStrike" kern="1200" baseline="0" dirty="0" err="1">
                <a:solidFill>
                  <a:schemeClr val="tx1"/>
                </a:solidFill>
                <a:latin typeface="+mn-lt"/>
                <a:ea typeface="+mn-ea"/>
                <a:cs typeface="+mn-cs"/>
              </a:rPr>
              <a:t>gives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on</a:t>
            </a:r>
            <a:r>
              <a:rPr lang="es-ES" sz="1200" b="0" i="0" u="none" strike="noStrike" kern="1200" baseline="0" dirty="0">
                <a:solidFill>
                  <a:schemeClr val="tx1"/>
                </a:solidFill>
                <a:latin typeface="+mn-lt"/>
                <a:ea typeface="+mn-ea"/>
                <a:cs typeface="+mn-cs"/>
              </a:rPr>
              <a:t>:</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hazard classification of the chemical;</a:t>
            </a:r>
          </a:p>
          <a:p>
            <a:pPr marL="457200" lvl="1" indent="-228600">
              <a:buFont typeface="+mj-lt"/>
              <a:buAutoNum type="alphaLcParenR"/>
            </a:pPr>
            <a:r>
              <a:rPr lang="en-US" sz="1200" b="0" i="0" u="none" strike="noStrike" kern="1200" baseline="0" dirty="0">
                <a:solidFill>
                  <a:schemeClr val="tx1"/>
                </a:solidFill>
                <a:latin typeface="+mn-lt"/>
                <a:ea typeface="+mn-ea"/>
                <a:cs typeface="+mn-cs"/>
              </a:rPr>
              <a:t>How the chemical should be labelled (hazard pictograms, risk phrases and safety advice).</a:t>
            </a:r>
            <a:endParaRPr lang="es-ES" sz="1200" b="0" i="0" u="none" strike="noStrike" kern="1200" baseline="0" dirty="0">
              <a:solidFill>
                <a:schemeClr val="tx1"/>
              </a:solidFill>
              <a:latin typeface="+mn-lt"/>
              <a:ea typeface="+mn-ea"/>
              <a:cs typeface="+mn-cs"/>
            </a:endParaRPr>
          </a:p>
          <a:p>
            <a:pPr marL="457200" lvl="1" indent="-228600">
              <a:buFont typeface="+mj-lt"/>
              <a:buAutoNum type="alphaLcParenR"/>
            </a:pPr>
            <a:r>
              <a:rPr lang="en-US" sz="1200" b="0" i="0" u="none" strike="noStrike" kern="1200" baseline="0" dirty="0">
                <a:solidFill>
                  <a:schemeClr val="tx1"/>
                </a:solidFill>
                <a:latin typeface="+mn-lt"/>
                <a:ea typeface="+mn-ea"/>
                <a:cs typeface="+mn-cs"/>
              </a:rPr>
              <a:t>Any additional hazard information not resulting in classification and, if relevant, why the substance is a PBT (Persistent, </a:t>
            </a:r>
            <a:r>
              <a:rPr lang="en-US" sz="1200" b="0" i="0" u="none" strike="noStrike" kern="1200" baseline="0" dirty="0" err="1">
                <a:solidFill>
                  <a:schemeClr val="tx1"/>
                </a:solidFill>
                <a:latin typeface="+mn-lt"/>
                <a:ea typeface="+mn-ea"/>
                <a:cs typeface="+mn-cs"/>
              </a:rPr>
              <a:t>Bioacumulative</a:t>
            </a:r>
            <a:r>
              <a:rPr lang="en-US" sz="1200" b="0" i="0" u="none" strike="noStrike" kern="1200" baseline="0" dirty="0">
                <a:solidFill>
                  <a:schemeClr val="tx1"/>
                </a:solidFill>
                <a:latin typeface="+mn-lt"/>
                <a:ea typeface="+mn-ea"/>
                <a:cs typeface="+mn-cs"/>
              </a:rPr>
              <a:t> and Toxic) or </a:t>
            </a:r>
            <a:r>
              <a:rPr lang="en-US" sz="1200" b="0" i="0" u="none" strike="noStrike" kern="1200" baseline="0" dirty="0" err="1">
                <a:solidFill>
                  <a:schemeClr val="tx1"/>
                </a:solidFill>
                <a:latin typeface="+mn-lt"/>
                <a:ea typeface="+mn-ea"/>
                <a:cs typeface="+mn-cs"/>
              </a:rPr>
              <a:t>vPvB</a:t>
            </a:r>
            <a:r>
              <a:rPr lang="en-US" sz="1200" b="0" i="0" u="none" strike="noStrike" kern="1200" baseline="0" dirty="0">
                <a:solidFill>
                  <a:schemeClr val="tx1"/>
                </a:solidFill>
                <a:latin typeface="+mn-lt"/>
                <a:ea typeface="+mn-ea"/>
                <a:cs typeface="+mn-cs"/>
              </a:rPr>
              <a:t> (very Persistent and very </a:t>
            </a:r>
            <a:r>
              <a:rPr lang="en-US" sz="1200" b="0" i="0" u="none" strike="noStrike" kern="1200" baseline="0" dirty="0" err="1">
                <a:solidFill>
                  <a:schemeClr val="tx1"/>
                </a:solidFill>
                <a:latin typeface="+mn-lt"/>
                <a:ea typeface="+mn-ea"/>
                <a:cs typeface="+mn-cs"/>
              </a:rPr>
              <a:t>Bioacumulative</a:t>
            </a:r>
            <a:r>
              <a:rPr lang="en-US" sz="1200" b="0" i="0" u="none" strike="noStrike" kern="1200" baseline="0" dirty="0">
                <a:solidFill>
                  <a:schemeClr val="tx1"/>
                </a:solidFill>
                <a:latin typeface="+mn-lt"/>
                <a:ea typeface="+mn-ea"/>
                <a:cs typeface="+mn-cs"/>
              </a:rPr>
              <a:t>)</a:t>
            </a:r>
          </a:p>
          <a:p>
            <a:pPr marL="0" indent="0">
              <a:buFont typeface="+mj-lt"/>
              <a:buNone/>
            </a:pPr>
            <a:endParaRPr lang="en-US" sz="1200" b="0" i="0" u="none" strike="noStrike" kern="1200" baseline="0" dirty="0">
              <a:solidFill>
                <a:schemeClr val="tx1"/>
              </a:solidFill>
              <a:latin typeface="+mn-lt"/>
              <a:ea typeface="+mn-ea"/>
              <a:cs typeface="+mn-cs"/>
            </a:endParaRPr>
          </a:p>
          <a:p>
            <a:pPr marL="228600" indent="-228600">
              <a:buFont typeface="+mj-lt"/>
              <a:buAutoNum type="arabicPeriod" startAt="2"/>
            </a:pPr>
            <a:r>
              <a:rPr lang="en-US" sz="1200" b="1" i="0" u="none" strike="noStrike" kern="1200" baseline="0" dirty="0">
                <a:solidFill>
                  <a:schemeClr val="tx1"/>
                </a:solidFill>
                <a:latin typeface="+mn-lt"/>
                <a:ea typeface="+mn-ea"/>
                <a:cs typeface="+mn-cs"/>
              </a:rPr>
              <a:t>Section 2.1 </a:t>
            </a:r>
            <a:r>
              <a:rPr lang="en-US" sz="1200" b="0" i="0" u="none" strike="noStrike" kern="1200" baseline="0" dirty="0">
                <a:solidFill>
                  <a:schemeClr val="tx1"/>
                </a:solidFill>
                <a:latin typeface="+mn-lt"/>
                <a:ea typeface="+mn-ea"/>
                <a:cs typeface="+mn-cs"/>
              </a:rPr>
              <a:t>shows the hazard classification of the substance or mixture. </a:t>
            </a:r>
          </a:p>
          <a:p>
            <a:endParaRPr lang="en-US" sz="1200" b="0" i="0" u="none" strike="noStrike" kern="1200" baseline="0" dirty="0">
              <a:solidFill>
                <a:schemeClr val="tx1"/>
              </a:solidFill>
              <a:latin typeface="+mn-lt"/>
              <a:ea typeface="+mn-ea"/>
              <a:cs typeface="+mn-cs"/>
            </a:endParaRPr>
          </a:p>
          <a:p>
            <a:pPr marL="457200" lvl="1" indent="-228600">
              <a:buFont typeface="+mj-lt"/>
              <a:buAutoNum type="alphaLcParenR"/>
            </a:pPr>
            <a:r>
              <a:rPr lang="en-US" sz="1200" b="0" i="0" u="none" strike="noStrike" kern="1200" baseline="0" dirty="0">
                <a:solidFill>
                  <a:schemeClr val="tx1"/>
                </a:solidFill>
                <a:latin typeface="+mn-lt"/>
                <a:ea typeface="+mn-ea"/>
                <a:cs typeface="+mn-cs"/>
              </a:rPr>
              <a:t>This information is essential when assessing the risk to the workers and the environment.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You should check whether the classification is consistent with the information provided in Sections </a:t>
            </a:r>
            <a:r>
              <a:rPr lang="es-ES" sz="1200" b="0" i="0" u="none" strike="noStrike" kern="1200" baseline="0" dirty="0">
                <a:solidFill>
                  <a:schemeClr val="tx1"/>
                </a:solidFill>
                <a:latin typeface="+mn-lt"/>
                <a:ea typeface="+mn-ea"/>
                <a:cs typeface="+mn-cs"/>
              </a:rPr>
              <a:t>9 to 12.   </a:t>
            </a:r>
          </a:p>
          <a:p>
            <a:pPr marL="685800" lvl="2" indent="-228600">
              <a:buFont typeface="+mj-lt"/>
              <a:buAutoNum type="alphaLcParenR"/>
            </a:pPr>
            <a:r>
              <a:rPr lang="en-US" sz="1200" b="0" i="0" u="none" strike="noStrike" kern="1200" baseline="0" dirty="0">
                <a:solidFill>
                  <a:schemeClr val="tx1"/>
                </a:solidFill>
                <a:latin typeface="+mn-lt"/>
                <a:ea typeface="+mn-ea"/>
                <a:cs typeface="+mn-cs"/>
              </a:rPr>
              <a:t>Additional information, such as the full text of hazard statements, can be found in Section 16. </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n-GB" sz="1200" kern="1200" noProof="0" dirty="0">
                <a:solidFill>
                  <a:srgbClr val="63666A">
                    <a:hueOff val="0"/>
                    <a:satOff val="0"/>
                    <a:lumOff val="0"/>
                    <a:alphaOff val="0"/>
                  </a:srgbClr>
                </a:solidFill>
                <a:latin typeface="+mn-lt"/>
                <a:ea typeface="+mn-ea"/>
                <a:cs typeface="+mn-cs"/>
              </a:rPr>
              <a:t>Differences in classification from different suppliers may be justified (e.g. impurities, concentrations etc. </a:t>
            </a:r>
            <a:endParaRPr lang="es-ES" sz="1200" kern="1200" dirty="0">
              <a:solidFill>
                <a:srgbClr val="63666A">
                  <a:hueOff val="0"/>
                  <a:satOff val="0"/>
                  <a:lumOff val="0"/>
                  <a:alphaOff val="0"/>
                </a:srgbClr>
              </a:solidFill>
              <a:latin typeface="+mn-lt"/>
              <a:ea typeface="+mn-ea"/>
              <a:cs typeface="+mn-cs"/>
            </a:endParaRPr>
          </a:p>
          <a:p>
            <a:pPr marL="457200" lvl="1" indent="-228600">
              <a:buFont typeface="+mj-lt"/>
              <a:buAutoNum type="alphaLcParenR"/>
            </a:pPr>
            <a:r>
              <a:rPr lang="en-US" sz="1200" b="0" i="0" u="none" strike="noStrike" kern="1200" baseline="0" dirty="0">
                <a:solidFill>
                  <a:schemeClr val="tx1"/>
                </a:solidFill>
                <a:latin typeface="+mn-lt"/>
                <a:ea typeface="+mn-ea"/>
                <a:cs typeface="+mn-cs"/>
              </a:rPr>
              <a:t>If the criteria for classification in accordance with Regulation (EC) No 1272/2008 are not met, this  </a:t>
            </a:r>
            <a:r>
              <a:rPr lang="es-ES" sz="1200" b="0" i="0" u="none" strike="noStrike" kern="1200" baseline="0" dirty="0" err="1">
                <a:solidFill>
                  <a:schemeClr val="tx1"/>
                </a:solidFill>
                <a:latin typeface="+mn-lt"/>
                <a:ea typeface="+mn-ea"/>
                <a:cs typeface="+mn-cs"/>
              </a:rPr>
              <a:t>should</a:t>
            </a:r>
            <a:r>
              <a:rPr lang="es-ES" sz="1200" b="0" i="0" u="none" strike="noStrike" kern="1200" baseline="0" dirty="0">
                <a:solidFill>
                  <a:schemeClr val="tx1"/>
                </a:solidFill>
                <a:latin typeface="+mn-lt"/>
                <a:ea typeface="+mn-ea"/>
                <a:cs typeface="+mn-cs"/>
              </a:rPr>
              <a:t> be </a:t>
            </a:r>
            <a:r>
              <a:rPr lang="es-ES" sz="1200" b="0" i="0" u="none" strike="noStrike" kern="1200" baseline="0" dirty="0" err="1">
                <a:solidFill>
                  <a:schemeClr val="tx1"/>
                </a:solidFill>
                <a:latin typeface="+mn-lt"/>
                <a:ea typeface="+mn-ea"/>
                <a:cs typeface="+mn-cs"/>
              </a:rPr>
              <a:t>clearly</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stated</a:t>
            </a:r>
            <a:r>
              <a:rPr lang="es-ES" sz="1200" b="0" i="0" u="none" strike="noStrike" kern="1200" baseline="0" dirty="0">
                <a:solidFill>
                  <a:schemeClr val="tx1"/>
                </a:solidFill>
                <a:latin typeface="+mn-lt"/>
                <a:ea typeface="+mn-ea"/>
                <a:cs typeface="+mn-cs"/>
              </a:rPr>
              <a:t>.</a:t>
            </a:r>
          </a:p>
          <a:p>
            <a:pPr lvl="0"/>
            <a:r>
              <a:rPr lang="es-ES_tradnl" sz="1200" kern="1200" dirty="0">
                <a:solidFill>
                  <a:schemeClr val="tx1"/>
                </a:solidFill>
                <a:latin typeface="+mn-lt"/>
                <a:ea typeface="+mn-ea"/>
                <a:cs typeface="+mn-cs"/>
              </a:rPr>
              <a:t>5.   </a:t>
            </a:r>
            <a:r>
              <a:rPr lang="es-ES_tradnl" sz="1200" kern="1200" dirty="0" err="1">
                <a:solidFill>
                  <a:schemeClr val="tx1"/>
                </a:solidFill>
                <a:latin typeface="+mn-lt"/>
                <a:ea typeface="+mn-ea"/>
                <a:cs typeface="+mn-cs"/>
              </a:rPr>
              <a:t>When</a:t>
            </a:r>
            <a:r>
              <a:rPr lang="es-ES_tradnl" sz="1200" kern="1200" dirty="0">
                <a:solidFill>
                  <a:schemeClr val="tx1"/>
                </a:solidFill>
                <a:latin typeface="+mn-lt"/>
                <a:ea typeface="+mn-ea"/>
                <a:cs typeface="+mn-cs"/>
              </a:rPr>
              <a:t> </a:t>
            </a:r>
            <a:r>
              <a:rPr lang="es-ES_tradnl" sz="1200" kern="1200" dirty="0" err="1">
                <a:solidFill>
                  <a:schemeClr val="tx1"/>
                </a:solidFill>
                <a:latin typeface="+mn-lt"/>
                <a:ea typeface="+mn-ea"/>
                <a:cs typeface="+mn-cs"/>
              </a:rPr>
              <a:t>classification</a:t>
            </a:r>
            <a:r>
              <a:rPr lang="es-ES_tradnl" sz="1200" kern="1200" dirty="0">
                <a:solidFill>
                  <a:schemeClr val="tx1"/>
                </a:solidFill>
                <a:latin typeface="+mn-lt"/>
                <a:ea typeface="+mn-ea"/>
                <a:cs typeface="+mn-cs"/>
              </a:rPr>
              <a:t> is </a:t>
            </a:r>
            <a:r>
              <a:rPr lang="es-ES_tradnl" sz="1200" kern="1200" dirty="0" err="1">
                <a:solidFill>
                  <a:schemeClr val="tx1"/>
                </a:solidFill>
                <a:latin typeface="+mn-lt"/>
                <a:ea typeface="+mn-ea"/>
                <a:cs typeface="+mn-cs"/>
              </a:rPr>
              <a:t>given</a:t>
            </a:r>
            <a:r>
              <a:rPr lang="es-ES_tradnl" sz="1200" kern="1200" dirty="0">
                <a:solidFill>
                  <a:schemeClr val="tx1"/>
                </a:solidFill>
                <a:latin typeface="+mn-lt"/>
                <a:ea typeface="+mn-ea"/>
                <a:cs typeface="+mn-cs"/>
              </a:rPr>
              <a:t> in </a:t>
            </a:r>
            <a:r>
              <a:rPr lang="es-ES_tradnl" sz="1200" kern="1200" dirty="0" err="1">
                <a:solidFill>
                  <a:schemeClr val="tx1"/>
                </a:solidFill>
                <a:latin typeface="+mn-lt"/>
                <a:ea typeface="+mn-ea"/>
                <a:cs typeface="+mn-cs"/>
              </a:rPr>
              <a:t>both</a:t>
            </a:r>
            <a:r>
              <a:rPr lang="es-ES_tradnl" sz="1200" kern="1200" dirty="0">
                <a:solidFill>
                  <a:schemeClr val="tx1"/>
                </a:solidFill>
                <a:latin typeface="+mn-lt"/>
                <a:ea typeface="+mn-ea"/>
                <a:cs typeface="+mn-cs"/>
              </a:rPr>
              <a:t> CLP and DSD </a:t>
            </a:r>
            <a:r>
              <a:rPr lang="es-ES_tradnl" sz="1200" kern="1200" dirty="0" err="1">
                <a:solidFill>
                  <a:schemeClr val="tx1"/>
                </a:solidFill>
                <a:latin typeface="+mn-lt"/>
                <a:ea typeface="+mn-ea"/>
                <a:cs typeface="+mn-cs"/>
              </a:rPr>
              <a:t>or</a:t>
            </a:r>
            <a:r>
              <a:rPr lang="es-ES_tradnl" sz="1200" kern="1200" dirty="0">
                <a:solidFill>
                  <a:schemeClr val="tx1"/>
                </a:solidFill>
                <a:latin typeface="+mn-lt"/>
                <a:ea typeface="+mn-ea"/>
                <a:cs typeface="+mn-cs"/>
              </a:rPr>
              <a:t> DPD, </a:t>
            </a:r>
            <a:r>
              <a:rPr lang="es-ES_tradnl" sz="1200" b="1" kern="1200" dirty="0" err="1">
                <a:solidFill>
                  <a:schemeClr val="tx1"/>
                </a:solidFill>
                <a:latin typeface="+mn-lt"/>
                <a:ea typeface="+mn-ea"/>
                <a:cs typeface="+mn-cs"/>
              </a:rPr>
              <a:t>consider</a:t>
            </a:r>
            <a:r>
              <a:rPr lang="es-ES_tradnl" sz="1200" b="1" kern="1200" dirty="0">
                <a:solidFill>
                  <a:schemeClr val="tx1"/>
                </a:solidFill>
                <a:latin typeface="+mn-lt"/>
                <a:ea typeface="+mn-ea"/>
                <a:cs typeface="+mn-cs"/>
              </a:rPr>
              <a:t> the CLP </a:t>
            </a:r>
            <a:r>
              <a:rPr lang="es-ES_tradnl" sz="1200" b="1" kern="1200" dirty="0" err="1">
                <a:solidFill>
                  <a:schemeClr val="tx1"/>
                </a:solidFill>
                <a:latin typeface="+mn-lt"/>
                <a:ea typeface="+mn-ea"/>
                <a:cs typeface="+mn-cs"/>
              </a:rPr>
              <a:t>classification</a:t>
            </a:r>
            <a:r>
              <a:rPr lang="es-ES_tradnl" sz="1200" b="1" kern="1200" dirty="0">
                <a:solidFill>
                  <a:schemeClr val="tx1"/>
                </a:solidFill>
                <a:latin typeface="+mn-lt"/>
                <a:ea typeface="+mn-ea"/>
                <a:cs typeface="+mn-cs"/>
              </a:rPr>
              <a:t> </a:t>
            </a:r>
            <a:r>
              <a:rPr lang="es-ES_tradnl" sz="1200" b="1" kern="1200" dirty="0" err="1">
                <a:solidFill>
                  <a:schemeClr val="tx1"/>
                </a:solidFill>
                <a:latin typeface="+mn-lt"/>
                <a:ea typeface="+mn-ea"/>
                <a:cs typeface="+mn-cs"/>
              </a:rPr>
              <a:t>only</a:t>
            </a:r>
            <a:r>
              <a:rPr lang="es-ES_tradnl" sz="1200" kern="1200" dirty="0">
                <a:solidFill>
                  <a:schemeClr val="tx1"/>
                </a:solidFill>
                <a:latin typeface="+mn-lt"/>
                <a:ea typeface="+mn-ea"/>
                <a:cs typeface="+mn-cs"/>
              </a:rPr>
              <a:t>.</a:t>
            </a:r>
            <a:endParaRPr lang="es-ES" sz="1200" kern="1200" dirty="0">
              <a:solidFill>
                <a:schemeClr val="tx1"/>
              </a:solidFill>
              <a:latin typeface="+mn-lt"/>
              <a:ea typeface="+mn-ea"/>
              <a:cs typeface="+mn-cs"/>
            </a:endParaRPr>
          </a:p>
          <a:p>
            <a:pPr marL="228600" indent="-228600">
              <a:buFont typeface="+mj-lt"/>
              <a:buAutoNum type="arabicPeriod"/>
            </a:pPr>
            <a:endParaRPr lang="es-ES" sz="1200" b="0" i="0" u="none" strike="noStrike" kern="1200" baseline="0" dirty="0">
              <a:solidFill>
                <a:schemeClr val="tx1"/>
              </a:solidFill>
              <a:latin typeface="+mn-lt"/>
              <a:ea typeface="+mn-ea"/>
              <a:cs typeface="+mn-cs"/>
            </a:endParaRPr>
          </a:p>
          <a:p>
            <a:pPr marL="0" indent="0">
              <a:buFont typeface="+mj-lt"/>
              <a:buNone/>
            </a:pPr>
            <a:r>
              <a:rPr lang="en-US" b="1" kern="0" dirty="0">
                <a:solidFill>
                  <a:schemeClr val="accent1"/>
                </a:solidFill>
              </a:rPr>
              <a:t>You can check the classification of substances on ECHA’s website </a:t>
            </a:r>
            <a:r>
              <a:rPr lang="es-ES" b="1" kern="0" dirty="0">
                <a:solidFill>
                  <a:schemeClr val="accent1"/>
                </a:solidFill>
              </a:rPr>
              <a:t>in </a:t>
            </a:r>
            <a:r>
              <a:rPr lang="es-ES" b="1" kern="0" dirty="0" err="1">
                <a:solidFill>
                  <a:schemeClr val="accent1"/>
                </a:solidFill>
              </a:rPr>
              <a:t>the</a:t>
            </a:r>
            <a:r>
              <a:rPr lang="es-ES" b="1" kern="0" dirty="0">
                <a:solidFill>
                  <a:schemeClr val="accent1"/>
                </a:solidFill>
              </a:rPr>
              <a:t> </a:t>
            </a:r>
            <a:r>
              <a:rPr lang="es-ES" b="1" kern="0" dirty="0" err="1">
                <a:solidFill>
                  <a:schemeClr val="accent1"/>
                </a:solidFill>
              </a:rPr>
              <a:t>Infocard</a:t>
            </a:r>
            <a:r>
              <a:rPr lang="es-ES" b="1" kern="0" dirty="0">
                <a:solidFill>
                  <a:schemeClr val="accent1"/>
                </a:solidFill>
              </a:rPr>
              <a:t>/</a:t>
            </a:r>
            <a:r>
              <a:rPr lang="es-ES" b="1" kern="0" dirty="0" err="1">
                <a:solidFill>
                  <a:schemeClr val="accent1"/>
                </a:solidFill>
              </a:rPr>
              <a:t>Brief</a:t>
            </a:r>
            <a:r>
              <a:rPr lang="es-ES" b="1" kern="0" dirty="0">
                <a:solidFill>
                  <a:schemeClr val="accent1"/>
                </a:solidFill>
              </a:rPr>
              <a:t> </a:t>
            </a:r>
            <a:r>
              <a:rPr lang="es-ES" b="1" kern="0" dirty="0" err="1">
                <a:solidFill>
                  <a:schemeClr val="accent1"/>
                </a:solidFill>
              </a:rPr>
              <a:t>Profile</a:t>
            </a:r>
            <a:r>
              <a:rPr lang="es-ES" b="1" kern="0" dirty="0">
                <a:solidFill>
                  <a:schemeClr val="accent1"/>
                </a:solidFill>
              </a:rPr>
              <a:t>, </a:t>
            </a:r>
            <a:r>
              <a:rPr lang="en-US" b="1" kern="0" dirty="0">
                <a:solidFill>
                  <a:schemeClr val="accent1"/>
                </a:solidFill>
              </a:rPr>
              <a:t>in particular to see if there is a </a:t>
            </a:r>
            <a:r>
              <a:rPr lang="es-ES" b="1" kern="0" dirty="0" err="1">
                <a:solidFill>
                  <a:schemeClr val="accent1"/>
                </a:solidFill>
              </a:rPr>
              <a:t>harmonised</a:t>
            </a:r>
            <a:r>
              <a:rPr lang="es-ES" b="1" kern="0" dirty="0">
                <a:solidFill>
                  <a:schemeClr val="accent1"/>
                </a:solidFill>
              </a:rPr>
              <a:t> </a:t>
            </a:r>
            <a:r>
              <a:rPr lang="es-ES" b="1" kern="0" dirty="0" err="1">
                <a:solidFill>
                  <a:schemeClr val="accent1"/>
                </a:solidFill>
              </a:rPr>
              <a:t>classification</a:t>
            </a:r>
            <a:r>
              <a:rPr lang="es-ES" b="1" kern="0" dirty="0">
                <a:solidFill>
                  <a:schemeClr val="accent1"/>
                </a:solidFill>
              </a:rPr>
              <a:t>.</a:t>
            </a:r>
            <a:endParaRPr lang="en-GB" b="1" kern="0" dirty="0">
              <a:solidFill>
                <a:schemeClr val="accent1"/>
              </a:solidFill>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6</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669802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u="none" strike="noStrike" kern="1200" baseline="0" dirty="0" err="1">
                <a:solidFill>
                  <a:schemeClr val="tx1"/>
                </a:solidFill>
                <a:latin typeface="+mn-lt"/>
                <a:ea typeface="+mn-ea"/>
                <a:cs typeface="+mn-cs"/>
              </a:rPr>
              <a:t>Label</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elements</a:t>
            </a:r>
            <a:endParaRPr lang="es-E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Section 2.2 </a:t>
            </a:r>
            <a:r>
              <a:rPr lang="en-US" sz="1200" b="0" i="0" u="none" strike="noStrike" kern="1200" baseline="0" dirty="0">
                <a:solidFill>
                  <a:schemeClr val="tx1"/>
                </a:solidFill>
                <a:latin typeface="+mn-lt"/>
                <a:ea typeface="+mn-ea"/>
                <a:cs typeface="+mn-cs"/>
              </a:rPr>
              <a:t>shows the elements the substance or mixture should be labelled with.</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a:pPr>
            <a:r>
              <a:rPr lang="en-US" sz="1200" b="0" i="0" u="none" strike="noStrike" kern="1200" baseline="0" dirty="0">
                <a:solidFill>
                  <a:schemeClr val="tx1"/>
                </a:solidFill>
                <a:latin typeface="+mn-lt"/>
                <a:ea typeface="+mn-ea"/>
                <a:cs typeface="+mn-cs"/>
              </a:rPr>
              <a:t>Must include all elements in the label:</a:t>
            </a:r>
          </a:p>
          <a:p>
            <a:pPr marL="457200" lvl="1" indent="-228600">
              <a:buFont typeface="+mj-lt"/>
              <a:buAutoNum type="arabicPeriod"/>
            </a:pPr>
            <a:r>
              <a:rPr lang="es-ES_tradnl" sz="1050" dirty="0" err="1"/>
              <a:t>Hazard</a:t>
            </a:r>
            <a:r>
              <a:rPr lang="es-ES_tradnl" sz="1050" dirty="0"/>
              <a:t> </a:t>
            </a:r>
            <a:r>
              <a:rPr lang="es-ES_tradnl" sz="1050" dirty="0" err="1"/>
              <a:t>pictogram</a:t>
            </a:r>
            <a:endParaRPr lang="es-ES" sz="1050" dirty="0"/>
          </a:p>
          <a:p>
            <a:pPr marL="457200" lvl="1" indent="-228600">
              <a:buFont typeface="+mj-lt"/>
              <a:buAutoNum type="arabicPeriod"/>
            </a:pPr>
            <a:r>
              <a:rPr lang="es-ES_tradnl" dirty="0" err="1"/>
              <a:t>Signal</a:t>
            </a:r>
            <a:r>
              <a:rPr lang="es-ES_tradnl" dirty="0"/>
              <a:t> Word</a:t>
            </a:r>
            <a:endParaRPr lang="es-ES" dirty="0"/>
          </a:p>
          <a:p>
            <a:pPr marL="457200" lvl="1" indent="-228600">
              <a:buFont typeface="+mj-lt"/>
              <a:buAutoNum type="arabicPeriod"/>
            </a:pPr>
            <a:r>
              <a:rPr lang="es-ES_tradnl" dirty="0" err="1"/>
              <a:t>Hazard</a:t>
            </a:r>
            <a:r>
              <a:rPr lang="es-ES_tradnl" dirty="0"/>
              <a:t> </a:t>
            </a:r>
            <a:r>
              <a:rPr lang="es-ES_tradnl" dirty="0" err="1"/>
              <a:t>elements</a:t>
            </a:r>
            <a:endParaRPr lang="es-ES" dirty="0"/>
          </a:p>
          <a:p>
            <a:pPr marL="457200" lvl="1" indent="-228600">
              <a:buFont typeface="+mj-lt"/>
              <a:buAutoNum type="arabicPeriod"/>
            </a:pPr>
            <a:r>
              <a:rPr lang="es-ES_tradnl" dirty="0" err="1"/>
              <a:t>Precautionary</a:t>
            </a:r>
            <a:r>
              <a:rPr lang="es-ES_tradnl" dirty="0"/>
              <a:t> </a:t>
            </a:r>
            <a:r>
              <a:rPr lang="es-ES_tradnl" dirty="0" err="1"/>
              <a:t>elements</a:t>
            </a:r>
            <a:endParaRPr lang="es-ES" dirty="0"/>
          </a:p>
          <a:p>
            <a:pPr marL="457200" lvl="1" indent="-228600">
              <a:buFont typeface="+mj-lt"/>
              <a:buAutoNum type="arabicPeriod"/>
            </a:pPr>
            <a:r>
              <a:rPr lang="es-ES_tradnl" dirty="0" err="1"/>
              <a:t>Suplemental</a:t>
            </a:r>
            <a:r>
              <a:rPr lang="es-ES_tradnl" dirty="0"/>
              <a:t> </a:t>
            </a:r>
            <a:r>
              <a:rPr lang="es-ES_tradnl" dirty="0" err="1"/>
              <a:t>hazard</a:t>
            </a:r>
            <a:r>
              <a:rPr lang="es-ES_tradnl" dirty="0"/>
              <a:t> </a:t>
            </a:r>
            <a:r>
              <a:rPr lang="es-ES_tradnl" dirty="0" err="1"/>
              <a:t>info</a:t>
            </a:r>
            <a:endParaRPr lang="es-ES_tradnl" dirty="0"/>
          </a:p>
          <a:p>
            <a:pPr lvl="0"/>
            <a:endParaRPr lang="es-ES" dirty="0"/>
          </a:p>
          <a:p>
            <a:pPr marL="228600" indent="-228600">
              <a:buFont typeface="+mj-lt"/>
              <a:buAutoNum type="arabicPeriod" startAt="2"/>
            </a:pPr>
            <a:r>
              <a:rPr lang="en-US" sz="1200" b="0" i="0" u="none" strike="noStrike" kern="1200" baseline="0" dirty="0">
                <a:solidFill>
                  <a:schemeClr val="tx1"/>
                </a:solidFill>
                <a:latin typeface="+mn-lt"/>
                <a:ea typeface="+mn-ea"/>
                <a:cs typeface="+mn-cs"/>
              </a:rPr>
              <a:t>Substances and mixtures should be </a:t>
            </a:r>
            <a:r>
              <a:rPr lang="en-US" sz="1200" b="0" i="0" u="none" strike="noStrike" kern="1200" baseline="0" dirty="0" err="1">
                <a:solidFill>
                  <a:schemeClr val="tx1"/>
                </a:solidFill>
                <a:latin typeface="+mn-lt"/>
                <a:ea typeface="+mn-ea"/>
                <a:cs typeface="+mn-cs"/>
              </a:rPr>
              <a:t>labelld</a:t>
            </a:r>
            <a:r>
              <a:rPr lang="en-US" sz="1200" b="0" i="0" u="none" strike="noStrike" kern="1200" baseline="0" dirty="0">
                <a:solidFill>
                  <a:schemeClr val="tx1"/>
                </a:solidFill>
                <a:latin typeface="+mn-lt"/>
                <a:ea typeface="+mn-ea"/>
                <a:cs typeface="+mn-cs"/>
              </a:rPr>
              <a:t> according to CLP Regulation, and must include all elements appearing on the label of the product.  </a:t>
            </a:r>
          </a:p>
          <a:p>
            <a:pPr marL="228600" indent="-228600">
              <a:buFont typeface="+mj-lt"/>
              <a:buAutoNum type="arabicPeriod" startAt="2"/>
            </a:pPr>
            <a:r>
              <a:rPr lang="en-US" sz="1200" b="0" i="0" u="none" strike="noStrike" kern="1200" baseline="0" dirty="0">
                <a:solidFill>
                  <a:schemeClr val="tx1"/>
                </a:solidFill>
                <a:latin typeface="+mn-lt"/>
                <a:ea typeface="+mn-ea"/>
                <a:cs typeface="+mn-cs"/>
              </a:rPr>
              <a:t>If a substance on its own or in a mixture is subject to REACH </a:t>
            </a:r>
            <a:r>
              <a:rPr lang="en-US" sz="1200" b="0" i="0" u="none" strike="noStrike" kern="1200" baseline="0" dirty="0" err="1">
                <a:solidFill>
                  <a:schemeClr val="tx1"/>
                </a:solidFill>
                <a:latin typeface="+mn-lt"/>
                <a:ea typeface="+mn-ea"/>
                <a:cs typeface="+mn-cs"/>
              </a:rPr>
              <a:t>authorisation</a:t>
            </a:r>
            <a:r>
              <a:rPr lang="en-US" sz="1200" b="0" i="0" u="none" strike="noStrike" kern="1200" baseline="0" dirty="0">
                <a:solidFill>
                  <a:schemeClr val="tx1"/>
                </a:solidFill>
                <a:latin typeface="+mn-lt"/>
                <a:ea typeface="+mn-ea"/>
                <a:cs typeface="+mn-cs"/>
              </a:rPr>
              <a:t>, the </a:t>
            </a:r>
            <a:r>
              <a:rPr lang="en-US" sz="1200" b="0" i="0" u="none" strike="noStrike" kern="1200" baseline="0" dirty="0" err="1">
                <a:solidFill>
                  <a:schemeClr val="tx1"/>
                </a:solidFill>
                <a:latin typeface="+mn-lt"/>
                <a:ea typeface="+mn-ea"/>
                <a:cs typeface="+mn-cs"/>
              </a:rPr>
              <a:t>authorisation</a:t>
            </a:r>
            <a:r>
              <a:rPr lang="en-US" sz="1200" b="0" i="0" u="none" strike="noStrike" kern="1200" baseline="0" dirty="0">
                <a:solidFill>
                  <a:schemeClr val="tx1"/>
                </a:solidFill>
                <a:latin typeface="+mn-lt"/>
                <a:ea typeface="+mn-ea"/>
                <a:cs typeface="+mn-cs"/>
              </a:rPr>
              <a:t> number must be included here. </a:t>
            </a:r>
          </a:p>
          <a:p>
            <a:pPr marL="228600" indent="-228600">
              <a:buFont typeface="+mj-lt"/>
              <a:buAutoNum type="arabicPeriod" startAt="2"/>
            </a:pPr>
            <a:endParaRPr lang="en-US" sz="1200" b="0" i="0" u="none" strike="noStrike" kern="1200" baseline="0" dirty="0">
              <a:solidFill>
                <a:schemeClr val="tx1"/>
              </a:solidFill>
              <a:latin typeface="+mn-lt"/>
              <a:ea typeface="+mn-ea"/>
              <a:cs typeface="+mn-cs"/>
            </a:endParaRPr>
          </a:p>
          <a:p>
            <a:pPr marL="0" indent="0">
              <a:buFont typeface="+mj-lt"/>
              <a:buNone/>
            </a:pPr>
            <a:r>
              <a:rPr lang="en-US" sz="1200" b="1" i="0" u="none" strike="noStrike" kern="1200" baseline="0" dirty="0">
                <a:solidFill>
                  <a:schemeClr val="tx1"/>
                </a:solidFill>
                <a:latin typeface="+mn-lt"/>
                <a:ea typeface="+mn-ea"/>
                <a:cs typeface="+mn-cs"/>
              </a:rPr>
              <a:t>You should inform your supplier without delay of any new information on hazards, including classification </a:t>
            </a:r>
            <a:r>
              <a:rPr lang="es-ES" sz="1200" b="1" i="0" u="none" strike="noStrike" kern="1200" baseline="0" dirty="0">
                <a:solidFill>
                  <a:schemeClr val="tx1"/>
                </a:solidFill>
                <a:latin typeface="+mn-lt"/>
                <a:ea typeface="+mn-ea"/>
                <a:cs typeface="+mn-cs"/>
              </a:rPr>
              <a:t>and </a:t>
            </a:r>
            <a:r>
              <a:rPr lang="es-ES" sz="1200" b="1" i="0" u="none" strike="noStrike" kern="1200" baseline="0" dirty="0" err="1">
                <a:solidFill>
                  <a:schemeClr val="tx1"/>
                </a:solidFill>
                <a:latin typeface="+mn-lt"/>
                <a:ea typeface="+mn-ea"/>
                <a:cs typeface="+mn-cs"/>
              </a:rPr>
              <a:t>labelling</a:t>
            </a:r>
            <a:r>
              <a:rPr lang="es-ES" sz="1200" b="1" i="0" u="none" strike="noStrike" kern="1200" baseline="0" dirty="0">
                <a:solidFill>
                  <a:schemeClr val="tx1"/>
                </a:solidFill>
                <a:latin typeface="+mn-lt"/>
                <a:ea typeface="+mn-ea"/>
                <a:cs typeface="+mn-cs"/>
              </a:rPr>
              <a:t>.</a:t>
            </a:r>
          </a:p>
          <a:p>
            <a:endParaRPr lang="es-ES_tradnl" sz="1200" b="0" i="0" u="none" strike="noStrike" kern="1200" baseline="0" dirty="0">
              <a:solidFill>
                <a:schemeClr val="tx1"/>
              </a:solidFill>
              <a:latin typeface="+mn-lt"/>
              <a:ea typeface="+mn-ea"/>
              <a:cs typeface="+mn-cs"/>
            </a:endParaRPr>
          </a:p>
          <a:p>
            <a:endParaRPr lang="es-ES_tradnl" sz="1200" b="0" i="0" u="none" strike="noStrike" kern="1200" baseline="0" dirty="0">
              <a:solidFill>
                <a:schemeClr val="tx1"/>
              </a:solidFill>
              <a:latin typeface="+mn-lt"/>
              <a:ea typeface="+mn-ea"/>
              <a:cs typeface="+mn-cs"/>
            </a:endParaRPr>
          </a:p>
          <a:p>
            <a:endParaRPr lang="es-ES_tradnl"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41495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3 </a:t>
            </a:r>
            <a:r>
              <a:rPr lang="es-ES" sz="1200" b="0" i="0" u="none" strike="noStrike" kern="1200" baseline="0" dirty="0" err="1">
                <a:solidFill>
                  <a:schemeClr val="tx1"/>
                </a:solidFill>
                <a:latin typeface="+mn-lt"/>
                <a:ea typeface="+mn-ea"/>
                <a:cs typeface="+mn-cs"/>
              </a:rPr>
              <a:t>provides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the</a:t>
            </a:r>
            <a:r>
              <a:rPr lang="es-ES"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composition of the chemical product.</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a:pPr>
            <a:r>
              <a:rPr lang="en-US" sz="1200" b="0" i="0" u="none" strike="noStrike" kern="1200" baseline="0" dirty="0">
                <a:solidFill>
                  <a:schemeClr val="tx1"/>
                </a:solidFill>
                <a:latin typeface="+mn-lt"/>
                <a:ea typeface="+mn-ea"/>
                <a:cs typeface="+mn-cs"/>
              </a:rPr>
              <a:t>If it is a substance, the information is provided in </a:t>
            </a:r>
            <a:r>
              <a:rPr lang="en-US" sz="1200" b="1" i="0" u="none" strike="noStrike" kern="1200" baseline="0" dirty="0">
                <a:solidFill>
                  <a:schemeClr val="tx1"/>
                </a:solidFill>
                <a:latin typeface="+mn-lt"/>
                <a:ea typeface="+mn-ea"/>
                <a:cs typeface="+mn-cs"/>
              </a:rPr>
              <a:t>Section 3.1</a:t>
            </a:r>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If the chemical is a mixture, the information is in </a:t>
            </a:r>
            <a:r>
              <a:rPr lang="en-US" sz="1200" b="1" i="0" u="none" strike="noStrike" kern="1200" baseline="0" dirty="0">
                <a:solidFill>
                  <a:schemeClr val="tx1"/>
                </a:solidFill>
                <a:latin typeface="+mn-lt"/>
                <a:ea typeface="+mn-ea"/>
                <a:cs typeface="+mn-cs"/>
              </a:rPr>
              <a:t>Section 3.2</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startAt="2"/>
            </a:pPr>
            <a:r>
              <a:rPr lang="en-US" sz="1200" b="0" i="0" u="none" strike="noStrike" kern="1200" baseline="0" dirty="0">
                <a:solidFill>
                  <a:schemeClr val="tx1"/>
                </a:solidFill>
                <a:latin typeface="+mn-lt"/>
                <a:ea typeface="+mn-ea"/>
                <a:cs typeface="+mn-cs"/>
              </a:rPr>
              <a:t>The information is usually provided in a table. It includes the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name and/or trade name, and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other identifiers (such as CAS number, registration number etc.) of the substances,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ingredients or impurities which:   </a:t>
            </a:r>
          </a:p>
          <a:p>
            <a:pPr marL="685800" lvl="2" indent="-228600">
              <a:buFont typeface="+mj-lt"/>
              <a:buAutoNum type="alphaLcParenR"/>
            </a:pPr>
            <a:r>
              <a:rPr lang="en-US" sz="1200" b="0" i="0" u="none" strike="noStrike" kern="1200" baseline="0" dirty="0">
                <a:solidFill>
                  <a:schemeClr val="tx1"/>
                </a:solidFill>
                <a:latin typeface="+mn-lt"/>
                <a:ea typeface="+mn-ea"/>
                <a:cs typeface="+mn-cs"/>
              </a:rPr>
              <a:t>Contribute to the overall hazard classification; or    </a:t>
            </a:r>
          </a:p>
          <a:p>
            <a:pPr marL="685800" lvl="2" indent="-228600">
              <a:buFont typeface="+mj-lt"/>
              <a:buAutoNum type="alphaLcParenR"/>
            </a:pPr>
            <a:r>
              <a:rPr lang="en-US" sz="1200" b="0" i="0" u="none" strike="noStrike" kern="1200" baseline="0" dirty="0">
                <a:solidFill>
                  <a:schemeClr val="tx1"/>
                </a:solidFill>
                <a:latin typeface="+mn-lt"/>
                <a:ea typeface="+mn-ea"/>
                <a:cs typeface="+mn-cs"/>
              </a:rPr>
              <a:t>Are present at concentrations above certain levels of concern; or    </a:t>
            </a:r>
          </a:p>
          <a:p>
            <a:pPr marL="685800" lvl="2" indent="-228600">
              <a:buFont typeface="+mj-lt"/>
              <a:buAutoNum type="alphaLcParenR"/>
            </a:pPr>
            <a:r>
              <a:rPr lang="es-ES" sz="1200" b="0" i="0" u="none" strike="noStrike" kern="1200" baseline="0" dirty="0" err="1">
                <a:solidFill>
                  <a:schemeClr val="tx1"/>
                </a:solidFill>
                <a:latin typeface="+mn-lt"/>
                <a:ea typeface="+mn-ea"/>
                <a:cs typeface="+mn-cs"/>
              </a:rPr>
              <a:t>Have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occupational</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exposure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limits</a:t>
            </a:r>
            <a:r>
              <a:rPr lang="es-ES" sz="1200" b="0" i="0" u="none" strike="noStrike" kern="1200" baseline="0" dirty="0">
                <a:solidFill>
                  <a:schemeClr val="tx1"/>
                </a:solidFill>
                <a:latin typeface="+mn-lt"/>
                <a:ea typeface="+mn-ea"/>
                <a:cs typeface="+mn-cs"/>
              </a:rPr>
              <a:t>.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For mixtures, the concentration or concentration range at which the constituent is present should be provided.</a:t>
            </a:r>
          </a:p>
          <a:p>
            <a:pPr marL="457200" lvl="1" indent="-228600">
              <a:buFont typeface="+mj-lt"/>
              <a:buAutoNum type="alphaLcParenR"/>
            </a:pPr>
            <a:r>
              <a:rPr lang="es-ES" sz="1200" b="0" i="0" u="none" strike="noStrike" kern="1200" baseline="0" dirty="0">
                <a:solidFill>
                  <a:schemeClr val="tx1"/>
                </a:solidFill>
                <a:latin typeface="+mn-lt"/>
                <a:ea typeface="+mn-ea"/>
                <a:cs typeface="+mn-cs"/>
              </a:rPr>
              <a:t>A </a:t>
            </a:r>
            <a:r>
              <a:rPr lang="es-ES" sz="1200" b="0" i="0" u="none" strike="noStrike" kern="1200" baseline="0" dirty="0" err="1">
                <a:solidFill>
                  <a:schemeClr val="tx1"/>
                </a:solidFill>
                <a:latin typeface="+mn-lt"/>
                <a:ea typeface="+mn-ea"/>
                <a:cs typeface="+mn-cs"/>
              </a:rPr>
              <a:t>supplier</a:t>
            </a:r>
            <a:r>
              <a:rPr lang="es-ES" sz="1200" b="0" i="0" u="none" strike="noStrike" kern="1200" baseline="0" dirty="0">
                <a:solidFill>
                  <a:schemeClr val="tx1"/>
                </a:solidFill>
                <a:latin typeface="+mn-lt"/>
                <a:ea typeface="+mn-ea"/>
                <a:cs typeface="+mn-cs"/>
              </a:rPr>
              <a:t> can </a:t>
            </a:r>
            <a:r>
              <a:rPr lang="es-ES" sz="1200" b="0" i="0" u="none" strike="noStrike" kern="1200" baseline="0" dirty="0" err="1">
                <a:solidFill>
                  <a:schemeClr val="tx1"/>
                </a:solidFill>
                <a:latin typeface="+mn-lt"/>
                <a:ea typeface="+mn-ea"/>
                <a:cs typeface="+mn-cs"/>
              </a:rPr>
              <a:t>include</a:t>
            </a:r>
            <a:r>
              <a:rPr lang="es-ES" sz="1200" b="0" i="0" u="none" strike="noStrike" kern="1200" baseline="0" dirty="0">
                <a:solidFill>
                  <a:schemeClr val="tx1"/>
                </a:solidFill>
                <a:latin typeface="+mn-lt"/>
                <a:ea typeface="+mn-ea"/>
                <a:cs typeface="+mn-cs"/>
              </a:rPr>
              <a:t> non-</a:t>
            </a:r>
            <a:r>
              <a:rPr lang="es-ES" sz="1200" b="0" i="0" u="none" strike="noStrike" kern="1200" baseline="0" dirty="0" err="1">
                <a:solidFill>
                  <a:schemeClr val="tx1"/>
                </a:solidFill>
                <a:latin typeface="+mn-lt"/>
                <a:ea typeface="+mn-ea"/>
                <a:cs typeface="+mn-cs"/>
              </a:rPr>
              <a:t>hazardous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constituents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or</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components</a:t>
            </a:r>
            <a:r>
              <a:rPr lang="es-ES"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here, if choosing to list the full composition of the substance or </a:t>
            </a:r>
            <a:r>
              <a:rPr lang="es-ES" sz="1200" b="0" i="0" u="none" strike="noStrike" kern="1200" baseline="0" dirty="0">
                <a:solidFill>
                  <a:schemeClr val="tx1"/>
                </a:solidFill>
                <a:latin typeface="+mn-lt"/>
                <a:ea typeface="+mn-ea"/>
                <a:cs typeface="+mn-cs"/>
              </a:rPr>
              <a:t>mixture.</a:t>
            </a:r>
          </a:p>
          <a:p>
            <a:endParaRPr lang="es-ES_tradnl" sz="1200" b="1" i="0" u="none" strike="noStrike" kern="1200" baseline="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b="1" kern="0" dirty="0">
                <a:solidFill>
                  <a:schemeClr val="accent1"/>
                </a:solidFill>
              </a:rPr>
              <a:t>Information on Section 3.2  should be consistent with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b="1" kern="0" dirty="0">
                <a:solidFill>
                  <a:schemeClr val="accent1"/>
                </a:solidFill>
              </a:rPr>
              <a:t>the chemical product classification (Section 2)</a:t>
            </a:r>
          </a:p>
          <a:p>
            <a:endParaRPr lang="es-ES_tradnl" sz="1200" b="1" i="0" u="none" strike="noStrike" kern="1200" baseline="0" dirty="0">
              <a:solidFill>
                <a:schemeClr val="tx1"/>
              </a:solidFill>
              <a:latin typeface="+mn-lt"/>
              <a:ea typeface="+mn-ea"/>
              <a:cs typeface="+mn-cs"/>
            </a:endParaRPr>
          </a:p>
          <a:p>
            <a:endParaRPr lang="es-ES_tradnl" sz="1200" b="1" i="0" u="none" strike="noStrike" kern="1200" baseline="0" dirty="0">
              <a:solidFill>
                <a:schemeClr val="tx1"/>
              </a:solidFill>
              <a:latin typeface="+mn-lt"/>
              <a:ea typeface="+mn-ea"/>
              <a:cs typeface="+mn-cs"/>
            </a:endParaRPr>
          </a:p>
          <a:p>
            <a:endParaRPr lang="es-ES_tradnl" sz="1200" b="1" i="0" u="none" strike="noStrike" kern="1200" baseline="0" dirty="0">
              <a:solidFill>
                <a:schemeClr val="tx1"/>
              </a:solidFill>
              <a:latin typeface="+mn-lt"/>
              <a:ea typeface="+mn-ea"/>
              <a:cs typeface="+mn-cs"/>
            </a:endParaRPr>
          </a:p>
          <a:p>
            <a:endParaRPr lang="es-ES" sz="1200" b="1" i="0" u="none" strike="noStrike" kern="1200" baseline="0" dirty="0">
              <a:solidFill>
                <a:schemeClr val="tx1"/>
              </a:solidFill>
              <a:latin typeface="+mn-lt"/>
              <a:ea typeface="+mn-ea"/>
              <a:cs typeface="+mn-cs"/>
            </a:endParaRPr>
          </a:p>
          <a:p>
            <a:r>
              <a:rPr lang="es-ES" sz="1200" b="1" i="0" u="none" strike="noStrike" kern="1200" baseline="0" dirty="0" err="1">
                <a:solidFill>
                  <a:schemeClr val="tx1"/>
                </a:solidFill>
                <a:latin typeface="+mn-lt"/>
                <a:ea typeface="+mn-ea"/>
                <a:cs typeface="+mn-cs"/>
              </a:rPr>
              <a:t>Weight</a:t>
            </a:r>
            <a:r>
              <a:rPr lang="es-ES" sz="1200" b="1" i="0" u="none" strike="noStrike" kern="1200" baseline="0" dirty="0">
                <a:solidFill>
                  <a:schemeClr val="tx1"/>
                </a:solidFill>
                <a:latin typeface="+mn-lt"/>
                <a:ea typeface="+mn-ea"/>
                <a:cs typeface="+mn-cs"/>
              </a:rPr>
              <a:t>/</a:t>
            </a:r>
            <a:r>
              <a:rPr lang="es-ES" sz="1200" b="1" i="0" u="none" strike="noStrike" kern="1200" baseline="0" dirty="0" err="1">
                <a:solidFill>
                  <a:schemeClr val="tx1"/>
                </a:solidFill>
                <a:latin typeface="+mn-lt"/>
                <a:ea typeface="+mn-ea"/>
                <a:cs typeface="+mn-cs"/>
              </a:rPr>
              <a:t>concentration</a:t>
            </a:r>
            <a:r>
              <a:rPr lang="es-ES" sz="1200" b="1" i="0" u="none" strike="noStrike" kern="1200" baseline="0" dirty="0">
                <a:solidFill>
                  <a:schemeClr val="tx1"/>
                </a:solidFill>
                <a:latin typeface="+mn-lt"/>
                <a:ea typeface="+mn-ea"/>
                <a:cs typeface="+mn-cs"/>
              </a:rPr>
              <a:t> </a:t>
            </a:r>
            <a:r>
              <a:rPr lang="es-ES" sz="1200" b="1" i="0" u="none" strike="noStrike" kern="1200" baseline="0" dirty="0" err="1">
                <a:solidFill>
                  <a:schemeClr val="tx1"/>
                </a:solidFill>
                <a:latin typeface="+mn-lt"/>
                <a:ea typeface="+mn-ea"/>
                <a:cs typeface="+mn-cs"/>
              </a:rPr>
              <a:t>ranges</a:t>
            </a:r>
            <a:endParaRPr lang="es-ES" sz="1200" b="1"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Weight ranges may be given instead of actual weight percentages. The classification derived for a particular concentration range should be based on the highest concentration in the range quoted.</a:t>
            </a:r>
          </a:p>
          <a:p>
            <a:pPr marL="228600" indent="-228600">
              <a:buFont typeface="+mj-lt"/>
              <a:buAutoNum type="arabicPeriod"/>
            </a:pPr>
            <a:endParaRPr lang="es-ES_tradnl" sz="1200" b="0" i="0" u="none" strike="noStrike" kern="1200" baseline="0" dirty="0">
              <a:solidFill>
                <a:schemeClr val="tx1"/>
              </a:solidFill>
              <a:latin typeface="+mn-lt"/>
              <a:ea typeface="+mn-ea"/>
              <a:cs typeface="+mn-cs"/>
            </a:endParaRPr>
          </a:p>
          <a:p>
            <a:r>
              <a:rPr lang="es-ES" sz="1200" b="1" i="0" u="none" strike="noStrike" kern="1200" baseline="0" dirty="0" err="1">
                <a:solidFill>
                  <a:schemeClr val="tx1"/>
                </a:solidFill>
                <a:latin typeface="+mn-lt"/>
                <a:ea typeface="+mn-ea"/>
                <a:cs typeface="+mn-cs"/>
              </a:rPr>
              <a:t>Alternative</a:t>
            </a:r>
            <a:r>
              <a:rPr lang="es-ES" sz="1200" b="1" i="0" u="none" strike="noStrike" kern="1200" baseline="0" dirty="0">
                <a:solidFill>
                  <a:schemeClr val="tx1"/>
                </a:solidFill>
                <a:latin typeface="+mn-lt"/>
                <a:ea typeface="+mn-ea"/>
                <a:cs typeface="+mn-cs"/>
              </a:rPr>
              <a:t> </a:t>
            </a:r>
            <a:r>
              <a:rPr lang="es-ES" sz="1200" b="1" i="0" u="none" strike="noStrike" kern="1200" baseline="0" dirty="0" err="1">
                <a:solidFill>
                  <a:schemeClr val="tx1"/>
                </a:solidFill>
                <a:latin typeface="+mn-lt"/>
                <a:ea typeface="+mn-ea"/>
                <a:cs typeface="+mn-cs"/>
              </a:rPr>
              <a:t>chemical</a:t>
            </a:r>
            <a:r>
              <a:rPr lang="es-ES" sz="1200" b="1" i="0" u="none" strike="noStrike" kern="1200" baseline="0" dirty="0">
                <a:solidFill>
                  <a:schemeClr val="tx1"/>
                </a:solidFill>
                <a:latin typeface="+mn-lt"/>
                <a:ea typeface="+mn-ea"/>
                <a:cs typeface="+mn-cs"/>
              </a:rPr>
              <a:t> </a:t>
            </a:r>
            <a:r>
              <a:rPr lang="es-ES" sz="1200" b="1" i="0" u="none" strike="noStrike" kern="1200" baseline="0" dirty="0" err="1">
                <a:solidFill>
                  <a:schemeClr val="tx1"/>
                </a:solidFill>
                <a:latin typeface="+mn-lt"/>
                <a:ea typeface="+mn-ea"/>
                <a:cs typeface="+mn-cs"/>
              </a:rPr>
              <a:t>names</a:t>
            </a:r>
            <a:endParaRPr lang="es-ES" sz="1200" b="1"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Where an alternative chemical name is being used (because it is permitted according to the provisions of Article 24 of CLP), you should indicate so in this subsection (or in </a:t>
            </a:r>
            <a:r>
              <a:rPr lang="es-ES" sz="1200" b="0" i="0" u="none" strike="noStrike" kern="1200" baseline="0" dirty="0" err="1">
                <a:solidFill>
                  <a:schemeClr val="tx1"/>
                </a:solidFill>
                <a:latin typeface="+mn-lt"/>
                <a:ea typeface="+mn-ea"/>
                <a:cs typeface="+mn-cs"/>
              </a:rPr>
              <a:t>Sections</a:t>
            </a:r>
            <a:r>
              <a:rPr lang="es-ES" sz="1200" b="0" i="0" u="none" strike="noStrike" kern="1200" baseline="0" dirty="0">
                <a:solidFill>
                  <a:schemeClr val="tx1"/>
                </a:solidFill>
                <a:latin typeface="+mn-lt"/>
                <a:ea typeface="+mn-ea"/>
                <a:cs typeface="+mn-cs"/>
              </a:rPr>
              <a:t> 15 </a:t>
            </a:r>
            <a:r>
              <a:rPr lang="es-ES" sz="1200" b="0" i="0" u="none" strike="noStrike" kern="1200" baseline="0" dirty="0" err="1">
                <a:solidFill>
                  <a:schemeClr val="tx1"/>
                </a:solidFill>
                <a:latin typeface="+mn-lt"/>
                <a:ea typeface="+mn-ea"/>
                <a:cs typeface="+mn-cs"/>
              </a:rPr>
              <a:t>or</a:t>
            </a:r>
            <a:r>
              <a:rPr lang="es-ES" sz="1200" b="0" i="0" u="none" strike="noStrike" kern="1200" baseline="0" dirty="0">
                <a:solidFill>
                  <a:schemeClr val="tx1"/>
                </a:solidFill>
                <a:latin typeface="+mn-lt"/>
                <a:ea typeface="+mn-ea"/>
                <a:cs typeface="+mn-cs"/>
              </a:rPr>
              <a:t> 16).</a:t>
            </a:r>
          </a:p>
          <a:p>
            <a:endParaRPr lang="es-ES" sz="1200" b="1"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generic cut-off values and M-factors are mentioned in the legal text only in the context of deciding which substances need to be listed in the SDS. However, where the information is available it would be potentially useful and therefore recommended to </a:t>
            </a:r>
            <a:r>
              <a:rPr lang="es-ES" sz="1200" b="0" i="0" u="none" strike="noStrike" kern="1200" baseline="0" dirty="0" err="1">
                <a:solidFill>
                  <a:schemeClr val="tx1"/>
                </a:solidFill>
                <a:latin typeface="+mn-lt"/>
                <a:ea typeface="+mn-ea"/>
                <a:cs typeface="+mn-cs"/>
              </a:rPr>
              <a:t>provide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it</a:t>
            </a:r>
            <a:r>
              <a:rPr lang="es-ES" sz="1200" b="0" i="0" u="none" strike="noStrike" kern="1200" baseline="0" dirty="0">
                <a:solidFill>
                  <a:schemeClr val="tx1"/>
                </a:solidFill>
                <a:latin typeface="+mn-lt"/>
                <a:ea typeface="+mn-ea"/>
                <a:cs typeface="+mn-cs"/>
              </a:rPr>
              <a:t>.</a:t>
            </a:r>
          </a:p>
          <a:p>
            <a:endParaRPr lang="es-ES_tradnl"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10151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4 </a:t>
            </a:r>
          </a:p>
          <a:p>
            <a:endParaRPr lang="es-ES" sz="1200" b="1" i="0" u="none" strike="noStrike" kern="1200" baseline="0" dirty="0">
              <a:solidFill>
                <a:schemeClr val="tx1"/>
              </a:solidFill>
              <a:latin typeface="+mn-lt"/>
              <a:ea typeface="+mn-ea"/>
              <a:cs typeface="+mn-cs"/>
            </a:endParaRPr>
          </a:p>
          <a:p>
            <a:pPr marL="228600" indent="-228600">
              <a:buFont typeface="+mj-lt"/>
              <a:buAutoNum type="arabicPeriod"/>
            </a:pPr>
            <a:r>
              <a:rPr lang="es-ES" sz="1200" b="0" i="0" u="none" strike="noStrike" kern="1200" baseline="0" dirty="0" err="1">
                <a:solidFill>
                  <a:schemeClr val="tx1"/>
                </a:solidFill>
                <a:latin typeface="+mn-lt"/>
                <a:ea typeface="+mn-ea"/>
                <a:cs typeface="+mn-cs"/>
              </a:rPr>
              <a:t>gives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on</a:t>
            </a:r>
            <a:r>
              <a:rPr lang="es-ES" sz="1200" b="0" i="0" u="none" strike="noStrike" kern="1200" baseline="0" dirty="0">
                <a:solidFill>
                  <a:schemeClr val="tx1"/>
                </a:solidFill>
                <a:latin typeface="+mn-lt"/>
                <a:ea typeface="+mn-ea"/>
                <a:cs typeface="+mn-cs"/>
              </a:rPr>
              <a:t>:</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first aid measures to be applied in case of accidental exposure to the chemical;</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symptoms and effects of exposure;</a:t>
            </a:r>
          </a:p>
          <a:p>
            <a:pPr marL="457200" lvl="1" indent="-228600">
              <a:buFont typeface="+mj-lt"/>
              <a:buAutoNum type="alphaLcParenR"/>
            </a:pPr>
            <a:r>
              <a:rPr lang="en-US" sz="1200" b="0" i="0" u="none" strike="noStrike" kern="1200" baseline="0" dirty="0">
                <a:solidFill>
                  <a:schemeClr val="tx1"/>
                </a:solidFill>
                <a:latin typeface="+mn-lt"/>
                <a:ea typeface="+mn-ea"/>
                <a:cs typeface="+mn-cs"/>
              </a:rPr>
              <a:t>Indications on whether urgent or special medical attention (antidote, medical monitoring) or other measures (personal protective equipment for </a:t>
            </a:r>
            <a:r>
              <a:rPr lang="es-ES" sz="1200" b="0" i="0" u="none" strike="noStrike" kern="1200" baseline="0" dirty="0" err="1">
                <a:solidFill>
                  <a:schemeClr val="tx1"/>
                </a:solidFill>
                <a:latin typeface="+mn-lt"/>
                <a:ea typeface="+mn-ea"/>
                <a:cs typeface="+mn-cs"/>
              </a:rPr>
              <a:t>first-aiders</a:t>
            </a:r>
            <a:r>
              <a:rPr lang="es-ES" sz="1200" b="0" i="0" u="none" strike="noStrike" kern="1200" baseline="0" dirty="0">
                <a:solidFill>
                  <a:schemeClr val="tx1"/>
                </a:solidFill>
                <a:latin typeface="+mn-lt"/>
                <a:ea typeface="+mn-ea"/>
                <a:cs typeface="+mn-cs"/>
              </a:rPr>
              <a:t>) are </a:t>
            </a:r>
            <a:r>
              <a:rPr lang="es-ES" sz="1200" b="0" i="0" u="none" strike="noStrike" kern="1200" baseline="0" dirty="0" err="1">
                <a:solidFill>
                  <a:schemeClr val="tx1"/>
                </a:solidFill>
                <a:latin typeface="+mn-lt"/>
                <a:ea typeface="+mn-ea"/>
                <a:cs typeface="+mn-cs"/>
              </a:rPr>
              <a:t>needed</a:t>
            </a:r>
            <a:r>
              <a:rPr lang="es-E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startAt="2"/>
            </a:pPr>
            <a:r>
              <a:rPr lang="en-US" sz="1200" b="0" i="0" u="none" strike="noStrike" kern="1200" baseline="0" dirty="0">
                <a:solidFill>
                  <a:schemeClr val="tx1"/>
                </a:solidFill>
                <a:latin typeface="+mn-lt"/>
                <a:ea typeface="+mn-ea"/>
                <a:cs typeface="+mn-cs"/>
              </a:rPr>
              <a:t>The first aid measures must be:</a:t>
            </a:r>
          </a:p>
          <a:p>
            <a:pPr marL="457200" lvl="1" indent="-228600">
              <a:buFont typeface="+mj-lt"/>
              <a:buAutoNum type="alphaLcParenR"/>
            </a:pPr>
            <a:r>
              <a:rPr lang="en-US" sz="1200" b="0" i="0" u="none" strike="noStrike" kern="1200" baseline="0" dirty="0">
                <a:solidFill>
                  <a:schemeClr val="tx1"/>
                </a:solidFill>
                <a:latin typeface="+mn-lt"/>
                <a:ea typeface="+mn-ea"/>
                <a:cs typeface="+mn-cs"/>
              </a:rPr>
              <a:t> described in such a way that they can be understood and carried out by an untrained person, and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should be consistent with the precautionary statements in </a:t>
            </a:r>
            <a:r>
              <a:rPr lang="en-US" sz="1200" b="1" i="0" u="none" strike="noStrike" kern="1200" baseline="0" dirty="0">
                <a:solidFill>
                  <a:schemeClr val="tx1"/>
                </a:solidFill>
                <a:latin typeface="+mn-lt"/>
                <a:ea typeface="+mn-ea"/>
                <a:cs typeface="+mn-cs"/>
              </a:rPr>
              <a:t>Section 2.1</a:t>
            </a:r>
            <a:r>
              <a:rPr lang="en-US" sz="1200" b="0" i="0" u="none" strike="noStrike" kern="1200" baseline="0" dirty="0">
                <a:solidFill>
                  <a:schemeClr val="tx1"/>
                </a:solidFill>
                <a:latin typeface="+mn-lt"/>
                <a:ea typeface="+mn-ea"/>
                <a:cs typeface="+mn-cs"/>
              </a:rPr>
              <a:t>.</a:t>
            </a:r>
          </a:p>
          <a:p>
            <a:pPr marL="228600" indent="-228600" algn="l" defTabSz="914400" rtl="0" eaLnBrk="1" latinLnBrk="0" hangingPunct="1">
              <a:buFont typeface="+mj-lt"/>
              <a:buAutoNum type="arabicPeriod" startAt="2"/>
            </a:pPr>
            <a:r>
              <a:rPr lang="en-US" sz="1200" b="0" i="0" u="none" strike="noStrike" kern="1200" baseline="0" dirty="0">
                <a:solidFill>
                  <a:schemeClr val="tx1"/>
                </a:solidFill>
                <a:latin typeface="+mn-lt"/>
                <a:ea typeface="+mn-ea"/>
                <a:cs typeface="+mn-cs"/>
              </a:rPr>
              <a:t>It is useful to take the safety data sheet with you when seeking medical care after accidental exposure to the chemical.</a:t>
            </a:r>
          </a:p>
          <a:p>
            <a:pPr marL="228600" indent="-228600" algn="l" defTabSz="914400" rtl="0" eaLnBrk="1" latinLnBrk="0" hangingPunct="1">
              <a:buFont typeface="+mj-lt"/>
              <a:buAutoNum type="arabicPeriod" startAt="2"/>
            </a:pPr>
            <a:r>
              <a:rPr lang="en-US" sz="1200" b="0" i="0" u="none" strike="noStrike" kern="1200" baseline="0" dirty="0">
                <a:solidFill>
                  <a:schemeClr val="tx1"/>
                </a:solidFill>
                <a:latin typeface="+mn-lt"/>
                <a:ea typeface="+mn-ea"/>
                <a:cs typeface="+mn-cs"/>
              </a:rPr>
              <a:t>Additional information provided specifically to medical personnel may be given under a heading such as “Notes for the doctor”. This information may contain special medical terms which may be difficult to understand for non-medical personnel.</a:t>
            </a:r>
          </a:p>
          <a:p>
            <a:endParaRPr lang="en-US" sz="1200" b="0" i="0" u="none" strike="noStrike" kern="1200" baseline="0" dirty="0">
              <a:solidFill>
                <a:schemeClr val="tx1"/>
              </a:solidFill>
              <a:latin typeface="+mn-lt"/>
              <a:ea typeface="+mn-ea"/>
              <a:cs typeface="+mn-cs"/>
            </a:endParaRPr>
          </a:p>
          <a:p>
            <a:r>
              <a:rPr lang="en-GB" b="1" kern="0" dirty="0">
                <a:solidFill>
                  <a:schemeClr val="accent1"/>
                </a:solidFill>
              </a:rPr>
              <a:t>First Aid information should be included in the Emergency Response Plan and the first Aiders trained against it.</a:t>
            </a:r>
          </a:p>
          <a:p>
            <a:endParaRPr lang="en-GB" b="1" kern="0" baseline="0" dirty="0">
              <a:solidFill>
                <a:schemeClr val="accent1"/>
              </a:solidFill>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566989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5 </a:t>
            </a:r>
          </a:p>
          <a:p>
            <a:endParaRPr lang="es-ES" sz="1200" b="1" i="0" u="none" strike="noStrike" kern="1200" baseline="0" dirty="0">
              <a:solidFill>
                <a:schemeClr val="tx1"/>
              </a:solidFill>
              <a:latin typeface="+mn-lt"/>
              <a:ea typeface="+mn-ea"/>
              <a:cs typeface="+mn-cs"/>
            </a:endParaRPr>
          </a:p>
          <a:p>
            <a:pPr marL="228600" indent="-228600">
              <a:buFont typeface="+mj-lt"/>
              <a:buAutoNum type="arabicPeriod"/>
            </a:pPr>
            <a:r>
              <a:rPr lang="es-ES" sz="1200" b="0" i="0" u="none" strike="noStrike" kern="1200" baseline="0" dirty="0" err="1">
                <a:solidFill>
                  <a:schemeClr val="tx1"/>
                </a:solidFill>
                <a:latin typeface="+mn-lt"/>
                <a:ea typeface="+mn-ea"/>
                <a:cs typeface="+mn-cs"/>
              </a:rPr>
              <a:t>gives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on</a:t>
            </a:r>
            <a:r>
              <a:rPr lang="es-ES" sz="1200" b="0" i="0" u="none" strike="noStrike" kern="1200" baseline="0" dirty="0">
                <a:solidFill>
                  <a:schemeClr val="tx1"/>
                </a:solidFill>
                <a:latin typeface="+mn-lt"/>
                <a:ea typeface="+mn-ea"/>
                <a:cs typeface="+mn-cs"/>
              </a:rPr>
              <a:t>:</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firefighting measures to be applied in case of a fire involving the chemical;</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possible hazards arising from the chemical in case of fire (such as hazardous combustion products or </a:t>
            </a:r>
            <a:r>
              <a:rPr lang="en-US" sz="1200" b="0" i="0" u="none" strike="noStrike" kern="1200" baseline="0" dirty="0" err="1">
                <a:solidFill>
                  <a:schemeClr val="tx1"/>
                </a:solidFill>
                <a:latin typeface="+mn-lt"/>
                <a:ea typeface="+mn-ea"/>
                <a:cs typeface="+mn-cs"/>
              </a:rPr>
              <a:t>vapour</a:t>
            </a:r>
            <a:r>
              <a:rPr lang="en-US" sz="1200" b="0" i="0" u="none" strike="noStrike" kern="1200" baseline="0" dirty="0">
                <a:solidFill>
                  <a:schemeClr val="tx1"/>
                </a:solidFill>
                <a:latin typeface="+mn-lt"/>
                <a:ea typeface="+mn-ea"/>
                <a:cs typeface="+mn-cs"/>
              </a:rPr>
              <a:t> cloud explosion </a:t>
            </a:r>
            <a:r>
              <a:rPr lang="es-ES" sz="1200" b="0" i="0" u="none" strike="noStrike" kern="1200" baseline="0" dirty="0" err="1">
                <a:solidFill>
                  <a:schemeClr val="tx1"/>
                </a:solidFill>
                <a:latin typeface="+mn-lt"/>
                <a:ea typeface="+mn-ea"/>
                <a:cs typeface="+mn-cs"/>
              </a:rPr>
              <a:t>risks</a:t>
            </a:r>
            <a:r>
              <a:rPr lang="es-ES" sz="1200" b="0" i="0" u="none" strike="noStrike" kern="1200" baseline="0" dirty="0">
                <a:solidFill>
                  <a:schemeClr val="tx1"/>
                </a:solidFill>
                <a:latin typeface="+mn-lt"/>
                <a:ea typeface="+mn-ea"/>
                <a:cs typeface="+mn-cs"/>
              </a:rPr>
              <a:t>).</a:t>
            </a:r>
          </a:p>
          <a:p>
            <a:pPr marL="228600" indent="-228600">
              <a:buFont typeface="+mj-lt"/>
              <a:buAutoNum type="arabicPeriod" startAt="2"/>
            </a:pPr>
            <a:r>
              <a:rPr lang="en-US" sz="1200" b="0" i="0" u="none" strike="noStrike" kern="1200" baseline="0" dirty="0">
                <a:solidFill>
                  <a:schemeClr val="tx1"/>
                </a:solidFill>
                <a:latin typeface="+mn-lt"/>
                <a:ea typeface="+mn-ea"/>
                <a:cs typeface="+mn-cs"/>
              </a:rPr>
              <a:t>This section may also contain specific information for firefighters, including special protective equipment to be used.</a:t>
            </a:r>
          </a:p>
          <a:p>
            <a:pPr marL="228600" indent="-228600">
              <a:buFont typeface="+mj-lt"/>
              <a:buAutoNum type="arabicPeriod" startAt="2"/>
            </a:pPr>
            <a:r>
              <a:rPr lang="en-US" sz="1200" b="0" i="0" u="none" strike="noStrike" kern="1200" baseline="0" dirty="0">
                <a:solidFill>
                  <a:schemeClr val="tx1"/>
                </a:solidFill>
                <a:latin typeface="+mn-lt"/>
                <a:ea typeface="+mn-ea"/>
                <a:cs typeface="+mn-cs"/>
              </a:rPr>
              <a:t>Pay special attention to the unsuitable extinguishing media described in Section 5.1. Their use may cause chemical or physical reactions resulting in an additional potential hazard.</a:t>
            </a:r>
          </a:p>
          <a:p>
            <a:pPr marL="228600" indent="-228600">
              <a:buFont typeface="+mj-lt"/>
              <a:buAutoNum type="arabicPeriod" startAt="2"/>
            </a:pPr>
            <a:r>
              <a:rPr lang="en-US" sz="1200" b="0" i="0" u="none" strike="noStrike" kern="1200" baseline="0" dirty="0">
                <a:solidFill>
                  <a:schemeClr val="tx1"/>
                </a:solidFill>
                <a:latin typeface="+mn-lt"/>
                <a:ea typeface="+mn-ea"/>
                <a:cs typeface="+mn-cs"/>
              </a:rPr>
              <a:t>For example, some substances emit flammable or toxic gases when in contact with water.</a:t>
            </a:r>
          </a:p>
          <a:p>
            <a:endParaRPr lang="en-US" sz="1200" b="0" i="0" u="none" strike="noStrike" kern="1200" baseline="0" dirty="0">
              <a:solidFill>
                <a:schemeClr val="tx1"/>
              </a:solidFill>
              <a:latin typeface="+mn-lt"/>
              <a:ea typeface="+mn-ea"/>
              <a:cs typeface="+mn-cs"/>
            </a:endParaRPr>
          </a:p>
          <a:p>
            <a:r>
              <a:rPr lang="en-GB" b="1" kern="0" dirty="0">
                <a:solidFill>
                  <a:schemeClr val="accent1"/>
                </a:solidFill>
              </a:rPr>
              <a:t>Firefighting information should be included in the Emergency Response Plan and the Emergency Response Team trained against it.</a:t>
            </a:r>
          </a:p>
          <a:p>
            <a:endParaRPr lang="es-ES_tradnl" b="1"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822874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6 </a:t>
            </a:r>
          </a:p>
          <a:p>
            <a:pPr marL="228600" indent="-228600">
              <a:buFont typeface="+mj-lt"/>
              <a:buAutoNum type="arabicPeriod"/>
            </a:pPr>
            <a:r>
              <a:rPr lang="es-ES" sz="1200" b="0" i="0" u="none" strike="noStrike" kern="1200" baseline="0" dirty="0" err="1">
                <a:solidFill>
                  <a:schemeClr val="tx1"/>
                </a:solidFill>
                <a:latin typeface="+mn-lt"/>
                <a:ea typeface="+mn-ea"/>
                <a:cs typeface="+mn-cs"/>
              </a:rPr>
              <a:t>gives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recommendations</a:t>
            </a:r>
            <a:r>
              <a:rPr lang="es-ES"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on how to deal with accidental spills or leaks of the chemical to prevent or minimize further adverse effects. </a:t>
            </a:r>
          </a:p>
          <a:p>
            <a:pPr marL="228600" indent="-228600">
              <a:buFont typeface="+mj-lt"/>
              <a:buAutoNum type="arabicPeriod"/>
            </a:pPr>
            <a:r>
              <a:rPr lang="en-US" sz="1200" b="0" i="0" u="none" strike="noStrike" kern="1200" baseline="0" dirty="0">
                <a:solidFill>
                  <a:schemeClr val="tx1"/>
                </a:solidFill>
                <a:latin typeface="+mn-lt"/>
                <a:ea typeface="+mn-ea"/>
                <a:cs typeface="+mn-cs"/>
              </a:rPr>
              <a:t>Recommendations include:</a:t>
            </a:r>
          </a:p>
          <a:p>
            <a:pPr marL="457200" lvl="1" indent="-228600">
              <a:buFont typeface="+mj-lt"/>
              <a:buAutoNum type="alphaLcParenR"/>
            </a:pPr>
            <a:r>
              <a:rPr lang="en-US" sz="1200" b="0" i="0" u="none" strike="noStrike" kern="1200" baseline="0" dirty="0">
                <a:solidFill>
                  <a:schemeClr val="tx1"/>
                </a:solidFill>
                <a:latin typeface="+mn-lt"/>
                <a:ea typeface="+mn-ea"/>
                <a:cs typeface="+mn-cs"/>
              </a:rPr>
              <a:t>Containment, recovery and cleaning methods;</a:t>
            </a:r>
          </a:p>
          <a:p>
            <a:pPr marL="457200" lvl="1" indent="-228600">
              <a:buFont typeface="+mj-lt"/>
              <a:buAutoNum type="alphaLcParenR"/>
            </a:pPr>
            <a:r>
              <a:rPr lang="en-US" sz="1200" b="0" i="0" u="none" strike="noStrike" kern="1200" baseline="0" dirty="0">
                <a:solidFill>
                  <a:schemeClr val="tx1"/>
                </a:solidFill>
                <a:latin typeface="+mn-lt"/>
                <a:ea typeface="+mn-ea"/>
                <a:cs typeface="+mn-cs"/>
              </a:rPr>
              <a:t>Personal precautions to be used during these actions.</a:t>
            </a:r>
          </a:p>
          <a:p>
            <a:pPr marL="228600" lvl="1" indent="0">
              <a:buFont typeface="+mj-lt"/>
              <a:buNone/>
            </a:pPr>
            <a:endParaRPr lang="en-US" sz="1200" b="0" i="0" u="none" strike="noStrike" kern="1200" baseline="0" dirty="0">
              <a:solidFill>
                <a:schemeClr val="tx1"/>
              </a:solidFill>
              <a:latin typeface="+mn-lt"/>
              <a:ea typeface="+mn-ea"/>
              <a:cs typeface="+mn-cs"/>
            </a:endParaRPr>
          </a:p>
          <a:p>
            <a:pPr algn="ctr"/>
            <a:r>
              <a:rPr lang="en-GB" b="1" kern="0" dirty="0">
                <a:solidFill>
                  <a:schemeClr val="accent1"/>
                </a:solidFill>
              </a:rPr>
              <a:t>The spill Control Plan should include the control measures recommended from this Section.</a:t>
            </a:r>
          </a:p>
          <a:p>
            <a:pPr algn="ctr"/>
            <a:r>
              <a:rPr lang="en-GB" b="1" kern="0" dirty="0">
                <a:solidFill>
                  <a:schemeClr val="accent1"/>
                </a:solidFill>
              </a:rPr>
              <a:t>Spill Control teams should be adequately trained.</a:t>
            </a: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11</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29624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u="none" strike="noStrike" kern="1200" baseline="0" dirty="0" err="1">
                <a:solidFill>
                  <a:schemeClr val="tx1"/>
                </a:solidFill>
                <a:latin typeface="+mn-lt"/>
                <a:ea typeface="+mn-ea"/>
                <a:cs typeface="+mn-cs"/>
              </a:rPr>
              <a:t>Section</a:t>
            </a:r>
            <a:r>
              <a:rPr lang="es-ES" sz="1200" b="1" i="0" u="none" strike="noStrike" kern="1200" baseline="0" dirty="0">
                <a:solidFill>
                  <a:schemeClr val="tx1"/>
                </a:solidFill>
                <a:latin typeface="+mn-lt"/>
                <a:ea typeface="+mn-ea"/>
                <a:cs typeface="+mn-cs"/>
              </a:rPr>
              <a:t> 7 </a:t>
            </a:r>
            <a:r>
              <a:rPr lang="es-ES" sz="1200" b="0" i="0" u="none" strike="noStrike" kern="1200" baseline="0" dirty="0" err="1">
                <a:solidFill>
                  <a:schemeClr val="tx1"/>
                </a:solidFill>
                <a:latin typeface="+mn-lt"/>
                <a:ea typeface="+mn-ea"/>
                <a:cs typeface="+mn-cs"/>
              </a:rPr>
              <a:t>gives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on how to handle and store chemicals safely, to avoid potentially dangerous incidents.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Advice on safe handling practices includes:</a:t>
            </a:r>
          </a:p>
          <a:p>
            <a:pPr marL="228600" indent="-228600">
              <a:buFont typeface="+mj-lt"/>
              <a:buAutoNum type="arabicPeriod"/>
            </a:pPr>
            <a:r>
              <a:rPr lang="en-US" sz="1200" b="0" i="0" u="none" strike="noStrike" kern="1200" baseline="0" dirty="0">
                <a:solidFill>
                  <a:schemeClr val="tx1"/>
                </a:solidFill>
                <a:latin typeface="+mn-lt"/>
                <a:ea typeface="+mn-ea"/>
                <a:cs typeface="+mn-cs"/>
              </a:rPr>
              <a:t>Containment and measures to prevent fire as well as aerosol and dust </a:t>
            </a:r>
            <a:r>
              <a:rPr lang="es-ES" sz="1200" b="0" i="0" u="none" strike="noStrike" kern="1200" baseline="0" dirty="0" err="1">
                <a:solidFill>
                  <a:schemeClr val="tx1"/>
                </a:solidFill>
                <a:latin typeface="+mn-lt"/>
                <a:ea typeface="+mn-ea"/>
                <a:cs typeface="+mn-cs"/>
              </a:rPr>
              <a:t>generation</a:t>
            </a:r>
            <a:r>
              <a:rPr lang="es-ES" sz="1200" b="0" i="0" u="none" strike="noStrike" kern="1200" baseline="0" dirty="0">
                <a:solidFill>
                  <a:schemeClr val="tx1"/>
                </a:solidFill>
                <a:latin typeface="+mn-lt"/>
                <a:ea typeface="+mn-ea"/>
                <a:cs typeface="+mn-cs"/>
              </a:rPr>
              <a:t>;</a:t>
            </a:r>
          </a:p>
          <a:p>
            <a:pPr marL="228600" indent="-228600">
              <a:buFont typeface="+mj-lt"/>
              <a:buAutoNum type="arabicPeriod"/>
            </a:pPr>
            <a:r>
              <a:rPr lang="en-US" sz="1200" b="0" i="0" u="none" strike="noStrike" kern="1200" baseline="0" dirty="0">
                <a:solidFill>
                  <a:schemeClr val="tx1"/>
                </a:solidFill>
                <a:latin typeface="+mn-lt"/>
                <a:ea typeface="+mn-ea"/>
                <a:cs typeface="+mn-cs"/>
              </a:rPr>
              <a:t>Avoiding hazards due to incompatibility of substances or mixtures; </a:t>
            </a:r>
          </a:p>
          <a:p>
            <a:pPr marL="228600" indent="-228600">
              <a:buFont typeface="+mj-lt"/>
              <a:buAutoNum type="arabicPeriod"/>
            </a:pPr>
            <a:r>
              <a:rPr lang="en-US" sz="1200" b="0" i="0" u="none" strike="noStrike" kern="1200" baseline="0" dirty="0">
                <a:solidFill>
                  <a:schemeClr val="tx1"/>
                </a:solidFill>
                <a:latin typeface="+mn-lt"/>
                <a:ea typeface="+mn-ea"/>
                <a:cs typeface="+mn-cs"/>
              </a:rPr>
              <a:t>Reducing the release of the substance or mixture to the environment, such as avoiding spills or keeping away from drains;</a:t>
            </a:r>
          </a:p>
          <a:p>
            <a:pPr marL="228600" indent="-228600">
              <a:buFont typeface="+mj-lt"/>
              <a:buAutoNum type="arabicPeriod"/>
            </a:pPr>
            <a:r>
              <a:rPr lang="en-US" sz="1200" b="0" i="0" u="none" strike="noStrike" kern="1200" baseline="0" dirty="0">
                <a:solidFill>
                  <a:schemeClr val="tx1"/>
                </a:solidFill>
                <a:latin typeface="+mn-lt"/>
                <a:ea typeface="+mn-ea"/>
                <a:cs typeface="+mn-cs"/>
              </a:rPr>
              <a:t>Implementing good occupational hygiene practices.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Advice on safe storage practices includes:</a:t>
            </a:r>
          </a:p>
          <a:p>
            <a:pPr marL="228600" indent="-228600">
              <a:buFont typeface="+mj-lt"/>
              <a:buAutoNum type="arabicPeriod"/>
            </a:pPr>
            <a:r>
              <a:rPr lang="en-US" sz="1200" b="0" i="0" u="none" strike="noStrike" kern="1200" baseline="0" dirty="0">
                <a:solidFill>
                  <a:schemeClr val="tx1"/>
                </a:solidFill>
                <a:latin typeface="+mn-lt"/>
                <a:ea typeface="+mn-ea"/>
                <a:cs typeface="+mn-cs"/>
              </a:rPr>
              <a:t>Managing risks associated with explosive atmospheres, </a:t>
            </a:r>
            <a:r>
              <a:rPr lang="es-ES" sz="1200" b="0" i="0" u="none" strike="noStrike" kern="1200" baseline="0" dirty="0" err="1">
                <a:solidFill>
                  <a:schemeClr val="tx1"/>
                </a:solidFill>
                <a:latin typeface="+mn-lt"/>
                <a:ea typeface="+mn-ea"/>
                <a:cs typeface="+mn-cs"/>
              </a:rPr>
              <a:t>corrosive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conditions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flammability</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hazards</a:t>
            </a:r>
            <a:r>
              <a:rPr lang="es-ES" sz="1200" b="0" i="0" u="none" strike="noStrike" kern="1200" baseline="0" dirty="0">
                <a:solidFill>
                  <a:schemeClr val="tx1"/>
                </a:solidFill>
                <a:latin typeface="+mn-lt"/>
                <a:ea typeface="+mn-ea"/>
                <a:cs typeface="+mn-cs"/>
              </a:rPr>
              <a:t> etc.;</a:t>
            </a:r>
          </a:p>
          <a:p>
            <a:pPr marL="228600" indent="-228600">
              <a:buFont typeface="+mj-lt"/>
              <a:buAutoNum type="arabicPeriod"/>
            </a:pPr>
            <a:r>
              <a:rPr lang="en-US" sz="1200" b="0" i="0" u="none" strike="noStrike" kern="1200" baseline="0" dirty="0">
                <a:solidFill>
                  <a:schemeClr val="tx1"/>
                </a:solidFill>
                <a:latin typeface="+mn-lt"/>
                <a:ea typeface="+mn-ea"/>
                <a:cs typeface="+mn-cs"/>
              </a:rPr>
              <a:t>Controlling the effects of the surroundings, such as the </a:t>
            </a:r>
            <a:r>
              <a:rPr lang="es-ES" sz="1200" b="0" i="0" u="none" strike="noStrike" kern="1200" baseline="0" dirty="0" err="1">
                <a:solidFill>
                  <a:schemeClr val="tx1"/>
                </a:solidFill>
                <a:latin typeface="+mn-lt"/>
                <a:ea typeface="+mn-ea"/>
                <a:cs typeface="+mn-cs"/>
              </a:rPr>
              <a:t>weather</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humidity</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vibration</a:t>
            </a:r>
            <a:r>
              <a:rPr lang="es-ES" sz="1200" b="0" i="0" u="none" strike="noStrike" kern="1200" baseline="0" dirty="0">
                <a:solidFill>
                  <a:schemeClr val="tx1"/>
                </a:solidFill>
                <a:latin typeface="+mn-lt"/>
                <a:ea typeface="+mn-ea"/>
                <a:cs typeface="+mn-cs"/>
              </a:rPr>
              <a:t> etc.;</a:t>
            </a:r>
          </a:p>
          <a:p>
            <a:pPr marL="228600" indent="-228600">
              <a:buFont typeface="+mj-lt"/>
              <a:buAutoNum type="arabicPeriod"/>
            </a:pPr>
            <a:r>
              <a:rPr lang="en-US" sz="1200" b="0" i="0" u="none" strike="noStrike" kern="1200" baseline="0" dirty="0">
                <a:solidFill>
                  <a:schemeClr val="tx1"/>
                </a:solidFill>
                <a:latin typeface="+mn-lt"/>
                <a:ea typeface="+mn-ea"/>
                <a:cs typeface="+mn-cs"/>
              </a:rPr>
              <a:t>Maintaining the integrity of the substance or mixture; </a:t>
            </a:r>
          </a:p>
          <a:p>
            <a:pPr marL="228600" indent="-228600">
              <a:buFont typeface="+mj-lt"/>
              <a:buAutoNum type="arabicPeriod"/>
            </a:pPr>
            <a:r>
              <a:rPr lang="en-US" sz="1200" b="0" i="0" u="none" strike="noStrike" kern="1200" baseline="0" dirty="0">
                <a:solidFill>
                  <a:schemeClr val="tx1"/>
                </a:solidFill>
                <a:latin typeface="+mn-lt"/>
                <a:ea typeface="+mn-ea"/>
                <a:cs typeface="+mn-cs"/>
              </a:rPr>
              <a:t>Other advice, such as ventilation requirements, quantity </a:t>
            </a:r>
            <a:r>
              <a:rPr lang="es-ES" sz="1200" b="0" i="0" u="none" strike="noStrike" kern="1200" baseline="0" dirty="0" err="1">
                <a:solidFill>
                  <a:schemeClr val="tx1"/>
                </a:solidFill>
                <a:latin typeface="+mn-lt"/>
                <a:ea typeface="+mn-ea"/>
                <a:cs typeface="+mn-cs"/>
              </a:rPr>
              <a:t>limits</a:t>
            </a:r>
            <a:r>
              <a:rPr lang="es-ES" sz="1200" b="0" i="0" u="none" strike="noStrike" kern="1200" baseline="0" dirty="0">
                <a:solidFill>
                  <a:schemeClr val="tx1"/>
                </a:solidFill>
                <a:latin typeface="+mn-lt"/>
                <a:ea typeface="+mn-ea"/>
                <a:cs typeface="+mn-cs"/>
              </a:rPr>
              <a:t> etc.</a:t>
            </a:r>
          </a:p>
          <a:p>
            <a:endParaRPr lang="es-ES_tradnl"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information is appropriate for the uses identified in </a:t>
            </a:r>
            <a:r>
              <a:rPr lang="en-US" sz="1200" b="1" i="0" u="none" strike="noStrike" kern="1200" baseline="0" dirty="0">
                <a:solidFill>
                  <a:schemeClr val="tx1"/>
                </a:solidFill>
                <a:latin typeface="+mn-lt"/>
                <a:ea typeface="+mn-ea"/>
                <a:cs typeface="+mn-cs"/>
              </a:rPr>
              <a:t>Section 1.2</a:t>
            </a:r>
            <a:r>
              <a:rPr lang="en-US" sz="1200" b="0" i="0" u="none" strike="noStrike" kern="1200" baseline="0" dirty="0">
                <a:solidFill>
                  <a:schemeClr val="tx1"/>
                </a:solidFill>
                <a:latin typeface="+mn-lt"/>
                <a:ea typeface="+mn-ea"/>
                <a:cs typeface="+mn-cs"/>
              </a:rPr>
              <a:t>, and to the properties of the chemical (as given in particular in </a:t>
            </a:r>
            <a:r>
              <a:rPr lang="en-US" sz="1200" b="1" i="0" u="none" strike="noStrike" kern="1200" baseline="0" dirty="0">
                <a:solidFill>
                  <a:schemeClr val="tx1"/>
                </a:solidFill>
                <a:latin typeface="+mn-lt"/>
                <a:ea typeface="+mn-ea"/>
                <a:cs typeface="+mn-cs"/>
              </a:rPr>
              <a:t>Sections 9 (</a:t>
            </a:r>
            <a:r>
              <a:rPr lang="en-GB" sz="1200" dirty="0">
                <a:solidFill>
                  <a:schemeClr val="bg1"/>
                </a:solidFill>
              </a:rPr>
              <a:t>Physical &amp; chemical properties</a:t>
            </a:r>
            <a:r>
              <a:rPr lang="en-US" sz="1200" b="1"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and Section </a:t>
            </a:r>
            <a:r>
              <a:rPr lang="en-US" sz="1200" b="1" i="0" u="none" strike="noStrike" kern="1200" baseline="0" dirty="0">
                <a:solidFill>
                  <a:schemeClr val="tx1"/>
                </a:solidFill>
                <a:latin typeface="+mn-lt"/>
                <a:ea typeface="+mn-ea"/>
                <a:cs typeface="+mn-cs"/>
              </a:rPr>
              <a:t>10(Stability and reactivity</a:t>
            </a:r>
            <a:r>
              <a:rPr lang="en-US" sz="1200" b="0" i="0" u="none" strike="noStrike" kern="1200" baseline="0" dirty="0">
                <a:solidFill>
                  <a:schemeClr val="tx1"/>
                </a:solidFill>
                <a:latin typeface="+mn-lt"/>
                <a:ea typeface="+mn-ea"/>
                <a:cs typeface="+mn-cs"/>
              </a:rPr>
              <a:t>). It should be consistent with any </a:t>
            </a:r>
            <a:r>
              <a:rPr lang="es-ES" sz="1200" b="0" i="0" u="none" strike="noStrike" kern="1200" baseline="0" dirty="0" err="1">
                <a:solidFill>
                  <a:schemeClr val="tx1"/>
                </a:solidFill>
                <a:latin typeface="+mn-lt"/>
                <a:ea typeface="+mn-ea"/>
                <a:cs typeface="+mn-cs"/>
              </a:rPr>
              <a:t>exposure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scenario</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provided</a:t>
            </a:r>
            <a:r>
              <a:rPr lang="es-E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In addition to information given in this section, relevant information may also be found in </a:t>
            </a:r>
            <a:r>
              <a:rPr lang="en-US" sz="1200" b="1" i="0" u="none" strike="noStrike" kern="1200" baseline="0" dirty="0">
                <a:solidFill>
                  <a:schemeClr val="tx1"/>
                </a:solidFill>
                <a:latin typeface="+mn-lt"/>
                <a:ea typeface="+mn-ea"/>
                <a:cs typeface="+mn-cs"/>
              </a:rPr>
              <a:t>Section 8 (Exposure controls)</a:t>
            </a:r>
            <a:r>
              <a:rPr lang="en-US" sz="1200" b="0" i="0" u="none" strike="noStrike" kern="1200" baseline="0" dirty="0">
                <a:solidFill>
                  <a:schemeClr val="tx1"/>
                </a:solidFill>
                <a:latin typeface="+mn-lt"/>
                <a:ea typeface="+mn-ea"/>
                <a:cs typeface="+mn-cs"/>
              </a:rPr>
              <a:t>.</a:t>
            </a:r>
            <a:endParaRPr lang="es-ES_tradnl"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55942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u="none" strike="noStrike" kern="1200" baseline="0" dirty="0" err="1">
                <a:solidFill>
                  <a:schemeClr val="tx1"/>
                </a:solidFill>
                <a:latin typeface="+mn-lt"/>
                <a:ea typeface="+mn-ea"/>
                <a:cs typeface="+mn-cs"/>
              </a:rPr>
              <a:t>Section</a:t>
            </a:r>
            <a:r>
              <a:rPr lang="es-ES" sz="1200" b="0" i="0" u="none" strike="noStrike" kern="1200" baseline="0" dirty="0">
                <a:solidFill>
                  <a:schemeClr val="tx1"/>
                </a:solidFill>
                <a:latin typeface="+mn-lt"/>
                <a:ea typeface="+mn-ea"/>
                <a:cs typeface="+mn-cs"/>
              </a:rPr>
              <a:t> 8 </a:t>
            </a:r>
            <a:r>
              <a:rPr lang="es-ES" sz="1200" b="0" i="0" u="none" strike="noStrike" kern="1200" baseline="0" dirty="0" err="1">
                <a:solidFill>
                  <a:schemeClr val="tx1"/>
                </a:solidFill>
                <a:latin typeface="+mn-lt"/>
                <a:ea typeface="+mn-ea"/>
                <a:cs typeface="+mn-cs"/>
              </a:rPr>
              <a:t>contains</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important</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information</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related</a:t>
            </a:r>
            <a:r>
              <a:rPr lang="es-ES" sz="1200" b="0" i="0" u="none" strike="noStrike" kern="1200" baseline="0" dirty="0">
                <a:solidFill>
                  <a:schemeClr val="tx1"/>
                </a:solidFill>
                <a:latin typeface="+mn-lt"/>
                <a:ea typeface="+mn-ea"/>
                <a:cs typeface="+mn-cs"/>
              </a:rPr>
              <a:t> to </a:t>
            </a:r>
            <a:r>
              <a:rPr lang="es-ES" sz="1200" b="0" i="0" u="none" strike="noStrike" kern="1200" baseline="0" dirty="0" err="1">
                <a:solidFill>
                  <a:schemeClr val="tx1"/>
                </a:solidFill>
                <a:latin typeface="+mn-lt"/>
                <a:ea typeface="+mn-ea"/>
                <a:cs typeface="+mn-cs"/>
              </a:rPr>
              <a:t>occupational</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health</a:t>
            </a:r>
            <a:r>
              <a:rPr lang="es-ES" sz="1200" b="0" i="0" u="none" strike="noStrike" kern="1200" baseline="0" dirty="0">
                <a:solidFill>
                  <a:schemeClr val="tx1"/>
                </a:solidFill>
                <a:latin typeface="+mn-lt"/>
                <a:ea typeface="+mn-ea"/>
                <a:cs typeface="+mn-cs"/>
              </a:rPr>
              <a:t> .</a:t>
            </a:r>
          </a:p>
          <a:p>
            <a:endParaRPr lang="es-ES_tradnl" sz="1200" b="0" i="0" u="none" strike="noStrike" kern="1200" baseline="0" dirty="0">
              <a:solidFill>
                <a:schemeClr val="tx1"/>
              </a:solidFill>
              <a:latin typeface="+mn-lt"/>
              <a:ea typeface="+mn-ea"/>
              <a:cs typeface="+mn-cs"/>
            </a:endParaRPr>
          </a:p>
          <a:p>
            <a:r>
              <a:rPr lang="es-ES_tradnl" sz="1200" b="0" i="0" u="none" strike="noStrike" kern="1200" baseline="0" dirty="0" err="1">
                <a:solidFill>
                  <a:schemeClr val="tx1"/>
                </a:solidFill>
                <a:latin typeface="+mn-lt"/>
                <a:ea typeface="+mn-ea"/>
                <a:cs typeface="+mn-cs"/>
              </a:rPr>
              <a:t>Section</a:t>
            </a:r>
            <a:r>
              <a:rPr lang="es-ES_tradnl" sz="1200" b="0" i="0" u="none" strike="noStrike" kern="1200" baseline="0" dirty="0">
                <a:solidFill>
                  <a:schemeClr val="tx1"/>
                </a:solidFill>
                <a:latin typeface="+mn-lt"/>
                <a:ea typeface="+mn-ea"/>
                <a:cs typeface="+mn-cs"/>
              </a:rPr>
              <a:t> 8.1 </a:t>
            </a:r>
            <a:r>
              <a:rPr lang="es-ES_tradnl" sz="1200" b="0" i="0" u="none" strike="noStrike" kern="1200" baseline="0" dirty="0" err="1">
                <a:solidFill>
                  <a:schemeClr val="tx1"/>
                </a:solidFill>
                <a:latin typeface="+mn-lt"/>
                <a:ea typeface="+mn-ea"/>
                <a:cs typeface="+mn-cs"/>
              </a:rPr>
              <a:t>provides</a:t>
            </a:r>
            <a:r>
              <a:rPr lang="es-ES_tradnl" sz="1200" b="0" i="0" u="none" strike="noStrike" kern="1200" baseline="0" dirty="0">
                <a:solidFill>
                  <a:schemeClr val="tx1"/>
                </a:solidFill>
                <a:latin typeface="+mn-lt"/>
                <a:ea typeface="+mn-ea"/>
                <a:cs typeface="+mn-cs"/>
              </a:rPr>
              <a:t> </a:t>
            </a:r>
            <a:r>
              <a:rPr lang="es-ES_tradnl" sz="1200" b="0" i="0" u="none" strike="noStrike" kern="1200" baseline="0" dirty="0" err="1">
                <a:solidFill>
                  <a:schemeClr val="tx1"/>
                </a:solidFill>
                <a:latin typeface="+mn-lt"/>
                <a:ea typeface="+mn-ea"/>
                <a:cs typeface="+mn-cs"/>
              </a:rPr>
              <a:t>information</a:t>
            </a:r>
            <a:r>
              <a:rPr lang="es-ES_tradnl" sz="1200" b="0" i="0" u="none" strike="noStrike" kern="1200" baseline="0" dirty="0">
                <a:solidFill>
                  <a:schemeClr val="tx1"/>
                </a:solidFill>
                <a:latin typeface="+mn-lt"/>
                <a:ea typeface="+mn-ea"/>
                <a:cs typeface="+mn-cs"/>
              </a:rPr>
              <a:t> </a:t>
            </a:r>
            <a:r>
              <a:rPr lang="es-ES_tradnl" sz="1200" b="0" i="0" u="none" strike="noStrike" kern="1200" baseline="0" dirty="0" err="1">
                <a:solidFill>
                  <a:schemeClr val="tx1"/>
                </a:solidFill>
                <a:latin typeface="+mn-lt"/>
                <a:ea typeface="+mn-ea"/>
                <a:cs typeface="+mn-cs"/>
              </a:rPr>
              <a:t>on</a:t>
            </a:r>
            <a:r>
              <a:rPr lang="es-ES_tradnl" sz="1200" b="0" i="0" u="none" strike="noStrike" kern="1200" baseline="0" dirty="0">
                <a:solidFill>
                  <a:schemeClr val="tx1"/>
                </a:solidFill>
                <a:latin typeface="+mn-lt"/>
                <a:ea typeface="+mn-ea"/>
                <a:cs typeface="+mn-cs"/>
              </a:rPr>
              <a:t> </a:t>
            </a:r>
            <a:r>
              <a:rPr lang="es-ES_tradnl" sz="1200" b="0" i="0" u="none" strike="noStrike" kern="1200" baseline="0" dirty="0" err="1">
                <a:solidFill>
                  <a:schemeClr val="tx1"/>
                </a:solidFill>
                <a:latin typeface="+mn-lt"/>
                <a:ea typeface="+mn-ea"/>
                <a:cs typeface="+mn-cs"/>
              </a:rPr>
              <a:t>Expossure</a:t>
            </a:r>
            <a:r>
              <a:rPr lang="es-ES_tradnl" sz="1200" b="0" i="0" u="none" strike="noStrike" kern="1200" baseline="0" dirty="0">
                <a:solidFill>
                  <a:schemeClr val="tx1"/>
                </a:solidFill>
                <a:latin typeface="+mn-lt"/>
                <a:ea typeface="+mn-ea"/>
                <a:cs typeface="+mn-cs"/>
              </a:rPr>
              <a:t> </a:t>
            </a:r>
            <a:r>
              <a:rPr lang="es-ES_tradnl" sz="1200" b="0" i="0" u="none" strike="noStrike" kern="1200" baseline="0" dirty="0" err="1">
                <a:solidFill>
                  <a:schemeClr val="tx1"/>
                </a:solidFill>
                <a:latin typeface="+mn-lt"/>
                <a:ea typeface="+mn-ea"/>
                <a:cs typeface="+mn-cs"/>
              </a:rPr>
              <a:t>limits</a:t>
            </a:r>
            <a:endParaRPr lang="es-ES" sz="1200" b="0" i="0" u="none" strike="noStrike" kern="1200" baseline="0" dirty="0">
              <a:solidFill>
                <a:schemeClr val="tx1"/>
              </a:solidFill>
              <a:latin typeface="+mn-lt"/>
              <a:ea typeface="+mn-ea"/>
              <a:cs typeface="+mn-cs"/>
            </a:endParaRPr>
          </a:p>
          <a:p>
            <a:pPr marL="228600" indent="-228600">
              <a:buFont typeface="+mj-lt"/>
              <a:buAutoNum type="arabicPeriod"/>
            </a:pPr>
            <a:r>
              <a:rPr lang="en-US" sz="1200" b="0" i="0" u="none" strike="noStrike" kern="1200" baseline="0" dirty="0">
                <a:solidFill>
                  <a:schemeClr val="tx1"/>
                </a:solidFill>
                <a:latin typeface="+mn-lt"/>
                <a:ea typeface="+mn-ea"/>
                <a:cs typeface="+mn-cs"/>
              </a:rPr>
              <a:t>For workers, consumers and the environment</a:t>
            </a:r>
            <a:endParaRPr lang="es-ES" sz="1200" b="0" i="0" u="none" strike="noStrike" kern="1200" baseline="0" dirty="0">
              <a:solidFill>
                <a:schemeClr val="tx1"/>
              </a:solidFill>
              <a:latin typeface="+mn-lt"/>
              <a:ea typeface="+mn-ea"/>
              <a:cs typeface="+mn-cs"/>
            </a:endParaRPr>
          </a:p>
          <a:p>
            <a:pPr marL="228600" indent="-228600">
              <a:buFont typeface="+mj-lt"/>
              <a:buAutoNum type="arabicPeriod"/>
            </a:pPr>
            <a:r>
              <a:rPr lang="es-ES" sz="1200" b="0" i="0" u="none" strike="noStrike" kern="1200" baseline="0" dirty="0" err="1">
                <a:solidFill>
                  <a:schemeClr val="tx1"/>
                </a:solidFill>
                <a:latin typeface="+mn-lt"/>
                <a:ea typeface="+mn-ea"/>
                <a:cs typeface="+mn-cs"/>
              </a:rPr>
              <a:t>These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include</a:t>
            </a:r>
            <a:r>
              <a:rPr lang="es-ES" sz="1200" b="0" i="0" u="none" strike="noStrike" kern="1200" baseline="0" dirty="0">
                <a:solidFill>
                  <a:schemeClr val="tx1"/>
                </a:solidFill>
                <a:latin typeface="+mn-lt"/>
                <a:ea typeface="+mn-ea"/>
                <a:cs typeface="+mn-cs"/>
              </a:rPr>
              <a:t>:</a:t>
            </a:r>
          </a:p>
          <a:p>
            <a:pPr marL="457200" lvl="1" indent="-228600">
              <a:buFont typeface="+mj-lt"/>
              <a:buAutoNum type="alphaLcParenR"/>
            </a:pPr>
            <a:r>
              <a:rPr lang="fr-FR" sz="1200" b="0" i="0" u="none" strike="noStrike" kern="1200" baseline="0" dirty="0">
                <a:solidFill>
                  <a:schemeClr val="tx1"/>
                </a:solidFill>
                <a:latin typeface="+mn-lt"/>
                <a:ea typeface="+mn-ea"/>
                <a:cs typeface="+mn-cs"/>
              </a:rPr>
              <a:t>applicable </a:t>
            </a:r>
            <a:r>
              <a:rPr lang="fr-FR" sz="1200" b="0" i="0" u="none" strike="noStrike" kern="1200" baseline="0" dirty="0" err="1">
                <a:solidFill>
                  <a:schemeClr val="tx1"/>
                </a:solidFill>
                <a:latin typeface="+mn-lt"/>
                <a:ea typeface="+mn-ea"/>
                <a:cs typeface="+mn-cs"/>
              </a:rPr>
              <a:t>occupational</a:t>
            </a:r>
            <a:r>
              <a:rPr lang="fr-FR" sz="1200" b="0" i="0" u="none" strike="noStrike" kern="1200" baseline="0" dirty="0">
                <a:solidFill>
                  <a:schemeClr val="tx1"/>
                </a:solidFill>
                <a:latin typeface="+mn-lt"/>
                <a:ea typeface="+mn-ea"/>
                <a:cs typeface="+mn-cs"/>
              </a:rPr>
              <a:t> </a:t>
            </a:r>
            <a:r>
              <a:rPr lang="fr-FR" sz="1200" b="0" i="0" u="none" strike="noStrike" kern="1200" baseline="0" dirty="0" err="1">
                <a:solidFill>
                  <a:schemeClr val="tx1"/>
                </a:solidFill>
                <a:latin typeface="+mn-lt"/>
                <a:ea typeface="+mn-ea"/>
                <a:cs typeface="+mn-cs"/>
              </a:rPr>
              <a:t>exposure</a:t>
            </a:r>
            <a:r>
              <a:rPr lang="fr-FR" sz="1200" b="0" i="0" u="none" strike="noStrike" kern="1200" baseline="0" dirty="0">
                <a:solidFill>
                  <a:schemeClr val="tx1"/>
                </a:solidFill>
                <a:latin typeface="+mn-lt"/>
                <a:ea typeface="+mn-ea"/>
                <a:cs typeface="+mn-cs"/>
              </a:rPr>
              <a:t> </a:t>
            </a:r>
            <a:r>
              <a:rPr lang="fr-FR" sz="1200" b="0" i="0" u="none" strike="noStrike" kern="1200" baseline="0" dirty="0" err="1">
                <a:solidFill>
                  <a:schemeClr val="tx1"/>
                </a:solidFill>
                <a:latin typeface="+mn-lt"/>
                <a:ea typeface="+mn-ea"/>
                <a:cs typeface="+mn-cs"/>
              </a:rPr>
              <a:t>limits</a:t>
            </a:r>
            <a:r>
              <a:rPr lang="fr-FR" sz="1200" b="0" i="0" u="none" strike="noStrike" kern="1200" baseline="0" dirty="0">
                <a:solidFill>
                  <a:schemeClr val="tx1"/>
                </a:solidFill>
                <a:latin typeface="+mn-lt"/>
                <a:ea typeface="+mn-ea"/>
                <a:cs typeface="+mn-cs"/>
              </a:rPr>
              <a:t> (</a:t>
            </a:r>
            <a:r>
              <a:rPr lang="fr-FR" sz="1200" b="0" i="0" u="none" strike="noStrike" kern="1200" baseline="0" dirty="0" err="1">
                <a:solidFill>
                  <a:schemeClr val="tx1"/>
                </a:solidFill>
                <a:latin typeface="+mn-lt"/>
                <a:ea typeface="+mn-ea"/>
                <a:cs typeface="+mn-cs"/>
              </a:rPr>
              <a:t>OELs</a:t>
            </a:r>
            <a:r>
              <a:rPr lang="fr-FR" sz="1200" b="0" i="0" u="none" strike="noStrike" kern="1200" baseline="0" dirty="0">
                <a:solidFill>
                  <a:schemeClr val="tx1"/>
                </a:solidFill>
                <a:latin typeface="+mn-lt"/>
                <a:ea typeface="+mn-ea"/>
                <a:cs typeface="+mn-cs"/>
              </a:rPr>
              <a:t>),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derived no effect levels (DNELs),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predicted no effect concentrations (PNECs) etc.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In addition to the OELs applicable in your country, limits valid in other countries may also be indicated, depending on the </a:t>
            </a:r>
            <a:r>
              <a:rPr lang="es-ES" sz="1200" b="0" i="0" u="none" strike="noStrike" kern="1200" baseline="0" dirty="0" err="1">
                <a:solidFill>
                  <a:schemeClr val="tx1"/>
                </a:solidFill>
                <a:latin typeface="+mn-lt"/>
                <a:ea typeface="+mn-ea"/>
                <a:cs typeface="+mn-cs"/>
              </a:rPr>
              <a:t>market</a:t>
            </a:r>
            <a:r>
              <a:rPr lang="es-ES" sz="1200" b="0" i="0" u="none" strike="noStrike" kern="1200" baseline="0" dirty="0">
                <a:solidFill>
                  <a:schemeClr val="tx1"/>
                </a:solidFill>
                <a:latin typeface="+mn-lt"/>
                <a:ea typeface="+mn-ea"/>
                <a:cs typeface="+mn-cs"/>
              </a:rPr>
              <a:t> of </a:t>
            </a:r>
            <a:r>
              <a:rPr lang="es-ES" sz="1200" b="0" i="0" u="none" strike="noStrike" kern="1200" baseline="0" dirty="0" err="1">
                <a:solidFill>
                  <a:schemeClr val="tx1"/>
                </a:solidFill>
                <a:latin typeface="+mn-lt"/>
                <a:ea typeface="+mn-ea"/>
                <a:cs typeface="+mn-cs"/>
              </a:rPr>
              <a:t>your</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supplier</a:t>
            </a:r>
            <a:r>
              <a:rPr lang="es-ES" sz="1200" b="0" i="0" u="none" strike="noStrike" kern="1200" baseline="0" dirty="0">
                <a:solidFill>
                  <a:schemeClr val="tx1"/>
                </a:solidFill>
                <a:latin typeface="+mn-lt"/>
                <a:ea typeface="+mn-ea"/>
                <a:cs typeface="+mn-cs"/>
              </a:rPr>
              <a:t>.    </a:t>
            </a:r>
          </a:p>
          <a:p>
            <a:pPr marL="457200" lvl="1" indent="-228600">
              <a:buFont typeface="+mj-lt"/>
              <a:buAutoNum type="alphaLcParenR"/>
            </a:pPr>
            <a:r>
              <a:rPr lang="en-US" sz="1200" b="0" i="0" u="none" strike="noStrike" kern="1200" baseline="0" dirty="0">
                <a:solidFill>
                  <a:schemeClr val="tx1"/>
                </a:solidFill>
                <a:latin typeface="+mn-lt"/>
                <a:ea typeface="+mn-ea"/>
                <a:cs typeface="+mn-cs"/>
              </a:rPr>
              <a:t>The control parameters contained in Section 8.1 </a:t>
            </a:r>
            <a:r>
              <a:rPr lang="en-US" sz="1200" b="0" i="0" u="sng" strike="noStrike" kern="1200" baseline="0" dirty="0">
                <a:solidFill>
                  <a:schemeClr val="tx1"/>
                </a:solidFill>
                <a:latin typeface="+mn-lt"/>
                <a:ea typeface="+mn-ea"/>
                <a:cs typeface="+mn-cs"/>
              </a:rPr>
              <a:t>are limit values, below which the risks are considered to </a:t>
            </a:r>
            <a:r>
              <a:rPr lang="es-ES" sz="1200" b="0" i="0" u="sng" strike="noStrike" kern="1200" baseline="0" dirty="0">
                <a:solidFill>
                  <a:schemeClr val="tx1"/>
                </a:solidFill>
                <a:latin typeface="+mn-lt"/>
                <a:ea typeface="+mn-ea"/>
                <a:cs typeface="+mn-cs"/>
              </a:rPr>
              <a:t>be </a:t>
            </a:r>
            <a:r>
              <a:rPr lang="es-ES" sz="1200" b="0" i="0" u="sng" strike="noStrike" kern="1200" baseline="0" dirty="0" err="1">
                <a:solidFill>
                  <a:schemeClr val="tx1"/>
                </a:solidFill>
                <a:latin typeface="+mn-lt"/>
                <a:ea typeface="+mn-ea"/>
                <a:cs typeface="+mn-cs"/>
              </a:rPr>
              <a:t>controlled</a:t>
            </a:r>
            <a:endParaRPr lang="es-ES" sz="1200" b="0" i="0" u="sng" strike="noStrike" kern="1200" baseline="0" dirty="0">
              <a:solidFill>
                <a:schemeClr val="tx1"/>
              </a:solidFill>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u="none" strike="noStrike" kern="1200" baseline="0" dirty="0">
                <a:solidFill>
                  <a:schemeClr val="tx1"/>
                </a:solidFill>
                <a:latin typeface="+mn-lt"/>
                <a:ea typeface="+mn-ea"/>
                <a:cs typeface="+mn-cs"/>
              </a:rPr>
              <a:t>The recommended monitoring methods may be included here. These monitoring methods can be, for example, </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n-US" sz="1200" b="0" i="0" u="none" strike="noStrike" kern="1200" baseline="0" dirty="0">
                <a:solidFill>
                  <a:schemeClr val="tx1"/>
                </a:solidFill>
                <a:latin typeface="+mn-lt"/>
                <a:ea typeface="+mn-ea"/>
                <a:cs typeface="+mn-cs"/>
              </a:rPr>
              <a:t>personal air monitoring, </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n-US" sz="1200" b="0" i="0" u="none" strike="noStrike" kern="1200" baseline="0" dirty="0">
                <a:solidFill>
                  <a:schemeClr val="tx1"/>
                </a:solidFill>
                <a:latin typeface="+mn-lt"/>
                <a:ea typeface="+mn-ea"/>
                <a:cs typeface="+mn-cs"/>
              </a:rPr>
              <a:t>room air monitoring, </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n-US" sz="1200" b="0" i="0" u="none" strike="noStrike" kern="1200" baseline="0" dirty="0">
                <a:solidFill>
                  <a:schemeClr val="tx1"/>
                </a:solidFill>
                <a:latin typeface="+mn-lt"/>
                <a:ea typeface="+mn-ea"/>
                <a:cs typeface="+mn-cs"/>
              </a:rPr>
              <a:t>or biological monitoring, </a:t>
            </a:r>
          </a:p>
          <a:p>
            <a:pPr marL="228600" marR="0" lvl="1" indent="0" algn="l" defTabSz="914400" rtl="0" eaLnBrk="1" fontAlgn="auto" latinLnBrk="0" hangingPunct="1">
              <a:lnSpc>
                <a:spcPct val="100000"/>
              </a:lnSpc>
              <a:spcBef>
                <a:spcPts val="0"/>
              </a:spcBef>
              <a:spcAft>
                <a:spcPts val="0"/>
              </a:spcAft>
              <a:buClrTx/>
              <a:buSzTx/>
              <a:buFont typeface="+mj-lt"/>
              <a:buNone/>
              <a:tabLst/>
              <a:defRPr/>
            </a:pPr>
            <a:r>
              <a:rPr lang="en-US" sz="1200" b="0" i="0" u="none" strike="noStrike" kern="1200" baseline="0" dirty="0">
                <a:solidFill>
                  <a:schemeClr val="tx1"/>
                </a:solidFill>
                <a:latin typeface="+mn-lt"/>
                <a:ea typeface="+mn-ea"/>
                <a:cs typeface="+mn-cs"/>
              </a:rPr>
              <a:t>according to agreed standards</a:t>
            </a:r>
            <a:endParaRPr lang="es-ES_tradnl" sz="1200" b="0" i="0" u="none" strike="noStrike" kern="1200" baseline="0" dirty="0">
              <a:solidFill>
                <a:schemeClr val="tx1"/>
              </a:solidFill>
              <a:latin typeface="+mn-lt"/>
              <a:ea typeface="+mn-ea"/>
              <a:cs typeface="+mn-cs"/>
            </a:endParaRPr>
          </a:p>
          <a:p>
            <a:pPr marL="228600" marR="0" lvl="1" indent="0" algn="l" defTabSz="914400" rtl="0" eaLnBrk="1" fontAlgn="auto" latinLnBrk="0" hangingPunct="1">
              <a:lnSpc>
                <a:spcPct val="100000"/>
              </a:lnSpc>
              <a:spcBef>
                <a:spcPts val="0"/>
              </a:spcBef>
              <a:spcAft>
                <a:spcPts val="0"/>
              </a:spcAft>
              <a:buClrTx/>
              <a:buSzTx/>
              <a:buFont typeface="+mj-lt"/>
              <a:buNone/>
              <a:tabLst/>
              <a:defRPr/>
            </a:pPr>
            <a:endParaRPr lang="es-ES_tradnl" sz="1200" b="0" i="0" u="none" strike="noStrike" kern="1200" baseline="0" dirty="0">
              <a:solidFill>
                <a:schemeClr val="tx1"/>
              </a:solidFill>
              <a:latin typeface="+mn-lt"/>
              <a:ea typeface="+mn-ea"/>
              <a:cs typeface="+mn-cs"/>
            </a:endParaRPr>
          </a:p>
          <a:p>
            <a:pPr marL="228600" marR="0" lvl="1" indent="0" algn="l" defTabSz="914400" rtl="0" eaLnBrk="1" fontAlgn="auto" latinLnBrk="0" hangingPunct="1">
              <a:lnSpc>
                <a:spcPct val="100000"/>
              </a:lnSpc>
              <a:spcBef>
                <a:spcPts val="0"/>
              </a:spcBef>
              <a:spcAft>
                <a:spcPts val="0"/>
              </a:spcAft>
              <a:buClrTx/>
              <a:buSzTx/>
              <a:buFont typeface="+mj-lt"/>
              <a:buNone/>
              <a:tabLst/>
              <a:defRPr/>
            </a:pPr>
            <a:r>
              <a:rPr lang="es-ES_tradnl" b="1" kern="0" dirty="0">
                <a:solidFill>
                  <a:schemeClr val="accent1"/>
                </a:solidFill>
              </a:rPr>
              <a:t>The Exposure limits in </a:t>
            </a:r>
            <a:r>
              <a:rPr lang="es-ES_tradnl" b="1" kern="0" dirty="0" err="1">
                <a:solidFill>
                  <a:schemeClr val="accent1"/>
                </a:solidFill>
              </a:rPr>
              <a:t>this</a:t>
            </a:r>
            <a:r>
              <a:rPr lang="es-ES_tradnl" b="1" kern="0" dirty="0">
                <a:solidFill>
                  <a:schemeClr val="accent1"/>
                </a:solidFill>
              </a:rPr>
              <a:t> </a:t>
            </a:r>
            <a:r>
              <a:rPr lang="es-ES_tradnl" b="1" kern="0" dirty="0" err="1">
                <a:solidFill>
                  <a:schemeClr val="accent1"/>
                </a:solidFill>
              </a:rPr>
              <a:t>section</a:t>
            </a:r>
            <a:r>
              <a:rPr lang="es-ES_tradnl" b="1" kern="0" dirty="0">
                <a:solidFill>
                  <a:schemeClr val="accent1"/>
                </a:solidFill>
              </a:rPr>
              <a:t> </a:t>
            </a:r>
            <a:r>
              <a:rPr lang="es-ES_tradnl" b="1" kern="0" dirty="0" err="1">
                <a:solidFill>
                  <a:schemeClr val="accent1"/>
                </a:solidFill>
              </a:rPr>
              <a:t>provides</a:t>
            </a:r>
            <a:r>
              <a:rPr lang="es-ES_tradnl" b="1" kern="0" dirty="0">
                <a:solidFill>
                  <a:schemeClr val="accent1"/>
                </a:solidFill>
              </a:rPr>
              <a:t> the </a:t>
            </a:r>
            <a:r>
              <a:rPr lang="es-ES_tradnl" b="1" kern="0" dirty="0" err="1">
                <a:solidFill>
                  <a:schemeClr val="accent1"/>
                </a:solidFill>
              </a:rPr>
              <a:t>basis</a:t>
            </a:r>
            <a:r>
              <a:rPr lang="es-ES_tradnl" b="1" kern="0" dirty="0">
                <a:solidFill>
                  <a:schemeClr val="accent1"/>
                </a:solidFill>
              </a:rPr>
              <a:t> </a:t>
            </a:r>
            <a:r>
              <a:rPr lang="es-ES_tradnl" b="1" kern="0" dirty="0" err="1">
                <a:solidFill>
                  <a:schemeClr val="accent1"/>
                </a:solidFill>
              </a:rPr>
              <a:t>for</a:t>
            </a:r>
            <a:r>
              <a:rPr lang="es-ES_tradnl" b="1" kern="0" dirty="0">
                <a:solidFill>
                  <a:schemeClr val="accent1"/>
                </a:solidFill>
              </a:rPr>
              <a:t> the </a:t>
            </a:r>
            <a:r>
              <a:rPr lang="es-ES_tradnl" b="1" kern="0" dirty="0" err="1">
                <a:solidFill>
                  <a:schemeClr val="accent1"/>
                </a:solidFill>
              </a:rPr>
              <a:t>IHRAs</a:t>
            </a:r>
            <a:endParaRPr lang="en-US" b="1" kern="0" dirty="0">
              <a:solidFill>
                <a:schemeClr val="accent1"/>
              </a:solidFill>
            </a:endParaRPr>
          </a:p>
          <a:p>
            <a:endParaRPr lang="es-E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13</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79970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Section 8.2 Provides measures to manage the risks and to ensure the safe use of the chemical are described, covering both engineering controls and personal protection measures. </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a:pPr>
            <a:r>
              <a:rPr lang="en-US" sz="1200" b="0" i="0" u="none" strike="noStrike" kern="1200" baseline="0" dirty="0">
                <a:solidFill>
                  <a:schemeClr val="tx1"/>
                </a:solidFill>
                <a:latin typeface="+mn-lt"/>
                <a:ea typeface="+mn-ea"/>
                <a:cs typeface="+mn-cs"/>
              </a:rPr>
              <a:t>The measures are designed to reduce worker and environmental exposure to a safe level.  </a:t>
            </a:r>
          </a:p>
          <a:p>
            <a:pPr marL="228600" indent="-228600">
              <a:buFont typeface="+mj-lt"/>
              <a:buAutoNum type="arabicPeriod"/>
            </a:pPr>
            <a:r>
              <a:rPr lang="en-US" sz="1200" b="0" i="0" u="none" strike="noStrike" kern="1200" baseline="0" dirty="0">
                <a:solidFill>
                  <a:schemeClr val="tx1"/>
                </a:solidFill>
                <a:latin typeface="+mn-lt"/>
                <a:ea typeface="+mn-ea"/>
                <a:cs typeface="+mn-cs"/>
              </a:rPr>
              <a:t>The controls include:</a:t>
            </a:r>
          </a:p>
          <a:p>
            <a:pPr marL="457200" lvl="1" indent="-228600">
              <a:buFont typeface="+mj-lt"/>
              <a:buAutoNum type="alphaLcParenR"/>
            </a:pPr>
            <a:r>
              <a:rPr lang="es-ES" sz="1200" b="0" i="0" u="none" strike="noStrike" kern="1200" baseline="0" dirty="0" err="1">
                <a:solidFill>
                  <a:schemeClr val="tx1"/>
                </a:solidFill>
                <a:latin typeface="+mn-lt"/>
                <a:ea typeface="+mn-ea"/>
                <a:cs typeface="+mn-cs"/>
              </a:rPr>
              <a:t>Appropriate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engineering</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controls</a:t>
            </a:r>
            <a:r>
              <a:rPr lang="es-ES" sz="1200" b="0" i="0" u="none" strike="noStrike" kern="1200" baseline="0" dirty="0">
                <a:solidFill>
                  <a:schemeClr val="tx1"/>
                </a:solidFill>
                <a:latin typeface="+mn-lt"/>
                <a:ea typeface="+mn-ea"/>
                <a:cs typeface="+mn-cs"/>
              </a:rPr>
              <a:t>;</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s-ES" sz="1200" b="0" i="0" u="none" strike="noStrike" kern="1200" baseline="0" dirty="0" err="1">
                <a:solidFill>
                  <a:schemeClr val="tx1"/>
                </a:solidFill>
                <a:latin typeface="+mn-lt"/>
                <a:ea typeface="+mn-ea"/>
                <a:cs typeface="+mn-cs"/>
              </a:rPr>
              <a:t>Administrative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controls</a:t>
            </a:r>
            <a:r>
              <a:rPr lang="es-ES" sz="1200" b="0" i="0" u="none" strike="noStrike" kern="1200" baseline="0" dirty="0">
                <a:solidFill>
                  <a:schemeClr val="tx1"/>
                </a:solidFill>
                <a:latin typeface="+mn-lt"/>
                <a:ea typeface="+mn-ea"/>
                <a:cs typeface="+mn-cs"/>
              </a:rPr>
              <a:t>;</a:t>
            </a:r>
          </a:p>
          <a:p>
            <a:pPr marL="457200" lvl="1" indent="-228600">
              <a:buFont typeface="+mj-lt"/>
              <a:buAutoNum type="alphaLcParenR"/>
            </a:pPr>
            <a:r>
              <a:rPr lang="es-ES" sz="1200" b="0" i="0" u="none" strike="noStrike" kern="1200" baseline="0" dirty="0">
                <a:solidFill>
                  <a:schemeClr val="tx1"/>
                </a:solidFill>
                <a:latin typeface="+mn-lt"/>
                <a:ea typeface="+mn-ea"/>
                <a:cs typeface="+mn-cs"/>
              </a:rPr>
              <a:t>Personal </a:t>
            </a:r>
            <a:r>
              <a:rPr lang="es-ES" sz="1200" b="0" i="0" u="none" strike="noStrike" kern="1200" baseline="0" dirty="0" err="1">
                <a:solidFill>
                  <a:schemeClr val="tx1"/>
                </a:solidFill>
                <a:latin typeface="+mn-lt"/>
                <a:ea typeface="+mn-ea"/>
                <a:cs typeface="+mn-cs"/>
              </a:rPr>
              <a:t>protective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equipment</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including</a:t>
            </a:r>
            <a:r>
              <a:rPr lang="es-ES"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detailed specification such as break through time or references to appropriate CEN standards);</a:t>
            </a:r>
          </a:p>
          <a:p>
            <a:pPr marL="457200" lvl="1" indent="-228600">
              <a:buFont typeface="+mj-lt"/>
              <a:buAutoNum type="alphaLcParenR"/>
            </a:pPr>
            <a:r>
              <a:rPr lang="es-ES" sz="1200" b="0" i="0" u="none" strike="noStrike" kern="1200" baseline="0" dirty="0" err="1">
                <a:solidFill>
                  <a:schemeClr val="tx1"/>
                </a:solidFill>
                <a:latin typeface="+mn-lt"/>
                <a:ea typeface="+mn-ea"/>
                <a:cs typeface="+mn-cs"/>
              </a:rPr>
              <a:t>Environmental</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exposure</a:t>
            </a:r>
            <a:r>
              <a:rPr lang="es-ES" sz="1200" b="0" i="0" u="none" strike="noStrike" kern="1200" baseline="0" dirty="0">
                <a:solidFill>
                  <a:schemeClr val="tx1"/>
                </a:solidFill>
                <a:latin typeface="+mn-lt"/>
                <a:ea typeface="+mn-ea"/>
                <a:cs typeface="+mn-cs"/>
              </a:rPr>
              <a:t> </a:t>
            </a:r>
            <a:r>
              <a:rPr lang="es-ES" sz="1200" b="0" i="0" u="none" strike="noStrike" kern="1200" baseline="0" dirty="0" err="1">
                <a:solidFill>
                  <a:schemeClr val="tx1"/>
                </a:solidFill>
                <a:latin typeface="+mn-lt"/>
                <a:ea typeface="+mn-ea"/>
                <a:cs typeface="+mn-cs"/>
              </a:rPr>
              <a:t>controls</a:t>
            </a:r>
            <a:r>
              <a:rPr lang="es-ES" sz="1200" b="0" i="0" u="none" strike="noStrike" kern="1200" baseline="0" dirty="0">
                <a:solidFill>
                  <a:schemeClr val="tx1"/>
                </a:solidFill>
                <a:latin typeface="+mn-lt"/>
                <a:ea typeface="+mn-ea"/>
                <a:cs typeface="+mn-cs"/>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lang="en-US" sz="1200" b="0" i="0" u="none" strike="noStrike" kern="1200" baseline="0" dirty="0">
                <a:solidFill>
                  <a:schemeClr val="tx1"/>
                </a:solidFill>
                <a:latin typeface="+mn-lt"/>
                <a:ea typeface="+mn-ea"/>
                <a:cs typeface="+mn-cs"/>
              </a:rPr>
              <a:t>More detailed information on exposure controls may also be found in any exposure scenarios attached to </a:t>
            </a:r>
            <a:r>
              <a:rPr lang="es-ES" sz="1200" b="0" i="0" u="none" strike="noStrike" kern="1200" baseline="0" dirty="0" err="1">
                <a:solidFill>
                  <a:schemeClr val="tx1"/>
                </a:solidFill>
                <a:latin typeface="+mn-lt"/>
                <a:ea typeface="+mn-ea"/>
                <a:cs typeface="+mn-cs"/>
              </a:rPr>
              <a:t>the</a:t>
            </a:r>
            <a:r>
              <a:rPr lang="es-ES" sz="1200" b="0" i="0" u="none" strike="noStrike" kern="1200" baseline="0" dirty="0">
                <a:solidFill>
                  <a:schemeClr val="tx1"/>
                </a:solidFill>
                <a:latin typeface="+mn-lt"/>
                <a:ea typeface="+mn-ea"/>
                <a:cs typeface="+mn-cs"/>
              </a:rPr>
              <a:t> safety data </a:t>
            </a:r>
            <a:r>
              <a:rPr lang="es-ES" sz="1200" b="0" i="0" u="none" strike="noStrike" kern="1200" baseline="0" dirty="0" err="1">
                <a:solidFill>
                  <a:schemeClr val="tx1"/>
                </a:solidFill>
                <a:latin typeface="+mn-lt"/>
                <a:ea typeface="+mn-ea"/>
                <a:cs typeface="+mn-cs"/>
              </a:rPr>
              <a:t>sheet</a:t>
            </a:r>
            <a:r>
              <a:rPr lang="es-ES" sz="1200" b="0" i="0" u="none" strike="noStrike" kern="1200" baseline="0" dirty="0">
                <a:solidFill>
                  <a:schemeClr val="tx1"/>
                </a:solidFill>
                <a:latin typeface="+mn-lt"/>
                <a:ea typeface="+mn-ea"/>
                <a:cs typeface="+mn-cs"/>
              </a:rPr>
              <a:t>.</a:t>
            </a:r>
          </a:p>
          <a:p>
            <a:endParaRPr lang="es-ES_tradnl" sz="1200" b="0" i="0" u="none" strike="noStrike" kern="1200" baseline="0" dirty="0">
              <a:solidFill>
                <a:schemeClr val="tx1"/>
              </a:solidFill>
              <a:latin typeface="+mn-lt"/>
              <a:ea typeface="+mn-ea"/>
              <a:cs typeface="+mn-cs"/>
            </a:endParaRPr>
          </a:p>
          <a:p>
            <a:pPr algn="ctr"/>
            <a:r>
              <a:rPr lang="en-GB" b="1" kern="0" dirty="0">
                <a:solidFill>
                  <a:schemeClr val="accent1"/>
                </a:solidFill>
              </a:rPr>
              <a:t>Section 8 is important for DU when applying appropriate control measures for chemical risk management. </a:t>
            </a:r>
          </a:p>
          <a:p>
            <a:pPr algn="ctr"/>
            <a:r>
              <a:rPr lang="en-GB" b="1" kern="0" dirty="0">
                <a:solidFill>
                  <a:schemeClr val="accent1"/>
                </a:solidFill>
              </a:rPr>
              <a:t>Ensure that the engineered risk control measures are on the Site’s planned maintenance register.</a:t>
            </a:r>
          </a:p>
          <a:p>
            <a:r>
              <a:rPr lang="en-US" sz="1200" b="1" i="0" u="none" strike="noStrike" kern="1200" baseline="0" dirty="0">
                <a:solidFill>
                  <a:schemeClr val="tx1"/>
                </a:solidFill>
                <a:latin typeface="+mn-lt"/>
                <a:ea typeface="+mn-ea"/>
                <a:cs typeface="+mn-cs"/>
              </a:rPr>
              <a:t>.</a:t>
            </a:r>
            <a:endParaRPr lang="es-ES_tradnl" b="1" baseline="0"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14</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814018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9 </a:t>
            </a:r>
            <a:r>
              <a:rPr lang="en-GB" sz="1200" b="0" i="0" u="none" strike="noStrike" kern="1200" baseline="0" dirty="0">
                <a:solidFill>
                  <a:srgbClr val="4157AD"/>
                </a:solidFill>
                <a:latin typeface="GE Inspira Pitch" pitchFamily="34" charset="0"/>
                <a:ea typeface="+mn-ea"/>
                <a:cs typeface="+mn-cs"/>
              </a:rPr>
              <a:t>gives information on:</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The basic physical and chemical properties of the chemical substance or mixture</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such as appearance, odour, pH, boiling point etc.)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which are relevant to the classification and the hazards;</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Physical and chemical properties</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which are not relevant or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where no information is available, and the reason why.</a:t>
            </a:r>
          </a:p>
          <a:p>
            <a:endParaRPr lang="en-GB" sz="1200" b="0" i="0" u="none" strike="noStrike" kern="1200" baseline="0" dirty="0">
              <a:solidFill>
                <a:srgbClr val="4157AD"/>
              </a:solidFill>
              <a:latin typeface="GE Inspira Pitch" pitchFamily="34" charset="0"/>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chemeClr val="accent1"/>
                </a:solidFill>
                <a:effectLst/>
                <a:uLnTx/>
                <a:uFillTx/>
              </a:rPr>
              <a:t>This is relevant when using chemicals in chemical processes</a:t>
            </a:r>
            <a:r>
              <a:rPr kumimoji="0" lang="en-GB" sz="1200" b="1" i="0" u="none" strike="noStrike" kern="0" cap="none" spc="0" normalizeH="0" noProof="0" dirty="0">
                <a:ln>
                  <a:noFill/>
                </a:ln>
                <a:solidFill>
                  <a:schemeClr val="accent1"/>
                </a:solidFill>
                <a:effectLst/>
                <a:uLnTx/>
                <a:uFillTx/>
              </a:rPr>
              <a:t> to determine safe working parameters.</a:t>
            </a:r>
            <a:r>
              <a:rPr kumimoji="0" lang="en-GB" sz="1200" b="1" i="0" u="none" strike="noStrike" kern="0" cap="none" spc="0" normalizeH="0" baseline="0" noProof="0" dirty="0">
                <a:ln>
                  <a:noFill/>
                </a:ln>
                <a:solidFill>
                  <a:schemeClr val="accent1"/>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kern="0" baseline="0" dirty="0">
              <a:solidFill>
                <a:schemeClr val="accent1"/>
              </a:solidFil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noProof="0" dirty="0">
                <a:ln>
                  <a:noFill/>
                </a:ln>
                <a:solidFill>
                  <a:schemeClr val="accent1"/>
                </a:solidFill>
                <a:effectLst/>
                <a:uLnTx/>
                <a:uFillTx/>
              </a:rPr>
              <a:t>Physical and chemical properties can also help determine handling /storage aspects</a:t>
            </a:r>
            <a:r>
              <a:rPr kumimoji="0" lang="en-GB" sz="1200" b="1" i="0" u="none" strike="noStrike" kern="0" cap="none" spc="0" normalizeH="0" baseline="0" noProof="0" dirty="0">
                <a:ln>
                  <a:noFill/>
                </a:ln>
                <a:solidFill>
                  <a:schemeClr val="accent1"/>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dirty="0">
              <a:ln>
                <a:noFill/>
              </a:ln>
              <a:solidFill>
                <a:schemeClr val="accent1"/>
              </a:solidFill>
              <a:effectLst/>
              <a:uLnTx/>
              <a:uFillTx/>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15</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48193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10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gives information on:</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The stability of the substance or mixture;</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Hazardous reactions that could occur under certain conditions of use or if released into the environment;</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Conditions to avoid;</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Incompatible materials;</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Hazardous decomposition products.</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The normal practice is to use </a:t>
            </a:r>
            <a:r>
              <a:rPr lang="en-GB" sz="1200" b="1" i="0" u="none" strike="noStrike" kern="1200" baseline="0" dirty="0">
                <a:solidFill>
                  <a:srgbClr val="4157AD"/>
                </a:solidFill>
                <a:latin typeface="GE Inspira Pitch" pitchFamily="34" charset="0"/>
                <a:ea typeface="+mn-ea"/>
                <a:cs typeface="+mn-cs"/>
              </a:rPr>
              <a:t>Section 9 </a:t>
            </a:r>
            <a:r>
              <a:rPr lang="en-GB" sz="1200" b="0" i="0" u="none" strike="noStrike" kern="1200" baseline="0" dirty="0">
                <a:solidFill>
                  <a:srgbClr val="4157AD"/>
                </a:solidFill>
                <a:latin typeface="GE Inspira Pitch" pitchFamily="34" charset="0"/>
                <a:ea typeface="+mn-ea"/>
                <a:cs typeface="+mn-cs"/>
              </a:rPr>
              <a:t>to indicate measurable properties derived from test procedures, whereas </a:t>
            </a:r>
            <a:r>
              <a:rPr lang="en-GB" sz="1200" b="1" i="0" u="none" strike="noStrike" kern="1200" baseline="0" dirty="0">
                <a:solidFill>
                  <a:srgbClr val="4157AD"/>
                </a:solidFill>
                <a:latin typeface="GE Inspira Pitch" pitchFamily="34" charset="0"/>
                <a:ea typeface="+mn-ea"/>
                <a:cs typeface="+mn-cs"/>
              </a:rPr>
              <a:t>Section 10 </a:t>
            </a:r>
            <a:r>
              <a:rPr lang="en-GB" sz="1200" b="0" i="0" u="none" strike="noStrike" kern="1200" baseline="0" dirty="0">
                <a:solidFill>
                  <a:srgbClr val="4157AD"/>
                </a:solidFill>
                <a:latin typeface="GE Inspira Pitch" pitchFamily="34" charset="0"/>
                <a:ea typeface="+mn-ea"/>
                <a:cs typeface="+mn-cs"/>
              </a:rPr>
              <a:t>gives (qualitative) descriptions of possible consequences.</a:t>
            </a:r>
          </a:p>
          <a:p>
            <a:endParaRPr lang="en-GB" sz="1200" b="0" i="0" u="none" strike="noStrike" kern="1200" baseline="0" dirty="0">
              <a:solidFill>
                <a:srgbClr val="4157AD"/>
              </a:solidFill>
              <a:latin typeface="GE Inspira Pitch" pitchFamily="34" charset="0"/>
              <a:ea typeface="+mn-ea"/>
              <a:cs typeface="+mn-cs"/>
            </a:endParaRPr>
          </a:p>
          <a:p>
            <a:r>
              <a:rPr kumimoji="0" lang="en-GB" sz="1200" b="1" i="0" u="none" strike="noStrike" kern="0" cap="none" spc="0" normalizeH="0" baseline="0" noProof="0" dirty="0">
                <a:ln>
                  <a:noFill/>
                </a:ln>
                <a:solidFill>
                  <a:schemeClr val="accent1"/>
                </a:solidFill>
                <a:effectLst/>
                <a:uLnTx/>
                <a:uFillTx/>
              </a:rPr>
              <a:t>This Section</a:t>
            </a:r>
            <a:r>
              <a:rPr kumimoji="0" lang="en-GB" sz="1200" b="1" i="0" u="none" strike="noStrike" kern="0" cap="none" spc="0" normalizeH="0" noProof="0" dirty="0">
                <a:ln>
                  <a:noFill/>
                </a:ln>
                <a:solidFill>
                  <a:schemeClr val="accent1"/>
                </a:solidFill>
                <a:effectLst/>
                <a:uLnTx/>
                <a:uFillTx/>
              </a:rPr>
              <a:t> is important for determine the scenarios that may apply when deciding the ERP scenarios to be analysed.  </a:t>
            </a:r>
            <a:endParaRPr kumimoji="0" lang="en-GB" sz="1200" b="1" i="0" u="none" strike="noStrike" kern="0" cap="none" spc="0" normalizeH="0" baseline="0" noProof="0" dirty="0">
              <a:ln>
                <a:noFill/>
              </a:ln>
              <a:solidFill>
                <a:schemeClr val="accent1"/>
              </a:solidFill>
              <a:effectLst/>
              <a:uLnTx/>
              <a:uFillTx/>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16</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787609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11</a:t>
            </a:r>
          </a:p>
          <a:p>
            <a:pPr marL="228600" indent="-228600">
              <a:buFont typeface="+mj-lt"/>
              <a:buAutoNum type="arabicPeriod"/>
            </a:pPr>
            <a:r>
              <a:rPr lang="en-GB" sz="1200" b="1" i="0" u="none" strike="noStrike" kern="1200" baseline="0" dirty="0">
                <a:solidFill>
                  <a:srgbClr val="4157AD"/>
                </a:solidFill>
                <a:latin typeface="GE Inspira Pitch" pitchFamily="34" charset="0"/>
                <a:ea typeface="+mn-ea"/>
                <a:cs typeface="+mn-cs"/>
              </a:rPr>
              <a:t> </a:t>
            </a:r>
            <a:r>
              <a:rPr lang="en-GB" sz="1200" b="0" i="0" u="none" strike="noStrike" kern="1200" baseline="0" dirty="0">
                <a:solidFill>
                  <a:srgbClr val="4157AD"/>
                </a:solidFill>
                <a:latin typeface="GE Inspira Pitch" pitchFamily="34" charset="0"/>
                <a:ea typeface="+mn-ea"/>
                <a:cs typeface="+mn-cs"/>
              </a:rPr>
              <a:t>is intended primarily for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medical professionals,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occupational health and safety professionals,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and toxicologists,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and gives detailed information on:</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likely routes of exposure;</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symptoms caused by the physical, chemical, and toxicological characteristics of the substance, mixture and/or known by-products;</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immediate and delayed adverse effects, including chronic effects, from short and long-term exposure.</a:t>
            </a:r>
          </a:p>
          <a:p>
            <a:pPr marL="228600" lvl="1" indent="0">
              <a:buFont typeface="+mj-lt"/>
              <a:buNone/>
            </a:pPr>
            <a:endParaRPr lang="en-GB" b="1" kern="0" dirty="0">
              <a:solidFill>
                <a:schemeClr val="accent1"/>
              </a:solidFill>
            </a:endParaRPr>
          </a:p>
          <a:p>
            <a:pPr marL="228600" lvl="1" indent="0">
              <a:buFont typeface="+mj-lt"/>
              <a:buNone/>
            </a:pPr>
            <a:r>
              <a:rPr lang="en-GB" b="1" kern="0" dirty="0">
                <a:solidFill>
                  <a:schemeClr val="accent1"/>
                </a:solidFill>
              </a:rPr>
              <a:t>Content of this section provides basis for the classification &amp; risk management measures given in the SDS</a:t>
            </a:r>
            <a:endParaRPr lang="en-GB" sz="1200" b="1" i="0" u="none" strike="noStrike" kern="1200" baseline="0" dirty="0">
              <a:solidFill>
                <a:srgbClr val="4157AD"/>
              </a:solidFill>
              <a:latin typeface="GE Inspira Pitch" pitchFamily="34" charset="0"/>
              <a:ea typeface="+mn-ea"/>
              <a:cs typeface="+mn-cs"/>
            </a:endParaRPr>
          </a:p>
          <a:p>
            <a:endParaRPr lang="en-GB" sz="1200" b="1"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You should also find a description of how the chemical was tested for health hazards and the test results. The content of this section provides the basis for the classification and risk management measures given in the safety data sheet. The information in </a:t>
            </a:r>
            <a:r>
              <a:rPr lang="en-GB" sz="1200" b="1" i="0" u="none" strike="noStrike" kern="1200" baseline="0" dirty="0">
                <a:solidFill>
                  <a:srgbClr val="4157AD"/>
                </a:solidFill>
                <a:latin typeface="GE Inspira Pitch" pitchFamily="34" charset="0"/>
                <a:ea typeface="+mn-ea"/>
                <a:cs typeface="+mn-cs"/>
              </a:rPr>
              <a:t>Sections 2, 3, 4, 6, 7, 8, 9, 13, 14 and 15 </a:t>
            </a:r>
            <a:r>
              <a:rPr lang="en-GB" sz="1200" b="0" i="0" u="none" strike="noStrike" kern="1200" baseline="0" dirty="0">
                <a:solidFill>
                  <a:srgbClr val="4157AD"/>
                </a:solidFill>
                <a:latin typeface="GE Inspira Pitch" pitchFamily="34" charset="0"/>
                <a:ea typeface="+mn-ea"/>
                <a:cs typeface="+mn-cs"/>
              </a:rPr>
              <a:t>should be consistent with the toxicological information provided here. A large quantity of information may be provided under this section, particularly in an SDS for a mixture. Ideally, it will be laid out with a clear separation between the data that apply to a mixture as a whole (where applicable) and that for individual (component) substances. Click here for an example of </a:t>
            </a:r>
            <a:r>
              <a:rPr lang="en-GB" sz="1200" b="1" i="0" u="none" strike="noStrike" kern="1200" baseline="0" dirty="0">
                <a:solidFill>
                  <a:srgbClr val="4157AD"/>
                </a:solidFill>
                <a:latin typeface="GE Inspira Pitch" pitchFamily="34" charset="0"/>
                <a:ea typeface="+mn-ea"/>
                <a:cs typeface="+mn-cs"/>
              </a:rPr>
              <a:t>Section 11 </a:t>
            </a:r>
            <a:r>
              <a:rPr lang="en-GB" sz="1200" b="0" i="0" u="none" strike="noStrike" kern="1200" baseline="0" dirty="0">
                <a:solidFill>
                  <a:srgbClr val="4157AD"/>
                </a:solidFill>
                <a:latin typeface="GE Inspira Pitch" pitchFamily="34" charset="0"/>
                <a:ea typeface="+mn-ea"/>
                <a:cs typeface="+mn-cs"/>
              </a:rPr>
              <a:t>for a mixture (https://echa.europa.eu/documents/10162/22786913/sds_section11_mixture_en.pdf).</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A CLOSER LOOK FOR </a:t>
            </a:r>
            <a:r>
              <a:rPr lang="en-GB" sz="1200" b="1" i="0" u="none" strike="noStrike" kern="1200" baseline="0" dirty="0">
                <a:solidFill>
                  <a:srgbClr val="4157AD"/>
                </a:solidFill>
                <a:latin typeface="GE Inspira Pitch" pitchFamily="34" charset="0"/>
                <a:ea typeface="+mn-ea"/>
                <a:cs typeface="+mn-cs"/>
              </a:rPr>
              <a:t>RECIPIENTS</a:t>
            </a:r>
          </a:p>
          <a:p>
            <a:r>
              <a:rPr lang="en-GB" sz="1200" b="0" i="0" u="none" strike="noStrike" kern="1200" baseline="0" dirty="0">
                <a:solidFill>
                  <a:srgbClr val="4157AD"/>
                </a:solidFill>
                <a:latin typeface="GE Inspira Pitch" pitchFamily="34" charset="0"/>
                <a:ea typeface="+mn-ea"/>
                <a:cs typeface="+mn-cs"/>
              </a:rPr>
              <a:t>Check that the information in this section supports the classification and is consistent with other sections of the safety data sheet as indicated in the key points.</a:t>
            </a:r>
          </a:p>
          <a:p>
            <a:r>
              <a:rPr lang="en-GB" sz="1200" b="0" i="0" u="none" strike="noStrike" kern="1200" baseline="0" dirty="0">
                <a:solidFill>
                  <a:srgbClr val="4157AD"/>
                </a:solidFill>
                <a:latin typeface="GE Inspira Pitch" pitchFamily="34" charset="0"/>
                <a:ea typeface="+mn-ea"/>
                <a:cs typeface="+mn-cs"/>
              </a:rPr>
              <a:t>You can also check the information in this section against the information on ECHA’s website, such as the registration information (if applicable). If you have any doubts then contact your supplier.</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17</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73590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12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gives summarised information on:</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effects of the chemical on the environment if released; What happens to the chemical after its release into the environment (its environmental fate);</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How the chemical was tested (</a:t>
            </a:r>
            <a:r>
              <a:rPr lang="en-GB" sz="1200" b="0" i="0" u="none" strike="noStrike" kern="1200" baseline="0" dirty="0" err="1">
                <a:solidFill>
                  <a:srgbClr val="4157AD"/>
                </a:solidFill>
                <a:latin typeface="GE Inspira Pitch" pitchFamily="34" charset="0"/>
                <a:ea typeface="+mn-ea"/>
                <a:cs typeface="+mn-cs"/>
              </a:rPr>
              <a:t>e.g</a:t>
            </a:r>
            <a:r>
              <a:rPr lang="en-GB" sz="1200" b="0" i="0" u="none" strike="noStrike" kern="1200" baseline="0" dirty="0">
                <a:solidFill>
                  <a:srgbClr val="4157AD"/>
                </a:solidFill>
                <a:latin typeface="GE Inspira Pitch" pitchFamily="34" charset="0"/>
                <a:ea typeface="+mn-ea"/>
                <a:cs typeface="+mn-cs"/>
              </a:rPr>
              <a:t> for toxicity, persistence and degradability, bioaccumulative potential, and mobility in soil), together with the test results;</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results of a PBT and vPvB assessment,</a:t>
            </a:r>
          </a:p>
          <a:p>
            <a:pPr marL="685800" lvl="2"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 if one has been carried out as part of a chemical safety assessment. You can find the definition of PBT and vPvB in the ECHA-term.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The content of this section provides the basis for the classification and risk management measures given in the safety data sheet.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information in </a:t>
            </a:r>
            <a:r>
              <a:rPr lang="en-GB" sz="1200" b="1" i="0" u="none" strike="noStrike" kern="1200" baseline="0" dirty="0">
                <a:solidFill>
                  <a:srgbClr val="4157AD"/>
                </a:solidFill>
                <a:latin typeface="GE Inspira Pitch" pitchFamily="34" charset="0"/>
                <a:ea typeface="+mn-ea"/>
                <a:cs typeface="+mn-cs"/>
              </a:rPr>
              <a:t>Sections 2, 3, 4, 6, 7, 8, 9, 13, 14, and 15 </a:t>
            </a:r>
            <a:r>
              <a:rPr lang="en-GB" sz="1200" b="0" i="0" u="none" strike="noStrike" kern="1200" baseline="0" dirty="0">
                <a:solidFill>
                  <a:srgbClr val="4157AD"/>
                </a:solidFill>
                <a:latin typeface="GE Inspira Pitch" pitchFamily="34" charset="0"/>
                <a:ea typeface="+mn-ea"/>
                <a:cs typeface="+mn-cs"/>
              </a:rPr>
              <a:t>should be consistent with the ecological information provided here.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This information may assist in</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handling spills, and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evaluating waste treatment practices,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control of release,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accidental release measures and </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transport.</a:t>
            </a:r>
          </a:p>
          <a:p>
            <a:endParaRPr lang="en-GB" sz="1200" b="0" i="0" u="none" strike="noStrike" kern="1200" baseline="0" dirty="0">
              <a:solidFill>
                <a:srgbClr val="4157AD"/>
              </a:solidFill>
              <a:latin typeface="GE Inspira Pitch" pitchFamily="34" charset="0"/>
              <a:ea typeface="+mn-ea"/>
              <a:cs typeface="+mn-cs"/>
            </a:endParaRPr>
          </a:p>
          <a:p>
            <a:r>
              <a:rPr kumimoji="0" lang="en-GB" sz="1200" b="1" i="0" u="none" strike="noStrike" kern="0" cap="none" spc="0" normalizeH="0" baseline="0" noProof="0" dirty="0">
                <a:ln>
                  <a:noFill/>
                </a:ln>
                <a:solidFill>
                  <a:schemeClr val="accent1"/>
                </a:solidFill>
                <a:effectLst/>
                <a:uLnTx/>
                <a:uFillTx/>
              </a:rPr>
              <a:t>This information should be used in developing and implementing the ERPs</a:t>
            </a:r>
            <a:endParaRPr lang="en-GB" sz="1200" b="1"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A CLOSER LOOK FOR </a:t>
            </a:r>
            <a:r>
              <a:rPr lang="en-GB" sz="1200" b="1" i="0" u="none" strike="noStrike" kern="1200" baseline="0" dirty="0">
                <a:solidFill>
                  <a:srgbClr val="4157AD"/>
                </a:solidFill>
                <a:latin typeface="GE Inspira Pitch" pitchFamily="34" charset="0"/>
                <a:ea typeface="+mn-ea"/>
                <a:cs typeface="+mn-cs"/>
              </a:rPr>
              <a:t>RECIPIENTS</a:t>
            </a:r>
          </a:p>
          <a:p>
            <a:r>
              <a:rPr lang="en-GB" sz="1200" b="0" i="0" u="none" strike="noStrike" kern="1200" baseline="0" dirty="0">
                <a:solidFill>
                  <a:srgbClr val="4157AD"/>
                </a:solidFill>
                <a:latin typeface="GE Inspira Pitch" pitchFamily="34" charset="0"/>
                <a:ea typeface="+mn-ea"/>
                <a:cs typeface="+mn-cs"/>
              </a:rPr>
              <a:t>Check that the information in this section supports the classification and is consistent with various other sections of the safety data sheet as indicated in the key points.</a:t>
            </a:r>
          </a:p>
          <a:p>
            <a:r>
              <a:rPr lang="en-GB" sz="1200" b="0" i="0" u="none" strike="noStrike" kern="1200" baseline="0" dirty="0">
                <a:solidFill>
                  <a:srgbClr val="4157AD"/>
                </a:solidFill>
                <a:latin typeface="GE Inspira Pitch" pitchFamily="34" charset="0"/>
                <a:ea typeface="+mn-ea"/>
                <a:cs typeface="+mn-cs"/>
              </a:rPr>
              <a:t>You can also check the information in this section against the information on ECHA’s website, such as the registration information (if applicable). If you have any doubts then contact your supplier.</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18</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57892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13 </a:t>
            </a:r>
          </a:p>
          <a:p>
            <a:pPr marL="228600" indent="-228600">
              <a:buFont typeface="+mj-lt"/>
              <a:buAutoNum type="arabicPeriod"/>
            </a:pPr>
            <a:r>
              <a:rPr lang="en-GB" sz="1200" b="0" i="0" u="none" strike="noStrike" kern="1200" baseline="0" dirty="0">
                <a:solidFill>
                  <a:srgbClr val="4157AD"/>
                </a:solidFill>
                <a:latin typeface="GE Inspira Pitch" pitchFamily="34" charset="0"/>
                <a:ea typeface="+mn-ea"/>
                <a:cs typeface="+mn-cs"/>
              </a:rPr>
              <a:t>gives information on:</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proper waste management of the substance or mixture;</a:t>
            </a:r>
          </a:p>
          <a:p>
            <a:pPr marL="457200" lvl="1" indent="-228600">
              <a:buFont typeface="+mj-lt"/>
              <a:buAutoNum type="alphaLcParenR"/>
            </a:pPr>
            <a:r>
              <a:rPr lang="en-GB" sz="1200" b="0" i="0" u="none" strike="noStrike" kern="1200" baseline="0" dirty="0">
                <a:solidFill>
                  <a:srgbClr val="4157AD"/>
                </a:solidFill>
                <a:latin typeface="GE Inspira Pitch" pitchFamily="34" charset="0"/>
                <a:ea typeface="+mn-ea"/>
                <a:cs typeface="+mn-cs"/>
              </a:rPr>
              <a:t>The appropriate treatment methods for both the substance or mixture waste.</a:t>
            </a:r>
          </a:p>
          <a:p>
            <a:endParaRPr lang="en-GB" sz="1200" b="0" i="0" u="none" strike="noStrike" kern="1200" baseline="0" dirty="0">
              <a:solidFill>
                <a:srgbClr val="4157AD"/>
              </a:solidFill>
              <a:latin typeface="GE Inspira Pitch" pitchFamily="34" charset="0"/>
              <a:ea typeface="+mn-ea"/>
              <a:cs typeface="+mn-cs"/>
            </a:endParaRPr>
          </a:p>
          <a:p>
            <a:pPr marL="228600" indent="-228600" algn="l" defTabSz="914400" rtl="0" eaLnBrk="1" latinLnBrk="0" hangingPunct="1">
              <a:buFont typeface="+mj-lt"/>
              <a:buAutoNum type="arabicPeriod" startAt="2"/>
            </a:pPr>
            <a:r>
              <a:rPr lang="en-GB" sz="1200" b="0" i="0" u="none" strike="noStrike" kern="1200" baseline="0" dirty="0">
                <a:solidFill>
                  <a:srgbClr val="4157AD"/>
                </a:solidFill>
                <a:latin typeface="GE Inspira Pitch" pitchFamily="34" charset="0"/>
                <a:ea typeface="+mn-ea"/>
                <a:cs typeface="+mn-cs"/>
              </a:rPr>
              <a:t>Waste disposal</a:t>
            </a:r>
          </a:p>
          <a:p>
            <a:pPr marL="457200" lvl="1" indent="-228600" algn="l" defTabSz="914400" rtl="0" eaLnBrk="1" latinLnBrk="0" hangingPunct="1">
              <a:buFont typeface="+mj-lt"/>
              <a:buAutoNum type="alphaLcParenR"/>
            </a:pPr>
            <a:r>
              <a:rPr lang="en-GB" sz="1200" b="0" i="0" u="none" strike="noStrike" kern="1200" baseline="0" dirty="0">
                <a:solidFill>
                  <a:srgbClr val="4157AD"/>
                </a:solidFill>
                <a:latin typeface="GE Inspira Pitch" pitchFamily="34" charset="0"/>
                <a:ea typeface="+mn-ea"/>
                <a:cs typeface="+mn-cs"/>
              </a:rPr>
              <a:t>should be in accordance with local, national and European legislation</a:t>
            </a:r>
          </a:p>
          <a:p>
            <a:pPr marL="685800" lvl="2" indent="-228600" algn="l" defTabSz="914400" rtl="0" eaLnBrk="1" latinLnBrk="0" hangingPunct="1">
              <a:buFont typeface="+mj-lt"/>
              <a:buAutoNum type="alphaLcParenR"/>
            </a:pPr>
            <a:r>
              <a:rPr lang="en-GB" sz="1200" b="0" i="0" u="none" strike="noStrike" kern="1200" baseline="0" dirty="0">
                <a:solidFill>
                  <a:srgbClr val="4157AD"/>
                </a:solidFill>
                <a:latin typeface="GE Inspira Pitch" pitchFamily="34" charset="0"/>
                <a:ea typeface="+mn-ea"/>
                <a:cs typeface="+mn-cs"/>
              </a:rPr>
              <a:t>If the waste is likely to include any contaminated packaging waste, advice on treatment methods for contaminated packaging should also be provided as appropriate. </a:t>
            </a:r>
          </a:p>
          <a:p>
            <a:pPr marL="457200" marR="0" lvl="1" indent="-228600" algn="l" defTabSz="914400" rtl="0" eaLnBrk="1" fontAlgn="auto" latinLnBrk="0" hangingPunct="1">
              <a:lnSpc>
                <a:spcPct val="100000"/>
              </a:lnSpc>
              <a:spcBef>
                <a:spcPts val="0"/>
              </a:spcBef>
              <a:spcAft>
                <a:spcPts val="0"/>
              </a:spcAft>
              <a:buClrTx/>
              <a:buSzTx/>
              <a:buFont typeface="+mj-lt"/>
              <a:buAutoNum type="alphaLcParenR"/>
              <a:tabLst/>
              <a:defRPr/>
            </a:pPr>
            <a:r>
              <a:rPr lang="en-GB" sz="1200" dirty="0"/>
              <a:t>The legal responsibility for disposal rests with the disposer</a:t>
            </a:r>
          </a:p>
          <a:p>
            <a:pPr marL="457200" lvl="1" indent="-228600" algn="l" defTabSz="914400" rtl="0" eaLnBrk="1" latinLnBrk="0" hangingPunct="1">
              <a:buFont typeface="+mj-lt"/>
              <a:buAutoNum type="alphaLcParenR"/>
            </a:pPr>
            <a:endParaRPr lang="en-GB" sz="1200" b="0" i="0" u="none" strike="noStrike" kern="1200" baseline="0" dirty="0">
              <a:solidFill>
                <a:srgbClr val="4157AD"/>
              </a:solidFill>
              <a:latin typeface="GE Inspira Pitch" pitchFamily="34" charset="0"/>
              <a:ea typeface="+mn-ea"/>
              <a:cs typeface="+mn-cs"/>
            </a:endParaRPr>
          </a:p>
          <a:p>
            <a:r>
              <a:rPr lang="en-GB" b="1" kern="0" dirty="0">
                <a:solidFill>
                  <a:schemeClr val="accent1"/>
                </a:solidFill>
              </a:rPr>
              <a:t>Ensure that the information form this section is incorporated into the Waste Management Programs</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A CLOSER LOOK FOR </a:t>
            </a:r>
            <a:r>
              <a:rPr lang="en-GB" sz="1200" b="1" i="0" u="none" strike="noStrike" kern="1200" baseline="0" dirty="0">
                <a:solidFill>
                  <a:srgbClr val="4157AD"/>
                </a:solidFill>
                <a:latin typeface="GE Inspira Pitch" pitchFamily="34" charset="0"/>
                <a:ea typeface="+mn-ea"/>
                <a:cs typeface="+mn-cs"/>
              </a:rPr>
              <a:t>RECIPIENTS</a:t>
            </a:r>
          </a:p>
          <a:p>
            <a:endParaRPr lang="en-GB" sz="1200" b="1"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Check that the information in this section is consistent with the classification in Section 2 and with the exposure controls in Section 8.</a:t>
            </a:r>
          </a:p>
          <a:p>
            <a:r>
              <a:rPr lang="en-GB" sz="1200" b="0" i="0" u="none" strike="noStrike" kern="1200" baseline="0" dirty="0">
                <a:solidFill>
                  <a:srgbClr val="4157AD"/>
                </a:solidFill>
                <a:latin typeface="GE Inspira Pitch" pitchFamily="34" charset="0"/>
                <a:ea typeface="+mn-ea"/>
                <a:cs typeface="+mn-cs"/>
              </a:rPr>
              <a:t>Bear in mind that if the substance becomes a waste, REACH ceases to apply and waste legislation becomes the correct legal framework within which to</a:t>
            </a:r>
          </a:p>
          <a:p>
            <a:r>
              <a:rPr lang="en-GB" sz="1200" b="0" i="0" u="none" strike="noStrike" kern="1200" baseline="0" dirty="0">
                <a:solidFill>
                  <a:srgbClr val="4157AD"/>
                </a:solidFill>
                <a:latin typeface="GE Inspira Pitch" pitchFamily="34" charset="0"/>
                <a:ea typeface="+mn-ea"/>
                <a:cs typeface="+mn-cs"/>
              </a:rPr>
              <a:t>operate.</a:t>
            </a:r>
          </a:p>
          <a:p>
            <a:r>
              <a:rPr lang="en-GB" sz="1200" b="0" i="0" u="none" strike="noStrike" kern="1200" baseline="0" dirty="0">
                <a:solidFill>
                  <a:srgbClr val="4157AD"/>
                </a:solidFill>
                <a:latin typeface="GE Inspira Pitch" pitchFamily="34" charset="0"/>
                <a:ea typeface="+mn-ea"/>
                <a:cs typeface="+mn-cs"/>
              </a:rPr>
              <a:t>The legal responsibility for disposal rests with the disposer. When confronted with limited information e.g. “Dispose of in accordance with all applicable</a:t>
            </a:r>
          </a:p>
          <a:p>
            <a:r>
              <a:rPr lang="en-GB" sz="1200" b="0" i="0" u="none" strike="noStrike" kern="1200" baseline="0" dirty="0">
                <a:solidFill>
                  <a:srgbClr val="4157AD"/>
                </a:solidFill>
                <a:latin typeface="GE Inspira Pitch" pitchFamily="34" charset="0"/>
                <a:ea typeface="+mn-ea"/>
                <a:cs typeface="+mn-cs"/>
              </a:rPr>
              <a:t>local and national regulations”, it may be desirable to obtain advice from reputable waste contractors.</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19</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620642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14 </a:t>
            </a:r>
            <a:r>
              <a:rPr lang="en-GB" sz="1200" b="0" i="0" u="none" strike="noStrike" kern="1200" baseline="0" dirty="0">
                <a:solidFill>
                  <a:srgbClr val="4157AD"/>
                </a:solidFill>
                <a:latin typeface="GE Inspira Pitch" pitchFamily="34" charset="0"/>
                <a:ea typeface="+mn-ea"/>
                <a:cs typeface="+mn-cs"/>
              </a:rPr>
              <a:t>gives information on:</a:t>
            </a:r>
          </a:p>
          <a:p>
            <a:r>
              <a:rPr lang="en-GB" sz="1200" b="0" i="0" u="none" strike="noStrike" kern="1200" baseline="0" dirty="0">
                <a:solidFill>
                  <a:srgbClr val="4157AD"/>
                </a:solidFill>
                <a:latin typeface="GE Inspira Pitch" pitchFamily="34" charset="0"/>
                <a:ea typeface="+mn-ea"/>
                <a:cs typeface="+mn-cs"/>
              </a:rPr>
              <a:t>• Classification for transportation of the substance or mixture by road, rail, sea, inland waterways or air (UN numbers and associated detail);</a:t>
            </a:r>
          </a:p>
          <a:p>
            <a:r>
              <a:rPr lang="en-GB" sz="1200" b="0" i="0" u="none" strike="noStrike" kern="1200" baseline="0" dirty="0">
                <a:solidFill>
                  <a:srgbClr val="4157AD"/>
                </a:solidFill>
                <a:latin typeface="GE Inspira Pitch" pitchFamily="34" charset="0"/>
                <a:ea typeface="+mn-ea"/>
                <a:cs typeface="+mn-cs"/>
              </a:rPr>
              <a:t>• Additional information where relevant, such as tunnel restriction codes or indication of a marine pollutant;</a:t>
            </a:r>
          </a:p>
          <a:p>
            <a:r>
              <a:rPr lang="en-GB" sz="1200" b="0" i="0" u="none" strike="noStrike" kern="1200" baseline="0" dirty="0">
                <a:solidFill>
                  <a:srgbClr val="4157AD"/>
                </a:solidFill>
                <a:latin typeface="GE Inspira Pitch" pitchFamily="34" charset="0"/>
                <a:ea typeface="+mn-ea"/>
                <a:cs typeface="+mn-cs"/>
              </a:rPr>
              <a:t>• Special precautions for the user (this may refer to </a:t>
            </a:r>
            <a:r>
              <a:rPr lang="en-GB" sz="1200" b="1" i="0" u="none" strike="noStrike" kern="1200" baseline="0" dirty="0">
                <a:solidFill>
                  <a:srgbClr val="4157AD"/>
                </a:solidFill>
                <a:latin typeface="GE Inspira Pitch" pitchFamily="34" charset="0"/>
                <a:ea typeface="+mn-ea"/>
                <a:cs typeface="+mn-cs"/>
              </a:rPr>
              <a:t>Section 8 </a:t>
            </a:r>
            <a:r>
              <a:rPr lang="en-GB" sz="1200" b="0" i="0" u="none" strike="noStrike" kern="1200" baseline="0" dirty="0">
                <a:solidFill>
                  <a:srgbClr val="4157AD"/>
                </a:solidFill>
                <a:latin typeface="GE Inspira Pitch" pitchFamily="34" charset="0"/>
                <a:ea typeface="+mn-ea"/>
                <a:cs typeface="+mn-cs"/>
              </a:rPr>
              <a:t>(Exposure Controls/Personal Protection of the SDS));</a:t>
            </a:r>
          </a:p>
          <a:p>
            <a:r>
              <a:rPr lang="en-GB" sz="1200" b="0" i="0" u="none" strike="noStrike" kern="1200" baseline="0" dirty="0">
                <a:solidFill>
                  <a:srgbClr val="4157AD"/>
                </a:solidFill>
                <a:latin typeface="GE Inspira Pitch" pitchFamily="34" charset="0"/>
                <a:ea typeface="+mn-ea"/>
                <a:cs typeface="+mn-cs"/>
              </a:rPr>
              <a:t>• Information on transport in bulk by sea or inland waterways, when applicable.</a:t>
            </a:r>
          </a:p>
          <a:p>
            <a:endParaRPr lang="en-GB" sz="1200" b="0" i="0" u="none" strike="noStrike" kern="1200" baseline="0" dirty="0">
              <a:solidFill>
                <a:srgbClr val="4157AD"/>
              </a:solidFill>
              <a:latin typeface="GE Inspira Pitch"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chemeClr val="accent1"/>
                </a:solidFill>
                <a:effectLst/>
                <a:uLnTx/>
                <a:uFillTx/>
              </a:rPr>
              <a:t>Check that </a:t>
            </a:r>
            <a:r>
              <a:rPr lang="en-GB" b="1" kern="0" dirty="0">
                <a:solidFill>
                  <a:schemeClr val="accent1"/>
                </a:solidFill>
              </a:rPr>
              <a:t>r</a:t>
            </a:r>
            <a:r>
              <a:rPr kumimoji="0" lang="en-GB" sz="1200" b="1" i="0" u="none" strike="noStrike" kern="0" cap="none" spc="0" normalizeH="0" baseline="0" noProof="0" dirty="0" err="1">
                <a:ln>
                  <a:noFill/>
                </a:ln>
                <a:solidFill>
                  <a:schemeClr val="accent1"/>
                </a:solidFill>
                <a:effectLst/>
                <a:uLnTx/>
                <a:uFillTx/>
              </a:rPr>
              <a:t>eceived</a:t>
            </a:r>
            <a:r>
              <a:rPr kumimoji="0" lang="en-GB" sz="1200" b="1" i="0" u="none" strike="noStrike" kern="0" cap="none" spc="0" normalizeH="0" baseline="0" noProof="0" dirty="0">
                <a:ln>
                  <a:noFill/>
                </a:ln>
                <a:solidFill>
                  <a:schemeClr val="accent1"/>
                </a:solidFill>
                <a:effectLst/>
                <a:uLnTx/>
                <a:uFillTx/>
              </a:rPr>
              <a:t> packages are labelled and compliant with the information in</a:t>
            </a:r>
            <a:r>
              <a:rPr kumimoji="0" lang="en-GB" sz="1200" b="1" i="0" u="none" strike="noStrike" kern="0" cap="none" spc="0" normalizeH="0" noProof="0" dirty="0">
                <a:ln>
                  <a:noFill/>
                </a:ln>
                <a:solidFill>
                  <a:schemeClr val="accent1"/>
                </a:solidFill>
                <a:effectLst/>
                <a:uLnTx/>
                <a:uFillTx/>
              </a:rPr>
              <a:t> this Section</a:t>
            </a:r>
            <a:r>
              <a:rPr kumimoji="0" lang="en-GB" sz="1200" b="1" i="0" u="none" strike="noStrike" kern="0" cap="none" spc="0" normalizeH="0" baseline="0" noProof="0" dirty="0">
                <a:ln>
                  <a:noFill/>
                </a:ln>
                <a:solidFill>
                  <a:schemeClr val="accent1"/>
                </a:solidFill>
                <a:effectLst/>
                <a:uLnTx/>
                <a:uFillTx/>
              </a:rPr>
              <a:t> </a:t>
            </a:r>
          </a:p>
          <a:p>
            <a:endParaRPr lang="en-GB" sz="1200" b="1" i="0" u="none" strike="noStrike" kern="1200" baseline="0" dirty="0">
              <a:solidFill>
                <a:srgbClr val="4157AD"/>
              </a:solidFill>
              <a:latin typeface="GE Inspira Pitch" pitchFamily="34" charset="0"/>
              <a:ea typeface="+mn-ea"/>
              <a:cs typeface="+mn-cs"/>
            </a:endParaRP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This section provides information on the transport classification applicable for each of the </a:t>
            </a:r>
            <a:r>
              <a:rPr lang="en-GB" sz="1200" b="1" i="0" u="none" strike="noStrike" kern="1200" baseline="0" dirty="0">
                <a:solidFill>
                  <a:srgbClr val="4157AD"/>
                </a:solidFill>
                <a:latin typeface="GE Inspira Pitch" pitchFamily="34" charset="0"/>
                <a:ea typeface="+mn-ea"/>
                <a:cs typeface="+mn-cs"/>
              </a:rPr>
              <a:t>UN Model Regulations </a:t>
            </a:r>
            <a:r>
              <a:rPr lang="en-GB" sz="1200" b="0" i="0" u="none" strike="noStrike" kern="1200" baseline="0" dirty="0">
                <a:solidFill>
                  <a:srgbClr val="4157AD"/>
                </a:solidFill>
                <a:latin typeface="GE Inspira Pitch" pitchFamily="34" charset="0"/>
                <a:ea typeface="+mn-ea"/>
                <a:cs typeface="+mn-cs"/>
              </a:rPr>
              <a:t>governing transport in Europe.</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A CLOSER LOOK FOR </a:t>
            </a:r>
            <a:r>
              <a:rPr lang="en-GB" sz="1200" b="1" i="0" u="none" strike="noStrike" kern="1200" baseline="0" dirty="0">
                <a:solidFill>
                  <a:srgbClr val="4157AD"/>
                </a:solidFill>
                <a:latin typeface="GE Inspira Pitch" pitchFamily="34" charset="0"/>
                <a:ea typeface="+mn-ea"/>
                <a:cs typeface="+mn-cs"/>
              </a:rPr>
              <a:t>RECIPIENTS</a:t>
            </a:r>
          </a:p>
          <a:p>
            <a:r>
              <a:rPr lang="en-GB" sz="1200" b="0" i="0" u="none" strike="noStrike" kern="1200" baseline="0" dirty="0">
                <a:solidFill>
                  <a:srgbClr val="4157AD"/>
                </a:solidFill>
                <a:latin typeface="GE Inspira Pitch" pitchFamily="34" charset="0"/>
                <a:ea typeface="+mn-ea"/>
                <a:cs typeface="+mn-cs"/>
              </a:rPr>
              <a:t>Check that information is consistent with the classification and composition in Sections 2 and 3.</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20</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080409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1" i="0" u="none" strike="noStrike" kern="1200" baseline="0" dirty="0">
                <a:solidFill>
                  <a:srgbClr val="4157AD"/>
                </a:solidFill>
                <a:latin typeface="GE Inspira Pitch" pitchFamily="34" charset="0"/>
                <a:ea typeface="+mn-ea"/>
                <a:cs typeface="+mn-cs"/>
              </a:rPr>
              <a:t>Section 15 </a:t>
            </a:r>
            <a:r>
              <a:rPr lang="en-GB" sz="1200" b="0" i="0" u="none" strike="noStrike" kern="1200" baseline="0" dirty="0">
                <a:solidFill>
                  <a:srgbClr val="4157AD"/>
                </a:solidFill>
                <a:latin typeface="GE Inspira Pitch" pitchFamily="34" charset="0"/>
                <a:ea typeface="+mn-ea"/>
                <a:cs typeface="+mn-cs"/>
              </a:rPr>
              <a:t>gives information on:</a:t>
            </a:r>
          </a:p>
          <a:p>
            <a:r>
              <a:rPr lang="en-GB" sz="1200" b="0" i="0" u="none" strike="noStrike" kern="1200" baseline="0" dirty="0">
                <a:solidFill>
                  <a:srgbClr val="4157AD"/>
                </a:solidFill>
                <a:latin typeface="GE Inspira Pitch" pitchFamily="34" charset="0"/>
                <a:ea typeface="+mn-ea"/>
                <a:cs typeface="+mn-cs"/>
              </a:rPr>
              <a:t>• The safety, health, and environmental legislation specific for the chemical, which is not already indicated elsewhere in the SDS;</a:t>
            </a:r>
          </a:p>
          <a:p>
            <a:r>
              <a:rPr lang="en-GB" sz="1200" b="0" i="0" u="none" strike="noStrike" kern="1200" baseline="0" dirty="0">
                <a:solidFill>
                  <a:srgbClr val="4157AD"/>
                </a:solidFill>
                <a:latin typeface="GE Inspira Pitch" pitchFamily="34" charset="0"/>
                <a:ea typeface="+mn-ea"/>
                <a:cs typeface="+mn-cs"/>
              </a:rPr>
              <a:t>• Whether a chemical safety assessment (CSA) has been carried out. </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The relevant legislation may include any national and/or regional regulatory information on the chemical, where it is being placed on the market, as well as</a:t>
            </a:r>
          </a:p>
          <a:p>
            <a:r>
              <a:rPr lang="en-GB" sz="1200" b="0" i="0" u="none" strike="noStrike" kern="1200" baseline="0" dirty="0">
                <a:solidFill>
                  <a:srgbClr val="4157AD"/>
                </a:solidFill>
                <a:latin typeface="GE Inspira Pitch" pitchFamily="34" charset="0"/>
                <a:ea typeface="+mn-ea"/>
                <a:cs typeface="+mn-cs"/>
              </a:rPr>
              <a:t>European legislation, such as the young workers or pregnant workers, plant protection and biocides, water framework etc. When a CSA has been carried out, for hazardous substances registered at 10 tonnes or more per year, the registrant must also prepare exposure scenarios as part of their assessment.</a:t>
            </a:r>
          </a:p>
          <a:p>
            <a:r>
              <a:rPr lang="en-GB" sz="1200" b="0" i="0" u="none" strike="noStrike" kern="1200" baseline="0" dirty="0">
                <a:solidFill>
                  <a:srgbClr val="4157AD"/>
                </a:solidFill>
                <a:latin typeface="GE Inspira Pitch" pitchFamily="34" charset="0"/>
                <a:ea typeface="+mn-ea"/>
                <a:cs typeface="+mn-cs"/>
              </a:rPr>
              <a:t>If a substance is subject to any restrictions or to authorisation, it should be indicated in this section.</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Relevant national legislation </a:t>
            </a:r>
          </a:p>
          <a:p>
            <a:r>
              <a:rPr lang="en-GB" sz="1200" b="0" i="0" u="none" strike="noStrike" kern="1200" baseline="0" dirty="0">
                <a:solidFill>
                  <a:srgbClr val="4157AD"/>
                </a:solidFill>
                <a:latin typeface="GE Inspira Pitch" pitchFamily="34" charset="0"/>
                <a:ea typeface="+mn-ea"/>
                <a:cs typeface="+mn-cs"/>
              </a:rPr>
              <a:t>Check whether your relevant national legislation is indicated, and consistent with the substance/mixture composition and classification.</a:t>
            </a:r>
          </a:p>
          <a:p>
            <a:r>
              <a:rPr lang="en-GB" sz="1200" b="0" i="0" u="none" strike="noStrike" kern="1200" baseline="0" dirty="0">
                <a:solidFill>
                  <a:srgbClr val="4157AD"/>
                </a:solidFill>
                <a:latin typeface="GE Inspira Pitch" pitchFamily="34" charset="0"/>
                <a:ea typeface="+mn-ea"/>
                <a:cs typeface="+mn-cs"/>
              </a:rPr>
              <a:t>Authorisation and restriction Specific obligations apply to the use of authorised substances. See Q&amp;A 151 for more information.</a:t>
            </a:r>
          </a:p>
          <a:p>
            <a:r>
              <a:rPr lang="en-GB" sz="1200" b="0" i="0" u="none" strike="noStrike" kern="1200" baseline="0" dirty="0">
                <a:solidFill>
                  <a:srgbClr val="4157AD"/>
                </a:solidFill>
                <a:latin typeface="GE Inspira Pitch" pitchFamily="34" charset="0"/>
                <a:ea typeface="+mn-ea"/>
                <a:cs typeface="+mn-cs"/>
              </a:rPr>
              <a:t>(https://echa.europa.eu/support/</a:t>
            </a:r>
            <a:r>
              <a:rPr lang="en-GB" sz="1200" b="0" i="0" u="none" strike="noStrike" kern="1200" baseline="0" dirty="0" err="1">
                <a:solidFill>
                  <a:srgbClr val="4157AD"/>
                </a:solidFill>
                <a:latin typeface="GE Inspira Pitch" pitchFamily="34" charset="0"/>
                <a:ea typeface="+mn-ea"/>
                <a:cs typeface="+mn-cs"/>
              </a:rPr>
              <a:t>qas</a:t>
            </a:r>
            <a:r>
              <a:rPr lang="en-GB" sz="1200" b="0" i="0" u="none" strike="noStrike" kern="1200" baseline="0" dirty="0">
                <a:solidFill>
                  <a:srgbClr val="4157AD"/>
                </a:solidFill>
                <a:latin typeface="GE Inspira Pitch" pitchFamily="34" charset="0"/>
                <a:ea typeface="+mn-ea"/>
                <a:cs typeface="+mn-cs"/>
              </a:rPr>
              <a:t>-support/</a:t>
            </a:r>
            <a:r>
              <a:rPr lang="en-GB" sz="1200" b="0" i="0" u="none" strike="noStrike" kern="1200" baseline="0" dirty="0" err="1">
                <a:solidFill>
                  <a:srgbClr val="4157AD"/>
                </a:solidFill>
                <a:latin typeface="GE Inspira Pitch" pitchFamily="34" charset="0"/>
                <a:ea typeface="+mn-ea"/>
                <a:cs typeface="+mn-cs"/>
              </a:rPr>
              <a:t>qas</a:t>
            </a:r>
            <a:r>
              <a:rPr lang="en-GB" sz="1200" b="0" i="0" u="none" strike="noStrike" kern="1200" baseline="0" dirty="0">
                <a:solidFill>
                  <a:srgbClr val="4157AD"/>
                </a:solidFill>
                <a:latin typeface="GE Inspira Pitch" pitchFamily="34" charset="0"/>
                <a:ea typeface="+mn-ea"/>
                <a:cs typeface="+mn-cs"/>
              </a:rPr>
              <a:t>) If a restriction applies, it has to be complied with. </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Chemical safety assessment  </a:t>
            </a:r>
          </a:p>
          <a:p>
            <a:r>
              <a:rPr lang="en-GB" sz="1200" b="0" i="0" u="none" strike="noStrike" kern="1200" baseline="0" dirty="0">
                <a:solidFill>
                  <a:srgbClr val="4157AD"/>
                </a:solidFill>
                <a:latin typeface="GE Inspira Pitch" pitchFamily="34" charset="0"/>
                <a:ea typeface="+mn-ea"/>
                <a:cs typeface="+mn-cs"/>
              </a:rPr>
              <a:t>A chemical safety assessment (CSA) must be carried out for substances registered at a manufacture or import quantity of 10 tonnes or more per year per</a:t>
            </a:r>
          </a:p>
          <a:p>
            <a:r>
              <a:rPr lang="en-GB" sz="1200" b="0" i="0" u="none" strike="noStrike" kern="1200" baseline="0" dirty="0">
                <a:solidFill>
                  <a:srgbClr val="4157AD"/>
                </a:solidFill>
                <a:latin typeface="GE Inspira Pitch" pitchFamily="34" charset="0"/>
                <a:ea typeface="+mn-ea"/>
                <a:cs typeface="+mn-cs"/>
              </a:rPr>
              <a:t>registrant. A registration number in Section 1 (for a substance as such) or Section 3 (for a substance in a mixture) indicates that a substance is registered.</a:t>
            </a:r>
          </a:p>
          <a:p>
            <a:r>
              <a:rPr lang="en-GB" sz="1200" b="0" i="0" u="none" strike="noStrike" kern="1200" baseline="0" dirty="0">
                <a:solidFill>
                  <a:srgbClr val="4157AD"/>
                </a:solidFill>
                <a:latin typeface="GE Inspira Pitch" pitchFamily="34" charset="0"/>
                <a:ea typeface="+mn-ea"/>
                <a:cs typeface="+mn-cs"/>
              </a:rPr>
              <a:t>When a CSA has been undertaken for a hazardous substance, relevant exposure scenarios should be attached to the safety data sheet for the substance.</a:t>
            </a:r>
          </a:p>
          <a:p>
            <a:r>
              <a:rPr lang="en-GB" sz="1200" b="0" i="0" u="none" strike="noStrike" kern="1200" baseline="0" dirty="0">
                <a:solidFill>
                  <a:srgbClr val="4157AD"/>
                </a:solidFill>
                <a:latin typeface="GE Inspira Pitch" pitchFamily="34" charset="0"/>
                <a:ea typeface="+mn-ea"/>
                <a:cs typeface="+mn-cs"/>
              </a:rPr>
              <a:t>The information should also be included in the information provided for any mixture containing the substance. For a mixture containing such a</a:t>
            </a:r>
          </a:p>
          <a:p>
            <a:r>
              <a:rPr lang="en-GB" sz="1200" b="0" i="0" u="none" strike="noStrike" kern="1200" baseline="0" dirty="0">
                <a:solidFill>
                  <a:srgbClr val="4157AD"/>
                </a:solidFill>
                <a:latin typeface="GE Inspira Pitch" pitchFamily="34" charset="0"/>
                <a:ea typeface="+mn-ea"/>
                <a:cs typeface="+mn-cs"/>
              </a:rPr>
              <a:t>substance, the supplier may choose to integrate the information into the main body of the SDS, append safe use information for the mixture (SUMI) or</a:t>
            </a:r>
          </a:p>
          <a:p>
            <a:r>
              <a:rPr lang="en-GB" sz="1200" b="0" i="0" u="none" strike="noStrike" kern="1200" baseline="0" dirty="0">
                <a:solidFill>
                  <a:srgbClr val="4157AD"/>
                </a:solidFill>
                <a:latin typeface="GE Inspira Pitch" pitchFamily="34" charset="0"/>
                <a:ea typeface="+mn-ea"/>
                <a:cs typeface="+mn-cs"/>
              </a:rPr>
              <a:t>attach relevant exposure scenarios.</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When risk management measures from an exposure scenario are integrated in the SDS or a consolidated annex, you still have to fulfil the obligations</a:t>
            </a:r>
          </a:p>
          <a:p>
            <a:r>
              <a:rPr lang="en-GB" sz="1200" b="0" i="0" u="none" strike="noStrike" kern="1200" baseline="0" dirty="0">
                <a:solidFill>
                  <a:srgbClr val="4157AD"/>
                </a:solidFill>
                <a:latin typeface="GE Inspira Pitch" pitchFamily="34" charset="0"/>
                <a:ea typeface="+mn-ea"/>
                <a:cs typeface="+mn-cs"/>
              </a:rPr>
              <a:t>described in the “Exposure Scenario” section to check that your use of the mixture is covered.</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21</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573997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a:t>
            </a:r>
          </a:p>
          <a:p>
            <a:r>
              <a:rPr lang="en-GB" sz="1200" b="0" i="0" u="none" strike="noStrike" kern="1200" baseline="0" dirty="0">
                <a:solidFill>
                  <a:srgbClr val="4157AD"/>
                </a:solidFill>
                <a:latin typeface="GE Inspira Pitch" pitchFamily="34" charset="0"/>
                <a:ea typeface="+mn-ea"/>
                <a:cs typeface="+mn-cs"/>
              </a:rPr>
              <a:t>Relevant information that has not been included in the previous sections is provided in </a:t>
            </a:r>
            <a:r>
              <a:rPr lang="en-GB" sz="1200" b="1" i="0" u="none" strike="noStrike" kern="1200" baseline="0" dirty="0">
                <a:solidFill>
                  <a:srgbClr val="4157AD"/>
                </a:solidFill>
                <a:latin typeface="GE Inspira Pitch" pitchFamily="34" charset="0"/>
                <a:ea typeface="+mn-ea"/>
                <a:cs typeface="+mn-cs"/>
              </a:rPr>
              <a:t>Section 16</a:t>
            </a:r>
            <a:r>
              <a:rPr lang="en-GB" sz="1200" b="0" i="0" u="none" strike="noStrike" kern="1200" baseline="0" dirty="0">
                <a:solidFill>
                  <a:srgbClr val="4157AD"/>
                </a:solidFill>
                <a:latin typeface="GE Inspira Pitch" pitchFamily="34" charset="0"/>
                <a:ea typeface="+mn-ea"/>
                <a:cs typeface="+mn-cs"/>
              </a:rPr>
              <a:t>. This might include:</a:t>
            </a:r>
          </a:p>
          <a:p>
            <a:r>
              <a:rPr lang="en-GB" sz="1200" b="0" i="0" u="none" strike="noStrike" kern="1200" baseline="0" dirty="0">
                <a:solidFill>
                  <a:srgbClr val="4157AD"/>
                </a:solidFill>
                <a:latin typeface="GE Inspira Pitch" pitchFamily="34" charset="0"/>
                <a:ea typeface="+mn-ea"/>
                <a:cs typeface="+mn-cs"/>
              </a:rPr>
              <a:t>• Changes from the previous SDS version. If you need an explanation of the changes then contact your supplier;</a:t>
            </a:r>
          </a:p>
          <a:p>
            <a:r>
              <a:rPr lang="en-GB" sz="1200" b="0" i="0" u="none" strike="noStrike" kern="1200" baseline="0" dirty="0">
                <a:solidFill>
                  <a:srgbClr val="4157AD"/>
                </a:solidFill>
                <a:latin typeface="GE Inspira Pitch" pitchFamily="34" charset="0"/>
                <a:ea typeface="+mn-ea"/>
                <a:cs typeface="+mn-cs"/>
              </a:rPr>
              <a:t>• A legend to any abbreviations and acronyms used;</a:t>
            </a:r>
          </a:p>
          <a:p>
            <a:r>
              <a:rPr lang="en-GB" sz="1200" b="0" i="0" u="none" strike="noStrike" kern="1200" baseline="0" dirty="0">
                <a:solidFill>
                  <a:srgbClr val="4157AD"/>
                </a:solidFill>
                <a:latin typeface="GE Inspira Pitch" pitchFamily="34" charset="0"/>
                <a:ea typeface="+mn-ea"/>
                <a:cs typeface="+mn-cs"/>
              </a:rPr>
              <a:t>• Key literature references and sources for data;</a:t>
            </a:r>
          </a:p>
          <a:p>
            <a:r>
              <a:rPr lang="en-GB" sz="1200" b="0" i="0" u="none" strike="noStrike" kern="1200" baseline="0" dirty="0">
                <a:solidFill>
                  <a:srgbClr val="4157AD"/>
                </a:solidFill>
                <a:latin typeface="GE Inspira Pitch" pitchFamily="34" charset="0"/>
                <a:ea typeface="+mn-ea"/>
                <a:cs typeface="+mn-cs"/>
              </a:rPr>
              <a:t>• For mixtures, the procedure used to derive the classification;</a:t>
            </a:r>
          </a:p>
          <a:p>
            <a:r>
              <a:rPr lang="en-GB" sz="1200" b="0" i="0" u="none" strike="noStrike" kern="1200" baseline="0" dirty="0">
                <a:solidFill>
                  <a:srgbClr val="4157AD"/>
                </a:solidFill>
                <a:latin typeface="GE Inspira Pitch" pitchFamily="34" charset="0"/>
                <a:ea typeface="+mn-ea"/>
                <a:cs typeface="+mn-cs"/>
              </a:rPr>
              <a:t>• Relevant risk phrases, hazard statements, safety phrases and/or precautionary statements (number and full text); </a:t>
            </a:r>
          </a:p>
          <a:p>
            <a:r>
              <a:rPr lang="en-GB" sz="1200" b="0" i="0" u="none" strike="noStrike" kern="1200" baseline="0" dirty="0">
                <a:solidFill>
                  <a:srgbClr val="4157AD"/>
                </a:solidFill>
                <a:latin typeface="GE Inspira Pitch" pitchFamily="34" charset="0"/>
                <a:ea typeface="+mn-ea"/>
                <a:cs typeface="+mn-cs"/>
              </a:rPr>
              <a:t>• Advice on training, for those handling the chemical;</a:t>
            </a:r>
          </a:p>
          <a:p>
            <a:r>
              <a:rPr lang="en-GB" sz="1200" b="0" i="0" u="none" strike="noStrike" kern="1200" baseline="0" dirty="0">
                <a:solidFill>
                  <a:srgbClr val="4157AD"/>
                </a:solidFill>
                <a:latin typeface="GE Inspira Pitch" pitchFamily="34" charset="0"/>
                <a:ea typeface="+mn-ea"/>
                <a:cs typeface="+mn-cs"/>
              </a:rPr>
              <a:t>• An index table or table of contents for any attached exposure scenarios.</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Many SDS will include a disclaimer or notice to the reader. Such statements do not absolve the legal obligations of the supplier to provide accurate and useful information.</a:t>
            </a:r>
          </a:p>
          <a:p>
            <a:endParaRPr lang="en-GB" sz="1200" b="0" i="0" u="none" strike="noStrike" kern="1200" baseline="0" dirty="0">
              <a:solidFill>
                <a:srgbClr val="4157AD"/>
              </a:solidFill>
              <a:latin typeface="GE Inspira Pitch" pitchFamily="34" charset="0"/>
              <a:ea typeface="+mn-ea"/>
              <a:cs typeface="+mn-cs"/>
            </a:endParaRPr>
          </a:p>
          <a:p>
            <a:r>
              <a:rPr lang="en-GB" sz="1200" b="0" i="0" u="none" strike="noStrike" kern="1200" baseline="0" dirty="0">
                <a:solidFill>
                  <a:srgbClr val="4157AD"/>
                </a:solidFill>
                <a:latin typeface="GE Inspira Pitch" pitchFamily="34" charset="0"/>
                <a:ea typeface="+mn-ea"/>
                <a:cs typeface="+mn-cs"/>
              </a:rPr>
              <a:t>Example 1 (https://echa.europa.eu/documents/10162/22786913/sds_section16_example1_en.pdf)</a:t>
            </a:r>
          </a:p>
          <a:p>
            <a:r>
              <a:rPr lang="en-GB" sz="1200" b="0" i="0" u="none" strike="noStrike" kern="1200" baseline="0" dirty="0">
                <a:solidFill>
                  <a:srgbClr val="4157AD"/>
                </a:solidFill>
                <a:latin typeface="GE Inspira Pitch" pitchFamily="34" charset="0"/>
                <a:ea typeface="+mn-ea"/>
                <a:cs typeface="+mn-cs"/>
              </a:rPr>
              <a:t>Example 2 (https://echa.europa.eu/documents/10162/22786913/sds_section16_example2_en.pdf)</a:t>
            </a:r>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0CDABC8-FD09-47BC-822A-A981D494E0D7}" type="slidenum">
              <a:rPr kumimoji="0" lang="en-CA"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22</a:t>
            </a:fld>
            <a:endParaRPr kumimoji="0" lang="en-CA"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963873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2480" y="448056"/>
            <a:ext cx="10607040" cy="914400"/>
          </a:xfrm>
        </p:spPr>
        <p:txBody>
          <a:bodyPr/>
          <a:lstStyle>
            <a:lvl1pPr>
              <a:defRPr>
                <a:solidFill>
                  <a:schemeClr val="accent2"/>
                </a:solidFill>
              </a:defRPr>
            </a:lvl1pPr>
          </a:lstStyle>
          <a:p>
            <a:r>
              <a:rPr lang="en-US" dirty="0"/>
              <a:t>Title and Content – No Rule Layout</a:t>
            </a:r>
            <a:endParaRPr lang="en-CA" dirty="0"/>
          </a:p>
        </p:txBody>
      </p:sp>
      <p:sp>
        <p:nvSpPr>
          <p:cNvPr id="9" name="Text Placeholder 8"/>
          <p:cNvSpPr>
            <a:spLocks noGrp="1"/>
          </p:cNvSpPr>
          <p:nvPr>
            <p:ph type="body" sz="quarter" idx="13" hasCustomPrompt="1"/>
          </p:nvPr>
        </p:nvSpPr>
        <p:spPr>
          <a:xfrm>
            <a:off x="1562100" y="1362456"/>
            <a:ext cx="9004300" cy="338328"/>
          </a:xfrm>
          <a:prstGeom prst="rect">
            <a:avLst/>
          </a:prstGeom>
        </p:spPr>
        <p:txBody>
          <a:bodyPr anchor="b" anchorCtr="0"/>
          <a:lstStyle>
            <a:lvl1pPr marL="0" indent="0">
              <a:lnSpc>
                <a:spcPct val="90000"/>
              </a:lnSpc>
              <a:spcBef>
                <a:spcPts val="0"/>
              </a:spcBef>
              <a:buFontTx/>
              <a:buNone/>
              <a:defRPr sz="1400" b="1" i="0" cap="all" baseline="0">
                <a:solidFill>
                  <a:schemeClr val="accent1"/>
                </a:solidFill>
                <a:latin typeface="Gotham Rounded" charset="0"/>
                <a:ea typeface="Gotham Rounded" charset="0"/>
                <a:cs typeface="Gotham Rounded" charset="0"/>
              </a:defRPr>
            </a:lvl1pPr>
          </a:lstStyle>
          <a:p>
            <a:pPr lvl="0"/>
            <a:r>
              <a:rPr lang="en-US" dirty="0"/>
              <a:t>SUBTITLE</a:t>
            </a:r>
          </a:p>
        </p:txBody>
      </p:sp>
      <p:sp>
        <p:nvSpPr>
          <p:cNvPr id="12" name="Content Placeholder 11"/>
          <p:cNvSpPr>
            <a:spLocks noGrp="1"/>
          </p:cNvSpPr>
          <p:nvPr>
            <p:ph sz="quarter" idx="14"/>
          </p:nvPr>
        </p:nvSpPr>
        <p:spPr>
          <a:xfrm>
            <a:off x="1568704" y="1816608"/>
            <a:ext cx="8997696" cy="3761232"/>
          </a:xfrm>
          <a:prstGeom prst="rect">
            <a:avLst/>
          </a:prstGeom>
        </p:spPr>
        <p:txBody>
          <a:bodyPr/>
          <a:lstStyle>
            <a:lvl1pPr>
              <a:buClr>
                <a:schemeClr val="accent1"/>
              </a:buClr>
              <a:defRPr sz="2000">
                <a:solidFill>
                  <a:schemeClr val="tx1"/>
                </a:solidFill>
              </a:defRPr>
            </a:lvl1pPr>
            <a:lvl2pPr>
              <a:buClr>
                <a:schemeClr val="accent1"/>
              </a:buClr>
              <a:defRPr sz="1800">
                <a:solidFill>
                  <a:schemeClr val="tx1"/>
                </a:solidFill>
              </a:defRPr>
            </a:lvl2pPr>
            <a:lvl3pPr>
              <a:spcBef>
                <a:spcPts val="1700"/>
              </a:spcBef>
              <a:buClr>
                <a:schemeClr val="accent1"/>
              </a:buClr>
              <a:defRPr sz="1800">
                <a:solidFill>
                  <a:schemeClr val="tx1"/>
                </a:solidFill>
              </a:defRPr>
            </a:lvl3pPr>
            <a:lvl4pPr>
              <a:buClr>
                <a:schemeClr val="accent1"/>
              </a:buClr>
              <a:defRPr sz="1600">
                <a:solidFill>
                  <a:schemeClr val="tx1"/>
                </a:solidFill>
              </a:defRPr>
            </a:lvl4pPr>
            <a:lvl5pPr>
              <a:spcBef>
                <a:spcPts val="1200"/>
              </a:spcBef>
              <a:buClr>
                <a:schemeClr val="accent1"/>
              </a:buClr>
              <a:defRPr sz="1400" b="0" i="0">
                <a:solidFill>
                  <a:schemeClr val="tx1"/>
                </a:solidFill>
                <a:latin typeface="Gotham Rounded Book" charset="0"/>
                <a:ea typeface="Gotham Rounded Book" charset="0"/>
                <a:cs typeface="Gotham Rounded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Blank w/Bar_DkBlue">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36326"/>
          <a:stretch/>
        </p:blipFill>
        <p:spPr>
          <a:xfrm>
            <a:off x="17" y="6649517"/>
            <a:ext cx="12195013" cy="227072"/>
          </a:xfrm>
          <a:prstGeom prst="rect">
            <a:avLst/>
          </a:prstGeom>
          <a:noFill/>
        </p:spPr>
      </p:pic>
      <p:sp>
        <p:nvSpPr>
          <p:cNvPr id="4" name="Text Placeholder 2"/>
          <p:cNvSpPr>
            <a:spLocks noGrp="1"/>
          </p:cNvSpPr>
          <p:nvPr>
            <p:ph type="body" sz="quarter" idx="10"/>
          </p:nvPr>
        </p:nvSpPr>
        <p:spPr>
          <a:xfrm>
            <a:off x="1265237" y="2461846"/>
            <a:ext cx="9661525" cy="1014378"/>
          </a:xfrm>
        </p:spPr>
        <p:txBody>
          <a:bodyPr>
            <a:normAutofit/>
          </a:bodyPr>
          <a:lstStyle>
            <a:lvl1pPr marL="0" indent="0" algn="ctr">
              <a:buFontTx/>
              <a:buNone/>
              <a:defRPr sz="4800">
                <a:solidFill>
                  <a:schemeClr val="accent2"/>
                </a:solidFill>
              </a:defRPr>
            </a:lvl1pPr>
            <a:lvl2pPr>
              <a:buFontTx/>
              <a:buNone/>
              <a:defRPr/>
            </a:lvl2pPr>
            <a:lvl3pPr marL="0" indent="0">
              <a:buFontTx/>
              <a:buNone/>
              <a:defRPr/>
            </a:lvl3pPr>
            <a:lvl4pPr>
              <a:buFontTx/>
              <a:buNone/>
              <a:defRPr/>
            </a:lvl4pPr>
            <a:lvl5pPr marL="0" indent="0">
              <a:buFontTx/>
              <a:buNone/>
              <a:defRPr/>
            </a:lvl5pPr>
          </a:lstStyle>
          <a:p>
            <a:pPr lvl="0"/>
            <a:r>
              <a:rPr lang="en-US"/>
              <a:t>Click to edit Master text styles</a:t>
            </a: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FieldCore_Final">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6620256"/>
            <a:ext cx="12188952"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36325"/>
          <a:stretch/>
        </p:blipFill>
        <p:spPr>
          <a:xfrm>
            <a:off x="0" y="6649516"/>
            <a:ext cx="12195047" cy="227073"/>
          </a:xfrm>
          <a:prstGeom prst="rect">
            <a:avLst/>
          </a:prstGeom>
          <a:noFill/>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47088" y="2003973"/>
            <a:ext cx="8497824" cy="2225040"/>
          </a:xfrm>
          <a:prstGeom prst="rect">
            <a:avLst/>
          </a:prstGeom>
        </p:spPr>
      </p:pic>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alphaModFix amt="25000"/>
            <a:extLst>
              <a:ext uri="{28A0092B-C50C-407E-A947-70E740481C1C}">
                <a14:useLocalDpi xmlns:a14="http://schemas.microsoft.com/office/drawing/2010/main" val="0"/>
              </a:ext>
            </a:extLst>
          </a:blip>
          <a:srcRect r="44166"/>
          <a:stretch/>
        </p:blipFill>
        <p:spPr>
          <a:xfrm>
            <a:off x="0" y="123372"/>
            <a:ext cx="6618514" cy="6669314"/>
          </a:xfrm>
          <a:prstGeom prst="rect">
            <a:avLst/>
          </a:prstGeom>
        </p:spPr>
      </p:pic>
      <p:sp>
        <p:nvSpPr>
          <p:cNvPr id="2" name="Title 1"/>
          <p:cNvSpPr>
            <a:spLocks noGrp="1"/>
          </p:cNvSpPr>
          <p:nvPr>
            <p:ph type="ctrTitle"/>
          </p:nvPr>
        </p:nvSpPr>
        <p:spPr>
          <a:xfrm>
            <a:off x="6444741" y="1120958"/>
            <a:ext cx="5137659" cy="1683608"/>
          </a:xfrm>
        </p:spPr>
        <p:txBody>
          <a:bodyPr anchor="b" anchorCtr="0">
            <a:noAutofit/>
          </a:bodyPr>
          <a:lstStyle>
            <a:lvl1pPr algn="l">
              <a:lnSpc>
                <a:spcPct val="90000"/>
              </a:lnSpc>
              <a:defRPr sz="4800">
                <a:solidFill>
                  <a:schemeClr val="accent2"/>
                </a:solidFill>
              </a:defRPr>
            </a:lvl1pPr>
          </a:lstStyle>
          <a:p>
            <a:r>
              <a:rPr lang="en-US"/>
              <a:t>Click to edit Master title style</a:t>
            </a:r>
            <a:endParaRPr lang="en-CA" dirty="0"/>
          </a:p>
        </p:txBody>
      </p:sp>
      <p:sp>
        <p:nvSpPr>
          <p:cNvPr id="4" name="Date Placeholder 3"/>
          <p:cNvSpPr>
            <a:spLocks noGrp="1"/>
          </p:cNvSpPr>
          <p:nvPr>
            <p:ph type="dt" sz="half" idx="10"/>
          </p:nvPr>
        </p:nvSpPr>
        <p:spPr>
          <a:xfrm>
            <a:off x="6541477" y="5612946"/>
            <a:ext cx="4382426" cy="254013"/>
          </a:xfrm>
          <a:prstGeom prst="rect">
            <a:avLst/>
          </a:prstGeom>
        </p:spPr>
        <p:txBody>
          <a:bodyPr lIns="0"/>
          <a:lstStyle>
            <a:lvl1pPr algn="l">
              <a:defRPr sz="1400" b="1" i="0">
                <a:solidFill>
                  <a:schemeClr val="accent1"/>
                </a:solidFill>
                <a:latin typeface="Gotham Rounded" charset="0"/>
                <a:ea typeface="Gotham Rounded" charset="0"/>
                <a:cs typeface="Gotham Rounded" charset="0"/>
              </a:defRPr>
            </a:lvl1pPr>
          </a:lstStyle>
          <a:p>
            <a:fld id="{6050E0BC-091B-4F46-A64B-EF4A39477016}" type="datetime4">
              <a:rPr lang="en-US" smtClean="0"/>
              <a:pPr/>
              <a:t>June 25, 2020</a:t>
            </a:fld>
            <a:endParaRPr lang="en-CA" dirty="0"/>
          </a:p>
        </p:txBody>
      </p:sp>
      <p:sp>
        <p:nvSpPr>
          <p:cNvPr id="3" name="TextBox 2"/>
          <p:cNvSpPr txBox="1"/>
          <p:nvPr/>
        </p:nvSpPr>
        <p:spPr>
          <a:xfrm>
            <a:off x="6541477" y="5954582"/>
            <a:ext cx="5138738" cy="153888"/>
          </a:xfrm>
          <a:prstGeom prst="rect">
            <a:avLst/>
          </a:prstGeom>
          <a:noFill/>
        </p:spPr>
        <p:txBody>
          <a:bodyPr wrap="square" lIns="0" tIns="0" rIns="0" bIns="0" rtlCol="0">
            <a:spAutoFit/>
          </a:bodyPr>
          <a:lstStyle/>
          <a:p>
            <a:r>
              <a:rPr lang="en-CA" sz="10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10"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9" name="Text Placeholder 19"/>
          <p:cNvSpPr>
            <a:spLocks noGrp="1"/>
          </p:cNvSpPr>
          <p:nvPr>
            <p:ph type="body" sz="quarter" idx="13" hasCustomPrompt="1"/>
          </p:nvPr>
        </p:nvSpPr>
        <p:spPr>
          <a:xfrm>
            <a:off x="6443663" y="2861449"/>
            <a:ext cx="5138738" cy="508944"/>
          </a:xfrm>
          <a:prstGeom prst="rect">
            <a:avLst/>
          </a:prstGeom>
        </p:spPr>
        <p:txBody>
          <a:bodyPr>
            <a:normAutofit/>
          </a:bodyPr>
          <a:lstStyle>
            <a:lvl1pPr marL="0" indent="0">
              <a:buFontTx/>
              <a:buNone/>
              <a:defRPr sz="2000" cap="all" baseline="0">
                <a:solidFill>
                  <a:schemeClr val="accent1"/>
                </a:solidFill>
              </a:defRPr>
            </a:lvl1pPr>
          </a:lstStyle>
          <a:p>
            <a:pPr lvl="0"/>
            <a:r>
              <a:rPr lang="en-US" dirty="0"/>
              <a:t>CLICK TO EDIT MASTER TEXT STYLES</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38274" y="2869208"/>
            <a:ext cx="2583401" cy="1002370"/>
          </a:xfrm>
          <a:prstGeom prst="rect">
            <a:avLst/>
          </a:prstGeom>
        </p:spPr>
      </p:pic>
    </p:spTree>
    <p:extLst>
      <p:ext uri="{BB962C8B-B14F-4D97-AF65-F5344CB8AC3E}">
        <p14:creationId xmlns:p14="http://schemas.microsoft.com/office/powerpoint/2010/main" val="3073029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97152" y="448056"/>
            <a:ext cx="8997696" cy="914400"/>
          </a:xfrm>
        </p:spPr>
        <p:txBody>
          <a:bodyPr/>
          <a:lstStyle>
            <a:lvl1pPr>
              <a:defRPr baseline="0"/>
            </a:lvl1pPr>
          </a:lstStyle>
          <a:p>
            <a:r>
              <a:rPr lang="en-US" dirty="0"/>
              <a:t>Title and Content – Rule Layout</a:t>
            </a:r>
            <a:endParaRPr lang="en-CA" dirty="0"/>
          </a:p>
        </p:txBody>
      </p:sp>
      <p:sp>
        <p:nvSpPr>
          <p:cNvPr id="6" name="Text Placeholder 8"/>
          <p:cNvSpPr>
            <a:spLocks noGrp="1"/>
          </p:cNvSpPr>
          <p:nvPr>
            <p:ph type="body" sz="quarter" idx="13" hasCustomPrompt="1"/>
          </p:nvPr>
        </p:nvSpPr>
        <p:spPr>
          <a:xfrm>
            <a:off x="1550270" y="1354836"/>
            <a:ext cx="9088120" cy="338328"/>
          </a:xfrm>
          <a:prstGeom prst="rect">
            <a:avLst/>
          </a:prstGeom>
        </p:spPr>
        <p:txBody>
          <a:bodyPr anchor="b" anchorCtr="0"/>
          <a:lstStyle>
            <a:lvl1pPr marL="0" indent="0">
              <a:lnSpc>
                <a:spcPct val="90000"/>
              </a:lnSpc>
              <a:spcBef>
                <a:spcPts val="0"/>
              </a:spcBef>
              <a:buFontTx/>
              <a:buNone/>
              <a:defRPr sz="1400" b="1" i="0" cap="all" baseline="0">
                <a:solidFill>
                  <a:schemeClr val="accent1"/>
                </a:solidFill>
                <a:latin typeface="Gotham Rounded" charset="0"/>
                <a:ea typeface="Gotham Rounded" charset="0"/>
                <a:cs typeface="Gotham Rounded" charset="0"/>
              </a:defRPr>
            </a:lvl1pPr>
          </a:lstStyle>
          <a:p>
            <a:pPr lvl="0"/>
            <a:r>
              <a:rPr lang="en-US" dirty="0"/>
              <a:t>SUBTITLE</a:t>
            </a:r>
          </a:p>
        </p:txBody>
      </p:sp>
      <p:cxnSp>
        <p:nvCxnSpPr>
          <p:cNvPr id="9" name="Straight Connector 8"/>
          <p:cNvCxnSpPr/>
          <p:nvPr userDrawn="1"/>
        </p:nvCxnSpPr>
        <p:spPr>
          <a:xfrm>
            <a:off x="1550270" y="1693164"/>
            <a:ext cx="9146759" cy="0"/>
          </a:xfrm>
          <a:prstGeom prst="line">
            <a:avLst/>
          </a:prstGeom>
          <a:ln w="19050">
            <a:gradFill flip="none" rotWithShape="1">
              <a:gsLst>
                <a:gs pos="52000">
                  <a:srgbClr val="FFAF8A"/>
                </a:gs>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8" name="Content Placeholder 11"/>
          <p:cNvSpPr>
            <a:spLocks noGrp="1"/>
          </p:cNvSpPr>
          <p:nvPr>
            <p:ph sz="quarter" idx="15"/>
          </p:nvPr>
        </p:nvSpPr>
        <p:spPr>
          <a:xfrm>
            <a:off x="1550270" y="1852893"/>
            <a:ext cx="8997696" cy="3761232"/>
          </a:xfrm>
          <a:prstGeom prst="rect">
            <a:avLst/>
          </a:prstGeom>
        </p:spPr>
        <p:txBody>
          <a:bodyPr/>
          <a:lstStyle>
            <a:lvl1pPr>
              <a:buClr>
                <a:schemeClr val="accent1"/>
              </a:buClr>
              <a:defRPr sz="2000">
                <a:solidFill>
                  <a:schemeClr val="tx1"/>
                </a:solidFill>
              </a:defRPr>
            </a:lvl1pPr>
            <a:lvl2pPr>
              <a:buClr>
                <a:schemeClr val="accent1"/>
              </a:buClr>
              <a:defRPr sz="1800">
                <a:solidFill>
                  <a:schemeClr val="tx1"/>
                </a:solidFill>
              </a:defRPr>
            </a:lvl2pPr>
            <a:lvl3pPr>
              <a:spcBef>
                <a:spcPts val="1700"/>
              </a:spcBef>
              <a:buClr>
                <a:schemeClr val="accent1"/>
              </a:buClr>
              <a:defRPr sz="1800">
                <a:solidFill>
                  <a:schemeClr val="tx1"/>
                </a:solidFill>
              </a:defRPr>
            </a:lvl3pPr>
            <a:lvl4pPr>
              <a:buClr>
                <a:schemeClr val="accent1"/>
              </a:buClr>
              <a:defRPr sz="1600">
                <a:solidFill>
                  <a:schemeClr val="tx1"/>
                </a:solidFill>
              </a:defRPr>
            </a:lvl4pPr>
            <a:lvl5pPr>
              <a:spcBef>
                <a:spcPts val="1200"/>
              </a:spcBef>
              <a:buClr>
                <a:schemeClr val="accent1"/>
              </a:buClr>
              <a:defRPr sz="1400" b="0" i="0">
                <a:solidFill>
                  <a:schemeClr val="tx1"/>
                </a:solidFill>
                <a:latin typeface="Gotham Rounded Book" charset="0"/>
                <a:ea typeface="Gotham Rounded Book" charset="0"/>
                <a:cs typeface="Gotham Rounded Book"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2741384103"/>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FieldCore_Final">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6620256"/>
            <a:ext cx="12188952"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36325"/>
          <a:stretch/>
        </p:blipFill>
        <p:spPr>
          <a:xfrm>
            <a:off x="0" y="6649516"/>
            <a:ext cx="12195047" cy="227073"/>
          </a:xfrm>
          <a:prstGeom prst="rect">
            <a:avLst/>
          </a:prstGeom>
          <a:noFill/>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47088" y="2003973"/>
            <a:ext cx="8497824" cy="2225040"/>
          </a:xfrm>
          <a:prstGeom prst="rect">
            <a:avLst/>
          </a:prstGeom>
        </p:spPr>
      </p:pic>
    </p:spTree>
    <p:extLst>
      <p:ext uri="{BB962C8B-B14F-4D97-AF65-F5344CB8AC3E}">
        <p14:creationId xmlns:p14="http://schemas.microsoft.com/office/powerpoint/2010/main" val="195278696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480" y="441960"/>
            <a:ext cx="10607040"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18" name="Slide Number Placeholder 5"/>
          <p:cNvSpPr txBox="1">
            <a:spLocks/>
          </p:cNvSpPr>
          <p:nvPr userDrawn="1"/>
        </p:nvSpPr>
        <p:spPr>
          <a:xfrm>
            <a:off x="579120" y="6289008"/>
            <a:ext cx="329636" cy="182880"/>
          </a:xfrm>
          <a:prstGeom prst="rect">
            <a:avLst/>
          </a:prstGeom>
          <a:noFill/>
        </p:spPr>
        <p:txBody>
          <a:bodyPr lIns="0" anchor="ctr" anchorCtr="0"/>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00E6A5BD-C011-4A45-AA3A-201790FB7F2B}" type="slidenum">
              <a:rPr lang="en-CA" sz="800" b="0" i="0" smtClean="0">
                <a:solidFill>
                  <a:schemeClr val="accent2"/>
                </a:solidFill>
                <a:latin typeface="Gotham Rounded Book" charset="0"/>
                <a:ea typeface="Gotham Rounded Book" charset="0"/>
                <a:cs typeface="Gotham Rounded Book" charset="0"/>
              </a:rPr>
              <a:pPr algn="l"/>
              <a:t>‹#›</a:t>
            </a:fld>
            <a:endParaRPr lang="en-CA" sz="800" b="0" i="0" dirty="0">
              <a:solidFill>
                <a:schemeClr val="accent2"/>
              </a:solidFill>
              <a:latin typeface="Gotham Rounded Book" charset="0"/>
              <a:ea typeface="Gotham Rounded Book" charset="0"/>
              <a:cs typeface="Gotham Rounded Book" charset="0"/>
            </a:endParaRPr>
          </a:p>
        </p:txBody>
      </p:sp>
      <p:cxnSp>
        <p:nvCxnSpPr>
          <p:cNvPr id="22" name="Straight Connector 21"/>
          <p:cNvCxnSpPr/>
          <p:nvPr userDrawn="1"/>
        </p:nvCxnSpPr>
        <p:spPr>
          <a:xfrm>
            <a:off x="594360" y="6123432"/>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318433"/>
            <a:ext cx="5157216" cy="123111"/>
          </a:xfrm>
          <a:prstGeom prst="rect">
            <a:avLst/>
          </a:prstGeom>
          <a:noFill/>
        </p:spPr>
        <p:txBody>
          <a:bodyPr wrap="square" lIns="0" tIns="0" rIns="0" bIns="0" rtlCol="0">
            <a:spAutoFit/>
          </a:bodyPr>
          <a:lstStyle/>
          <a:p>
            <a:pPr algn="ctr"/>
            <a:r>
              <a:rPr lang="en-CA" sz="8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1798864" y="1436716"/>
            <a:ext cx="859427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530928" y="6231328"/>
            <a:ext cx="1074663" cy="291723"/>
          </a:xfrm>
          <a:prstGeom prst="rect">
            <a:avLst/>
          </a:prstGeom>
        </p:spPr>
      </p:pic>
    </p:spTree>
    <p:extLst>
      <p:ext uri="{BB962C8B-B14F-4D97-AF65-F5344CB8AC3E}">
        <p14:creationId xmlns:p14="http://schemas.microsoft.com/office/powerpoint/2010/main" val="1176769782"/>
      </p:ext>
    </p:extLst>
  </p:cSld>
  <p:clrMap bg1="lt1" tx1="dk1" bg2="lt2" tx2="dk2" accent1="accent1" accent2="accent2" accent3="accent3" accent4="accent4" accent5="accent5" accent6="accent6" hlink="hlink" folHlink="folHlink"/>
  <p:sldLayoutIdLst>
    <p:sldLayoutId id="2147483755" r:id="rId1"/>
    <p:sldLayoutId id="2147483741" r:id="rId2"/>
    <p:sldLayoutId id="2147483772" r:id="rId3"/>
  </p:sldLayoutIdLst>
  <p:transition spd="slow">
    <p:push dir="u"/>
  </p:transition>
  <p:hf hdr="0"/>
  <p:txStyles>
    <p:titleStyle>
      <a:lvl1pPr algn="ctr" defTabSz="914400" rtl="0" eaLnBrk="1" latinLnBrk="0" hangingPunct="1">
        <a:lnSpc>
          <a:spcPct val="90000"/>
        </a:lnSpc>
        <a:spcBef>
          <a:spcPct val="0"/>
        </a:spcBef>
        <a:buNone/>
        <a:defRPr sz="3600" kern="1200" spc="0">
          <a:solidFill>
            <a:schemeClr val="accent2"/>
          </a:solidFill>
          <a:latin typeface="Gotham Rounded Book" charset="0"/>
          <a:ea typeface="Gotham Rounded Book" charset="0"/>
          <a:cs typeface="Gotham Rounded Book" charset="0"/>
        </a:defRPr>
      </a:lvl1pPr>
    </p:titleStyle>
    <p:bodyStyle>
      <a:lvl1pPr marL="155448" indent="-155448" algn="l" defTabSz="914400" rtl="0" eaLnBrk="1" latinLnBrk="0" hangingPunct="1">
        <a:lnSpc>
          <a:spcPct val="90000"/>
        </a:lnSpc>
        <a:spcBef>
          <a:spcPts val="800"/>
        </a:spcBef>
        <a:spcAft>
          <a:spcPts val="300"/>
        </a:spcAft>
        <a:buClr>
          <a:schemeClr val="accent1"/>
        </a:buClr>
        <a:buFont typeface="Arial" panose="020B0604020202020204" pitchFamily="34" charset="0"/>
        <a:buChar char="•"/>
        <a:defRPr sz="2000" b="0" i="0" kern="1200">
          <a:solidFill>
            <a:schemeClr val="tx1"/>
          </a:solidFill>
          <a:latin typeface="Gotham Rounded Book" charset="0"/>
          <a:ea typeface="Gotham Rounded Book" charset="0"/>
          <a:cs typeface="Gotham Rounded Book"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3840">
          <p15:clr>
            <a:srgbClr val="F26B43"/>
          </p15:clr>
        </p15:guide>
        <p15:guide id="3" pos="360">
          <p15:clr>
            <a:srgbClr val="F26B43"/>
          </p15:clr>
        </p15:guide>
        <p15:guide id="4" pos="7296">
          <p15:clr>
            <a:srgbClr val="F26B43"/>
          </p15:clr>
        </p15:guide>
        <p15:guide id="5" pos="984">
          <p15:clr>
            <a:srgbClr val="F26B43"/>
          </p15:clr>
        </p15:guide>
        <p15:guide id="6"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480" y="441960"/>
            <a:ext cx="10607040"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18" name="Slide Number Placeholder 5"/>
          <p:cNvSpPr txBox="1">
            <a:spLocks/>
          </p:cNvSpPr>
          <p:nvPr userDrawn="1"/>
        </p:nvSpPr>
        <p:spPr>
          <a:xfrm>
            <a:off x="579120" y="6289008"/>
            <a:ext cx="329636" cy="182880"/>
          </a:xfrm>
          <a:prstGeom prst="rect">
            <a:avLst/>
          </a:prstGeom>
          <a:noFill/>
        </p:spPr>
        <p:txBody>
          <a:bodyPr lIns="0" anchor="ctr" anchorCtr="0"/>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00E6A5BD-C011-4A45-AA3A-201790FB7F2B}" type="slidenum">
              <a:rPr lang="en-CA" sz="800" b="0" i="0" smtClean="0">
                <a:solidFill>
                  <a:schemeClr val="accent2"/>
                </a:solidFill>
                <a:latin typeface="Gotham Rounded Book" charset="0"/>
                <a:ea typeface="Gotham Rounded Book" charset="0"/>
                <a:cs typeface="Gotham Rounded Book" charset="0"/>
              </a:rPr>
              <a:pPr algn="l"/>
              <a:t>‹#›</a:t>
            </a:fld>
            <a:endParaRPr lang="en-CA" sz="800" b="0" i="0" dirty="0">
              <a:solidFill>
                <a:schemeClr val="accent2"/>
              </a:solidFill>
              <a:latin typeface="Gotham Rounded Book" charset="0"/>
              <a:ea typeface="Gotham Rounded Book" charset="0"/>
              <a:cs typeface="Gotham Rounded Book" charset="0"/>
            </a:endParaRPr>
          </a:p>
        </p:txBody>
      </p:sp>
      <p:cxnSp>
        <p:nvCxnSpPr>
          <p:cNvPr id="22" name="Straight Connector 21"/>
          <p:cNvCxnSpPr/>
          <p:nvPr userDrawn="1"/>
        </p:nvCxnSpPr>
        <p:spPr>
          <a:xfrm>
            <a:off x="594360" y="6123432"/>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318433"/>
            <a:ext cx="5157216" cy="123111"/>
          </a:xfrm>
          <a:prstGeom prst="rect">
            <a:avLst/>
          </a:prstGeom>
          <a:noFill/>
        </p:spPr>
        <p:txBody>
          <a:bodyPr wrap="square" lIns="0" tIns="0" rIns="0" bIns="0" rtlCol="0">
            <a:spAutoFit/>
          </a:bodyPr>
          <a:lstStyle/>
          <a:p>
            <a:pPr algn="ctr"/>
            <a:r>
              <a:rPr lang="en-CA" sz="8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1798864" y="1436716"/>
            <a:ext cx="859427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530928" y="6231328"/>
            <a:ext cx="1074663" cy="291723"/>
          </a:xfrm>
          <a:prstGeom prst="rect">
            <a:avLst/>
          </a:prstGeom>
        </p:spPr>
      </p:pic>
    </p:spTree>
    <p:extLst>
      <p:ext uri="{BB962C8B-B14F-4D97-AF65-F5344CB8AC3E}">
        <p14:creationId xmlns:p14="http://schemas.microsoft.com/office/powerpoint/2010/main" val="396380111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Lst>
  <p:transition spd="slow">
    <p:push dir="u"/>
  </p:transition>
  <p:hf hdr="0"/>
  <p:txStyles>
    <p:titleStyle>
      <a:lvl1pPr algn="ctr" defTabSz="914400" rtl="0" eaLnBrk="1" latinLnBrk="0" hangingPunct="1">
        <a:lnSpc>
          <a:spcPct val="90000"/>
        </a:lnSpc>
        <a:spcBef>
          <a:spcPct val="0"/>
        </a:spcBef>
        <a:buNone/>
        <a:defRPr sz="3600" kern="1200" spc="0">
          <a:solidFill>
            <a:schemeClr val="accent2"/>
          </a:solidFill>
          <a:latin typeface="Gotham Rounded Book" charset="0"/>
          <a:ea typeface="Gotham Rounded Book" charset="0"/>
          <a:cs typeface="Gotham Rounded Book" charset="0"/>
        </a:defRPr>
      </a:lvl1pPr>
    </p:titleStyle>
    <p:bodyStyle>
      <a:lvl1pPr marL="155448" indent="-155448" algn="l" defTabSz="914400" rtl="0" eaLnBrk="1" latinLnBrk="0" hangingPunct="1">
        <a:lnSpc>
          <a:spcPct val="90000"/>
        </a:lnSpc>
        <a:spcBef>
          <a:spcPts val="800"/>
        </a:spcBef>
        <a:spcAft>
          <a:spcPts val="300"/>
        </a:spcAft>
        <a:buClr>
          <a:schemeClr val="accent1"/>
        </a:buClr>
        <a:buFont typeface="Arial" panose="020B0604020202020204" pitchFamily="34" charset="0"/>
        <a:buChar char="•"/>
        <a:defRPr sz="2000" b="0" i="0" kern="1200">
          <a:solidFill>
            <a:schemeClr val="tx1"/>
          </a:solidFill>
          <a:latin typeface="Gotham Rounded Book" charset="0"/>
          <a:ea typeface="Gotham Rounded Book" charset="0"/>
          <a:cs typeface="Gotham Rounded Book"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3840">
          <p15:clr>
            <a:srgbClr val="F26B43"/>
          </p15:clr>
        </p15:guide>
        <p15:guide id="3" pos="360">
          <p15:clr>
            <a:srgbClr val="F26B43"/>
          </p15:clr>
        </p15:guide>
        <p15:guide id="4" pos="7296">
          <p15:clr>
            <a:srgbClr val="F26B43"/>
          </p15:clr>
        </p15:guide>
        <p15:guide id="5" pos="984">
          <p15:clr>
            <a:srgbClr val="F26B43"/>
          </p15:clr>
        </p15:guide>
        <p15:guide id="6" orient="horz" pos="41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1.png"/><Relationship Id="rId7" Type="http://schemas.openxmlformats.org/officeDocument/2006/relationships/diagramQuickStyle" Target="../diagrams/quickStyle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13.png"/><Relationship Id="rId4" Type="http://schemas.openxmlformats.org/officeDocument/2006/relationships/image" Target="../media/image12.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5.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7.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81897" y="60960"/>
            <a:ext cx="6312355" cy="757646"/>
          </a:xfrm>
        </p:spPr>
        <p:txBody>
          <a:bodyPr/>
          <a:lstStyle/>
          <a:p>
            <a:pPr eaLnBrk="1" hangingPunct="1"/>
            <a:r>
              <a:rPr lang="en-US" sz="3200" dirty="0">
                <a:latin typeface="GE Inspira Pitch" pitchFamily="34" charset="0"/>
              </a:rPr>
              <a:t>Chemical Management User Guides:</a:t>
            </a:r>
          </a:p>
        </p:txBody>
      </p:sp>
      <p:sp>
        <p:nvSpPr>
          <p:cNvPr id="3" name="Text Placeholder 2">
            <a:extLst>
              <a:ext uri="{FF2B5EF4-FFF2-40B4-BE49-F238E27FC236}">
                <a16:creationId xmlns:a16="http://schemas.microsoft.com/office/drawing/2014/main" id="{192B90AF-D168-4861-8E15-BC7EAD66CA03}"/>
              </a:ext>
            </a:extLst>
          </p:cNvPr>
          <p:cNvSpPr>
            <a:spLocks noGrp="1"/>
          </p:cNvSpPr>
          <p:nvPr>
            <p:ph type="body" sz="quarter" idx="13"/>
          </p:nvPr>
        </p:nvSpPr>
        <p:spPr>
          <a:xfrm>
            <a:off x="5293371" y="890936"/>
            <a:ext cx="6078583" cy="486292"/>
          </a:xfrm>
        </p:spPr>
        <p:txBody>
          <a:bodyPr>
            <a:normAutofit/>
          </a:bodyPr>
          <a:lstStyle/>
          <a:p>
            <a:r>
              <a:rPr lang="en-US" b="1" dirty="0"/>
              <a:t>Safety Data sheets (SDs)</a:t>
            </a:r>
          </a:p>
        </p:txBody>
      </p:sp>
      <p:sp>
        <p:nvSpPr>
          <p:cNvPr id="2" name="TextBox 1">
            <a:extLst>
              <a:ext uri="{FF2B5EF4-FFF2-40B4-BE49-F238E27FC236}">
                <a16:creationId xmlns:a16="http://schemas.microsoft.com/office/drawing/2014/main" id="{9C3D1615-9A26-4344-B763-67484A3694F8}"/>
              </a:ext>
            </a:extLst>
          </p:cNvPr>
          <p:cNvSpPr txBox="1"/>
          <p:nvPr/>
        </p:nvSpPr>
        <p:spPr>
          <a:xfrm>
            <a:off x="8969829" y="5434275"/>
            <a:ext cx="2820218" cy="246221"/>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90936"/>
                </a:solidFill>
                <a:effectLst/>
                <a:uLnTx/>
                <a:uFillTx/>
                <a:latin typeface="Gotham Rounded Book" pitchFamily="50" charset="0"/>
                <a:ea typeface="+mn-ea"/>
                <a:cs typeface="+mn-cs"/>
              </a:rPr>
              <a:t>Issue 1: </a:t>
            </a:r>
            <a:r>
              <a:rPr lang="en-GB" sz="1600" dirty="0">
                <a:solidFill>
                  <a:srgbClr val="090936"/>
                </a:solidFill>
                <a:latin typeface="Gotham Rounded Book" pitchFamily="50" charset="0"/>
              </a:rPr>
              <a:t>March</a:t>
            </a:r>
            <a:r>
              <a:rPr kumimoji="0" lang="en-GB" sz="1600" b="0" i="0" u="none" strike="noStrike" kern="1200" cap="none" spc="0" normalizeH="0" baseline="0" noProof="0" dirty="0">
                <a:ln>
                  <a:noFill/>
                </a:ln>
                <a:solidFill>
                  <a:srgbClr val="090936"/>
                </a:solidFill>
                <a:effectLst/>
                <a:uLnTx/>
                <a:uFillTx/>
                <a:latin typeface="Gotham Rounded Book" pitchFamily="50" charset="0"/>
                <a:ea typeface="+mn-ea"/>
                <a:cs typeface="+mn-cs"/>
              </a:rPr>
              <a:t> 2020</a:t>
            </a:r>
          </a:p>
        </p:txBody>
      </p:sp>
      <p:pic>
        <p:nvPicPr>
          <p:cNvPr id="5" name="Picture 4">
            <a:extLst>
              <a:ext uri="{FF2B5EF4-FFF2-40B4-BE49-F238E27FC236}">
                <a16:creationId xmlns:a16="http://schemas.microsoft.com/office/drawing/2014/main" id="{F318421F-DC8A-4D6C-A4BF-5BC0E0EF22E4}"/>
              </a:ext>
            </a:extLst>
          </p:cNvPr>
          <p:cNvPicPr>
            <a:picLocks noChangeAspect="1"/>
          </p:cNvPicPr>
          <p:nvPr/>
        </p:nvPicPr>
        <p:blipFill>
          <a:blip r:embed="rId2"/>
          <a:stretch>
            <a:fillRect/>
          </a:stretch>
        </p:blipFill>
        <p:spPr>
          <a:xfrm>
            <a:off x="8403771" y="1279884"/>
            <a:ext cx="3290481" cy="415439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303081" y="-161260"/>
            <a:ext cx="9001125" cy="914400"/>
          </a:xfrm>
        </p:spPr>
        <p:txBody>
          <a:bodyPr/>
          <a:lstStyle/>
          <a:p>
            <a:pPr marL="742950" indent="-742950">
              <a:lnSpc>
                <a:spcPct val="150000"/>
              </a:lnSpc>
              <a:buFont typeface="+mj-lt"/>
              <a:buAutoNum type="arabicPeriod"/>
            </a:pPr>
            <a:r>
              <a:rPr lang="en-GB" sz="3200" dirty="0"/>
              <a:t>Safety Data Sheets – Introduction </a:t>
            </a:r>
          </a:p>
        </p:txBody>
      </p:sp>
      <p:sp>
        <p:nvSpPr>
          <p:cNvPr id="5" name="Slide Number Placeholder 4"/>
          <p:cNvSpPr>
            <a:spLocks noGrp="1"/>
          </p:cNvSpPr>
          <p:nvPr>
            <p:ph type="sldNum" sz="quarter" idx="4294967295"/>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effectLst/>
              <a:uLnTx/>
              <a:uFillTx/>
            </a:endParaRPr>
          </a:p>
        </p:txBody>
      </p:sp>
      <p:sp>
        <p:nvSpPr>
          <p:cNvPr id="7" name="Rectangle 6"/>
          <p:cNvSpPr/>
          <p:nvPr/>
        </p:nvSpPr>
        <p:spPr>
          <a:xfrm>
            <a:off x="1647856" y="5759970"/>
            <a:ext cx="9165922" cy="646331"/>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chemeClr val="bg1"/>
                </a:solidFill>
                <a:effectLst/>
                <a:uLnTx/>
                <a:uFillTx/>
              </a:rPr>
              <a:t>SDSs – provide users of chemicals with necessary information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chemeClr val="bg1"/>
                </a:solidFill>
                <a:effectLst/>
                <a:uLnTx/>
                <a:uFillTx/>
              </a:rPr>
              <a:t>to help them protect human health &amp; the environment</a:t>
            </a:r>
          </a:p>
        </p:txBody>
      </p:sp>
      <p:sp>
        <p:nvSpPr>
          <p:cNvPr id="9" name="Rectangle 8"/>
          <p:cNvSpPr/>
          <p:nvPr/>
        </p:nvSpPr>
        <p:spPr>
          <a:xfrm>
            <a:off x="1647855" y="1357066"/>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Identification</a:t>
            </a:r>
          </a:p>
        </p:txBody>
      </p:sp>
      <p:sp>
        <p:nvSpPr>
          <p:cNvPr id="10" name="Rectangle 9"/>
          <p:cNvSpPr/>
          <p:nvPr/>
        </p:nvSpPr>
        <p:spPr>
          <a:xfrm>
            <a:off x="3925959" y="1357065"/>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Hazard</a:t>
            </a:r>
          </a:p>
        </p:txBody>
      </p:sp>
      <p:sp>
        <p:nvSpPr>
          <p:cNvPr id="11" name="Rectangle 10"/>
          <p:cNvSpPr/>
          <p:nvPr/>
        </p:nvSpPr>
        <p:spPr>
          <a:xfrm>
            <a:off x="6354607" y="1357064"/>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Composition</a:t>
            </a:r>
          </a:p>
        </p:txBody>
      </p:sp>
      <p:sp>
        <p:nvSpPr>
          <p:cNvPr id="12" name="Rectangle 11"/>
          <p:cNvSpPr/>
          <p:nvPr/>
        </p:nvSpPr>
        <p:spPr>
          <a:xfrm>
            <a:off x="8698044" y="1357063"/>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First Aid</a:t>
            </a:r>
          </a:p>
        </p:txBody>
      </p:sp>
      <p:sp>
        <p:nvSpPr>
          <p:cNvPr id="13" name="Rectangle 12"/>
          <p:cNvSpPr/>
          <p:nvPr/>
        </p:nvSpPr>
        <p:spPr>
          <a:xfrm>
            <a:off x="1647855" y="2367356"/>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5</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Firefighting measures</a:t>
            </a:r>
          </a:p>
        </p:txBody>
      </p:sp>
      <p:sp>
        <p:nvSpPr>
          <p:cNvPr id="14" name="Rectangle 13"/>
          <p:cNvSpPr/>
          <p:nvPr/>
        </p:nvSpPr>
        <p:spPr>
          <a:xfrm>
            <a:off x="3925959" y="2367355"/>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6</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Accidental release measures</a:t>
            </a:r>
          </a:p>
        </p:txBody>
      </p:sp>
      <p:sp>
        <p:nvSpPr>
          <p:cNvPr id="15" name="Rectangle 14"/>
          <p:cNvSpPr/>
          <p:nvPr/>
        </p:nvSpPr>
        <p:spPr>
          <a:xfrm>
            <a:off x="6354607" y="2367354"/>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7</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Handling &amp; storage</a:t>
            </a:r>
          </a:p>
        </p:txBody>
      </p:sp>
      <p:sp>
        <p:nvSpPr>
          <p:cNvPr id="16" name="Rectangle 15"/>
          <p:cNvSpPr/>
          <p:nvPr/>
        </p:nvSpPr>
        <p:spPr>
          <a:xfrm>
            <a:off x="8698044" y="2367353"/>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8</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Exposure controls</a:t>
            </a:r>
          </a:p>
        </p:txBody>
      </p:sp>
      <p:sp>
        <p:nvSpPr>
          <p:cNvPr id="17" name="Rectangle 16"/>
          <p:cNvSpPr/>
          <p:nvPr/>
        </p:nvSpPr>
        <p:spPr>
          <a:xfrm>
            <a:off x="1647855" y="3449829"/>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9</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Physical &amp; chemical properties</a:t>
            </a:r>
          </a:p>
        </p:txBody>
      </p:sp>
      <p:sp>
        <p:nvSpPr>
          <p:cNvPr id="18" name="Rectangle 17"/>
          <p:cNvSpPr/>
          <p:nvPr/>
        </p:nvSpPr>
        <p:spPr>
          <a:xfrm>
            <a:off x="3925959" y="3449828"/>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Stability &amp; reactivity</a:t>
            </a:r>
          </a:p>
        </p:txBody>
      </p:sp>
      <p:sp>
        <p:nvSpPr>
          <p:cNvPr id="19" name="Rectangle 18"/>
          <p:cNvSpPr/>
          <p:nvPr/>
        </p:nvSpPr>
        <p:spPr>
          <a:xfrm>
            <a:off x="6354607" y="3449827"/>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Toxicological information</a:t>
            </a:r>
          </a:p>
        </p:txBody>
      </p:sp>
      <p:sp>
        <p:nvSpPr>
          <p:cNvPr id="20" name="Rectangle 19"/>
          <p:cNvSpPr/>
          <p:nvPr/>
        </p:nvSpPr>
        <p:spPr>
          <a:xfrm>
            <a:off x="8698044" y="3449826"/>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Ecological information</a:t>
            </a:r>
          </a:p>
        </p:txBody>
      </p:sp>
      <p:sp>
        <p:nvSpPr>
          <p:cNvPr id="21" name="Rectangle 20"/>
          <p:cNvSpPr/>
          <p:nvPr/>
        </p:nvSpPr>
        <p:spPr>
          <a:xfrm>
            <a:off x="1647855" y="4581528"/>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Disposal considerations</a:t>
            </a:r>
          </a:p>
        </p:txBody>
      </p:sp>
      <p:sp>
        <p:nvSpPr>
          <p:cNvPr id="22" name="Rectangle 21"/>
          <p:cNvSpPr/>
          <p:nvPr/>
        </p:nvSpPr>
        <p:spPr>
          <a:xfrm>
            <a:off x="3925959" y="4581527"/>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Transport information</a:t>
            </a:r>
          </a:p>
        </p:txBody>
      </p:sp>
      <p:sp>
        <p:nvSpPr>
          <p:cNvPr id="23" name="Rectangle 22"/>
          <p:cNvSpPr/>
          <p:nvPr/>
        </p:nvSpPr>
        <p:spPr>
          <a:xfrm>
            <a:off x="6354607" y="4581526"/>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15</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Regulatory information</a:t>
            </a:r>
          </a:p>
        </p:txBody>
      </p:sp>
      <p:sp>
        <p:nvSpPr>
          <p:cNvPr id="24" name="Rectangle 23"/>
          <p:cNvSpPr/>
          <p:nvPr/>
        </p:nvSpPr>
        <p:spPr>
          <a:xfrm>
            <a:off x="8698044" y="4581525"/>
            <a:ext cx="2115734" cy="884999"/>
          </a:xfrm>
          <a:prstGeom prst="rect">
            <a:avLst/>
          </a:prstGeom>
          <a:solidFill>
            <a:schemeClr val="accent1">
              <a:lumMod val="75000"/>
            </a:schemeClr>
          </a:solidFill>
          <a:ln w="38100" cmpd="sng">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Section 16</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solidFill>
                <a:effectLst/>
                <a:uLnTx/>
                <a:uFillTx/>
              </a:rPr>
              <a:t>Other information</a:t>
            </a:r>
          </a:p>
        </p:txBody>
      </p:sp>
      <p:sp>
        <p:nvSpPr>
          <p:cNvPr id="2" name="Rectangle 1">
            <a:extLst>
              <a:ext uri="{FF2B5EF4-FFF2-40B4-BE49-F238E27FC236}">
                <a16:creationId xmlns:a16="http://schemas.microsoft.com/office/drawing/2014/main" id="{C7C88F73-0BF9-4C49-A32E-1646121E04C7}"/>
              </a:ext>
            </a:extLst>
          </p:cNvPr>
          <p:cNvSpPr/>
          <p:nvPr/>
        </p:nvSpPr>
        <p:spPr>
          <a:xfrm>
            <a:off x="5941951" y="3244334"/>
            <a:ext cx="308098" cy="369332"/>
          </a:xfrm>
          <a:prstGeom prst="rect">
            <a:avLst/>
          </a:prstGeom>
        </p:spPr>
        <p:txBody>
          <a:bodyPr wrap="none">
            <a:spAutoFit/>
          </a:bodyPr>
          <a:lstStyle/>
          <a:p>
            <a:pPr lvl="0">
              <a:defRPr/>
            </a:pPr>
            <a:fld id="{00E6A5BD-C011-4A45-AA3A-201790FB7F2B}" type="slidenum">
              <a:rPr lang="en-CA" kern="0">
                <a:solidFill>
                  <a:sysClr val="windowText" lastClr="000000"/>
                </a:solidFill>
              </a:rPr>
              <a:pPr lvl="0">
                <a:defRPr/>
              </a:pPr>
              <a:t>2</a:t>
            </a:fld>
            <a:endParaRPr lang="en-CA" kern="0" dirty="0">
              <a:solidFill>
                <a:sysClr val="windowText" lastClr="000000"/>
              </a:solidFill>
            </a:endParaRPr>
          </a:p>
        </p:txBody>
      </p:sp>
      <p:sp>
        <p:nvSpPr>
          <p:cNvPr id="3" name="Rectangle 2">
            <a:extLst>
              <a:ext uri="{FF2B5EF4-FFF2-40B4-BE49-F238E27FC236}">
                <a16:creationId xmlns:a16="http://schemas.microsoft.com/office/drawing/2014/main" id="{0CFB59F4-F52C-4377-9576-910B16602E33}"/>
              </a:ext>
            </a:extLst>
          </p:cNvPr>
          <p:cNvSpPr/>
          <p:nvPr/>
        </p:nvSpPr>
        <p:spPr>
          <a:xfrm>
            <a:off x="11496614" y="6293922"/>
            <a:ext cx="260008" cy="261610"/>
          </a:xfrm>
          <a:prstGeom prst="rect">
            <a:avLst/>
          </a:prstGeom>
        </p:spPr>
        <p:txBody>
          <a:bodyPr wrap="none">
            <a:spAutoFit/>
          </a:bodyPr>
          <a:lstStyle/>
          <a:p>
            <a:pPr lvl="0">
              <a:defRPr/>
            </a:pPr>
            <a:fld id="{00E6A5BD-C011-4A45-AA3A-201790FB7F2B}" type="slidenum">
              <a:rPr lang="en-US" sz="1050" kern="0"/>
              <a:pPr lvl="0">
                <a:defRPr/>
              </a:pPr>
              <a:t>2</a:t>
            </a:fld>
            <a:endParaRPr lang="en-US" sz="1050" kern="0" dirty="0"/>
          </a:p>
        </p:txBody>
      </p:sp>
    </p:spTree>
    <p:extLst>
      <p:ext uri="{BB962C8B-B14F-4D97-AF65-F5344CB8AC3E}">
        <p14:creationId xmlns:p14="http://schemas.microsoft.com/office/powerpoint/2010/main" val="100989174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26595" y="927345"/>
            <a:ext cx="9004300" cy="338328"/>
          </a:xfrm>
        </p:spPr>
        <p:txBody>
          <a:bodyPr/>
          <a:lstStyle/>
          <a:p>
            <a:r>
              <a:rPr lang="en-GB" sz="1600" dirty="0">
                <a:solidFill>
                  <a:schemeClr val="tx1">
                    <a:lumMod val="50000"/>
                  </a:schemeClr>
                </a:solidFill>
              </a:rPr>
              <a:t>Section 1 Identification of the substance/mixture &amp; of the company/undertaking</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1099789539"/>
              </p:ext>
            </p:extLst>
          </p:nvPr>
        </p:nvGraphicFramePr>
        <p:xfrm>
          <a:off x="6138373" y="1488449"/>
          <a:ext cx="5727032" cy="4091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itle 1"/>
          <p:cNvSpPr>
            <a:spLocks noGrp="1"/>
          </p:cNvSpPr>
          <p:nvPr>
            <p:ph type="title"/>
          </p:nvPr>
        </p:nvSpPr>
        <p:spPr>
          <a:xfrm>
            <a:off x="1866000" y="144359"/>
            <a:ext cx="8460000" cy="663729"/>
          </a:xfrm>
        </p:spPr>
        <p:txBody>
          <a:bodyPr/>
          <a:lstStyle/>
          <a:p>
            <a:pPr marL="742950" indent="-742950">
              <a:lnSpc>
                <a:spcPct val="150000"/>
              </a:lnSpc>
              <a:buFont typeface="+mj-lt"/>
              <a:buAutoNum type="arabicPeriod" startAt="2"/>
            </a:pPr>
            <a:r>
              <a:rPr lang="en-GB" sz="3200" dirty="0"/>
              <a:t>Safety Data Sheets – Sections </a:t>
            </a:r>
          </a:p>
        </p:txBody>
      </p:sp>
      <p:sp>
        <p:nvSpPr>
          <p:cNvPr id="10" name="Rectangle 9"/>
          <p:cNvSpPr/>
          <p:nvPr/>
        </p:nvSpPr>
        <p:spPr>
          <a:xfrm>
            <a:off x="233830" y="4656292"/>
            <a:ext cx="5706227"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We recommend you to keep a record of the date of receipt for all SDS that contain a registration number</a:t>
            </a:r>
          </a:p>
        </p:txBody>
      </p:sp>
      <p:pic>
        <p:nvPicPr>
          <p:cNvPr id="6" name="Picture 5"/>
          <p:cNvPicPr>
            <a:picLocks noChangeAspect="1"/>
          </p:cNvPicPr>
          <p:nvPr/>
        </p:nvPicPr>
        <p:blipFill>
          <a:blip r:embed="rId8"/>
          <a:stretch>
            <a:fillRect/>
          </a:stretch>
        </p:blipFill>
        <p:spPr>
          <a:xfrm>
            <a:off x="432146" y="1488450"/>
            <a:ext cx="5706227" cy="2546870"/>
          </a:xfrm>
          <a:prstGeom prst="rect">
            <a:avLst/>
          </a:prstGeom>
        </p:spPr>
      </p:pic>
    </p:spTree>
    <p:extLst>
      <p:ext uri="{BB962C8B-B14F-4D97-AF65-F5344CB8AC3E}">
        <p14:creationId xmlns:p14="http://schemas.microsoft.com/office/powerpoint/2010/main" val="6162696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57370" y="670080"/>
            <a:ext cx="9004300" cy="338328"/>
          </a:xfrm>
        </p:spPr>
        <p:txBody>
          <a:bodyPr/>
          <a:lstStyle/>
          <a:p>
            <a:r>
              <a:rPr lang="en-GB" sz="1600" dirty="0">
                <a:solidFill>
                  <a:schemeClr val="tx1">
                    <a:lumMod val="50000"/>
                  </a:schemeClr>
                </a:solidFill>
              </a:rPr>
              <a:t>Section 1 Identification of the substance/mixture &amp; of the company/undertaking</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1056996210"/>
              </p:ext>
            </p:extLst>
          </p:nvPr>
        </p:nvGraphicFramePr>
        <p:xfrm>
          <a:off x="6164778" y="1303828"/>
          <a:ext cx="5566611" cy="4250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itle 1"/>
          <p:cNvSpPr>
            <a:spLocks noGrp="1"/>
          </p:cNvSpPr>
          <p:nvPr>
            <p:ph type="title"/>
          </p:nvPr>
        </p:nvSpPr>
        <p:spPr>
          <a:xfrm>
            <a:off x="1741673" y="72123"/>
            <a:ext cx="8460000" cy="519257"/>
          </a:xfrm>
        </p:spPr>
        <p:txBody>
          <a:bodyPr/>
          <a:lstStyle/>
          <a:p>
            <a:pPr marL="742950" indent="-742950">
              <a:lnSpc>
                <a:spcPct val="150000"/>
              </a:lnSpc>
              <a:buFont typeface="+mj-lt"/>
              <a:buAutoNum type="arabicPeriod" startAt="2"/>
            </a:pPr>
            <a:r>
              <a:rPr lang="en-GB" sz="3200" dirty="0"/>
              <a:t>Safety Data Sheets – Sections </a:t>
            </a:r>
          </a:p>
        </p:txBody>
      </p:sp>
      <p:sp>
        <p:nvSpPr>
          <p:cNvPr id="11" name="Rectangle 10"/>
          <p:cNvSpPr/>
          <p:nvPr/>
        </p:nvSpPr>
        <p:spPr>
          <a:xfrm>
            <a:off x="387303" y="4949709"/>
            <a:ext cx="6720508"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If your supplier identifies some uses that are “advised against”  </a:t>
            </a:r>
          </a:p>
          <a:p>
            <a:pPr algn="ctr"/>
            <a:r>
              <a:rPr lang="en-GB" b="1" kern="0" dirty="0">
                <a:solidFill>
                  <a:schemeClr val="accent1"/>
                </a:solidFill>
              </a:rPr>
              <a:t>it Means that they do not support them</a:t>
            </a:r>
          </a:p>
        </p:txBody>
      </p:sp>
      <p:pic>
        <p:nvPicPr>
          <p:cNvPr id="6" name="Picture 5"/>
          <p:cNvPicPr>
            <a:picLocks noChangeAspect="1"/>
          </p:cNvPicPr>
          <p:nvPr/>
        </p:nvPicPr>
        <p:blipFill>
          <a:blip r:embed="rId8"/>
          <a:stretch>
            <a:fillRect/>
          </a:stretch>
        </p:blipFill>
        <p:spPr>
          <a:xfrm>
            <a:off x="387303" y="1261960"/>
            <a:ext cx="5572125" cy="2609850"/>
          </a:xfrm>
          <a:prstGeom prst="rect">
            <a:avLst/>
          </a:prstGeom>
        </p:spPr>
      </p:pic>
    </p:spTree>
    <p:extLst>
      <p:ext uri="{BB962C8B-B14F-4D97-AF65-F5344CB8AC3E}">
        <p14:creationId xmlns:p14="http://schemas.microsoft.com/office/powerpoint/2010/main" val="225537706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5</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409161" y="826743"/>
            <a:ext cx="9004300" cy="338328"/>
          </a:xfrm>
        </p:spPr>
        <p:txBody>
          <a:bodyPr/>
          <a:lstStyle/>
          <a:p>
            <a:r>
              <a:rPr lang="en-GB" sz="1600" dirty="0">
                <a:solidFill>
                  <a:schemeClr val="tx1">
                    <a:lumMod val="50000"/>
                  </a:schemeClr>
                </a:solidFill>
              </a:rPr>
              <a:t>Section 1 Identification of the substance/mixture &amp; of the company/undertaking</a:t>
            </a:r>
          </a:p>
        </p:txBody>
      </p:sp>
      <p:sp>
        <p:nvSpPr>
          <p:cNvPr id="11" name="Rectangle 10"/>
          <p:cNvSpPr/>
          <p:nvPr/>
        </p:nvSpPr>
        <p:spPr>
          <a:xfrm>
            <a:off x="5304248" y="5075522"/>
            <a:ext cx="610975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Check that the National </a:t>
            </a:r>
            <a:r>
              <a:rPr lang="en-GB" b="1" kern="0" noProof="0" dirty="0">
                <a:solidFill>
                  <a:schemeClr val="accent1"/>
                </a:solidFill>
              </a:rPr>
              <a:t>E</a:t>
            </a:r>
            <a:r>
              <a:rPr kumimoji="0" lang="en-GB" sz="1800" b="1" i="0" u="none" strike="noStrike" kern="0" cap="none" spc="0" normalizeH="0" baseline="0" noProof="0" dirty="0">
                <a:ln>
                  <a:noFill/>
                </a:ln>
                <a:solidFill>
                  <a:schemeClr val="accent1"/>
                </a:solidFill>
                <a:effectLst/>
                <a:uLnTx/>
                <a:uFillTx/>
              </a:rPr>
              <a:t>mergency Number provided in SDS is correct for the Country where the chemical is used  </a:t>
            </a:r>
          </a:p>
        </p:txBody>
      </p:sp>
      <p:grpSp>
        <p:nvGrpSpPr>
          <p:cNvPr id="14" name="Group 13"/>
          <p:cNvGrpSpPr/>
          <p:nvPr/>
        </p:nvGrpSpPr>
        <p:grpSpPr>
          <a:xfrm>
            <a:off x="886585" y="2489120"/>
            <a:ext cx="3695918" cy="2661212"/>
            <a:chOff x="6363207" y="1559586"/>
            <a:chExt cx="5219193" cy="4177665"/>
          </a:xfrm>
        </p:grpSpPr>
        <p:pic>
          <p:nvPicPr>
            <p:cNvPr id="10" name="Picture 9"/>
            <p:cNvPicPr>
              <a:picLocks noChangeAspect="1"/>
            </p:cNvPicPr>
            <p:nvPr/>
          </p:nvPicPr>
          <p:blipFill>
            <a:blip r:embed="rId3"/>
            <a:stretch>
              <a:fillRect/>
            </a:stretch>
          </p:blipFill>
          <p:spPr>
            <a:xfrm>
              <a:off x="6363207" y="1559586"/>
              <a:ext cx="4878952" cy="4177665"/>
            </a:xfrm>
            <a:prstGeom prst="rect">
              <a:avLst/>
            </a:prstGeom>
          </p:spPr>
        </p:pic>
        <p:pic>
          <p:nvPicPr>
            <p:cNvPr id="8" name="Picture 7"/>
            <p:cNvPicPr>
              <a:picLocks noChangeAspect="1"/>
            </p:cNvPicPr>
            <p:nvPr/>
          </p:nvPicPr>
          <p:blipFill>
            <a:blip r:embed="rId4"/>
            <a:stretch>
              <a:fillRect/>
            </a:stretch>
          </p:blipFill>
          <p:spPr>
            <a:xfrm>
              <a:off x="9743033" y="4021090"/>
              <a:ext cx="1839367" cy="1639021"/>
            </a:xfrm>
            <a:prstGeom prst="rect">
              <a:avLst/>
            </a:prstGeom>
          </p:spPr>
        </p:pic>
        <p:sp>
          <p:nvSpPr>
            <p:cNvPr id="13" name="Arrow: Curved Left 12"/>
            <p:cNvSpPr/>
            <p:nvPr/>
          </p:nvSpPr>
          <p:spPr>
            <a:xfrm rot="20108725">
              <a:off x="10782274" y="2844719"/>
              <a:ext cx="530304" cy="1325350"/>
            </a:xfrm>
            <a:prstGeom prst="curvedLeftArrow">
              <a:avLst>
                <a:gd name="adj1" fmla="val 25000"/>
                <a:gd name="adj2" fmla="val 50000"/>
                <a:gd name="adj3" fmla="val 30333"/>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aphicFrame>
        <p:nvGraphicFramePr>
          <p:cNvPr id="16" name="Diagram 15"/>
          <p:cNvGraphicFramePr/>
          <p:nvPr>
            <p:extLst>
              <p:ext uri="{D42A27DB-BD31-4B8C-83A1-F6EECF244321}">
                <p14:modId xmlns:p14="http://schemas.microsoft.com/office/powerpoint/2010/main" val="3010926830"/>
              </p:ext>
            </p:extLst>
          </p:nvPr>
        </p:nvGraphicFramePr>
        <p:xfrm>
          <a:off x="6788944" y="1165071"/>
          <a:ext cx="4344708" cy="367284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7" name="Picture 16"/>
          <p:cNvPicPr>
            <a:picLocks noChangeAspect="1"/>
          </p:cNvPicPr>
          <p:nvPr/>
        </p:nvPicPr>
        <p:blipFill>
          <a:blip r:embed="rId10"/>
          <a:stretch>
            <a:fillRect/>
          </a:stretch>
        </p:blipFill>
        <p:spPr>
          <a:xfrm>
            <a:off x="759654" y="1136147"/>
            <a:ext cx="5324804" cy="1238250"/>
          </a:xfrm>
          <a:prstGeom prst="rect">
            <a:avLst/>
          </a:prstGeom>
        </p:spPr>
      </p:pic>
      <p:sp>
        <p:nvSpPr>
          <p:cNvPr id="19" name="Title 1"/>
          <p:cNvSpPr>
            <a:spLocks noGrp="1"/>
          </p:cNvSpPr>
          <p:nvPr>
            <p:ph type="title"/>
          </p:nvPr>
        </p:nvSpPr>
        <p:spPr>
          <a:xfrm>
            <a:off x="1627188" y="150823"/>
            <a:ext cx="8460000" cy="458777"/>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51822704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6</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475120" y="594182"/>
            <a:ext cx="9004300" cy="338328"/>
          </a:xfrm>
        </p:spPr>
        <p:txBody>
          <a:bodyPr/>
          <a:lstStyle/>
          <a:p>
            <a:r>
              <a:rPr lang="en-GB" sz="1600" dirty="0">
                <a:solidFill>
                  <a:schemeClr val="tx1">
                    <a:lumMod val="50000"/>
                  </a:schemeClr>
                </a:solidFill>
              </a:rPr>
              <a:t>Section 2 Hazard identification </a:t>
            </a:r>
          </a:p>
        </p:txBody>
      </p:sp>
      <p:graphicFrame>
        <p:nvGraphicFramePr>
          <p:cNvPr id="13" name="Content Placeholder 12"/>
          <p:cNvGraphicFramePr>
            <a:graphicFrameLocks noGrp="1"/>
          </p:cNvGraphicFramePr>
          <p:nvPr>
            <p:ph sz="quarter" idx="14"/>
            <p:extLst>
              <p:ext uri="{D42A27DB-BD31-4B8C-83A1-F6EECF244321}">
                <p14:modId xmlns:p14="http://schemas.microsoft.com/office/powerpoint/2010/main" val="1693822876"/>
              </p:ext>
            </p:extLst>
          </p:nvPr>
        </p:nvGraphicFramePr>
        <p:xfrm>
          <a:off x="5886843" y="1087661"/>
          <a:ext cx="5914273" cy="5176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390884" y="5288953"/>
            <a:ext cx="950849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You can check the classification of substances on ECHA’s website (Infocard/Brief Profile) </a:t>
            </a:r>
          </a:p>
          <a:p>
            <a:pPr algn="ctr"/>
            <a:r>
              <a:rPr lang="en-GB" b="1" kern="0" dirty="0">
                <a:solidFill>
                  <a:schemeClr val="accent1"/>
                </a:solidFill>
              </a:rPr>
              <a:t>to see if there is a harmonised classification.</a:t>
            </a:r>
          </a:p>
        </p:txBody>
      </p:sp>
      <p:pic>
        <p:nvPicPr>
          <p:cNvPr id="2" name="Picture 1"/>
          <p:cNvPicPr>
            <a:picLocks noChangeAspect="1"/>
          </p:cNvPicPr>
          <p:nvPr/>
        </p:nvPicPr>
        <p:blipFill>
          <a:blip r:embed="rId8"/>
          <a:stretch>
            <a:fillRect/>
          </a:stretch>
        </p:blipFill>
        <p:spPr>
          <a:xfrm>
            <a:off x="475120" y="1029191"/>
            <a:ext cx="5410111" cy="2428116"/>
          </a:xfrm>
          <a:prstGeom prst="rect">
            <a:avLst/>
          </a:prstGeom>
        </p:spPr>
      </p:pic>
      <p:sp>
        <p:nvSpPr>
          <p:cNvPr id="11" name="Title 1"/>
          <p:cNvSpPr>
            <a:spLocks noGrp="1"/>
          </p:cNvSpPr>
          <p:nvPr>
            <p:ph type="title"/>
          </p:nvPr>
        </p:nvSpPr>
        <p:spPr>
          <a:xfrm>
            <a:off x="1701787" y="0"/>
            <a:ext cx="8460000" cy="498534"/>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129722351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223969" y="989710"/>
            <a:ext cx="7347735" cy="4706791"/>
          </a:xfrm>
          <a:prstGeom prst="rect">
            <a:avLst/>
          </a:prstGeom>
        </p:spPr>
      </p:pic>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243435" y="651382"/>
            <a:ext cx="9004300" cy="338328"/>
          </a:xfrm>
        </p:spPr>
        <p:txBody>
          <a:bodyPr/>
          <a:lstStyle/>
          <a:p>
            <a:r>
              <a:rPr lang="en-GB" sz="1600" dirty="0">
                <a:solidFill>
                  <a:schemeClr val="tx1">
                    <a:lumMod val="50000"/>
                  </a:schemeClr>
                </a:solidFill>
              </a:rPr>
              <a:t>Section 2 Hazard identification </a:t>
            </a:r>
          </a:p>
        </p:txBody>
      </p:sp>
      <p:graphicFrame>
        <p:nvGraphicFramePr>
          <p:cNvPr id="7" name="Content Placeholder 6"/>
          <p:cNvGraphicFramePr>
            <a:graphicFrameLocks noGrp="1"/>
          </p:cNvGraphicFramePr>
          <p:nvPr>
            <p:ph sz="quarter" idx="14"/>
            <p:extLst>
              <p:ext uri="{D42A27DB-BD31-4B8C-83A1-F6EECF244321}">
                <p14:modId xmlns:p14="http://schemas.microsoft.com/office/powerpoint/2010/main" val="1720518964"/>
              </p:ext>
            </p:extLst>
          </p:nvPr>
        </p:nvGraphicFramePr>
        <p:xfrm>
          <a:off x="6395545" y="1051682"/>
          <a:ext cx="5519559" cy="37946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Rectangle 10"/>
          <p:cNvSpPr/>
          <p:nvPr/>
        </p:nvSpPr>
        <p:spPr>
          <a:xfrm>
            <a:off x="5989901" y="5014350"/>
            <a:ext cx="597813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fontAlgn="auto">
              <a:spcBef>
                <a:spcPts val="0"/>
              </a:spcBef>
              <a:spcAft>
                <a:spcPts val="0"/>
              </a:spcAft>
              <a:defRPr/>
            </a:pPr>
            <a:r>
              <a:rPr lang="en-GB" b="1" kern="0" dirty="0">
                <a:solidFill>
                  <a:schemeClr val="accent1"/>
                </a:solidFill>
              </a:rPr>
              <a:t>You should inform your supplier of any new Information on hazards, including classification and labelling</a:t>
            </a:r>
          </a:p>
        </p:txBody>
      </p:sp>
      <p:sp>
        <p:nvSpPr>
          <p:cNvPr id="14" name="Title 1"/>
          <p:cNvSpPr>
            <a:spLocks noGrp="1"/>
          </p:cNvSpPr>
          <p:nvPr>
            <p:ph type="title"/>
          </p:nvPr>
        </p:nvSpPr>
        <p:spPr>
          <a:xfrm>
            <a:off x="1640441" y="41005"/>
            <a:ext cx="8460000" cy="427573"/>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247405345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26048" y="671525"/>
            <a:ext cx="9004300" cy="338328"/>
          </a:xfrm>
        </p:spPr>
        <p:txBody>
          <a:bodyPr/>
          <a:lstStyle/>
          <a:p>
            <a:r>
              <a:rPr lang="en-GB" sz="1600" dirty="0">
                <a:solidFill>
                  <a:schemeClr val="tx1">
                    <a:lumMod val="50000"/>
                  </a:schemeClr>
                </a:solidFill>
              </a:rPr>
              <a:t>Section 3 Composition / information on ingredients</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3567783612"/>
              </p:ext>
            </p:extLst>
          </p:nvPr>
        </p:nvGraphicFramePr>
        <p:xfrm>
          <a:off x="6105669" y="1037741"/>
          <a:ext cx="5637965" cy="47825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p:cNvPicPr>
            <a:picLocks noChangeAspect="1"/>
          </p:cNvPicPr>
          <p:nvPr/>
        </p:nvPicPr>
        <p:blipFill>
          <a:blip r:embed="rId8"/>
          <a:stretch>
            <a:fillRect/>
          </a:stretch>
        </p:blipFill>
        <p:spPr>
          <a:xfrm>
            <a:off x="286316" y="1037741"/>
            <a:ext cx="5846803" cy="1898641"/>
          </a:xfrm>
          <a:prstGeom prst="rect">
            <a:avLst/>
          </a:prstGeom>
        </p:spPr>
      </p:pic>
      <p:sp>
        <p:nvSpPr>
          <p:cNvPr id="13" name="Rectangle 12"/>
          <p:cNvSpPr/>
          <p:nvPr/>
        </p:nvSpPr>
        <p:spPr>
          <a:xfrm>
            <a:off x="286316" y="3731989"/>
            <a:ext cx="5519559"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fontAlgn="auto">
              <a:spcBef>
                <a:spcPts val="0"/>
              </a:spcBef>
              <a:spcAft>
                <a:spcPts val="0"/>
              </a:spcAft>
              <a:defRPr/>
            </a:pPr>
            <a:r>
              <a:rPr lang="en-GB" b="1" kern="0" dirty="0">
                <a:solidFill>
                  <a:schemeClr val="accent1"/>
                </a:solidFill>
              </a:rPr>
              <a:t>Information on Section 3.2 should be consistent with the chemical product classification (Section 2)</a:t>
            </a:r>
          </a:p>
        </p:txBody>
      </p:sp>
      <p:sp>
        <p:nvSpPr>
          <p:cNvPr id="14" name="Title 1"/>
          <p:cNvSpPr>
            <a:spLocks noGrp="1"/>
          </p:cNvSpPr>
          <p:nvPr>
            <p:ph type="title"/>
          </p:nvPr>
        </p:nvSpPr>
        <p:spPr>
          <a:xfrm>
            <a:off x="1615607" y="68276"/>
            <a:ext cx="8460000" cy="511563"/>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414723925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p:txBody>
          <a:bodyPr/>
          <a:lstStyle/>
          <a:p>
            <a:r>
              <a:rPr lang="en-GB" sz="1600" dirty="0">
                <a:solidFill>
                  <a:schemeClr val="tx1">
                    <a:lumMod val="50000"/>
                  </a:schemeClr>
                </a:solidFill>
              </a:rPr>
              <a:t>Section 4 First aid measures</a:t>
            </a:r>
          </a:p>
        </p:txBody>
      </p:sp>
      <p:sp>
        <p:nvSpPr>
          <p:cNvPr id="10" name="Rectangle 9"/>
          <p:cNvSpPr/>
          <p:nvPr/>
        </p:nvSpPr>
        <p:spPr>
          <a:xfrm>
            <a:off x="5391313" y="4747036"/>
            <a:ext cx="6187503"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sz="1600" b="1" kern="0" dirty="0">
                <a:solidFill>
                  <a:schemeClr val="accent1"/>
                </a:solidFill>
              </a:rPr>
              <a:t> First Aid information should be included in the Emergency Response Plan and the First Aiders trained against it</a:t>
            </a:r>
          </a:p>
        </p:txBody>
      </p:sp>
      <p:pic>
        <p:nvPicPr>
          <p:cNvPr id="13" name="Picture 12"/>
          <p:cNvPicPr>
            <a:picLocks noChangeAspect="1"/>
          </p:cNvPicPr>
          <p:nvPr/>
        </p:nvPicPr>
        <p:blipFill>
          <a:blip r:embed="rId3"/>
          <a:stretch>
            <a:fillRect/>
          </a:stretch>
        </p:blipFill>
        <p:spPr>
          <a:xfrm>
            <a:off x="164123" y="715794"/>
            <a:ext cx="5062372" cy="5373583"/>
          </a:xfrm>
          <a:prstGeom prst="rect">
            <a:avLst/>
          </a:prstGeom>
        </p:spPr>
      </p:pic>
      <p:graphicFrame>
        <p:nvGraphicFramePr>
          <p:cNvPr id="7" name="Content Placeholder 6"/>
          <p:cNvGraphicFramePr>
            <a:graphicFrameLocks noGrp="1"/>
          </p:cNvGraphicFramePr>
          <p:nvPr>
            <p:ph sz="quarter" idx="14"/>
            <p:extLst>
              <p:ext uri="{D42A27DB-BD31-4B8C-83A1-F6EECF244321}">
                <p14:modId xmlns:p14="http://schemas.microsoft.com/office/powerpoint/2010/main" val="2121403533"/>
              </p:ext>
            </p:extLst>
          </p:nvPr>
        </p:nvGraphicFramePr>
        <p:xfrm>
          <a:off x="5979052" y="803002"/>
          <a:ext cx="5803869" cy="426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Title 1"/>
          <p:cNvSpPr>
            <a:spLocks noGrp="1"/>
          </p:cNvSpPr>
          <p:nvPr>
            <p:ph type="title"/>
          </p:nvPr>
        </p:nvSpPr>
        <p:spPr>
          <a:xfrm>
            <a:off x="1562100" y="56188"/>
            <a:ext cx="8460000" cy="550225"/>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123444783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879230" y="952660"/>
            <a:ext cx="9004300" cy="338328"/>
          </a:xfrm>
        </p:spPr>
        <p:txBody>
          <a:bodyPr/>
          <a:lstStyle/>
          <a:p>
            <a:r>
              <a:rPr lang="en-GB" sz="1600" dirty="0">
                <a:solidFill>
                  <a:schemeClr val="tx1">
                    <a:lumMod val="50000"/>
                  </a:schemeClr>
                </a:solidFill>
              </a:rPr>
              <a:t>Section 5 Firefighting measures</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2606400263"/>
              </p:ext>
            </p:extLst>
          </p:nvPr>
        </p:nvGraphicFramePr>
        <p:xfrm>
          <a:off x="6692837" y="1364673"/>
          <a:ext cx="4987093" cy="4606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s-ES_tradnl" sz="1200" kern="0" dirty="0">
                <a:solidFill>
                  <a:schemeClr val="accent2"/>
                </a:solidFill>
              </a:rPr>
              <a:t>T</a:t>
            </a:r>
            <a:endParaRPr kumimoji="0" lang="es-ES" sz="1200" b="0" i="0" u="none" strike="noStrike" kern="0" cap="none" spc="0" normalizeH="0" baseline="0" noProof="0" dirty="0">
              <a:ln>
                <a:noFill/>
              </a:ln>
              <a:solidFill>
                <a:schemeClr val="accent2"/>
              </a:solidFill>
              <a:effectLst/>
              <a:uLnTx/>
              <a:uFillTx/>
            </a:endParaRPr>
          </a:p>
        </p:txBody>
      </p:sp>
      <p:sp>
        <p:nvSpPr>
          <p:cNvPr id="11" name="Rectangle 10"/>
          <p:cNvSpPr/>
          <p:nvPr/>
        </p:nvSpPr>
        <p:spPr>
          <a:xfrm>
            <a:off x="879230" y="5170161"/>
            <a:ext cx="10116446"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kern="0" dirty="0">
                <a:solidFill>
                  <a:schemeClr val="accent1"/>
                </a:solidFill>
              </a:rPr>
              <a:t> Firefighting information should be included in the Emergency Response Plan </a:t>
            </a:r>
          </a:p>
          <a:p>
            <a:pPr algn="ctr"/>
            <a:r>
              <a:rPr lang="en-GB" kern="0" dirty="0">
                <a:solidFill>
                  <a:schemeClr val="accent1"/>
                </a:solidFill>
              </a:rPr>
              <a:t>and the Emergency Response Team trained against it</a:t>
            </a:r>
          </a:p>
        </p:txBody>
      </p:sp>
      <p:pic>
        <p:nvPicPr>
          <p:cNvPr id="10" name="Picture 9"/>
          <p:cNvPicPr>
            <a:picLocks noChangeAspect="1"/>
          </p:cNvPicPr>
          <p:nvPr/>
        </p:nvPicPr>
        <p:blipFill>
          <a:blip r:embed="rId8"/>
          <a:stretch>
            <a:fillRect/>
          </a:stretch>
        </p:blipFill>
        <p:spPr>
          <a:xfrm>
            <a:off x="615057" y="1307644"/>
            <a:ext cx="5940088" cy="3301522"/>
          </a:xfrm>
          <a:prstGeom prst="rect">
            <a:avLst/>
          </a:prstGeom>
        </p:spPr>
      </p:pic>
      <p:sp>
        <p:nvSpPr>
          <p:cNvPr id="13" name="Title 1"/>
          <p:cNvSpPr>
            <a:spLocks noGrp="1"/>
          </p:cNvSpPr>
          <p:nvPr>
            <p:ph type="title"/>
          </p:nvPr>
        </p:nvSpPr>
        <p:spPr>
          <a:xfrm>
            <a:off x="0" y="76201"/>
            <a:ext cx="8460000" cy="997200"/>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23832552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11</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31624" y="540075"/>
            <a:ext cx="9004300" cy="338328"/>
          </a:xfrm>
        </p:spPr>
        <p:txBody>
          <a:bodyPr/>
          <a:lstStyle/>
          <a:p>
            <a:r>
              <a:rPr lang="en-GB" sz="1600" dirty="0">
                <a:solidFill>
                  <a:schemeClr val="tx1">
                    <a:lumMod val="50000"/>
                  </a:schemeClr>
                </a:solidFill>
              </a:rPr>
              <a:t>Section 6 Accidental release measures</a:t>
            </a:r>
          </a:p>
        </p:txBody>
      </p:sp>
      <p:graphicFrame>
        <p:nvGraphicFramePr>
          <p:cNvPr id="7" name="Content Placeholder 6"/>
          <p:cNvGraphicFramePr>
            <a:graphicFrameLocks noGrp="1"/>
          </p:cNvGraphicFramePr>
          <p:nvPr>
            <p:ph sz="quarter" idx="14"/>
            <p:extLst>
              <p:ext uri="{D42A27DB-BD31-4B8C-83A1-F6EECF244321}">
                <p14:modId xmlns:p14="http://schemas.microsoft.com/office/powerpoint/2010/main" val="766065207"/>
              </p:ext>
            </p:extLst>
          </p:nvPr>
        </p:nvGraphicFramePr>
        <p:xfrm>
          <a:off x="6941279" y="1366191"/>
          <a:ext cx="4472719" cy="18763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s-ES_tradnl" sz="1200" kern="0" dirty="0">
                <a:solidFill>
                  <a:schemeClr val="accent2"/>
                </a:solidFill>
              </a:rPr>
              <a:t>T</a:t>
            </a:r>
            <a:endParaRPr kumimoji="0" lang="es-ES" sz="1200" b="0" i="0" u="none" strike="noStrike" kern="0" cap="none" spc="0" normalizeH="0" baseline="0" noProof="0" dirty="0">
              <a:ln>
                <a:noFill/>
              </a:ln>
              <a:solidFill>
                <a:schemeClr val="accent2"/>
              </a:solidFill>
              <a:effectLst/>
              <a:uLnTx/>
              <a:uFillTx/>
            </a:endParaRPr>
          </a:p>
        </p:txBody>
      </p:sp>
      <p:sp>
        <p:nvSpPr>
          <p:cNvPr id="10" name="Rectangle 9"/>
          <p:cNvSpPr/>
          <p:nvPr/>
        </p:nvSpPr>
        <p:spPr>
          <a:xfrm>
            <a:off x="6066734" y="4110941"/>
            <a:ext cx="56769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The spill Control Plan should include the control measures recommended from this Section.</a:t>
            </a:r>
          </a:p>
          <a:p>
            <a:pPr algn="ctr"/>
            <a:r>
              <a:rPr lang="en-GB" b="1" kern="0" dirty="0">
                <a:solidFill>
                  <a:schemeClr val="accent1"/>
                </a:solidFill>
              </a:rPr>
              <a:t>Spill Control teams should be adequately trained</a:t>
            </a:r>
          </a:p>
        </p:txBody>
      </p:sp>
      <p:pic>
        <p:nvPicPr>
          <p:cNvPr id="6" name="Picture 5"/>
          <p:cNvPicPr>
            <a:picLocks noChangeAspect="1"/>
          </p:cNvPicPr>
          <p:nvPr/>
        </p:nvPicPr>
        <p:blipFill>
          <a:blip r:embed="rId8"/>
          <a:stretch>
            <a:fillRect/>
          </a:stretch>
        </p:blipFill>
        <p:spPr>
          <a:xfrm>
            <a:off x="399945" y="1027295"/>
            <a:ext cx="5179736" cy="4999343"/>
          </a:xfrm>
          <a:prstGeom prst="rect">
            <a:avLst/>
          </a:prstGeom>
        </p:spPr>
      </p:pic>
      <p:sp>
        <p:nvSpPr>
          <p:cNvPr id="11" name="Title 1"/>
          <p:cNvSpPr>
            <a:spLocks noGrp="1"/>
          </p:cNvSpPr>
          <p:nvPr>
            <p:ph type="title"/>
          </p:nvPr>
        </p:nvSpPr>
        <p:spPr>
          <a:xfrm>
            <a:off x="1866000" y="-287961"/>
            <a:ext cx="8460000" cy="997200"/>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63729512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521676" y="560146"/>
            <a:ext cx="9004300" cy="338328"/>
          </a:xfrm>
        </p:spPr>
        <p:txBody>
          <a:bodyPr/>
          <a:lstStyle/>
          <a:p>
            <a:r>
              <a:rPr lang="en-GB" sz="1600" dirty="0">
                <a:solidFill>
                  <a:schemeClr val="tx1">
                    <a:lumMod val="50000"/>
                  </a:schemeClr>
                </a:solidFill>
              </a:rPr>
              <a:t>Section 7 Handling and storage</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974703674"/>
              </p:ext>
            </p:extLst>
          </p:nvPr>
        </p:nvGraphicFramePr>
        <p:xfrm>
          <a:off x="5592965" y="899507"/>
          <a:ext cx="5970714" cy="32058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stretch>
            <a:fillRect/>
          </a:stretch>
        </p:blipFill>
        <p:spPr>
          <a:xfrm>
            <a:off x="521676" y="864533"/>
            <a:ext cx="4487013" cy="5200406"/>
          </a:xfrm>
          <a:prstGeom prst="rect">
            <a:avLst/>
          </a:prstGeom>
        </p:spPr>
      </p:pic>
      <p:sp>
        <p:nvSpPr>
          <p:cNvPr id="13" name="Title 1"/>
          <p:cNvSpPr>
            <a:spLocks noGrp="1"/>
          </p:cNvSpPr>
          <p:nvPr>
            <p:ph type="title"/>
          </p:nvPr>
        </p:nvSpPr>
        <p:spPr>
          <a:xfrm>
            <a:off x="1562100" y="-40485"/>
            <a:ext cx="8460000" cy="533766"/>
          </a:xfrm>
        </p:spPr>
        <p:txBody>
          <a:bodyPr/>
          <a:lstStyle/>
          <a:p>
            <a:pPr marL="742950" indent="-742950">
              <a:lnSpc>
                <a:spcPct val="150000"/>
              </a:lnSpc>
              <a:buFont typeface="+mj-lt"/>
              <a:buAutoNum type="arabicPeriod" startAt="2"/>
            </a:pPr>
            <a:r>
              <a:rPr lang="en-GB" sz="3200" dirty="0"/>
              <a:t>Safety Data Sheets – Sections </a:t>
            </a:r>
          </a:p>
        </p:txBody>
      </p:sp>
      <p:sp>
        <p:nvSpPr>
          <p:cNvPr id="11" name="Rectangle 10"/>
          <p:cNvSpPr/>
          <p:nvPr/>
        </p:nvSpPr>
        <p:spPr>
          <a:xfrm>
            <a:off x="4984704" y="4696039"/>
            <a:ext cx="711517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b="1" kern="0" dirty="0">
                <a:solidFill>
                  <a:schemeClr val="accent1"/>
                </a:solidFill>
              </a:rPr>
              <a:t>Ensure that the Site’s handling and storage programs and procedures reflect the recommendations given in this Section.</a:t>
            </a:r>
          </a:p>
          <a:p>
            <a:pPr algn="ctr"/>
            <a:r>
              <a:rPr lang="en-US" b="1" kern="0" dirty="0">
                <a:solidFill>
                  <a:schemeClr val="accent1"/>
                </a:solidFill>
              </a:rPr>
              <a:t>Ensure the workers involved are appropriately trained</a:t>
            </a:r>
            <a:endParaRPr lang="en-GB" kern="0" dirty="0">
              <a:solidFill>
                <a:schemeClr val="accent1"/>
              </a:solidFill>
            </a:endParaRPr>
          </a:p>
        </p:txBody>
      </p:sp>
    </p:spTree>
    <p:extLst>
      <p:ext uri="{BB962C8B-B14F-4D97-AF65-F5344CB8AC3E}">
        <p14:creationId xmlns:p14="http://schemas.microsoft.com/office/powerpoint/2010/main" val="168463112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13</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29648" y="528288"/>
            <a:ext cx="9004300" cy="338328"/>
          </a:xfrm>
        </p:spPr>
        <p:txBody>
          <a:bodyPr/>
          <a:lstStyle/>
          <a:p>
            <a:r>
              <a:rPr lang="en-GB" dirty="0">
                <a:solidFill>
                  <a:schemeClr val="tx1">
                    <a:lumMod val="50000"/>
                  </a:schemeClr>
                </a:solidFill>
              </a:rPr>
              <a:t>Section 8 Exposure controls / personal protection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1187989896"/>
              </p:ext>
            </p:extLst>
          </p:nvPr>
        </p:nvGraphicFramePr>
        <p:xfrm>
          <a:off x="5849811" y="1177442"/>
          <a:ext cx="5564187" cy="3218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5406985" y="4891365"/>
            <a:ext cx="5771459"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 The Exposure limits in this section provides </a:t>
            </a:r>
          </a:p>
          <a:p>
            <a:pPr algn="ctr"/>
            <a:r>
              <a:rPr lang="en-GB" b="1" kern="0" dirty="0">
                <a:solidFill>
                  <a:schemeClr val="accent1"/>
                </a:solidFill>
              </a:rPr>
              <a:t>the basis for the HRA</a:t>
            </a:r>
          </a:p>
        </p:txBody>
      </p:sp>
      <p:pic>
        <p:nvPicPr>
          <p:cNvPr id="6" name="Picture 5"/>
          <p:cNvPicPr>
            <a:picLocks noChangeAspect="1"/>
          </p:cNvPicPr>
          <p:nvPr/>
        </p:nvPicPr>
        <p:blipFill>
          <a:blip r:embed="rId8"/>
          <a:stretch>
            <a:fillRect/>
          </a:stretch>
        </p:blipFill>
        <p:spPr>
          <a:xfrm>
            <a:off x="1013556" y="937245"/>
            <a:ext cx="3818242" cy="5057106"/>
          </a:xfrm>
          <a:prstGeom prst="rect">
            <a:avLst/>
          </a:prstGeom>
        </p:spPr>
      </p:pic>
      <p:sp>
        <p:nvSpPr>
          <p:cNvPr id="11" name="Title 1"/>
          <p:cNvSpPr>
            <a:spLocks noGrp="1"/>
          </p:cNvSpPr>
          <p:nvPr>
            <p:ph type="title"/>
          </p:nvPr>
        </p:nvSpPr>
        <p:spPr>
          <a:xfrm>
            <a:off x="-479907" y="17359"/>
            <a:ext cx="8460000" cy="445525"/>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10859467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14</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20154" y="679628"/>
            <a:ext cx="9004300" cy="338328"/>
          </a:xfrm>
        </p:spPr>
        <p:txBody>
          <a:bodyPr/>
          <a:lstStyle/>
          <a:p>
            <a:r>
              <a:rPr lang="en-GB" dirty="0">
                <a:solidFill>
                  <a:schemeClr val="tx1">
                    <a:lumMod val="50000"/>
                  </a:schemeClr>
                </a:solidFill>
              </a:rPr>
              <a:t>Section 8 Exposure controls / personal protection</a:t>
            </a:r>
          </a:p>
        </p:txBody>
      </p:sp>
      <p:graphicFrame>
        <p:nvGraphicFramePr>
          <p:cNvPr id="7" name="Content Placeholder 6"/>
          <p:cNvGraphicFramePr>
            <a:graphicFrameLocks noGrp="1"/>
          </p:cNvGraphicFramePr>
          <p:nvPr>
            <p:ph sz="quarter" idx="14"/>
            <p:extLst>
              <p:ext uri="{D42A27DB-BD31-4B8C-83A1-F6EECF244321}">
                <p14:modId xmlns:p14="http://schemas.microsoft.com/office/powerpoint/2010/main" val="3531422596"/>
              </p:ext>
            </p:extLst>
          </p:nvPr>
        </p:nvGraphicFramePr>
        <p:xfrm>
          <a:off x="5145183" y="1178660"/>
          <a:ext cx="5583237" cy="2961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s-ES_tradnl" sz="1200" kern="0" dirty="0">
                <a:solidFill>
                  <a:schemeClr val="accent2"/>
                </a:solidFill>
              </a:rPr>
              <a:t>T</a:t>
            </a:r>
            <a:r>
              <a:rPr kumimoji="0" lang="es-ES_tradnl" sz="1200" b="0" i="0" u="none" strike="noStrike" kern="0" cap="none" spc="0" normalizeH="0" baseline="0" noProof="0" dirty="0">
                <a:ln>
                  <a:noFill/>
                </a:ln>
                <a:solidFill>
                  <a:schemeClr val="accent2"/>
                </a:solidFill>
                <a:effectLst/>
                <a:uLnTx/>
                <a:uFillTx/>
              </a:rPr>
              <a:t>M</a:t>
            </a:r>
            <a:endParaRPr kumimoji="0" lang="es-ES" sz="1200" b="0" i="0" u="none" strike="noStrike" kern="0" cap="none" spc="0" normalizeH="0" baseline="0" noProof="0" dirty="0">
              <a:ln>
                <a:noFill/>
              </a:ln>
              <a:solidFill>
                <a:schemeClr val="accent2"/>
              </a:solidFill>
              <a:effectLst/>
              <a:uLnTx/>
              <a:uFillTx/>
            </a:endParaRPr>
          </a:p>
        </p:txBody>
      </p:sp>
      <p:sp>
        <p:nvSpPr>
          <p:cNvPr id="10" name="Rectangle 9"/>
          <p:cNvSpPr/>
          <p:nvPr/>
        </p:nvSpPr>
        <p:spPr>
          <a:xfrm>
            <a:off x="5131282" y="4202012"/>
            <a:ext cx="6447534"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Section 8 is important for when applying appropriate control measures for chemical risk management </a:t>
            </a:r>
          </a:p>
          <a:p>
            <a:pPr algn="ctr"/>
            <a:endParaRPr lang="en-GB" b="1" kern="0" dirty="0">
              <a:solidFill>
                <a:schemeClr val="accent1"/>
              </a:solidFill>
            </a:endParaRPr>
          </a:p>
          <a:p>
            <a:pPr algn="ctr"/>
            <a:r>
              <a:rPr lang="en-GB" b="1" kern="0" dirty="0">
                <a:solidFill>
                  <a:schemeClr val="accent1"/>
                </a:solidFill>
              </a:rPr>
              <a:t>Ensure that the engineered risk control measures are on the site’s planned maintenance register</a:t>
            </a:r>
          </a:p>
        </p:txBody>
      </p:sp>
      <p:pic>
        <p:nvPicPr>
          <p:cNvPr id="11" name="Picture 10"/>
          <p:cNvPicPr>
            <a:picLocks noChangeAspect="1"/>
          </p:cNvPicPr>
          <p:nvPr/>
        </p:nvPicPr>
        <p:blipFill>
          <a:blip r:embed="rId8"/>
          <a:stretch>
            <a:fillRect/>
          </a:stretch>
        </p:blipFill>
        <p:spPr>
          <a:xfrm>
            <a:off x="746354" y="1208433"/>
            <a:ext cx="3798351" cy="4751136"/>
          </a:xfrm>
          <a:prstGeom prst="rect">
            <a:avLst/>
          </a:prstGeom>
        </p:spPr>
      </p:pic>
      <p:sp>
        <p:nvSpPr>
          <p:cNvPr id="13" name="Title 1"/>
          <p:cNvSpPr>
            <a:spLocks noGrp="1"/>
          </p:cNvSpPr>
          <p:nvPr>
            <p:ph type="title"/>
          </p:nvPr>
        </p:nvSpPr>
        <p:spPr>
          <a:xfrm>
            <a:off x="1627188" y="150823"/>
            <a:ext cx="8460000" cy="338328"/>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15924292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15</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64123" y="546310"/>
            <a:ext cx="9004300" cy="338328"/>
          </a:xfrm>
        </p:spPr>
        <p:txBody>
          <a:bodyPr/>
          <a:lstStyle/>
          <a:p>
            <a:r>
              <a:rPr lang="en-GB" sz="1600" dirty="0">
                <a:solidFill>
                  <a:schemeClr val="tx1">
                    <a:lumMod val="50000"/>
                  </a:schemeClr>
                </a:solidFill>
              </a:rPr>
              <a:t>Section 9 Physical and chemical properties</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3375016110"/>
              </p:ext>
            </p:extLst>
          </p:nvPr>
        </p:nvGraphicFramePr>
        <p:xfrm>
          <a:off x="6013704" y="771626"/>
          <a:ext cx="5632084" cy="28556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chemeClr val="accent2"/>
                </a:solidFill>
                <a:effectLst/>
                <a:uLnTx/>
                <a:uFillTx/>
              </a:rPr>
              <a:t>MM</a:t>
            </a:r>
            <a:endParaRPr kumimoji="0" lang="es-ES" sz="1200" b="0" i="0" u="none" strike="noStrike" kern="0" cap="none" spc="0" normalizeH="0" baseline="0" noProof="0" dirty="0">
              <a:ln>
                <a:noFill/>
              </a:ln>
              <a:solidFill>
                <a:schemeClr val="accent2"/>
              </a:solidFill>
              <a:effectLst/>
              <a:uLnTx/>
              <a:uFillTx/>
            </a:endParaRPr>
          </a:p>
        </p:txBody>
      </p:sp>
      <p:sp>
        <p:nvSpPr>
          <p:cNvPr id="11" name="Rectangle 10"/>
          <p:cNvSpPr/>
          <p:nvPr/>
        </p:nvSpPr>
        <p:spPr>
          <a:xfrm>
            <a:off x="6013704" y="4107732"/>
            <a:ext cx="5632084"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This is relevant when using chemicals in chemical processes</a:t>
            </a:r>
            <a:r>
              <a:rPr kumimoji="0" lang="en-GB" sz="1800" b="1" i="0" u="none" strike="noStrike" kern="0" cap="none" spc="0" normalizeH="0" noProof="0" dirty="0">
                <a:ln>
                  <a:noFill/>
                </a:ln>
                <a:solidFill>
                  <a:schemeClr val="accent1"/>
                </a:solidFill>
                <a:effectLst/>
                <a:uLnTx/>
                <a:uFillTx/>
              </a:rPr>
              <a:t> to determine safe working parameters</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b="1" kern="0" baseline="0" dirty="0">
              <a:solidFill>
                <a:schemeClr val="accent1"/>
              </a:solidFil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noProof="0" dirty="0">
                <a:ln>
                  <a:noFill/>
                </a:ln>
                <a:solidFill>
                  <a:schemeClr val="accent1"/>
                </a:solidFill>
                <a:effectLst/>
                <a:uLnTx/>
                <a:uFillTx/>
              </a:rPr>
              <a:t>Physical and chemical properties can also help determine handling /storage aspects</a:t>
            </a:r>
            <a:r>
              <a:rPr kumimoji="0" lang="en-GB" sz="1800" b="1" i="0" u="none" strike="noStrike" kern="0" cap="none" spc="0" normalizeH="0" baseline="0" noProof="0" dirty="0">
                <a:ln>
                  <a:noFill/>
                </a:ln>
                <a:solidFill>
                  <a:schemeClr val="accent1"/>
                </a:solidFill>
                <a:effectLst/>
                <a:uLnTx/>
                <a:uFillTx/>
              </a:rPr>
              <a:t> </a:t>
            </a:r>
          </a:p>
        </p:txBody>
      </p:sp>
      <p:pic>
        <p:nvPicPr>
          <p:cNvPr id="10" name="Picture 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164123" y="858862"/>
            <a:ext cx="5286482" cy="5219402"/>
          </a:xfrm>
          <a:prstGeom prst="rect">
            <a:avLst/>
          </a:prstGeom>
        </p:spPr>
      </p:pic>
      <p:sp>
        <p:nvSpPr>
          <p:cNvPr id="13" name="Title 1"/>
          <p:cNvSpPr>
            <a:spLocks noGrp="1"/>
          </p:cNvSpPr>
          <p:nvPr>
            <p:ph type="title"/>
          </p:nvPr>
        </p:nvSpPr>
        <p:spPr>
          <a:xfrm>
            <a:off x="1783704" y="-281726"/>
            <a:ext cx="8460000" cy="997200"/>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112281086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16</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700708" y="798385"/>
            <a:ext cx="9004300" cy="338328"/>
          </a:xfrm>
        </p:spPr>
        <p:txBody>
          <a:bodyPr/>
          <a:lstStyle/>
          <a:p>
            <a:r>
              <a:rPr lang="en-GB" sz="1600" dirty="0">
                <a:solidFill>
                  <a:schemeClr val="tx1">
                    <a:lumMod val="50000"/>
                  </a:schemeClr>
                </a:solidFill>
              </a:rPr>
              <a:t>Section 10 Stability and reactivity</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3091065720"/>
              </p:ext>
            </p:extLst>
          </p:nvPr>
        </p:nvGraphicFramePr>
        <p:xfrm>
          <a:off x="5622402" y="1230204"/>
          <a:ext cx="5099494" cy="4346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chemeClr val="accent2"/>
                </a:solidFill>
                <a:effectLst/>
                <a:uLnTx/>
                <a:uFillTx/>
              </a:rPr>
              <a:t>MM</a:t>
            </a:r>
            <a:endParaRPr kumimoji="0" lang="es-ES" sz="1200" b="0" i="0" u="none" strike="noStrike" kern="0" cap="none" spc="0" normalizeH="0" baseline="0" noProof="0" dirty="0">
              <a:ln>
                <a:noFill/>
              </a:ln>
              <a:solidFill>
                <a:schemeClr val="accent2"/>
              </a:solidFill>
              <a:effectLst/>
              <a:uLnTx/>
              <a:uFillTx/>
            </a:endParaRPr>
          </a:p>
        </p:txBody>
      </p:sp>
      <p:sp>
        <p:nvSpPr>
          <p:cNvPr id="10" name="Rectangle 9"/>
          <p:cNvSpPr/>
          <p:nvPr/>
        </p:nvSpPr>
        <p:spPr>
          <a:xfrm>
            <a:off x="5774458" y="4391763"/>
            <a:ext cx="5518603"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chemeClr val="accent1"/>
                </a:solidFill>
                <a:effectLst/>
                <a:uLnTx/>
                <a:uFillTx/>
              </a:rPr>
              <a:t>This Section</a:t>
            </a:r>
            <a:r>
              <a:rPr kumimoji="0" lang="en-GB" sz="1600" b="1" i="0" u="none" strike="noStrike" kern="0" cap="none" spc="0" normalizeH="0" noProof="0" dirty="0">
                <a:ln>
                  <a:noFill/>
                </a:ln>
                <a:solidFill>
                  <a:schemeClr val="accent1"/>
                </a:solidFill>
                <a:effectLst/>
                <a:uLnTx/>
                <a:uFillTx/>
              </a:rPr>
              <a:t> is important for determining the scenarios that may apply when deciding the Storage </a:t>
            </a:r>
            <a:endParaRPr kumimoji="0" lang="en-GB" sz="1600" b="1" i="0" u="none" strike="noStrike" kern="0" cap="none" spc="0" normalizeH="0" baseline="0" noProof="0" dirty="0">
              <a:ln>
                <a:noFill/>
              </a:ln>
              <a:solidFill>
                <a:schemeClr val="accent1"/>
              </a:solidFill>
              <a:effectLst/>
              <a:uLnTx/>
              <a:uFillTx/>
            </a:endParaRPr>
          </a:p>
        </p:txBody>
      </p:sp>
      <p:pic>
        <p:nvPicPr>
          <p:cNvPr id="13" name="Picture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708" y="1210618"/>
            <a:ext cx="4679418" cy="4104475"/>
          </a:xfrm>
          <a:prstGeom prst="rect">
            <a:avLst/>
          </a:prstGeom>
        </p:spPr>
      </p:pic>
      <p:sp>
        <p:nvSpPr>
          <p:cNvPr id="11" name="Title 1"/>
          <p:cNvSpPr>
            <a:spLocks noGrp="1"/>
          </p:cNvSpPr>
          <p:nvPr>
            <p:ph type="title"/>
          </p:nvPr>
        </p:nvSpPr>
        <p:spPr>
          <a:xfrm>
            <a:off x="1834250" y="168160"/>
            <a:ext cx="8460000" cy="485281"/>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60381594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17</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64123" y="651855"/>
            <a:ext cx="9004300" cy="338328"/>
          </a:xfrm>
        </p:spPr>
        <p:txBody>
          <a:bodyPr/>
          <a:lstStyle/>
          <a:p>
            <a:r>
              <a:rPr lang="en-GB" sz="1600" dirty="0">
                <a:solidFill>
                  <a:schemeClr val="tx1">
                    <a:lumMod val="50000"/>
                  </a:schemeClr>
                </a:solidFill>
              </a:rPr>
              <a:t>Section 11 Toxicological Information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1143844651"/>
              </p:ext>
            </p:extLst>
          </p:nvPr>
        </p:nvGraphicFramePr>
        <p:xfrm>
          <a:off x="7352398" y="887946"/>
          <a:ext cx="4391236" cy="33857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64123" y="6655856"/>
            <a:ext cx="715107"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chemeClr val="accent2"/>
                </a:solidFill>
                <a:effectLst/>
                <a:uLnTx/>
                <a:uFillTx/>
              </a:rPr>
              <a:t>MM</a:t>
            </a:r>
            <a:endParaRPr kumimoji="0" lang="es-ES" sz="1200" b="0" i="0" u="none" strike="noStrike" kern="0" cap="none" spc="0" normalizeH="0" baseline="0" noProof="0" dirty="0">
              <a:ln>
                <a:noFill/>
              </a:ln>
              <a:solidFill>
                <a:schemeClr val="accent2"/>
              </a:solidFill>
              <a:effectLst/>
              <a:uLnTx/>
              <a:uFillTx/>
            </a:endParaRPr>
          </a:p>
        </p:txBody>
      </p:sp>
      <p:sp>
        <p:nvSpPr>
          <p:cNvPr id="11" name="Rectangle 10"/>
          <p:cNvSpPr/>
          <p:nvPr/>
        </p:nvSpPr>
        <p:spPr>
          <a:xfrm>
            <a:off x="7458417" y="4714537"/>
            <a:ext cx="4391236"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GB" b="1" kern="0" dirty="0">
                <a:solidFill>
                  <a:schemeClr val="accent1"/>
                </a:solidFill>
              </a:rPr>
              <a:t> Content of this section provides basis for the classification &amp; risk management measures given in the SDS</a:t>
            </a:r>
          </a:p>
        </p:txBody>
      </p:sp>
      <p:pic>
        <p:nvPicPr>
          <p:cNvPr id="10" name="Picture 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164123" y="965718"/>
            <a:ext cx="3372381" cy="5056970"/>
          </a:xfrm>
          <a:prstGeom prst="rect">
            <a:avLst/>
          </a:prstGeom>
        </p:spPr>
      </p:pic>
      <p:pic>
        <p:nvPicPr>
          <p:cNvPr id="6" name="Picture 5"/>
          <p:cNvPicPr>
            <a:picLocks noChangeAspect="1"/>
          </p:cNvPicPr>
          <p:nvPr/>
        </p:nvPicPr>
        <p:blipFill>
          <a:blip r:embed="rId9"/>
          <a:stretch>
            <a:fillRect/>
          </a:stretch>
        </p:blipFill>
        <p:spPr>
          <a:xfrm>
            <a:off x="3536505" y="990183"/>
            <a:ext cx="3765986" cy="4984145"/>
          </a:xfrm>
          <a:prstGeom prst="rect">
            <a:avLst/>
          </a:prstGeom>
        </p:spPr>
      </p:pic>
      <p:sp>
        <p:nvSpPr>
          <p:cNvPr id="16" name="Title 1"/>
          <p:cNvSpPr>
            <a:spLocks noGrp="1"/>
          </p:cNvSpPr>
          <p:nvPr>
            <p:ph type="title"/>
          </p:nvPr>
        </p:nvSpPr>
        <p:spPr>
          <a:xfrm>
            <a:off x="1834250" y="108764"/>
            <a:ext cx="8460000" cy="338328"/>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64706039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18</a:t>
            </a:fld>
            <a:endParaRPr kumimoji="0" lang="en-CA"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562100" y="778132"/>
            <a:ext cx="9004300" cy="338328"/>
          </a:xfrm>
        </p:spPr>
        <p:txBody>
          <a:bodyPr/>
          <a:lstStyle/>
          <a:p>
            <a:r>
              <a:rPr lang="en-GB" sz="1600" dirty="0">
                <a:solidFill>
                  <a:schemeClr val="tx1">
                    <a:lumMod val="50000"/>
                  </a:schemeClr>
                </a:solidFill>
              </a:rPr>
              <a:t>Section 12 Ecological information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1196142157"/>
              </p:ext>
            </p:extLst>
          </p:nvPr>
        </p:nvGraphicFramePr>
        <p:xfrm>
          <a:off x="6381382" y="910802"/>
          <a:ext cx="5362252" cy="3899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3993737" y="5140369"/>
            <a:ext cx="633226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 This information should be used in developing and implementing the Risk Assessments</a:t>
            </a:r>
          </a:p>
        </p:txBody>
      </p:sp>
      <p:pic>
        <p:nvPicPr>
          <p:cNvPr id="13" name="Picture 1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314325" y="900030"/>
            <a:ext cx="2990850" cy="4727644"/>
          </a:xfrm>
          <a:prstGeom prst="rect">
            <a:avLst/>
          </a:prstGeom>
        </p:spPr>
      </p:pic>
      <p:pic>
        <p:nvPicPr>
          <p:cNvPr id="14" name="Picture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14700" y="900030"/>
            <a:ext cx="3020144" cy="2787182"/>
          </a:xfrm>
          <a:prstGeom prst="rect">
            <a:avLst/>
          </a:prstGeom>
        </p:spPr>
      </p:pic>
      <p:sp>
        <p:nvSpPr>
          <p:cNvPr id="15" name="Title 1"/>
          <p:cNvSpPr>
            <a:spLocks noGrp="1"/>
          </p:cNvSpPr>
          <p:nvPr>
            <p:ph type="title"/>
          </p:nvPr>
        </p:nvSpPr>
        <p:spPr>
          <a:xfrm>
            <a:off x="1866000" y="-219068"/>
            <a:ext cx="8460000" cy="997200"/>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109054242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19</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879230" y="873172"/>
            <a:ext cx="9004300" cy="338328"/>
          </a:xfrm>
        </p:spPr>
        <p:txBody>
          <a:bodyPr/>
          <a:lstStyle/>
          <a:p>
            <a:r>
              <a:rPr lang="en-GB" sz="1600" dirty="0">
                <a:solidFill>
                  <a:schemeClr val="tx1">
                    <a:lumMod val="50000"/>
                  </a:schemeClr>
                </a:solidFill>
              </a:rPr>
              <a:t>Section 13 Disposal considerations</a:t>
            </a:r>
          </a:p>
        </p:txBody>
      </p:sp>
      <p:graphicFrame>
        <p:nvGraphicFramePr>
          <p:cNvPr id="2" name="Content Placeholder 1"/>
          <p:cNvGraphicFramePr>
            <a:graphicFrameLocks noGrp="1"/>
          </p:cNvGraphicFramePr>
          <p:nvPr>
            <p:ph sz="quarter" idx="14"/>
          </p:nvPr>
        </p:nvGraphicFramePr>
        <p:xfrm>
          <a:off x="6132196" y="1720622"/>
          <a:ext cx="5611438" cy="2213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p:cNvSpPr/>
          <p:nvPr/>
        </p:nvSpPr>
        <p:spPr>
          <a:xfrm>
            <a:off x="6058044" y="4981299"/>
            <a:ext cx="5759742"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 </a:t>
            </a:r>
            <a:r>
              <a:rPr lang="en-GB" b="1" kern="0" dirty="0">
                <a:solidFill>
                  <a:schemeClr val="accent1"/>
                </a:solidFill>
              </a:rPr>
              <a:t>Ensure that the information form this section is incorporated into the Waste Management Programs</a:t>
            </a:r>
            <a:endParaRPr kumimoji="0" lang="en-GB" sz="1800" b="1" i="0" u="none" strike="noStrike" kern="0" cap="none" spc="0" normalizeH="0" baseline="0" noProof="0" dirty="0">
              <a:ln>
                <a:noFill/>
              </a:ln>
              <a:solidFill>
                <a:schemeClr val="accent1"/>
              </a:solidFill>
              <a:effectLst/>
              <a:uLnTx/>
              <a:uFillTx/>
            </a:endParaRPr>
          </a:p>
        </p:txBody>
      </p:sp>
      <p:pic>
        <p:nvPicPr>
          <p:cNvPr id="13" name="Picture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8537" y="1634109"/>
            <a:ext cx="4985355" cy="4123523"/>
          </a:xfrm>
          <a:prstGeom prst="rect">
            <a:avLst/>
          </a:prstGeom>
        </p:spPr>
      </p:pic>
      <p:sp>
        <p:nvSpPr>
          <p:cNvPr id="14" name="Title 1"/>
          <p:cNvSpPr>
            <a:spLocks noGrp="1"/>
          </p:cNvSpPr>
          <p:nvPr>
            <p:ph type="title"/>
          </p:nvPr>
        </p:nvSpPr>
        <p:spPr>
          <a:xfrm>
            <a:off x="1627188" y="150823"/>
            <a:ext cx="8460000" cy="435812"/>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06032893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20</a:t>
            </a:fld>
            <a:endParaRPr kumimoji="0" lang="en-CA" sz="140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64123" y="673665"/>
            <a:ext cx="9004300" cy="338328"/>
          </a:xfrm>
        </p:spPr>
        <p:txBody>
          <a:bodyPr/>
          <a:lstStyle/>
          <a:p>
            <a:r>
              <a:rPr lang="en-GB" sz="1600" dirty="0">
                <a:solidFill>
                  <a:schemeClr val="tx1">
                    <a:lumMod val="50000"/>
                  </a:schemeClr>
                </a:solidFill>
              </a:rPr>
              <a:t>Section 14 Transport information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3081034394"/>
              </p:ext>
            </p:extLst>
          </p:nvPr>
        </p:nvGraphicFramePr>
        <p:xfrm>
          <a:off x="5771785" y="1090743"/>
          <a:ext cx="5541708" cy="29579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5440690" y="4947050"/>
            <a:ext cx="6440114"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Check that the transport packages received are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labelled and compliant with the information in</a:t>
            </a:r>
            <a:r>
              <a:rPr kumimoji="0" lang="en-GB" sz="1800" b="1" i="0" u="none" strike="noStrike" kern="0" cap="none" spc="0" normalizeH="0" noProof="0" dirty="0">
                <a:ln>
                  <a:noFill/>
                </a:ln>
                <a:solidFill>
                  <a:schemeClr val="accent1"/>
                </a:solidFill>
                <a:effectLst/>
                <a:uLnTx/>
                <a:uFillTx/>
              </a:rPr>
              <a:t> this Section</a:t>
            </a:r>
            <a:r>
              <a:rPr kumimoji="0" lang="en-GB" sz="1800" b="1" i="0" u="none" strike="noStrike" kern="0" cap="none" spc="0" normalizeH="0" baseline="0" noProof="0" dirty="0">
                <a:ln>
                  <a:noFill/>
                </a:ln>
                <a:solidFill>
                  <a:schemeClr val="accent1"/>
                </a:solidFill>
                <a:effectLst/>
                <a:uLnTx/>
                <a:uFillTx/>
              </a:rPr>
              <a:t> </a:t>
            </a:r>
          </a:p>
        </p:txBody>
      </p:sp>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4123" y="1023199"/>
            <a:ext cx="5276567" cy="4491432"/>
          </a:xfrm>
          <a:prstGeom prst="rect">
            <a:avLst/>
          </a:prstGeom>
        </p:spPr>
      </p:pic>
      <p:sp>
        <p:nvSpPr>
          <p:cNvPr id="13" name="Title 1"/>
          <p:cNvSpPr>
            <a:spLocks noGrp="1"/>
          </p:cNvSpPr>
          <p:nvPr>
            <p:ph type="title"/>
          </p:nvPr>
        </p:nvSpPr>
        <p:spPr>
          <a:xfrm>
            <a:off x="1808850" y="-20730"/>
            <a:ext cx="8460000" cy="592722"/>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309200258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21</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164123" y="703056"/>
            <a:ext cx="9004300" cy="338328"/>
          </a:xfrm>
        </p:spPr>
        <p:txBody>
          <a:bodyPr/>
          <a:lstStyle/>
          <a:p>
            <a:r>
              <a:rPr lang="en-GB" sz="1600" dirty="0">
                <a:solidFill>
                  <a:schemeClr val="tx1">
                    <a:lumMod val="50000"/>
                  </a:schemeClr>
                </a:solidFill>
              </a:rPr>
              <a:t>Section 15 Regulatory information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663339773"/>
              </p:ext>
            </p:extLst>
          </p:nvPr>
        </p:nvGraphicFramePr>
        <p:xfrm>
          <a:off x="6094917" y="1161583"/>
          <a:ext cx="5410887" cy="1865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Rectangle 12"/>
          <p:cNvSpPr/>
          <p:nvPr/>
        </p:nvSpPr>
        <p:spPr>
          <a:xfrm>
            <a:off x="6167929" y="3827772"/>
            <a:ext cx="5410887"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 Check whether your relevant national legislation is indicated &amp; is consistent with the substance/mixture composition and classification</a:t>
            </a:r>
          </a:p>
        </p:txBody>
      </p:sp>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9230" y="1114432"/>
            <a:ext cx="4872787" cy="4097859"/>
          </a:xfrm>
          <a:prstGeom prst="rect">
            <a:avLst/>
          </a:prstGeom>
        </p:spPr>
      </p:pic>
      <p:sp>
        <p:nvSpPr>
          <p:cNvPr id="15" name="Title 1"/>
          <p:cNvSpPr>
            <a:spLocks noGrp="1"/>
          </p:cNvSpPr>
          <p:nvPr>
            <p:ph type="title"/>
          </p:nvPr>
        </p:nvSpPr>
        <p:spPr>
          <a:xfrm>
            <a:off x="1866000" y="103672"/>
            <a:ext cx="8460000" cy="479185"/>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207674994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7"/>
          </p:nvPr>
        </p:nvSpPr>
        <p:spPr>
          <a:xfrm>
            <a:off x="11413998" y="6475080"/>
            <a:ext cx="329636" cy="182880"/>
          </a:xfrm>
        </p:spPr>
        <p:txBody>
          <a:bodyPr/>
          <a:lstStyle/>
          <a:p>
            <a:pPr marR="0" lvl="0" defTabSz="914400" eaLnBrk="1" fontAlgn="auto" latinLnBrk="0" hangingPunct="1">
              <a:lnSpc>
                <a:spcPct val="100000"/>
              </a:lnSpc>
              <a:spcBef>
                <a:spcPts val="0"/>
              </a:spcBef>
              <a:spcAft>
                <a:spcPts val="0"/>
              </a:spcAft>
              <a:buClrTx/>
              <a:buSzTx/>
              <a:buFontTx/>
              <a:buNone/>
              <a:tabLst/>
              <a:defRPr/>
            </a:pPr>
            <a:fld id="{00E6A5BD-C011-4A45-AA3A-201790FB7F2B}" type="slidenum">
              <a:rPr kumimoji="0" lang="en-CA" sz="1050" b="0" i="0" u="none" strike="noStrike" kern="0" cap="none" spc="0" normalizeH="0" baseline="0" noProof="0" smtClean="0">
                <a:ln>
                  <a:noFill/>
                </a:ln>
                <a:solidFill>
                  <a:sysClr val="windowText" lastClr="000000"/>
                </a:solidFill>
                <a:effectLst/>
                <a:uLnTx/>
                <a:uFillTx/>
              </a:rPr>
              <a:pPr marR="0" lvl="0" defTabSz="914400" eaLnBrk="1" fontAlgn="auto" latinLnBrk="0" hangingPunct="1">
                <a:lnSpc>
                  <a:spcPct val="100000"/>
                </a:lnSpc>
                <a:spcBef>
                  <a:spcPts val="0"/>
                </a:spcBef>
                <a:spcAft>
                  <a:spcPts val="0"/>
                </a:spcAft>
                <a:buClrTx/>
                <a:buSzTx/>
                <a:buFontTx/>
                <a:buNone/>
                <a:tabLst/>
                <a:defRPr/>
              </a:pPr>
              <a:t>22</a:t>
            </a:fld>
            <a:endParaRPr kumimoji="0" lang="en-CA" sz="1050" b="0" i="0" u="none" strike="noStrike" kern="0" cap="none" spc="0" normalizeH="0" baseline="0" noProof="0" dirty="0">
              <a:ln>
                <a:noFill/>
              </a:ln>
              <a:solidFill>
                <a:sysClr val="windowText" lastClr="000000"/>
              </a:solidFill>
              <a:effectLst/>
              <a:uLnTx/>
              <a:uFillTx/>
            </a:endParaRPr>
          </a:p>
        </p:txBody>
      </p:sp>
      <p:sp>
        <p:nvSpPr>
          <p:cNvPr id="5" name="Text Placeholder 4"/>
          <p:cNvSpPr>
            <a:spLocks noGrp="1"/>
          </p:cNvSpPr>
          <p:nvPr>
            <p:ph type="body" sz="quarter" idx="13"/>
          </p:nvPr>
        </p:nvSpPr>
        <p:spPr>
          <a:xfrm>
            <a:off x="322018" y="713031"/>
            <a:ext cx="9004300" cy="338328"/>
          </a:xfrm>
        </p:spPr>
        <p:txBody>
          <a:bodyPr/>
          <a:lstStyle/>
          <a:p>
            <a:r>
              <a:rPr lang="en-GB" sz="1600" dirty="0">
                <a:solidFill>
                  <a:schemeClr val="tx1">
                    <a:lumMod val="50000"/>
                  </a:schemeClr>
                </a:solidFill>
              </a:rPr>
              <a:t>Section 16 Other information</a:t>
            </a:r>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870870721"/>
              </p:ext>
            </p:extLst>
          </p:nvPr>
        </p:nvGraphicFramePr>
        <p:xfrm>
          <a:off x="5334200" y="1174625"/>
          <a:ext cx="5303964" cy="25159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5334200" y="4461927"/>
            <a:ext cx="5826951"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accent1"/>
                </a:solidFill>
                <a:effectLst/>
                <a:uLnTx/>
                <a:uFillTx/>
              </a:rPr>
              <a:t>Many SDS will include a disclaimer or notice to the reader. Keep in mind</a:t>
            </a:r>
            <a:r>
              <a:rPr kumimoji="0" lang="en-GB" sz="1800" b="1" i="0" u="none" strike="noStrike" kern="0" cap="none" spc="0" normalizeH="0" noProof="0" dirty="0">
                <a:ln>
                  <a:noFill/>
                </a:ln>
                <a:solidFill>
                  <a:schemeClr val="accent1"/>
                </a:solidFill>
                <a:effectLst/>
                <a:uLnTx/>
                <a:uFillTx/>
              </a:rPr>
              <a:t> that s</a:t>
            </a:r>
            <a:r>
              <a:rPr kumimoji="0" lang="en-GB" sz="1800" b="1" i="0" u="none" strike="noStrike" kern="0" cap="none" spc="0" normalizeH="0" baseline="0" noProof="0" dirty="0">
                <a:ln>
                  <a:noFill/>
                </a:ln>
                <a:solidFill>
                  <a:schemeClr val="accent1"/>
                </a:solidFill>
                <a:effectLst/>
                <a:uLnTx/>
                <a:uFillTx/>
              </a:rPr>
              <a:t>uch statements ‘’do not absolve’’ the supplier</a:t>
            </a:r>
            <a:r>
              <a:rPr kumimoji="0" lang="en-GB" sz="1800" b="1" i="0" u="none" strike="noStrike" kern="0" cap="none" spc="0" normalizeH="0" noProof="0" dirty="0">
                <a:ln>
                  <a:noFill/>
                </a:ln>
                <a:solidFill>
                  <a:schemeClr val="accent1"/>
                </a:solidFill>
                <a:effectLst/>
                <a:uLnTx/>
                <a:uFillTx/>
              </a:rPr>
              <a:t> of their</a:t>
            </a:r>
            <a:r>
              <a:rPr kumimoji="0" lang="en-GB" sz="1800" b="1" i="0" u="none" strike="noStrike" kern="0" cap="none" spc="0" normalizeH="0" baseline="0" noProof="0" dirty="0">
                <a:ln>
                  <a:noFill/>
                </a:ln>
                <a:solidFill>
                  <a:schemeClr val="accent1"/>
                </a:solidFill>
                <a:effectLst/>
                <a:uLnTx/>
                <a:uFillTx/>
              </a:rPr>
              <a:t> legal obligations</a:t>
            </a:r>
          </a:p>
        </p:txBody>
      </p:sp>
      <p:pic>
        <p:nvPicPr>
          <p:cNvPr id="11" name="Picture 1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537908" y="1174624"/>
            <a:ext cx="4486235" cy="4816743"/>
          </a:xfrm>
          <a:prstGeom prst="rect">
            <a:avLst/>
          </a:prstGeom>
        </p:spPr>
      </p:pic>
      <p:sp>
        <p:nvSpPr>
          <p:cNvPr id="13" name="Title 1"/>
          <p:cNvSpPr>
            <a:spLocks noGrp="1"/>
          </p:cNvSpPr>
          <p:nvPr>
            <p:ph type="title"/>
          </p:nvPr>
        </p:nvSpPr>
        <p:spPr>
          <a:xfrm>
            <a:off x="1627188" y="150823"/>
            <a:ext cx="8460000" cy="543997"/>
          </a:xfrm>
        </p:spPr>
        <p:txBody>
          <a:bodyPr/>
          <a:lstStyle/>
          <a:p>
            <a:pPr marL="742950" indent="-742950">
              <a:lnSpc>
                <a:spcPct val="150000"/>
              </a:lnSpc>
              <a:buFont typeface="+mj-lt"/>
              <a:buAutoNum type="arabicPeriod" startAt="2"/>
            </a:pPr>
            <a:r>
              <a:rPr lang="en-GB" sz="3200" dirty="0"/>
              <a:t>Safety Data Sheets – Sections </a:t>
            </a:r>
          </a:p>
        </p:txBody>
      </p:sp>
    </p:spTree>
    <p:extLst>
      <p:ext uri="{BB962C8B-B14F-4D97-AF65-F5344CB8AC3E}">
        <p14:creationId xmlns:p14="http://schemas.microsoft.com/office/powerpoint/2010/main" val="282873245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567903"/>
      </p:ext>
    </p:extLst>
  </p:cSld>
  <p:clrMapOvr>
    <a:masterClrMapping/>
  </p:clrMapOvr>
  <p:transition spd="slow">
    <p:push dir="u"/>
  </p:transition>
</p:sld>
</file>

<file path=ppt/theme/theme1.xml><?xml version="1.0" encoding="utf-8"?>
<a:theme xmlns:a="http://schemas.openxmlformats.org/drawingml/2006/main" name="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FieldCore_HD_TemplateMaster 2018 - Low" id="{3CBF5138-CB5D-4752-8C92-825969AFFC91}" vid="{5F96D164-55A9-49A5-9803-D762242DFADF}"/>
    </a:ext>
  </a:extLst>
</a:theme>
</file>

<file path=ppt/theme/theme2.xml><?xml version="1.0" encoding="utf-8"?>
<a:theme xmlns:a="http://schemas.openxmlformats.org/drawingml/2006/main" name="1_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FieldCore_HD_TemplateMaster [Read-Only]" id="{7ACBE0FB-FC4B-47D0-96E1-4D0F287E5287}" vid="{EC12AD97-CDF4-4ACD-85D7-7DE3D77C62A3}"/>
    </a:ext>
  </a:extLst>
</a:theme>
</file>

<file path=ppt/theme/theme3.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ocess_x0020_Owmer xmlns="25586fb6-ed09-4f2d-8ea7-eda1a9fd2320">
      <UserInfo>
        <DisplayName>Bluhm, Joyce (FieldCore)</DisplayName>
        <AccountId>72</AccountId>
        <AccountType/>
      </UserInfo>
    </Process_x0020_Owmer>
    <Functional_x0020_Owner xmlns="25586fb6-ed09-4f2d-8ea7-eda1a9fd2320">Management Processes - Leadership and Commitment</Functional_x0020_Owner>
    <Nomenclature xmlns="25586fb6-ed09-4f2d-8ea7-eda1a9fd2320">UserGuide</Nomenclature>
    <LastReviewDate xmlns="cc7fbaa3-8214-4644-99f1-d2e5a6ae9914" xsi:nil="true"/>
    <RevisionNumber xmlns="cc7fbaa3-8214-4644-99f1-d2e5a6ae9914" xsi:nil="true"/>
  </documentManagement>
</p:properties>
</file>

<file path=customXml/itemProps1.xml><?xml version="1.0" encoding="utf-8"?>
<ds:datastoreItem xmlns:ds="http://schemas.openxmlformats.org/officeDocument/2006/customXml" ds:itemID="{9D5771AE-B81B-4B36-AB97-FDBFC82B0372}"/>
</file>

<file path=customXml/itemProps2.xml><?xml version="1.0" encoding="utf-8"?>
<ds:datastoreItem xmlns:ds="http://schemas.openxmlformats.org/officeDocument/2006/customXml" ds:itemID="{8C0E5E5E-99E0-43F7-8298-90672ADB38BD}"/>
</file>

<file path=customXml/itemProps3.xml><?xml version="1.0" encoding="utf-8"?>
<ds:datastoreItem xmlns:ds="http://schemas.openxmlformats.org/officeDocument/2006/customXml" ds:itemID="{53C26BCF-E8B4-4109-A86C-2F683094E5B1}"/>
</file>

<file path=docProps/app.xml><?xml version="1.0" encoding="utf-8"?>
<Properties xmlns="http://schemas.openxmlformats.org/officeDocument/2006/extended-properties" xmlns:vt="http://schemas.openxmlformats.org/officeDocument/2006/docPropsVTypes">
  <Template>blank</Template>
  <TotalTime>179</TotalTime>
  <Words>6090</Words>
  <Application>Microsoft Office PowerPoint</Application>
  <PresentationFormat>Widescreen</PresentationFormat>
  <Paragraphs>663</Paragraphs>
  <Slides>23</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GE Inspira Pitch</vt:lpstr>
      <vt:lpstr>GE Inspira Sans</vt:lpstr>
      <vt:lpstr>Gotham Rounded</vt:lpstr>
      <vt:lpstr>Gotham Rounded Book</vt:lpstr>
      <vt:lpstr>FieldCore_2017</vt:lpstr>
      <vt:lpstr>1_FieldCore_2017</vt:lpstr>
      <vt:lpstr>Chemical Management User Guides:</vt:lpstr>
      <vt:lpstr>Safety Data Sheets – Introduction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Safety Data Sheets – Sections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Safety Data Sheets and Exposure Scenarios Guidance</dc:title>
  <dc:creator>Conway, Ross (FieldCore)</dc:creator>
  <dc:description>Version 1.08
Job 1437
August 25, 2016</dc:description>
  <cp:lastModifiedBy>Wright, Keith (FieldCore)</cp:lastModifiedBy>
  <cp:revision>17</cp:revision>
  <dcterms:created xsi:type="dcterms:W3CDTF">2019-10-31T09:29:06Z</dcterms:created>
  <dcterms:modified xsi:type="dcterms:W3CDTF">2020-06-25T11:18:48Z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