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4"/>
  </p:sldMasterIdLst>
  <p:notesMasterIdLst>
    <p:notesMasterId r:id="rId20"/>
  </p:notesMasterIdLst>
  <p:sldIdLst>
    <p:sldId id="317" r:id="rId5"/>
    <p:sldId id="269" r:id="rId6"/>
    <p:sldId id="319" r:id="rId7"/>
    <p:sldId id="329" r:id="rId8"/>
    <p:sldId id="330" r:id="rId9"/>
    <p:sldId id="318" r:id="rId10"/>
    <p:sldId id="345" r:id="rId11"/>
    <p:sldId id="326" r:id="rId12"/>
    <p:sldId id="320" r:id="rId13"/>
    <p:sldId id="346" r:id="rId14"/>
    <p:sldId id="321" r:id="rId15"/>
    <p:sldId id="322" r:id="rId16"/>
    <p:sldId id="328" r:id="rId17"/>
    <p:sldId id="347" r:id="rId18"/>
    <p:sldId id="331" r:id="rId19"/>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7333"/>
    <a:srgbClr val="FD5000"/>
    <a:srgbClr val="C4C6C6"/>
    <a:srgbClr val="009FDA"/>
    <a:srgbClr val="090936"/>
    <a:srgbClr val="F97437"/>
    <a:srgbClr val="FA6F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3947" autoAdjust="0"/>
    <p:restoredTop sz="96357" autoAdjust="0"/>
  </p:normalViewPr>
  <p:slideViewPr>
    <p:cSldViewPr>
      <p:cViewPr varScale="1">
        <p:scale>
          <a:sx n="103" d="100"/>
          <a:sy n="103" d="100"/>
        </p:scale>
        <p:origin x="114" y="474"/>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nway, Ross (GE Vernova)" userId="e54b35d2-d849-4d1e-8fde-001345daca46" providerId="ADAL" clId="{4F8B2304-598D-44A7-BAED-E9F16DF821FE}"/>
    <pc:docChg chg="custSel modSld">
      <pc:chgData name="Conway, Ross (GE Vernova)" userId="e54b35d2-d849-4d1e-8fde-001345daca46" providerId="ADAL" clId="{4F8B2304-598D-44A7-BAED-E9F16DF821FE}" dt="2026-03-20T10:11:23.427" v="0" actId="21"/>
      <pc:docMkLst>
        <pc:docMk/>
      </pc:docMkLst>
      <pc:sldChg chg="delSp mod">
        <pc:chgData name="Conway, Ross (GE Vernova)" userId="e54b35d2-d849-4d1e-8fde-001345daca46" providerId="ADAL" clId="{4F8B2304-598D-44A7-BAED-E9F16DF821FE}" dt="2026-03-20T10:11:23.427" v="0" actId="21"/>
        <pc:sldMkLst>
          <pc:docMk/>
          <pc:sldMk cId="3010477620" sldId="345"/>
        </pc:sldMkLst>
        <pc:picChg chg="del">
          <ac:chgData name="Conway, Ross (GE Vernova)" userId="e54b35d2-d849-4d1e-8fde-001345daca46" providerId="ADAL" clId="{4F8B2304-598D-44A7-BAED-E9F16DF821FE}" dt="2026-03-20T10:11:23.427" v="0" actId="21"/>
          <ac:picMkLst>
            <pc:docMk/>
            <pc:sldMk cId="3010477620" sldId="345"/>
            <ac:picMk id="4" creationId="{9B19722D-1E9B-4BA2-989E-BF80D94808B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3DEE7536-4DBB-4733-911E-4E29A0F51724}" type="datetimeFigureOut">
              <a:rPr lang="en-GB" smtClean="0"/>
              <a:t>20/03/2026</a:t>
            </a:fld>
            <a:endParaRPr lang="en-GB"/>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315FDDF7-A39E-4D2E-8F9E-0605BCDBB836}" type="slidenum">
              <a:rPr lang="en-GB" smtClean="0"/>
              <a:t>‹#›</a:t>
            </a:fld>
            <a:endParaRPr lang="en-GB"/>
          </a:p>
        </p:txBody>
      </p:sp>
    </p:spTree>
    <p:extLst>
      <p:ext uri="{BB962C8B-B14F-4D97-AF65-F5344CB8AC3E}">
        <p14:creationId xmlns:p14="http://schemas.microsoft.com/office/powerpoint/2010/main" val="1224618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5_Section Head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A2DC26-3BBD-4478-A1AF-464D3F3292D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0"/>
          <a:stretch/>
        </p:blipFill>
        <p:spPr>
          <a:xfrm>
            <a:off x="0" y="-4097"/>
            <a:ext cx="12186618" cy="6862097"/>
          </a:xfrm>
          <a:prstGeom prst="rect">
            <a:avLst/>
          </a:prstGeom>
        </p:spPr>
      </p:pic>
      <p:pic>
        <p:nvPicPr>
          <p:cNvPr id="9" name="Picture 8"/>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0" y="-12643"/>
            <a:ext cx="12198096" cy="6874739"/>
          </a:xfrm>
          <a:prstGeom prst="rect">
            <a:avLst/>
          </a:prstGeom>
        </p:spPr>
      </p:pic>
      <p:sp>
        <p:nvSpPr>
          <p:cNvPr id="4" name="Date Placeholder 3"/>
          <p:cNvSpPr>
            <a:spLocks noGrp="1"/>
          </p:cNvSpPr>
          <p:nvPr>
            <p:ph type="dt" sz="half" idx="10"/>
          </p:nvPr>
        </p:nvSpPr>
        <p:spPr>
          <a:xfrm>
            <a:off x="9065464" y="6360302"/>
            <a:ext cx="1544497" cy="309433"/>
          </a:xfrm>
          <a:prstGeom prst="rect">
            <a:avLst/>
          </a:prstGeom>
          <a:ln>
            <a:noFill/>
          </a:ln>
        </p:spPr>
        <p:txBody>
          <a:bodyPr/>
          <a:lstStyle>
            <a:lvl1pPr algn="ctr">
              <a:defRPr sz="1200" b="1" i="0">
                <a:solidFill>
                  <a:schemeClr val="accent1"/>
                </a:solidFill>
                <a:latin typeface="Gotham Rounded" charset="0"/>
                <a:ea typeface="Gotham Rounded" charset="0"/>
                <a:cs typeface="Gotham Rounded" charset="0"/>
              </a:defRPr>
            </a:lvl1pPr>
          </a:lstStyle>
          <a:p>
            <a:fld id="{9A587841-310F-2844-BBE1-2990194B9448}" type="datetime4">
              <a:rPr lang="en-US" smtClean="0"/>
              <a:pPr/>
              <a:t>March 20, 2026</a:t>
            </a:fld>
            <a:endParaRPr lang="en-CA" dirty="0"/>
          </a:p>
        </p:txBody>
      </p:sp>
      <p:cxnSp>
        <p:nvCxnSpPr>
          <p:cNvPr id="7" name="Straight Connector 6"/>
          <p:cNvCxnSpPr/>
          <p:nvPr userDrawn="1"/>
        </p:nvCxnSpPr>
        <p:spPr>
          <a:xfrm>
            <a:off x="1654483" y="6360302"/>
            <a:ext cx="10115740"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244705" y="6444109"/>
            <a:ext cx="6505952" cy="246221"/>
          </a:xfrm>
          <a:prstGeom prst="rect">
            <a:avLst/>
          </a:prstGeom>
          <a:noFill/>
        </p:spPr>
        <p:txBody>
          <a:bodyPr wrap="squar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z="800" b="0" i="0" dirty="0">
                <a:solidFill>
                  <a:schemeClr val="tx2"/>
                </a:solidFill>
                <a:latin typeface="Gotham Rounded Book" charset="0"/>
                <a:ea typeface="Gotham Rounded Book" charset="0"/>
                <a:cs typeface="Gotham Rounded Book" charset="0"/>
              </a:rPr>
              <a:t>Confidential. Not to be copied, distributed, or reproduced without prior approval. *Trademark of General Electric Company</a:t>
            </a:r>
          </a:p>
          <a:p>
            <a:pPr marL="0" marR="0" indent="0" algn="l" defTabSz="914400" rtl="0" eaLnBrk="1" fontAlgn="auto" latinLnBrk="0" hangingPunct="1">
              <a:lnSpc>
                <a:spcPct val="100000"/>
              </a:lnSpc>
              <a:spcBef>
                <a:spcPts val="0"/>
              </a:spcBef>
              <a:spcAft>
                <a:spcPts val="0"/>
              </a:spcAft>
              <a:buClrTx/>
              <a:buSzTx/>
              <a:buFontTx/>
              <a:buNone/>
              <a:tabLst/>
              <a:defRPr/>
            </a:pPr>
            <a:endParaRPr lang="en-CA" sz="800" b="0" i="0" dirty="0">
              <a:solidFill>
                <a:schemeClr val="tx2"/>
              </a:solidFill>
              <a:latin typeface="Gotham Rounded Book" charset="0"/>
              <a:ea typeface="Gotham Rounded Book" charset="0"/>
              <a:cs typeface="Gotham Rounded Book" charset="0"/>
            </a:endParaRPr>
          </a:p>
        </p:txBody>
      </p:sp>
      <p:sp>
        <p:nvSpPr>
          <p:cNvPr id="15" name="Title 17">
            <a:extLst>
              <a:ext uri="{FF2B5EF4-FFF2-40B4-BE49-F238E27FC236}">
                <a16:creationId xmlns:a16="http://schemas.microsoft.com/office/drawing/2014/main" id="{263B0556-1757-4154-90F8-FF9BF61C6A2F}"/>
              </a:ext>
            </a:extLst>
          </p:cNvPr>
          <p:cNvSpPr>
            <a:spLocks noGrp="1"/>
          </p:cNvSpPr>
          <p:nvPr>
            <p:ph type="title" hasCustomPrompt="1"/>
          </p:nvPr>
        </p:nvSpPr>
        <p:spPr>
          <a:xfrm>
            <a:off x="7242461" y="2656168"/>
            <a:ext cx="4368777" cy="1430990"/>
          </a:xfrm>
        </p:spPr>
        <p:txBody>
          <a:bodyPr anchor="t" anchorCtr="0"/>
          <a:lstStyle>
            <a:lvl1pPr algn="r">
              <a:lnSpc>
                <a:spcPct val="80000"/>
              </a:lnSpc>
              <a:defRPr sz="3800" b="1" i="0" cap="all" baseline="0">
                <a:solidFill>
                  <a:schemeClr val="bg1"/>
                </a:solidFill>
                <a:latin typeface="Gotham Rounded" charset="0"/>
                <a:ea typeface="Gotham Rounded" charset="0"/>
                <a:cs typeface="Gotham Rounded" charset="0"/>
              </a:defRPr>
            </a:lvl1pPr>
          </a:lstStyle>
          <a:p>
            <a:r>
              <a:rPr lang="en-US" dirty="0"/>
              <a:t>CLICK TO EDIT MASTER TITLE STYLE</a:t>
            </a:r>
          </a:p>
        </p:txBody>
      </p:sp>
      <p:sp>
        <p:nvSpPr>
          <p:cNvPr id="16" name="Text Placeholder 19">
            <a:extLst>
              <a:ext uri="{FF2B5EF4-FFF2-40B4-BE49-F238E27FC236}">
                <a16:creationId xmlns:a16="http://schemas.microsoft.com/office/drawing/2014/main" id="{E77AA6FA-374B-4EED-A29F-107805BE50B6}"/>
              </a:ext>
            </a:extLst>
          </p:cNvPr>
          <p:cNvSpPr>
            <a:spLocks noGrp="1"/>
          </p:cNvSpPr>
          <p:nvPr>
            <p:ph type="body" sz="quarter" idx="13" hasCustomPrompt="1"/>
          </p:nvPr>
        </p:nvSpPr>
        <p:spPr>
          <a:xfrm>
            <a:off x="7452088" y="2237095"/>
            <a:ext cx="4252291" cy="445042"/>
          </a:xfrm>
          <a:prstGeom prst="rect">
            <a:avLst/>
          </a:prstGeom>
        </p:spPr>
        <p:txBody>
          <a:bodyPr>
            <a:noAutofit/>
          </a:bodyPr>
          <a:lstStyle>
            <a:lvl1pPr marL="0" indent="0" algn="r">
              <a:buFontTx/>
              <a:buNone/>
              <a:defRPr sz="1600" cap="all" baseline="0">
                <a:solidFill>
                  <a:schemeClr val="bg1"/>
                </a:solidFill>
              </a:defRPr>
            </a:lvl1pPr>
          </a:lstStyle>
          <a:p>
            <a:pPr lvl="0"/>
            <a:r>
              <a:rPr lang="en-US" dirty="0"/>
              <a:t>CLICK TO EDIT MASTER TEXT STYLES</a:t>
            </a:r>
          </a:p>
        </p:txBody>
      </p:sp>
      <p:pic>
        <p:nvPicPr>
          <p:cNvPr id="12" name="Picture 11">
            <a:extLst>
              <a:ext uri="{FF2B5EF4-FFF2-40B4-BE49-F238E27FC236}">
                <a16:creationId xmlns:a16="http://schemas.microsoft.com/office/drawing/2014/main" id="{EBF7C27B-E71C-4EE3-9C9D-6F6C0B6C323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880021" y="5659575"/>
            <a:ext cx="1932473" cy="749808"/>
          </a:xfrm>
          <a:prstGeom prst="rect">
            <a:avLst/>
          </a:prstGeom>
        </p:spPr>
      </p:pic>
    </p:spTree>
    <p:extLst>
      <p:ext uri="{BB962C8B-B14F-4D97-AF65-F5344CB8AC3E}">
        <p14:creationId xmlns:p14="http://schemas.microsoft.com/office/powerpoint/2010/main" val="26787072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 No Ru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92480" y="448056"/>
            <a:ext cx="10607040" cy="914400"/>
          </a:xfrm>
        </p:spPr>
        <p:txBody>
          <a:bodyPr/>
          <a:lstStyle>
            <a:lvl1pPr>
              <a:defRPr>
                <a:solidFill>
                  <a:schemeClr val="accent2"/>
                </a:solidFill>
              </a:defRPr>
            </a:lvl1pPr>
          </a:lstStyle>
          <a:p>
            <a:r>
              <a:rPr lang="en-US" dirty="0"/>
              <a:t>Title and Content – No Rule Layout</a:t>
            </a:r>
            <a:endParaRPr lang="en-CA" dirty="0"/>
          </a:p>
        </p:txBody>
      </p:sp>
      <p:sp>
        <p:nvSpPr>
          <p:cNvPr id="9" name="Text Placeholder 8"/>
          <p:cNvSpPr>
            <a:spLocks noGrp="1"/>
          </p:cNvSpPr>
          <p:nvPr>
            <p:ph type="body" sz="quarter" idx="13" hasCustomPrompt="1"/>
          </p:nvPr>
        </p:nvSpPr>
        <p:spPr>
          <a:xfrm>
            <a:off x="1562100" y="1362456"/>
            <a:ext cx="9004300" cy="338328"/>
          </a:xfrm>
          <a:prstGeom prst="rect">
            <a:avLst/>
          </a:prstGeom>
        </p:spPr>
        <p:txBody>
          <a:bodyPr anchor="b" anchorCtr="0"/>
          <a:lstStyle>
            <a:lvl1pPr marL="0" indent="0">
              <a:lnSpc>
                <a:spcPct val="90000"/>
              </a:lnSpc>
              <a:spcBef>
                <a:spcPts val="0"/>
              </a:spcBef>
              <a:buFontTx/>
              <a:buNone/>
              <a:defRPr sz="1400" b="1" i="0" cap="all" baseline="0">
                <a:solidFill>
                  <a:schemeClr val="accent1"/>
                </a:solidFill>
                <a:latin typeface="Gotham Rounded" charset="0"/>
                <a:ea typeface="Gotham Rounded" charset="0"/>
                <a:cs typeface="Gotham Rounded" charset="0"/>
              </a:defRPr>
            </a:lvl1pPr>
          </a:lstStyle>
          <a:p>
            <a:pPr lvl="0"/>
            <a:r>
              <a:rPr lang="en-US" dirty="0"/>
              <a:t>SUBTITLE</a:t>
            </a:r>
          </a:p>
        </p:txBody>
      </p:sp>
      <p:sp>
        <p:nvSpPr>
          <p:cNvPr id="12" name="Content Placeholder 11"/>
          <p:cNvSpPr>
            <a:spLocks noGrp="1"/>
          </p:cNvSpPr>
          <p:nvPr>
            <p:ph sz="quarter" idx="14"/>
          </p:nvPr>
        </p:nvSpPr>
        <p:spPr>
          <a:xfrm>
            <a:off x="1568704" y="1816608"/>
            <a:ext cx="8997696" cy="3761232"/>
          </a:xfrm>
          <a:prstGeom prst="rect">
            <a:avLst/>
          </a:prstGeom>
        </p:spPr>
        <p:txBody>
          <a:bodyPr/>
          <a:lstStyle>
            <a:lvl1pPr>
              <a:buClr>
                <a:schemeClr val="accent1"/>
              </a:buClr>
              <a:defRPr sz="2000">
                <a:solidFill>
                  <a:schemeClr val="tx1"/>
                </a:solidFill>
              </a:defRPr>
            </a:lvl1pPr>
            <a:lvl2pPr>
              <a:buClr>
                <a:schemeClr val="accent1"/>
              </a:buClr>
              <a:defRPr sz="1800">
                <a:solidFill>
                  <a:schemeClr val="tx1"/>
                </a:solidFill>
              </a:defRPr>
            </a:lvl2pPr>
            <a:lvl3pPr>
              <a:spcBef>
                <a:spcPts val="1700"/>
              </a:spcBef>
              <a:buClr>
                <a:schemeClr val="accent1"/>
              </a:buClr>
              <a:defRPr sz="1800">
                <a:solidFill>
                  <a:schemeClr val="tx1"/>
                </a:solidFill>
              </a:defRPr>
            </a:lvl3pPr>
            <a:lvl4pPr>
              <a:buClr>
                <a:schemeClr val="accent1"/>
              </a:buClr>
              <a:defRPr sz="1600">
                <a:solidFill>
                  <a:schemeClr val="tx1"/>
                </a:solidFill>
              </a:defRPr>
            </a:lvl4pPr>
            <a:lvl5pPr>
              <a:spcBef>
                <a:spcPts val="1200"/>
              </a:spcBef>
              <a:buClr>
                <a:schemeClr val="accent1"/>
              </a:buClr>
              <a:defRPr sz="1400" b="0" i="0">
                <a:solidFill>
                  <a:schemeClr val="tx1"/>
                </a:solidFill>
                <a:latin typeface="Gotham Rounded Book" charset="0"/>
                <a:ea typeface="Gotham Rounded Book" charset="0"/>
                <a:cs typeface="Gotham Rounded Book"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Tree>
    <p:extLst>
      <p:ext uri="{BB962C8B-B14F-4D97-AF65-F5344CB8AC3E}">
        <p14:creationId xmlns:p14="http://schemas.microsoft.com/office/powerpoint/2010/main" val="4026006071"/>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lgn="ctr">
              <a:defRPr/>
            </a:lvl1pPr>
          </a:lstStyle>
          <a:p>
            <a:r>
              <a:rPr lang="en-US" dirty="0"/>
              <a:t>Two Content Layout</a:t>
            </a:r>
            <a:endParaRPr lang="en-CA" dirty="0"/>
          </a:p>
        </p:txBody>
      </p:sp>
      <p:sp>
        <p:nvSpPr>
          <p:cNvPr id="10" name="Content Placeholder 9"/>
          <p:cNvSpPr>
            <a:spLocks noGrp="1"/>
          </p:cNvSpPr>
          <p:nvPr>
            <p:ph sz="quarter" idx="13"/>
          </p:nvPr>
        </p:nvSpPr>
        <p:spPr>
          <a:xfrm>
            <a:off x="1417320" y="1523058"/>
            <a:ext cx="4583112" cy="4157471"/>
          </a:xfrm>
          <a:prstGeom prst="rect">
            <a:avLst/>
          </a:prstGeom>
        </p:spPr>
        <p:txBody>
          <a:bodyPr/>
          <a:lstStyle>
            <a:lvl1pPr>
              <a:buClr>
                <a:schemeClr val="accent1"/>
              </a:buClr>
              <a:defRPr sz="1800">
                <a:solidFill>
                  <a:schemeClr val="tx1"/>
                </a:solidFill>
              </a:defRPr>
            </a:lvl1pPr>
            <a:lvl2pPr>
              <a:buClr>
                <a:schemeClr val="accent1"/>
              </a:buClr>
              <a:defRPr sz="1600">
                <a:solidFill>
                  <a:schemeClr val="tx1"/>
                </a:solidFill>
              </a:defRPr>
            </a:lvl2pPr>
            <a:lvl3pPr>
              <a:buClr>
                <a:schemeClr val="accent1"/>
              </a:buClr>
              <a:defRPr sz="1600">
                <a:solidFill>
                  <a:schemeClr val="tx1"/>
                </a:solidFill>
              </a:defRPr>
            </a:lvl3pPr>
            <a:lvl4pPr>
              <a:buClr>
                <a:schemeClr val="accent1"/>
              </a:buClr>
              <a:defRPr sz="1400">
                <a:solidFill>
                  <a:schemeClr val="tx1"/>
                </a:solidFill>
              </a:defRPr>
            </a:lvl4pPr>
            <a:lvl5pPr marL="155448" indent="-155448">
              <a:buClr>
                <a:schemeClr val="accent1"/>
              </a:buClr>
              <a:defRPr lang="en-CA" sz="1200" b="0" i="0" kern="1200" dirty="0">
                <a:solidFill>
                  <a:schemeClr val="tx1"/>
                </a:solidFill>
                <a:latin typeface="Gotham Rounded Book" charset="0"/>
                <a:ea typeface="Gotham Rounded Book" charset="0"/>
                <a:cs typeface="Gotham Rounded Book"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cxnSp>
        <p:nvCxnSpPr>
          <p:cNvPr id="13" name="Straight Connector 12"/>
          <p:cNvCxnSpPr/>
          <p:nvPr userDrawn="1"/>
        </p:nvCxnSpPr>
        <p:spPr>
          <a:xfrm>
            <a:off x="1417320" y="1355634"/>
            <a:ext cx="9982200" cy="0"/>
          </a:xfrm>
          <a:prstGeom prst="line">
            <a:avLst/>
          </a:prstGeom>
          <a:ln w="19050">
            <a:gradFill flip="none" rotWithShape="1">
              <a:gsLst>
                <a:gs pos="52000">
                  <a:srgbClr val="FFAF8A"/>
                </a:gs>
                <a:gs pos="0">
                  <a:schemeClr val="bg1"/>
                </a:gs>
                <a:gs pos="100000">
                  <a:schemeClr val="accent1"/>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6" name="Content Placeholder 9"/>
          <p:cNvSpPr>
            <a:spLocks noGrp="1"/>
          </p:cNvSpPr>
          <p:nvPr>
            <p:ph sz="quarter" idx="14"/>
          </p:nvPr>
        </p:nvSpPr>
        <p:spPr>
          <a:xfrm>
            <a:off x="6408420" y="1523058"/>
            <a:ext cx="4583112" cy="4157471"/>
          </a:xfrm>
          <a:prstGeom prst="rect">
            <a:avLst/>
          </a:prstGeom>
        </p:spPr>
        <p:txBody>
          <a:bodyPr/>
          <a:lstStyle>
            <a:lvl1pPr>
              <a:buClr>
                <a:schemeClr val="accent1"/>
              </a:buClr>
              <a:defRPr sz="1800">
                <a:solidFill>
                  <a:schemeClr val="tx1"/>
                </a:solidFill>
              </a:defRPr>
            </a:lvl1pPr>
            <a:lvl2pPr>
              <a:buClr>
                <a:schemeClr val="accent1"/>
              </a:buClr>
              <a:defRPr sz="1600">
                <a:solidFill>
                  <a:schemeClr val="tx1"/>
                </a:solidFill>
              </a:defRPr>
            </a:lvl2pPr>
            <a:lvl3pPr>
              <a:buClr>
                <a:schemeClr val="accent1"/>
              </a:buClr>
              <a:defRPr sz="1600">
                <a:solidFill>
                  <a:schemeClr val="tx1"/>
                </a:solidFill>
              </a:defRPr>
            </a:lvl3pPr>
            <a:lvl4pPr>
              <a:buClr>
                <a:schemeClr val="accent1"/>
              </a:buClr>
              <a:defRPr sz="1400">
                <a:solidFill>
                  <a:schemeClr val="tx1"/>
                </a:solidFill>
              </a:defRPr>
            </a:lvl4pPr>
            <a:lvl5pPr marL="155448" indent="-155448">
              <a:buClr>
                <a:schemeClr val="accent1"/>
              </a:buClr>
              <a:defRPr lang="en-CA" sz="1200" b="0" i="0" kern="1200" dirty="0">
                <a:solidFill>
                  <a:schemeClr val="tx1"/>
                </a:solidFill>
                <a:latin typeface="Gotham Rounded Book" charset="0"/>
                <a:ea typeface="Gotham Rounded Book" charset="0"/>
                <a:cs typeface="Gotham Rounded Book"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Tree>
    <p:extLst>
      <p:ext uri="{BB962C8B-B14F-4D97-AF65-F5344CB8AC3E}">
        <p14:creationId xmlns:p14="http://schemas.microsoft.com/office/powerpoint/2010/main" val="4120261421"/>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695058"/>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Photo w/Bar">
    <p:bg>
      <p:bgPr>
        <a:solidFill>
          <a:schemeClr val="bg1"/>
        </a:solidFill>
        <a:effectLst/>
      </p:bgPr>
    </p:bg>
    <p:spTree>
      <p:nvGrpSpPr>
        <p:cNvPr id="1" name=""/>
        <p:cNvGrpSpPr/>
        <p:nvPr/>
      </p:nvGrpSpPr>
      <p:grpSpPr>
        <a:xfrm>
          <a:off x="0" y="0"/>
          <a:ext cx="0" cy="0"/>
          <a:chOff x="0" y="0"/>
          <a:chExt cx="0" cy="0"/>
        </a:xfrm>
      </p:grpSpPr>
      <p:sp>
        <p:nvSpPr>
          <p:cNvPr id="5" name="Rectangle 4"/>
          <p:cNvSpPr/>
          <p:nvPr userDrawn="1"/>
        </p:nvSpPr>
        <p:spPr>
          <a:xfrm>
            <a:off x="0" y="6620254"/>
            <a:ext cx="12188952" cy="237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val="0"/>
              </a:ext>
            </a:extLst>
          </a:blip>
          <a:srcRect t="35794" b="1"/>
          <a:stretch/>
        </p:blipFill>
        <p:spPr>
          <a:xfrm>
            <a:off x="-3013" y="6651956"/>
            <a:ext cx="12195013" cy="227989"/>
          </a:xfrm>
          <a:prstGeom prst="rect">
            <a:avLst/>
          </a:prstGeom>
          <a:noFill/>
        </p:spPr>
      </p:pic>
      <p:sp>
        <p:nvSpPr>
          <p:cNvPr id="10" name="Picture Placeholder 5"/>
          <p:cNvSpPr>
            <a:spLocks noGrp="1"/>
          </p:cNvSpPr>
          <p:nvPr>
            <p:ph type="pic" sz="quarter" idx="11"/>
          </p:nvPr>
        </p:nvSpPr>
        <p:spPr>
          <a:xfrm>
            <a:off x="-88899" y="-101600"/>
            <a:ext cx="12369800" cy="6721854"/>
          </a:xfrm>
        </p:spPr>
        <p:txBody>
          <a:bodyPr/>
          <a:lstStyle/>
          <a:p>
            <a:r>
              <a:rPr lang="en-US"/>
              <a:t>Click icon to add picture</a:t>
            </a:r>
            <a:endParaRPr lang="en-US" dirty="0"/>
          </a:p>
        </p:txBody>
      </p:sp>
    </p:spTree>
    <p:extLst>
      <p:ext uri="{BB962C8B-B14F-4D97-AF65-F5344CB8AC3E}">
        <p14:creationId xmlns:p14="http://schemas.microsoft.com/office/powerpoint/2010/main" val="1313955672"/>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4_Photo w/Bar">
    <p:bg>
      <p:bgPr>
        <a:solidFill>
          <a:schemeClr val="bg1"/>
        </a:solidFill>
        <a:effectLst/>
      </p:bgPr>
    </p:bg>
    <p:spTree>
      <p:nvGrpSpPr>
        <p:cNvPr id="1" name=""/>
        <p:cNvGrpSpPr/>
        <p:nvPr/>
      </p:nvGrpSpPr>
      <p:grpSpPr>
        <a:xfrm>
          <a:off x="0" y="0"/>
          <a:ext cx="0" cy="0"/>
          <a:chOff x="0" y="0"/>
          <a:chExt cx="0" cy="0"/>
        </a:xfrm>
      </p:grpSpPr>
      <p:sp>
        <p:nvSpPr>
          <p:cNvPr id="4" name="Rectangle 3"/>
          <p:cNvSpPr/>
          <p:nvPr userDrawn="1"/>
        </p:nvSpPr>
        <p:spPr>
          <a:xfrm>
            <a:off x="0" y="6620256"/>
            <a:ext cx="12192000" cy="237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userDrawn="1"/>
        </p:nvPicPr>
        <p:blipFill rotWithShape="1">
          <a:blip r:embed="rId2" cstate="print">
            <a:extLst>
              <a:ext uri="{28A0092B-C50C-407E-A947-70E740481C1C}">
                <a14:useLocalDpi xmlns:a14="http://schemas.microsoft.com/office/drawing/2010/main" val="0"/>
              </a:ext>
            </a:extLst>
          </a:blip>
          <a:srcRect t="34430"/>
          <a:stretch/>
        </p:blipFill>
        <p:spPr>
          <a:xfrm>
            <a:off x="0" y="6649517"/>
            <a:ext cx="12192000" cy="232776"/>
          </a:xfrm>
          <a:prstGeom prst="rect">
            <a:avLst/>
          </a:prstGeom>
          <a:noFill/>
        </p:spPr>
      </p:pic>
      <p:sp>
        <p:nvSpPr>
          <p:cNvPr id="5" name="Picture Placeholder 5"/>
          <p:cNvSpPr>
            <a:spLocks noGrp="1"/>
          </p:cNvSpPr>
          <p:nvPr>
            <p:ph type="pic" sz="quarter" idx="11"/>
          </p:nvPr>
        </p:nvSpPr>
        <p:spPr>
          <a:xfrm>
            <a:off x="-88899" y="-101600"/>
            <a:ext cx="12369800" cy="6721854"/>
          </a:xfrm>
        </p:spPr>
        <p:txBody>
          <a:bodyPr/>
          <a:lstStyle/>
          <a:p>
            <a:r>
              <a:rPr lang="en-US"/>
              <a:t>Click icon to add picture</a:t>
            </a:r>
          </a:p>
        </p:txBody>
      </p:sp>
    </p:spTree>
    <p:extLst>
      <p:ext uri="{BB962C8B-B14F-4D97-AF65-F5344CB8AC3E}">
        <p14:creationId xmlns:p14="http://schemas.microsoft.com/office/powerpoint/2010/main" val="1980840287"/>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92480" y="441960"/>
            <a:ext cx="10607040" cy="914400"/>
          </a:xfrm>
          <a:prstGeom prst="rect">
            <a:avLst/>
          </a:prstGeom>
        </p:spPr>
        <p:txBody>
          <a:bodyPr vert="horz" lIns="0" tIns="0" rIns="0" bIns="0" rtlCol="0" anchor="ctr" anchorCtr="0">
            <a:noAutofit/>
          </a:bodyPr>
          <a:lstStyle/>
          <a:p>
            <a:r>
              <a:rPr lang="en-US"/>
              <a:t>Click to edit Master title style</a:t>
            </a:r>
            <a:endParaRPr lang="en-CA" dirty="0"/>
          </a:p>
        </p:txBody>
      </p:sp>
      <p:sp>
        <p:nvSpPr>
          <p:cNvPr id="18" name="Slide Number Placeholder 5"/>
          <p:cNvSpPr txBox="1">
            <a:spLocks/>
          </p:cNvSpPr>
          <p:nvPr userDrawn="1"/>
        </p:nvSpPr>
        <p:spPr>
          <a:xfrm>
            <a:off x="579120" y="6289008"/>
            <a:ext cx="329636" cy="182880"/>
          </a:xfrm>
          <a:prstGeom prst="rect">
            <a:avLst/>
          </a:prstGeom>
          <a:noFill/>
        </p:spPr>
        <p:txBody>
          <a:bodyPr lIns="0" anchor="ctr" anchorCtr="0"/>
          <a:lstStyle>
            <a:defPPr>
              <a:defRPr lang="en-US"/>
            </a:defPPr>
            <a:lvl1pPr marL="0" algn="l" defTabSz="914400" rtl="0" eaLnBrk="1" latinLnBrk="0" hangingPunct="1">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00E6A5BD-C011-4A45-AA3A-201790FB7F2B}" type="slidenum">
              <a:rPr lang="en-CA" sz="800" b="0" i="0" smtClean="0">
                <a:solidFill>
                  <a:schemeClr val="accent2"/>
                </a:solidFill>
                <a:latin typeface="Gotham Rounded Book" charset="0"/>
                <a:ea typeface="Gotham Rounded Book" charset="0"/>
                <a:cs typeface="Gotham Rounded Book" charset="0"/>
              </a:rPr>
              <a:pPr algn="l"/>
              <a:t>‹#›</a:t>
            </a:fld>
            <a:endParaRPr lang="en-CA" sz="800" b="0" i="0" dirty="0">
              <a:solidFill>
                <a:schemeClr val="accent2"/>
              </a:solidFill>
              <a:latin typeface="Gotham Rounded Book" charset="0"/>
              <a:ea typeface="Gotham Rounded Book" charset="0"/>
              <a:cs typeface="Gotham Rounded Book" charset="0"/>
            </a:endParaRPr>
          </a:p>
        </p:txBody>
      </p:sp>
      <p:cxnSp>
        <p:nvCxnSpPr>
          <p:cNvPr id="22" name="Straight Connector 21"/>
          <p:cNvCxnSpPr/>
          <p:nvPr userDrawn="1"/>
        </p:nvCxnSpPr>
        <p:spPr>
          <a:xfrm>
            <a:off x="594360" y="6123432"/>
            <a:ext cx="11003280" cy="0"/>
          </a:xfrm>
          <a:prstGeom prst="line">
            <a:avLst/>
          </a:prstGeom>
          <a:ln w="28575" cap="rnd">
            <a:solidFill>
              <a:schemeClr val="accent1"/>
            </a:solidFill>
            <a:prstDash val="sysDot"/>
          </a:ln>
        </p:spPr>
        <p:style>
          <a:lnRef idx="1">
            <a:schemeClr val="accent1"/>
          </a:lnRef>
          <a:fillRef idx="0">
            <a:schemeClr val="accent1"/>
          </a:fillRef>
          <a:effectRef idx="0">
            <a:schemeClr val="accent1"/>
          </a:effectRef>
          <a:fontRef idx="minor">
            <a:schemeClr val="tx1"/>
          </a:fontRef>
        </p:style>
      </p:cxnSp>
      <p:sp>
        <p:nvSpPr>
          <p:cNvPr id="6" name="TextBox 5"/>
          <p:cNvSpPr txBox="1"/>
          <p:nvPr userDrawn="1"/>
        </p:nvSpPr>
        <p:spPr>
          <a:xfrm>
            <a:off x="3517392" y="6318433"/>
            <a:ext cx="5157216" cy="123111"/>
          </a:xfrm>
          <a:prstGeom prst="rect">
            <a:avLst/>
          </a:prstGeom>
          <a:noFill/>
        </p:spPr>
        <p:txBody>
          <a:bodyPr wrap="square" lIns="0" tIns="0" rIns="0" bIns="0" rtlCol="0">
            <a:spAutoFit/>
          </a:bodyPr>
          <a:lstStyle/>
          <a:p>
            <a:pPr algn="ctr"/>
            <a:r>
              <a:rPr lang="en-CA" sz="800" b="0" i="0" dirty="0">
                <a:solidFill>
                  <a:schemeClr val="tx2"/>
                </a:solidFill>
                <a:latin typeface="Gotham Rounded Book" charset="0"/>
                <a:ea typeface="Gotham Rounded Book" charset="0"/>
                <a:cs typeface="Gotham Rounded Book" charset="0"/>
              </a:rPr>
              <a:t>Confidential. Not to be copied, distributed, or reproduced without prior approval. </a:t>
            </a:r>
          </a:p>
        </p:txBody>
      </p:sp>
      <p:sp>
        <p:nvSpPr>
          <p:cNvPr id="3" name="Text Placeholder 2"/>
          <p:cNvSpPr>
            <a:spLocks noGrp="1"/>
          </p:cNvSpPr>
          <p:nvPr>
            <p:ph type="body" idx="1"/>
          </p:nvPr>
        </p:nvSpPr>
        <p:spPr>
          <a:xfrm>
            <a:off x="1798864" y="1436716"/>
            <a:ext cx="8594272"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pic>
        <p:nvPicPr>
          <p:cNvPr id="4" name="Picture 3"/>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0530928" y="6231328"/>
            <a:ext cx="1074663" cy="291723"/>
          </a:xfrm>
          <a:prstGeom prst="rect">
            <a:avLst/>
          </a:prstGeom>
        </p:spPr>
      </p:pic>
    </p:spTree>
    <p:extLst>
      <p:ext uri="{BB962C8B-B14F-4D97-AF65-F5344CB8AC3E}">
        <p14:creationId xmlns:p14="http://schemas.microsoft.com/office/powerpoint/2010/main" val="1234294662"/>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9" r:id="rId3"/>
    <p:sldLayoutId id="2147483681" r:id="rId4"/>
    <p:sldLayoutId id="2147483682" r:id="rId5"/>
    <p:sldLayoutId id="2147483691" r:id="rId6"/>
  </p:sldLayoutIdLst>
  <p:transition spd="slow">
    <p:push dir="u"/>
  </p:transition>
  <p:hf hdr="0"/>
  <p:txStyles>
    <p:titleStyle>
      <a:lvl1pPr algn="ctr" defTabSz="914400" rtl="0" eaLnBrk="1" latinLnBrk="0" hangingPunct="1">
        <a:lnSpc>
          <a:spcPct val="90000"/>
        </a:lnSpc>
        <a:spcBef>
          <a:spcPct val="0"/>
        </a:spcBef>
        <a:buNone/>
        <a:defRPr sz="3600" kern="1200" spc="0">
          <a:solidFill>
            <a:schemeClr val="accent2"/>
          </a:solidFill>
          <a:latin typeface="Gotham Rounded Book" charset="0"/>
          <a:ea typeface="Gotham Rounded Book" charset="0"/>
          <a:cs typeface="Gotham Rounded Book" charset="0"/>
        </a:defRPr>
      </a:lvl1pPr>
    </p:titleStyle>
    <p:bodyStyle>
      <a:lvl1pPr marL="155448" indent="-155448" algn="l" defTabSz="914400" rtl="0" eaLnBrk="1" latinLnBrk="0" hangingPunct="1">
        <a:lnSpc>
          <a:spcPct val="90000"/>
        </a:lnSpc>
        <a:spcBef>
          <a:spcPts val="800"/>
        </a:spcBef>
        <a:spcAft>
          <a:spcPts val="300"/>
        </a:spcAft>
        <a:buClr>
          <a:schemeClr val="accent1"/>
        </a:buClr>
        <a:buFont typeface="Arial" panose="020B0604020202020204" pitchFamily="34" charset="0"/>
        <a:buChar char="•"/>
        <a:defRPr sz="2000" b="0" i="0" kern="1200">
          <a:solidFill>
            <a:schemeClr val="tx1"/>
          </a:solidFill>
          <a:latin typeface="Gotham Rounded Book" charset="0"/>
          <a:ea typeface="Gotham Rounded Book" charset="0"/>
          <a:cs typeface="Gotham Rounded Book" charset="0"/>
        </a:defRPr>
      </a:lvl1pPr>
      <a:lvl2pPr marL="155448" indent="0" algn="l" defTabSz="914400" rtl="0" eaLnBrk="1" latinLnBrk="0" hangingPunct="1">
        <a:lnSpc>
          <a:spcPct val="90000"/>
        </a:lnSpc>
        <a:spcBef>
          <a:spcPts val="0"/>
        </a:spcBef>
        <a:buClr>
          <a:schemeClr val="accent1"/>
        </a:buClr>
        <a:buFontTx/>
        <a:buNone/>
        <a:defRPr sz="1800" b="0" i="0" kern="1200">
          <a:solidFill>
            <a:schemeClr val="tx1"/>
          </a:solidFill>
          <a:latin typeface="Gotham Rounded Book" charset="0"/>
          <a:ea typeface="Gotham Rounded Book" charset="0"/>
          <a:cs typeface="Gotham Rounded Book" charset="0"/>
        </a:defRPr>
      </a:lvl2pPr>
      <a:lvl3pPr marL="155448" indent="-155448" algn="l" defTabSz="914400" rtl="0" eaLnBrk="1" latinLnBrk="0" hangingPunct="1">
        <a:lnSpc>
          <a:spcPct val="90000"/>
        </a:lnSpc>
        <a:spcBef>
          <a:spcPts val="1100"/>
        </a:spcBef>
        <a:spcAft>
          <a:spcPts val="300"/>
        </a:spcAft>
        <a:buClr>
          <a:schemeClr val="accent1"/>
        </a:buClr>
        <a:buSzPct val="91000"/>
        <a:buFont typeface="Arial" charset="0"/>
        <a:buChar char="•"/>
        <a:defRPr lang="en-US" sz="1600" b="0" i="0" kern="1200" dirty="0">
          <a:solidFill>
            <a:schemeClr val="tx1"/>
          </a:solidFill>
          <a:latin typeface="Gotham Rounded Book" charset="0"/>
          <a:ea typeface="Gotham Rounded Book" charset="0"/>
          <a:cs typeface="Gotham Rounded Book" charset="0"/>
        </a:defRPr>
      </a:lvl3pPr>
      <a:lvl4pPr marL="155448" indent="0" algn="l" defTabSz="914400" rtl="0" eaLnBrk="1" latinLnBrk="0" hangingPunct="1">
        <a:lnSpc>
          <a:spcPct val="90000"/>
        </a:lnSpc>
        <a:spcBef>
          <a:spcPts val="0"/>
        </a:spcBef>
        <a:buClr>
          <a:schemeClr val="accent1"/>
        </a:buClr>
        <a:buFontTx/>
        <a:buNone/>
        <a:defRPr sz="1400" b="0" i="0" kern="1200">
          <a:solidFill>
            <a:schemeClr val="tx1"/>
          </a:solidFill>
          <a:latin typeface="Gotham Rounded Book" charset="0"/>
          <a:ea typeface="Gotham Rounded Book" charset="0"/>
          <a:cs typeface="Gotham Rounded Book" charset="0"/>
        </a:defRPr>
      </a:lvl4pPr>
      <a:lvl5pPr marL="155448" indent="-155448" algn="l" defTabSz="914400" rtl="0" eaLnBrk="1" latinLnBrk="0" hangingPunct="1">
        <a:lnSpc>
          <a:spcPct val="99000"/>
        </a:lnSpc>
        <a:spcBef>
          <a:spcPts val="900"/>
        </a:spcBef>
        <a:buClr>
          <a:schemeClr val="accent5"/>
        </a:buClr>
        <a:buSzPct val="91000"/>
        <a:buFont typeface="Arial" panose="020B0604020202020204" pitchFamily="34" charset="0"/>
        <a:buChar char="•"/>
        <a:defRPr sz="1800" kern="1200">
          <a:solidFill>
            <a:schemeClr val="accent2"/>
          </a:solidFill>
          <a:latin typeface="+mn-lt"/>
          <a:ea typeface="+mn-ea"/>
          <a:cs typeface="+mn-cs"/>
        </a:defRPr>
      </a:lvl5pPr>
      <a:lvl6pPr marL="192024" indent="0" algn="l" defTabSz="914400" rtl="0" eaLnBrk="1" latinLnBrk="0" hangingPunct="1">
        <a:lnSpc>
          <a:spcPct val="99000"/>
        </a:lnSpc>
        <a:spcBef>
          <a:spcPts val="0"/>
        </a:spcBef>
        <a:buSzPct val="91000"/>
        <a:buFontTx/>
        <a:buNone/>
        <a:defRPr sz="1800" kern="1200">
          <a:solidFill>
            <a:schemeClr val="accent2"/>
          </a:solidFill>
          <a:latin typeface="+mn-lt"/>
          <a:ea typeface="+mn-ea"/>
          <a:cs typeface="+mn-cs"/>
        </a:defRPr>
      </a:lvl6pPr>
      <a:lvl7pPr marL="0" indent="0" algn="l" defTabSz="914400" rtl="0" eaLnBrk="1" latinLnBrk="0" hangingPunct="1">
        <a:lnSpc>
          <a:spcPct val="99000"/>
        </a:lnSpc>
        <a:spcBef>
          <a:spcPts val="900"/>
        </a:spcBef>
        <a:buSzPct val="91000"/>
        <a:buFontTx/>
        <a:buNone/>
        <a:defRPr sz="1800" b="1" kern="1200">
          <a:solidFill>
            <a:schemeClr val="accent2"/>
          </a:solidFill>
          <a:latin typeface="+mn-lt"/>
          <a:ea typeface="+mn-ea"/>
          <a:cs typeface="+mn-cs"/>
        </a:defRPr>
      </a:lvl7pPr>
      <a:lvl8pPr marL="0" indent="0" algn="l" defTabSz="914400" rtl="0" eaLnBrk="1" latinLnBrk="0" hangingPunct="1">
        <a:lnSpc>
          <a:spcPct val="99000"/>
        </a:lnSpc>
        <a:spcBef>
          <a:spcPts val="0"/>
        </a:spcBef>
        <a:buSzPct val="91000"/>
        <a:buFontTx/>
        <a:buNone/>
        <a:defRPr sz="1800" kern="1200">
          <a:solidFill>
            <a:schemeClr val="accent2"/>
          </a:solidFill>
          <a:latin typeface="+mn-lt"/>
          <a:ea typeface="+mn-ea"/>
          <a:cs typeface="+mn-cs"/>
        </a:defRPr>
      </a:lvl8pPr>
      <a:lvl9pPr marL="0" indent="0" algn="l" defTabSz="914400" rtl="0" eaLnBrk="1" latinLnBrk="0" hangingPunct="1">
        <a:lnSpc>
          <a:spcPct val="99000"/>
        </a:lnSpc>
        <a:spcBef>
          <a:spcPts val="900"/>
        </a:spcBef>
        <a:buSzPct val="91000"/>
        <a:buFontTx/>
        <a:buNone/>
        <a:defRPr sz="1800" i="1" kern="1200">
          <a:solidFill>
            <a:schemeClr val="accent2"/>
          </a:solidFill>
          <a:latin typeface="+mn-lt"/>
          <a:ea typeface="+mn-ea"/>
          <a:cs typeface="+mn-cs"/>
        </a:defRPr>
      </a:lvl9pPr>
    </p:bodyStyle>
    <p:otherStyle>
      <a:defPPr>
        <a:defRPr lang="en-US"/>
      </a:defPPr>
      <a:lvl1pPr marL="0" algn="l" defTabSz="914400" rtl="0" eaLnBrk="1" latinLnBrk="0" hangingPunct="1">
        <a:lnSpc>
          <a:spcPct val="99000"/>
        </a:lnSpc>
        <a:defRPr sz="1400" kern="1200">
          <a:solidFill>
            <a:schemeClr val="accent2"/>
          </a:solidFill>
          <a:latin typeface="+mn-lt"/>
          <a:ea typeface="+mn-ea"/>
          <a:cs typeface="+mn-cs"/>
        </a:defRPr>
      </a:lvl1pPr>
      <a:lvl2pPr marL="0" algn="l" defTabSz="914400" rtl="0" eaLnBrk="1" latinLnBrk="0" hangingPunct="1">
        <a:lnSpc>
          <a:spcPct val="99000"/>
        </a:lnSpc>
        <a:spcBef>
          <a:spcPts val="900"/>
        </a:spcBef>
        <a:defRPr sz="1400" b="1" kern="1200">
          <a:solidFill>
            <a:schemeClr val="accent2"/>
          </a:solidFill>
          <a:latin typeface="+mn-lt"/>
          <a:ea typeface="+mn-ea"/>
          <a:cs typeface="+mn-cs"/>
        </a:defRPr>
      </a:lvl2pPr>
      <a:lvl3pPr marL="155448" indent="-155448" algn="l" defTabSz="914400" rtl="0" eaLnBrk="1" latinLnBrk="0" hangingPunct="1">
        <a:lnSpc>
          <a:spcPct val="99000"/>
        </a:lnSpc>
        <a:buSzPct val="91000"/>
        <a:buFont typeface="Arial" panose="020B0604020202020204" pitchFamily="34" charset="0"/>
        <a:buChar char="•"/>
        <a:defRPr sz="1400" kern="1200">
          <a:solidFill>
            <a:schemeClr val="accent2"/>
          </a:solidFill>
          <a:latin typeface="+mn-lt"/>
          <a:ea typeface="+mn-ea"/>
          <a:cs typeface="+mn-cs"/>
        </a:defRPr>
      </a:lvl3pPr>
      <a:lvl4pPr marL="155448" indent="-155448" algn="l" defTabSz="914400" rtl="0" eaLnBrk="1" latinLnBrk="0" hangingPunct="1">
        <a:lnSpc>
          <a:spcPct val="99000"/>
        </a:lnSpc>
        <a:spcBef>
          <a:spcPts val="900"/>
        </a:spcBef>
        <a:buSzPct val="91000"/>
        <a:buFont typeface="Arial" panose="020B0604020202020204" pitchFamily="34" charset="0"/>
        <a:buChar char="•"/>
        <a:defRPr sz="1400" b="1" kern="1200">
          <a:solidFill>
            <a:schemeClr val="accent2"/>
          </a:solidFill>
          <a:latin typeface="+mn-lt"/>
          <a:ea typeface="+mn-ea"/>
          <a:cs typeface="+mn-cs"/>
        </a:defRPr>
      </a:lvl4pPr>
      <a:lvl5pPr marL="155448" algn="l" defTabSz="914400" rtl="0" eaLnBrk="1" latinLnBrk="0" hangingPunct="1">
        <a:lnSpc>
          <a:spcPct val="99000"/>
        </a:lnSpc>
        <a:defRPr sz="1400" kern="1200">
          <a:solidFill>
            <a:schemeClr val="accent2"/>
          </a:solidFill>
          <a:latin typeface="+mn-lt"/>
          <a:ea typeface="+mn-ea"/>
          <a:cs typeface="+mn-cs"/>
        </a:defRPr>
      </a:lvl5pPr>
      <a:lvl6pPr marL="0" algn="l" defTabSz="914400" rtl="0" eaLnBrk="1" latinLnBrk="0" hangingPunct="1">
        <a:lnSpc>
          <a:spcPct val="99000"/>
        </a:lnSpc>
        <a:defRPr sz="1400" kern="1200">
          <a:solidFill>
            <a:schemeClr val="accent2"/>
          </a:solidFill>
          <a:latin typeface="+mn-lt"/>
          <a:ea typeface="+mn-ea"/>
          <a:cs typeface="+mn-cs"/>
        </a:defRPr>
      </a:lvl6pPr>
      <a:lvl7pPr marL="0" algn="l" defTabSz="914400" rtl="0" eaLnBrk="1" latinLnBrk="0" hangingPunct="1">
        <a:lnSpc>
          <a:spcPct val="99000"/>
        </a:lnSpc>
        <a:defRPr sz="1400" kern="1200">
          <a:solidFill>
            <a:schemeClr val="accent2"/>
          </a:solidFill>
          <a:latin typeface="+mn-lt"/>
          <a:ea typeface="+mn-ea"/>
          <a:cs typeface="+mn-cs"/>
        </a:defRPr>
      </a:lvl7pPr>
      <a:lvl8pPr marL="0" algn="l" defTabSz="914400" rtl="0" eaLnBrk="1" latinLnBrk="0" hangingPunct="1">
        <a:lnSpc>
          <a:spcPct val="99000"/>
        </a:lnSpc>
        <a:defRPr sz="1400" kern="1200">
          <a:solidFill>
            <a:schemeClr val="accent2"/>
          </a:solidFill>
          <a:latin typeface="+mn-lt"/>
          <a:ea typeface="+mn-ea"/>
          <a:cs typeface="+mn-cs"/>
        </a:defRPr>
      </a:lvl8pPr>
      <a:lvl9pPr marL="0" algn="l" defTabSz="914400" rtl="0" eaLnBrk="1" latinLnBrk="0" hangingPunct="1">
        <a:lnSpc>
          <a:spcPct val="99000"/>
        </a:lnSpc>
        <a:defRPr sz="1400" kern="1200">
          <a:solidFill>
            <a:schemeClr val="accent2"/>
          </a:solidFill>
          <a:latin typeface="+mn-lt"/>
          <a:ea typeface="+mn-ea"/>
          <a:cs typeface="+mn-cs"/>
        </a:defRPr>
      </a:lvl9pPr>
    </p:otherStyle>
  </p:txStyles>
  <p:extLst>
    <p:ext uri="{27BBF7A9-308A-43DC-89C8-2F10F3537804}">
      <p15:sldGuideLst xmlns:p15="http://schemas.microsoft.com/office/powerpoint/2012/main">
        <p15:guide id="1" orient="horz" pos="4042">
          <p15:clr>
            <a:srgbClr val="F26B43"/>
          </p15:clr>
        </p15:guide>
        <p15:guide id="2" pos="3840">
          <p15:clr>
            <a:srgbClr val="F26B43"/>
          </p15:clr>
        </p15:guide>
        <p15:guide id="3" pos="360">
          <p15:clr>
            <a:srgbClr val="F26B43"/>
          </p15:clr>
        </p15:guide>
        <p15:guide id="4" pos="7296">
          <p15:clr>
            <a:srgbClr val="F26B43"/>
          </p15:clr>
        </p15:guide>
        <p15:guide id="5" pos="984">
          <p15:clr>
            <a:srgbClr val="F26B43"/>
          </p15:clr>
        </p15:guide>
        <p15:guide id="6" orient="horz" pos="410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hyperlink" Target="https://spo-teamsite.ge.com/sites/fieldcore/functions/ehs/Life%20Saving%20Principles/Forms/AllItems.aspx?id=%2Fsites%2Ffieldcore%2Ffunctions%2Fehs%2FLife%20Saving%20Principles%2FLSP%20%2D%20English%2FLife%20Saving%20Principles%20Posters%20Landscape%2FFieldCore%5FLSP%5FHazardous%20Substances%20%5Flandscape%5FENG%2Ejpg&amp;viewid=00000000%2D0000%2D0000%2D0000%2D000000000000&amp;parent=%2Fsites%2Ffieldcore%2Ffunctions%2Fehs%2FLife%20Saving%20Principles%2FLSP%20%2D%20English%2FLife%20Saving%20Principles%20Posters%20Landscape" TargetMode="External"/><Relationship Id="rId7" Type="http://schemas.openxmlformats.org/officeDocument/2006/relationships/image" Target="../media/image15.png"/><Relationship Id="rId2" Type="http://schemas.openxmlformats.org/officeDocument/2006/relationships/hyperlink" Target="https://spo-teamsite.ge.com/:b:/r/sites/fieldcore/functions/ehs/ToolboxTalks/Fieldcore%20-%20SYPOL%20-%20Chemical%20Risk%20Assessment%20Tool%20-%20User%20Guide%20.pdf?csf=1&amp;e=JGH3Es" TargetMode="External"/><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hyperlink" Target="mailto:ross.conway@ge.com"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hyperlink" Target="mailto:ross.conway@ge.com" TargetMode="External"/><Relationship Id="rId1" Type="http://schemas.openxmlformats.org/officeDocument/2006/relationships/slideLayout" Target="../slideLayouts/slideLayout2.xml"/><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17C0AD-88F4-42C6-91AC-14C44D875819}"/>
              </a:ext>
            </a:extLst>
          </p:cNvPr>
          <p:cNvSpPr>
            <a:spLocks noGrp="1"/>
          </p:cNvSpPr>
          <p:nvPr>
            <p:ph type="dt" sz="half" idx="10"/>
          </p:nvPr>
        </p:nvSpPr>
        <p:spPr>
          <a:xfrm>
            <a:off x="8686800" y="6360302"/>
            <a:ext cx="1923161" cy="309433"/>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A587841-310F-2844-BBE1-2990194B9448}" type="datetime4">
              <a:rPr kumimoji="0" lang="en-US" sz="1200" b="1" i="0" u="none" strike="noStrike" kern="1200" cap="none" spc="0" normalizeH="0" baseline="0" noProof="0" smtClean="0">
                <a:ln>
                  <a:noFill/>
                </a:ln>
                <a:solidFill>
                  <a:srgbClr val="FE5000"/>
                </a:solidFill>
                <a:effectLst/>
                <a:uLnTx/>
                <a:uFillTx/>
                <a:latin typeface="Montserrat" panose="00000500000000000000" pitchFamily="2" charset="0"/>
              </a:rPr>
              <a:pPr marL="0" marR="0" lvl="0" indent="0" algn="ctr" defTabSz="914400" rtl="0" eaLnBrk="1" fontAlgn="auto" latinLnBrk="0" hangingPunct="1">
                <a:lnSpc>
                  <a:spcPct val="100000"/>
                </a:lnSpc>
                <a:spcBef>
                  <a:spcPts val="0"/>
                </a:spcBef>
                <a:spcAft>
                  <a:spcPts val="0"/>
                </a:spcAft>
                <a:buClrTx/>
                <a:buSzTx/>
                <a:buFontTx/>
                <a:buNone/>
                <a:tabLst/>
                <a:defRPr/>
              </a:pPr>
              <a:t>March 20, 2026</a:t>
            </a:fld>
            <a:endParaRPr kumimoji="0" lang="en-CA" sz="1200" b="1" i="0" u="none" strike="noStrike" kern="1200" cap="none" spc="0" normalizeH="0" baseline="0" noProof="0" dirty="0">
              <a:ln>
                <a:noFill/>
              </a:ln>
              <a:solidFill>
                <a:srgbClr val="FE5000"/>
              </a:solidFill>
              <a:effectLst/>
              <a:uLnTx/>
              <a:uFillTx/>
              <a:latin typeface="Montserrat" panose="00000500000000000000" pitchFamily="2" charset="0"/>
            </a:endParaRPr>
          </a:p>
        </p:txBody>
      </p:sp>
      <p:sp>
        <p:nvSpPr>
          <p:cNvPr id="3" name="Title 2">
            <a:extLst>
              <a:ext uri="{FF2B5EF4-FFF2-40B4-BE49-F238E27FC236}">
                <a16:creationId xmlns:a16="http://schemas.microsoft.com/office/drawing/2014/main" id="{734ECAC8-9F62-4D5A-8789-93FAC082356E}"/>
              </a:ext>
            </a:extLst>
          </p:cNvPr>
          <p:cNvSpPr>
            <a:spLocks noGrp="1"/>
          </p:cNvSpPr>
          <p:nvPr>
            <p:ph type="title"/>
          </p:nvPr>
        </p:nvSpPr>
        <p:spPr>
          <a:xfrm>
            <a:off x="3962400" y="1468606"/>
            <a:ext cx="7725038" cy="2036593"/>
          </a:xfrm>
        </p:spPr>
        <p:txBody>
          <a:bodyPr/>
          <a:lstStyle/>
          <a:p>
            <a:r>
              <a:rPr lang="en-US" dirty="0">
                <a:solidFill>
                  <a:srgbClr val="FD5000"/>
                </a:solidFill>
                <a:latin typeface="Montserrat" panose="00000500000000000000" pitchFamily="2" charset="0"/>
              </a:rPr>
              <a:t>MANAGING EXPOSURE: </a:t>
            </a:r>
            <a:br>
              <a:rPr lang="en-US" dirty="0">
                <a:latin typeface="Montserrat" panose="00000500000000000000" pitchFamily="2" charset="0"/>
              </a:rPr>
            </a:br>
            <a:r>
              <a:rPr lang="en-US" dirty="0">
                <a:latin typeface="Montserrat" panose="00000500000000000000" pitchFamily="2" charset="0"/>
              </a:rPr>
              <a:t>CHEMICAL RISK ASSESSMENT </a:t>
            </a:r>
            <a:br>
              <a:rPr lang="en-US" dirty="0">
                <a:latin typeface="Montserrat" panose="00000500000000000000" pitchFamily="2" charset="0"/>
              </a:rPr>
            </a:br>
            <a:r>
              <a:rPr lang="en-US" dirty="0">
                <a:latin typeface="Montserrat" panose="00000500000000000000" pitchFamily="2" charset="0"/>
              </a:rPr>
              <a:t>TOOL</a:t>
            </a:r>
            <a:br>
              <a:rPr lang="en-US" dirty="0">
                <a:latin typeface="Montserrat" panose="00000500000000000000" pitchFamily="2" charset="0"/>
              </a:rPr>
            </a:br>
            <a:endParaRPr lang="en-US" dirty="0">
              <a:solidFill>
                <a:schemeClr val="tx2"/>
              </a:solidFill>
              <a:latin typeface="Montserrat" panose="00000500000000000000" pitchFamily="2" charset="0"/>
            </a:endParaRPr>
          </a:p>
        </p:txBody>
      </p:sp>
      <p:sp>
        <p:nvSpPr>
          <p:cNvPr id="4" name="Text Placeholder 3">
            <a:extLst>
              <a:ext uri="{FF2B5EF4-FFF2-40B4-BE49-F238E27FC236}">
                <a16:creationId xmlns:a16="http://schemas.microsoft.com/office/drawing/2014/main" id="{16377172-9B73-4D09-A353-6FCCD970E795}"/>
              </a:ext>
            </a:extLst>
          </p:cNvPr>
          <p:cNvSpPr>
            <a:spLocks noGrp="1"/>
          </p:cNvSpPr>
          <p:nvPr>
            <p:ph type="body" sz="quarter" idx="13"/>
          </p:nvPr>
        </p:nvSpPr>
        <p:spPr>
          <a:xfrm>
            <a:off x="5048056" y="451688"/>
            <a:ext cx="6739617" cy="445042"/>
          </a:xfrm>
        </p:spPr>
        <p:txBody>
          <a:bodyPr/>
          <a:lstStyle/>
          <a:p>
            <a:r>
              <a:rPr lang="en-US" sz="6000" dirty="0">
                <a:latin typeface="Montserrat" panose="00000500000000000000" pitchFamily="2" charset="0"/>
              </a:rPr>
              <a:t>Sypol</a:t>
            </a:r>
          </a:p>
        </p:txBody>
      </p:sp>
      <p:sp>
        <p:nvSpPr>
          <p:cNvPr id="6" name="TextBox 5">
            <a:extLst>
              <a:ext uri="{FF2B5EF4-FFF2-40B4-BE49-F238E27FC236}">
                <a16:creationId xmlns:a16="http://schemas.microsoft.com/office/drawing/2014/main" id="{8B785C49-4DD9-4D15-B854-6590C0381D4F}"/>
              </a:ext>
            </a:extLst>
          </p:cNvPr>
          <p:cNvSpPr txBox="1"/>
          <p:nvPr/>
        </p:nvSpPr>
        <p:spPr>
          <a:xfrm>
            <a:off x="5791200" y="3497423"/>
            <a:ext cx="6248400" cy="923330"/>
          </a:xfrm>
          <a:prstGeom prst="rect">
            <a:avLst/>
          </a:prstGeom>
          <a:noFill/>
        </p:spPr>
        <p:txBody>
          <a:bodyPr wrap="square" lIns="0" tIns="0" rIns="0" bIns="0" rtlCol="0">
            <a:spAutoFit/>
          </a:bodyPr>
          <a:lstStyle/>
          <a:p>
            <a:r>
              <a:rPr lang="en-US" sz="6000" b="1" dirty="0">
                <a:solidFill>
                  <a:srgbClr val="FD5000"/>
                </a:solidFill>
                <a:latin typeface="Montserrat" panose="00000500000000000000" pitchFamily="2" charset="0"/>
              </a:rPr>
              <a:t>User Guide v5.1</a:t>
            </a:r>
            <a:endParaRPr lang="en-GB" sz="6000" b="1" dirty="0">
              <a:solidFill>
                <a:schemeClr val="accent2"/>
              </a:solidFill>
              <a:latin typeface="Montserrat" panose="00000500000000000000" pitchFamily="2" charset="0"/>
            </a:endParaRPr>
          </a:p>
        </p:txBody>
      </p:sp>
      <p:pic>
        <p:nvPicPr>
          <p:cNvPr id="7" name="Graphic 6" descr="Flask outline">
            <a:extLst>
              <a:ext uri="{FF2B5EF4-FFF2-40B4-BE49-F238E27FC236}">
                <a16:creationId xmlns:a16="http://schemas.microsoft.com/office/drawing/2014/main" id="{03C176B5-708C-4A33-B93C-D6678224539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4800" y="283729"/>
            <a:ext cx="2369754" cy="2369754"/>
          </a:xfrm>
          <a:prstGeom prst="rect">
            <a:avLst/>
          </a:prstGeom>
        </p:spPr>
      </p:pic>
      <p:sp>
        <p:nvSpPr>
          <p:cNvPr id="9" name="TextBox 8">
            <a:extLst>
              <a:ext uri="{FF2B5EF4-FFF2-40B4-BE49-F238E27FC236}">
                <a16:creationId xmlns:a16="http://schemas.microsoft.com/office/drawing/2014/main" id="{A555D8E1-E76C-48A8-B264-484D5B973B78}"/>
              </a:ext>
            </a:extLst>
          </p:cNvPr>
          <p:cNvSpPr txBox="1"/>
          <p:nvPr/>
        </p:nvSpPr>
        <p:spPr>
          <a:xfrm>
            <a:off x="9167327" y="4290307"/>
            <a:ext cx="2796073" cy="369332"/>
          </a:xfrm>
          <a:prstGeom prst="rect">
            <a:avLst/>
          </a:prstGeom>
          <a:noFill/>
        </p:spPr>
        <p:txBody>
          <a:bodyPr wrap="square">
            <a:spAutoFit/>
          </a:bodyPr>
          <a:lstStyle/>
          <a:p>
            <a:pPr algn="r"/>
            <a:r>
              <a:rPr lang="en-US" sz="1800" dirty="0">
                <a:solidFill>
                  <a:schemeClr val="tx2"/>
                </a:solidFill>
                <a:latin typeface="Montserrat" panose="00000500000000000000" pitchFamily="2" charset="0"/>
              </a:rPr>
              <a:t>()</a:t>
            </a:r>
            <a:endParaRPr lang="en-US" dirty="0"/>
          </a:p>
        </p:txBody>
      </p:sp>
    </p:spTree>
    <p:extLst>
      <p:ext uri="{BB962C8B-B14F-4D97-AF65-F5344CB8AC3E}">
        <p14:creationId xmlns:p14="http://schemas.microsoft.com/office/powerpoint/2010/main" val="8874412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5440" y="228600"/>
            <a:ext cx="8961119" cy="694944"/>
          </a:xfrm>
          <a:solidFill>
            <a:srgbClr val="FD5000"/>
          </a:solidFill>
        </p:spPr>
        <p:txBody>
          <a:bodyPr/>
          <a:lstStyle/>
          <a:p>
            <a:r>
              <a:rPr lang="en-US" b="1" dirty="0">
                <a:latin typeface="Montserrat" panose="00000500000000000000" pitchFamily="2" charset="0"/>
              </a:rPr>
              <a:t>1: User Guide: Contents</a:t>
            </a:r>
          </a:p>
        </p:txBody>
      </p:sp>
      <p:sp>
        <p:nvSpPr>
          <p:cNvPr id="7" name="Content Placeholder 6"/>
          <p:cNvSpPr>
            <a:spLocks noGrp="1"/>
          </p:cNvSpPr>
          <p:nvPr>
            <p:ph sz="quarter" idx="14"/>
          </p:nvPr>
        </p:nvSpPr>
        <p:spPr>
          <a:xfrm>
            <a:off x="2514600" y="1447800"/>
            <a:ext cx="9601200" cy="3733800"/>
          </a:xfrm>
        </p:spPr>
        <p:txBody>
          <a:bodyPr>
            <a:noAutofit/>
          </a:bodyPr>
          <a:lstStyle/>
          <a:p>
            <a:pPr marL="457200" indent="-457200">
              <a:buFont typeface="Arial" panose="020B0604020202020204" pitchFamily="34" charset="0"/>
              <a:buAutoNum type="arabicPeriod"/>
            </a:pPr>
            <a:r>
              <a:rPr lang="en-US" sz="2400" dirty="0">
                <a:solidFill>
                  <a:schemeClr val="accent2"/>
                </a:solidFill>
                <a:latin typeface="Montserrat" panose="00000500000000000000" pitchFamily="2" charset="0"/>
              </a:rPr>
              <a:t>User Guide: Contents (Slide/Pg 2)</a:t>
            </a:r>
          </a:p>
          <a:p>
            <a:pPr marL="457200" indent="-457200">
              <a:buFont typeface="Arial" panose="020B0604020202020204" pitchFamily="34" charset="0"/>
              <a:buAutoNum type="arabicPeriod"/>
            </a:pPr>
            <a:r>
              <a:rPr lang="en-US" sz="2400" dirty="0">
                <a:solidFill>
                  <a:schemeClr val="accent2"/>
                </a:solidFill>
                <a:latin typeface="Montserrat" panose="00000500000000000000" pitchFamily="2" charset="0"/>
              </a:rPr>
              <a:t>Why do need Sypol, if we have SDS’s? (Slide/Pg 3)</a:t>
            </a:r>
          </a:p>
          <a:p>
            <a:pPr marL="457200" indent="-457200">
              <a:buAutoNum type="arabicPeriod"/>
            </a:pPr>
            <a:r>
              <a:rPr lang="en-US" sz="2400" dirty="0">
                <a:solidFill>
                  <a:schemeClr val="accent2"/>
                </a:solidFill>
                <a:latin typeface="Montserrat" panose="00000500000000000000" pitchFamily="2" charset="0"/>
              </a:rPr>
              <a:t>How to: LOGIN to system (Slide/Pg 6)</a:t>
            </a:r>
          </a:p>
          <a:p>
            <a:pPr marL="457200" indent="-457200">
              <a:buAutoNum type="arabicPeriod"/>
            </a:pPr>
            <a:r>
              <a:rPr lang="en-US" sz="2400" dirty="0">
                <a:solidFill>
                  <a:schemeClr val="accent2"/>
                </a:solidFill>
                <a:latin typeface="Montserrat" panose="00000500000000000000" pitchFamily="2" charset="0"/>
              </a:rPr>
              <a:t>How to: Locate Assessment(s) (Slide/Pg 8)</a:t>
            </a:r>
          </a:p>
          <a:p>
            <a:pPr marL="457200" indent="-457200">
              <a:buAutoNum type="arabicPeriod"/>
            </a:pPr>
            <a:r>
              <a:rPr lang="en-US" sz="2400" dirty="0">
                <a:solidFill>
                  <a:schemeClr val="accent2"/>
                </a:solidFill>
                <a:latin typeface="Montserrat" panose="00000500000000000000" pitchFamily="2" charset="0"/>
              </a:rPr>
              <a:t>How to: Print Assessment(s) (Slide/Pg 12)</a:t>
            </a:r>
          </a:p>
          <a:p>
            <a:pPr marL="457200" indent="-457200">
              <a:buAutoNum type="arabicPeriod"/>
            </a:pPr>
            <a:r>
              <a:rPr lang="en-US" sz="2400" dirty="0">
                <a:solidFill>
                  <a:schemeClr val="accent2"/>
                </a:solidFill>
                <a:latin typeface="Montserrat" panose="00000500000000000000" pitchFamily="2" charset="0"/>
              </a:rPr>
              <a:t>How to: Print a SDS (Only)	(Slide/Pg 13)</a:t>
            </a:r>
          </a:p>
          <a:p>
            <a:pPr marL="457200" indent="-457200">
              <a:buAutoNum type="arabicPeriod"/>
            </a:pPr>
            <a:r>
              <a:rPr lang="en-US" sz="2400" dirty="0">
                <a:solidFill>
                  <a:schemeClr val="accent2"/>
                </a:solidFill>
                <a:latin typeface="Montserrat" panose="00000500000000000000" pitchFamily="2" charset="0"/>
              </a:rPr>
              <a:t>How to get an CRA/SDS in another language i.e. translated (to over 40 languages)  (Slide/Pg 14)</a:t>
            </a:r>
          </a:p>
          <a:p>
            <a:pPr marL="457200" indent="-457200">
              <a:buFont typeface="Arial" panose="020B0604020202020204" pitchFamily="34" charset="0"/>
              <a:buAutoNum type="arabicPeriod"/>
            </a:pPr>
            <a:r>
              <a:rPr lang="en-US" sz="2400" dirty="0">
                <a:solidFill>
                  <a:schemeClr val="accent2"/>
                </a:solidFill>
                <a:latin typeface="Montserrat" panose="00000500000000000000" pitchFamily="2" charset="0"/>
              </a:rPr>
              <a:t>How to add a new or missing chemical to system </a:t>
            </a:r>
          </a:p>
          <a:p>
            <a:pPr marL="0" indent="0">
              <a:buNone/>
            </a:pPr>
            <a:r>
              <a:rPr lang="en-US" sz="2400" dirty="0">
                <a:solidFill>
                  <a:schemeClr val="accent2"/>
                </a:solidFill>
                <a:latin typeface="Montserrat" panose="00000500000000000000" pitchFamily="2" charset="0"/>
              </a:rPr>
              <a:t>      including Support contact information (Slide/Pg 15)</a:t>
            </a:r>
          </a:p>
        </p:txBody>
      </p:sp>
      <p:pic>
        <p:nvPicPr>
          <p:cNvPr id="1030" name="Picture 6" descr="User Manual Icon – Free Download, PNG and Vector">
            <a:extLst>
              <a:ext uri="{FF2B5EF4-FFF2-40B4-BE49-F238E27FC236}">
                <a16:creationId xmlns:a16="http://schemas.microsoft.com/office/drawing/2014/main" id="{7F2EF844-A838-4D31-95D1-483BCF037B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357437"/>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1398066"/>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6021090-1976-4F6A-9D55-39A4303DE07A}"/>
              </a:ext>
            </a:extLst>
          </p:cNvPr>
          <p:cNvPicPr>
            <a:picLocks noChangeAspect="1"/>
          </p:cNvPicPr>
          <p:nvPr/>
        </p:nvPicPr>
        <p:blipFill rotWithShape="1">
          <a:blip r:embed="rId2"/>
          <a:srcRect l="19375" t="12499" r="20018" b="8889"/>
          <a:stretch/>
        </p:blipFill>
        <p:spPr>
          <a:xfrm>
            <a:off x="7465857" y="1563016"/>
            <a:ext cx="4419600" cy="3224607"/>
          </a:xfrm>
          <a:prstGeom prst="rect">
            <a:avLst/>
          </a:prstGeom>
          <a:solidFill>
            <a:srgbClr val="FFFFFF">
              <a:shade val="85000"/>
            </a:srgbClr>
          </a:solidFill>
          <a:ln w="381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Rectangle 2">
            <a:extLst>
              <a:ext uri="{FF2B5EF4-FFF2-40B4-BE49-F238E27FC236}">
                <a16:creationId xmlns:a16="http://schemas.microsoft.com/office/drawing/2014/main" id="{981F24F5-223B-4285-91AA-267B6B2D279F}"/>
              </a:ext>
            </a:extLst>
          </p:cNvPr>
          <p:cNvSpPr/>
          <p:nvPr/>
        </p:nvSpPr>
        <p:spPr>
          <a:xfrm>
            <a:off x="104215" y="1365294"/>
            <a:ext cx="6709821" cy="5262979"/>
          </a:xfrm>
          <a:prstGeom prst="rect">
            <a:avLst/>
          </a:prstGeom>
        </p:spPr>
        <p:txBody>
          <a:bodyPr wrap="square" anchor="t">
            <a:spAutoFit/>
          </a:bodyPr>
          <a:lstStyle/>
          <a:p>
            <a:pPr marL="285750" indent="-285750" algn="just">
              <a:buFont typeface="Arial" panose="020B0604020202020204" pitchFamily="34" charset="0"/>
              <a:buChar char="•"/>
            </a:pPr>
            <a:r>
              <a:rPr lang="en-US" sz="1400" spc="-2" dirty="0">
                <a:solidFill>
                  <a:srgbClr val="090936"/>
                </a:solidFill>
                <a:latin typeface="Gotham Rounded Book" pitchFamily="50" charset="0"/>
                <a:cs typeface="Calibri"/>
              </a:rPr>
              <a:t>A MANDATORY requirement within the Life Saving Principles of the POWRA, is to conduct a risk assessment for Hazardous Substances:</a:t>
            </a:r>
            <a:r>
              <a:rPr lang="en-US" sz="1400" spc="-2" dirty="0">
                <a:solidFill>
                  <a:srgbClr val="FD5000"/>
                </a:solidFill>
                <a:latin typeface="Gotham Rounded Book" pitchFamily="50" charset="0"/>
                <a:cs typeface="Calibri"/>
              </a:rPr>
              <a:t> </a:t>
            </a:r>
            <a:r>
              <a:rPr lang="en-GB" sz="1400" dirty="0">
                <a:latin typeface="Gotham Rounded Book" pitchFamily="50" charset="0"/>
              </a:rPr>
              <a:t>Identify, understand and control all exposures to hazardous substances.</a:t>
            </a:r>
          </a:p>
          <a:p>
            <a:pPr marL="285750" indent="-285750" algn="just">
              <a:buFont typeface="Arial" panose="020B0604020202020204" pitchFamily="34" charset="0"/>
              <a:buChar char="•"/>
            </a:pPr>
            <a:endParaRPr lang="en-US" sz="1400" spc="-2" dirty="0">
              <a:solidFill>
                <a:srgbClr val="FD5000"/>
              </a:solidFill>
              <a:latin typeface="Gotham Rounded Book" pitchFamily="50" charset="0"/>
              <a:cs typeface="Calibri"/>
            </a:endParaRPr>
          </a:p>
          <a:p>
            <a:pPr marL="285750" indent="-285750" algn="just">
              <a:buFont typeface="Arial" panose="020B0604020202020204" pitchFamily="34" charset="0"/>
              <a:buChar char="•"/>
            </a:pPr>
            <a:r>
              <a:rPr lang="en-US" sz="1400" spc="-2" dirty="0">
                <a:solidFill>
                  <a:srgbClr val="FD5000"/>
                </a:solidFill>
                <a:latin typeface="Gotham Rounded Book" pitchFamily="50" charset="0"/>
                <a:cs typeface="Calibri"/>
              </a:rPr>
              <a:t>The Sypol Alcumus CMS (Chemical Management System) </a:t>
            </a:r>
            <a:r>
              <a:rPr lang="en-US" sz="1400" spc="-2" dirty="0">
                <a:solidFill>
                  <a:srgbClr val="090936"/>
                </a:solidFill>
                <a:latin typeface="Gotham Rounded Book" pitchFamily="50" charset="0"/>
                <a:cs typeface="Calibri"/>
              </a:rPr>
              <a:t>has been populated with ALL the Chemicals used within FieldCore and each has an approved risk assessment on “how we use in FieldCore” and what we need to do to control the “hazards associated with them” </a:t>
            </a:r>
            <a:r>
              <a:rPr lang="en-US" sz="1400" b="1" i="1" spc="-2" dirty="0">
                <a:solidFill>
                  <a:schemeClr val="accent4"/>
                </a:solidFill>
                <a:latin typeface="Gotham Rounded Book" pitchFamily="50" charset="0"/>
                <a:cs typeface="Calibri"/>
              </a:rPr>
              <a:t>(i.e., separate specific assessments for usage; spraying,  decanting, wiping off Cr(VI) residue) Also covers welding etc that have no SDS</a:t>
            </a:r>
          </a:p>
          <a:p>
            <a:pPr marL="285750" indent="-285750" algn="just">
              <a:buFont typeface="Arial" panose="020B0604020202020204" pitchFamily="34" charset="0"/>
              <a:buChar char="•"/>
            </a:pPr>
            <a:endParaRPr lang="en-US" sz="1400" spc="-2" dirty="0">
              <a:solidFill>
                <a:srgbClr val="090936"/>
              </a:solidFill>
              <a:latin typeface="Gotham Rounded Book" pitchFamily="50" charset="0"/>
              <a:cs typeface="Calibri"/>
            </a:endParaRPr>
          </a:p>
          <a:p>
            <a:pPr marL="285750" indent="-285750" algn="just">
              <a:buFont typeface="Arial" panose="020B0604020202020204" pitchFamily="34" charset="0"/>
              <a:buChar char="•"/>
            </a:pPr>
            <a:r>
              <a:rPr lang="en-US" sz="1400" b="1" spc="-2" dirty="0">
                <a:solidFill>
                  <a:srgbClr val="090936"/>
                </a:solidFill>
                <a:latin typeface="Gotham Rounded Book"/>
                <a:cs typeface="Calibri"/>
              </a:rPr>
              <a:t>The system also has a digital version (database) of the current/up to date SDS from the supplier. Available to download when needed</a:t>
            </a:r>
            <a:r>
              <a:rPr lang="en-US" sz="1400" spc="-2" dirty="0">
                <a:solidFill>
                  <a:schemeClr val="accent4"/>
                </a:solidFill>
                <a:latin typeface="Gotham Rounded Book"/>
                <a:cs typeface="Calibri"/>
              </a:rPr>
              <a:t>.  </a:t>
            </a:r>
            <a:r>
              <a:rPr lang="en-US" sz="1400" b="1" i="1" spc="-2" dirty="0">
                <a:solidFill>
                  <a:schemeClr val="accent4"/>
                </a:solidFill>
                <a:latin typeface="Gotham Rounded Book"/>
                <a:cs typeface="Calibri"/>
              </a:rPr>
              <a:t>(</a:t>
            </a:r>
            <a:r>
              <a:rPr lang="en-US" sz="1400" b="1" i="1" u="sng" spc="-2" dirty="0">
                <a:solidFill>
                  <a:schemeClr val="accent4"/>
                </a:solidFill>
                <a:latin typeface="Gotham Rounded Book"/>
                <a:cs typeface="Calibri"/>
              </a:rPr>
              <a:t>an SDS, is not a risk assessment by itself</a:t>
            </a:r>
            <a:r>
              <a:rPr lang="en-US" sz="1400" b="1" i="1" spc="-2" dirty="0">
                <a:solidFill>
                  <a:schemeClr val="accent4"/>
                </a:solidFill>
                <a:latin typeface="Gotham Rounded Book"/>
                <a:cs typeface="Calibri"/>
              </a:rPr>
              <a:t>, it is only a list of (sometimes confusing) regulatory information, the Sypol system, sheets make this into only  information you need to protect yourself from the hazards using PPE etc.  And  quick information  on what to do, in the event of a spill or First Aid </a:t>
            </a:r>
            <a:r>
              <a:rPr lang="en-US" sz="1400" b="1" spc="-2" dirty="0">
                <a:solidFill>
                  <a:schemeClr val="accent4"/>
                </a:solidFill>
                <a:latin typeface="Gotham Rounded Book"/>
                <a:cs typeface="Calibri"/>
              </a:rPr>
              <a:t>incident or fire!</a:t>
            </a:r>
          </a:p>
          <a:p>
            <a:pPr marL="285750" indent="-285750" algn="just">
              <a:buFont typeface="Arial" panose="020B0604020202020204" pitchFamily="34" charset="0"/>
              <a:buChar char="•"/>
            </a:pPr>
            <a:endParaRPr lang="en-US" sz="1400" b="1" spc="-2" dirty="0">
              <a:solidFill>
                <a:schemeClr val="accent4"/>
              </a:solidFill>
              <a:latin typeface="Gotham Rounded Book" pitchFamily="50" charset="0"/>
              <a:cs typeface="Calibri"/>
            </a:endParaRPr>
          </a:p>
          <a:p>
            <a:pPr marL="285750" indent="-285750" algn="just">
              <a:buFont typeface="Arial" panose="020B0604020202020204" pitchFamily="34" charset="0"/>
              <a:buChar char="•"/>
            </a:pPr>
            <a:r>
              <a:rPr lang="en-US" sz="1400" spc="-2" dirty="0">
                <a:solidFill>
                  <a:schemeClr val="accent2"/>
                </a:solidFill>
                <a:latin typeface="Gotham Rounded Book"/>
                <a:cs typeface="Calibri"/>
              </a:rPr>
              <a:t>USE </a:t>
            </a:r>
            <a:r>
              <a:rPr lang="en-US" sz="1400" b="1" spc="-2" dirty="0">
                <a:solidFill>
                  <a:schemeClr val="accent1"/>
                </a:solidFill>
                <a:latin typeface="Gotham Rounded Book"/>
                <a:cs typeface="Calibri"/>
              </a:rPr>
              <a:t>POWRA</a:t>
            </a:r>
            <a:r>
              <a:rPr lang="en-US" sz="1400" spc="-2" dirty="0">
                <a:solidFill>
                  <a:schemeClr val="accent2"/>
                </a:solidFill>
                <a:latin typeface="Gotham Rounded Book"/>
                <a:cs typeface="Calibri"/>
              </a:rPr>
              <a:t> to make a final check on the </a:t>
            </a:r>
            <a:endParaRPr lang="en-US" sz="1400" spc="-2" dirty="0">
              <a:solidFill>
                <a:schemeClr val="accent2"/>
              </a:solidFill>
              <a:latin typeface="Gotham Rounded Book" pitchFamily="50" charset="0"/>
              <a:cs typeface="Calibri"/>
            </a:endParaRPr>
          </a:p>
          <a:p>
            <a:pPr algn="just"/>
            <a:r>
              <a:rPr lang="en-US" sz="1400" spc="-2" dirty="0">
                <a:solidFill>
                  <a:schemeClr val="accent2"/>
                </a:solidFill>
                <a:latin typeface="Gotham Rounded Book"/>
                <a:cs typeface="Calibri"/>
              </a:rPr>
              <a:t>       substances you are working with</a:t>
            </a:r>
          </a:p>
        </p:txBody>
      </p:sp>
      <p:pic>
        <p:nvPicPr>
          <p:cNvPr id="4" name="Picture 3">
            <a:extLst>
              <a:ext uri="{FF2B5EF4-FFF2-40B4-BE49-F238E27FC236}">
                <a16:creationId xmlns:a16="http://schemas.microsoft.com/office/drawing/2014/main" id="{FB5BF8C9-E02C-479F-B0B4-D63263298B54}"/>
              </a:ext>
            </a:extLst>
          </p:cNvPr>
          <p:cNvPicPr>
            <a:picLocks noChangeAspect="1"/>
          </p:cNvPicPr>
          <p:nvPr/>
        </p:nvPicPr>
        <p:blipFill>
          <a:blip r:embed="rId3"/>
          <a:stretch>
            <a:fillRect/>
          </a:stretch>
        </p:blipFill>
        <p:spPr>
          <a:xfrm>
            <a:off x="7313457" y="5294984"/>
            <a:ext cx="4419600" cy="1051856"/>
          </a:xfrm>
          <a:prstGeom prst="rect">
            <a:avLst/>
          </a:prstGeom>
          <a:ln w="38100">
            <a:solidFill>
              <a:schemeClr val="accent1"/>
            </a:solidFill>
            <a:prstDash val="dash"/>
          </a:ln>
        </p:spPr>
      </p:pic>
      <p:sp>
        <p:nvSpPr>
          <p:cNvPr id="5" name="Rectangle: Rounded Corners 4">
            <a:extLst>
              <a:ext uri="{FF2B5EF4-FFF2-40B4-BE49-F238E27FC236}">
                <a16:creationId xmlns:a16="http://schemas.microsoft.com/office/drawing/2014/main" id="{7CFBDBE7-B0BE-4DEE-B576-4872B66BA73B}"/>
              </a:ext>
            </a:extLst>
          </p:cNvPr>
          <p:cNvSpPr/>
          <p:nvPr/>
        </p:nvSpPr>
        <p:spPr>
          <a:xfrm>
            <a:off x="7465857" y="3710181"/>
            <a:ext cx="4267200" cy="381000"/>
          </a:xfrm>
          <a:prstGeom prst="roundRect">
            <a:avLst/>
          </a:prstGeom>
          <a:noFill/>
          <a:ln w="38100">
            <a:solidFill>
              <a:srgbClr val="FD5000"/>
            </a:solidFill>
            <a:prstDash val="dash"/>
          </a:ln>
        </p:spPr>
        <p:txBody>
          <a:bodyPr wrap="square" rtlCol="0" anchor="ctr">
            <a:noAutofit/>
          </a:bodyPr>
          <a:lstStyle/>
          <a:p>
            <a:pPr algn="ctr"/>
            <a:endParaRPr lang="en-GB" dirty="0">
              <a:solidFill>
                <a:schemeClr val="bg1"/>
              </a:solidFill>
              <a:ea typeface="Arial" charset="0"/>
            </a:endParaRPr>
          </a:p>
        </p:txBody>
      </p:sp>
      <p:cxnSp>
        <p:nvCxnSpPr>
          <p:cNvPr id="7" name="Straight Arrow Connector 6">
            <a:extLst>
              <a:ext uri="{FF2B5EF4-FFF2-40B4-BE49-F238E27FC236}">
                <a16:creationId xmlns:a16="http://schemas.microsoft.com/office/drawing/2014/main" id="{4A0D2A58-5D8B-434B-8A57-6CFF820B338F}"/>
              </a:ext>
            </a:extLst>
          </p:cNvPr>
          <p:cNvCxnSpPr/>
          <p:nvPr/>
        </p:nvCxnSpPr>
        <p:spPr>
          <a:xfrm flipH="1">
            <a:off x="8534400" y="4091181"/>
            <a:ext cx="457200" cy="116661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D0996DFF-7643-484A-91FB-93855959AEFA}"/>
              </a:ext>
            </a:extLst>
          </p:cNvPr>
          <p:cNvSpPr txBox="1">
            <a:spLocks/>
          </p:cNvSpPr>
          <p:nvPr/>
        </p:nvSpPr>
        <p:spPr>
          <a:xfrm>
            <a:off x="104215" y="229726"/>
            <a:ext cx="11781241" cy="1097423"/>
          </a:xfrm>
          <a:prstGeom prst="rect">
            <a:avLst/>
          </a:prstGeom>
          <a:solidFill>
            <a:srgbClr val="FD5000"/>
          </a:solidFill>
        </p:spPr>
        <p:txBody>
          <a:bodyPr/>
          <a:lstStyle>
            <a:lvl1pPr algn="ctr" defTabSz="914400" rtl="0" eaLnBrk="1" latinLnBrk="0" hangingPunct="1">
              <a:lnSpc>
                <a:spcPct val="90000"/>
              </a:lnSpc>
              <a:spcBef>
                <a:spcPct val="0"/>
              </a:spcBef>
              <a:buNone/>
              <a:defRPr sz="3600" kern="1200" spc="0">
                <a:solidFill>
                  <a:schemeClr val="accent2"/>
                </a:solidFill>
                <a:latin typeface="Gotham Rounded Book" charset="0"/>
                <a:ea typeface="Gotham Rounded Book" charset="0"/>
                <a:cs typeface="Gotham Rounded Book" charset="0"/>
              </a:defRPr>
            </a:lvl1pPr>
          </a:lstStyle>
          <a:p>
            <a:r>
              <a:rPr lang="en-US" b="1" dirty="0">
                <a:latin typeface="Montserrat" panose="00000500000000000000" pitchFamily="2" charset="0"/>
              </a:rPr>
              <a:t>2: </a:t>
            </a:r>
            <a:r>
              <a:rPr lang="en-US" b="1" dirty="0">
                <a:latin typeface="Gotham Rounded Book" pitchFamily="50" charset="0"/>
              </a:rPr>
              <a:t>Why do need Sypol Chemical Risk assessments, if we have SDS’s?</a:t>
            </a:r>
            <a:endParaRPr lang="en-US" b="1" dirty="0">
              <a:latin typeface="Montserrat" panose="00000500000000000000" pitchFamily="2" charset="0"/>
            </a:endParaRPr>
          </a:p>
        </p:txBody>
      </p:sp>
    </p:spTree>
    <p:extLst>
      <p:ext uri="{BB962C8B-B14F-4D97-AF65-F5344CB8AC3E}">
        <p14:creationId xmlns:p14="http://schemas.microsoft.com/office/powerpoint/2010/main" val="1143302326"/>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7C9D93AA-95F8-447C-9F64-6EE506BDC910}"/>
              </a:ext>
            </a:extLst>
          </p:cNvPr>
          <p:cNvSpPr txBox="1"/>
          <p:nvPr/>
        </p:nvSpPr>
        <p:spPr>
          <a:xfrm>
            <a:off x="202381" y="1277057"/>
            <a:ext cx="4022830" cy="5504743"/>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p>
            <a:pPr algn="ctr">
              <a:lnSpc>
                <a:spcPct val="90000"/>
              </a:lnSpc>
              <a:spcAft>
                <a:spcPts val="600"/>
              </a:spcAft>
            </a:pPr>
            <a:r>
              <a:rPr lang="en-US" sz="1600" dirty="0">
                <a:solidFill>
                  <a:srgbClr val="002060"/>
                </a:solidFill>
                <a:latin typeface="Montserrat" panose="00000500000000000000" pitchFamily="2" charset="0"/>
              </a:rPr>
              <a:t>Make sure you and your team are </a:t>
            </a:r>
            <a:r>
              <a:rPr lang="en-US" sz="1600" b="1" i="1" dirty="0">
                <a:solidFill>
                  <a:schemeClr val="accent1"/>
                </a:solidFill>
                <a:latin typeface="Montserrat" panose="00000500000000000000" pitchFamily="2" charset="0"/>
              </a:rPr>
              <a:t>Ready to Work</a:t>
            </a:r>
            <a:r>
              <a:rPr lang="en-US" sz="1600" b="1" i="1" dirty="0">
                <a:solidFill>
                  <a:schemeClr val="accent2"/>
                </a:solidFill>
                <a:latin typeface="Montserrat" panose="00000500000000000000" pitchFamily="2" charset="0"/>
              </a:rPr>
              <a:t> </a:t>
            </a:r>
            <a:r>
              <a:rPr lang="en-US" sz="1600" dirty="0">
                <a:solidFill>
                  <a:srgbClr val="002060"/>
                </a:solidFill>
                <a:latin typeface="Montserrat" panose="00000500000000000000" pitchFamily="2" charset="0"/>
              </a:rPr>
              <a:t>by:</a:t>
            </a:r>
          </a:p>
          <a:p>
            <a:pPr marL="400050" indent="-342900">
              <a:lnSpc>
                <a:spcPct val="90000"/>
              </a:lnSpc>
              <a:spcAft>
                <a:spcPts val="600"/>
              </a:spcAft>
              <a:buFont typeface="+mj-lt"/>
              <a:buAutoNum type="arabicPeriod"/>
            </a:pPr>
            <a:r>
              <a:rPr lang="en-US" sz="1600" dirty="0">
                <a:solidFill>
                  <a:srgbClr val="002060"/>
                </a:solidFill>
                <a:latin typeface="Montserrat" panose="00000500000000000000" pitchFamily="2" charset="0"/>
              </a:rPr>
              <a:t>Having the latest </a:t>
            </a:r>
            <a:r>
              <a:rPr lang="en-US" sz="1600" dirty="0">
                <a:solidFill>
                  <a:schemeClr val="accent1"/>
                </a:solidFill>
                <a:latin typeface="Montserrat" panose="00000500000000000000" pitchFamily="2" charset="0"/>
              </a:rPr>
              <a:t>SDS</a:t>
            </a:r>
          </a:p>
          <a:p>
            <a:pPr marL="400050" indent="-342900">
              <a:lnSpc>
                <a:spcPct val="90000"/>
              </a:lnSpc>
              <a:spcAft>
                <a:spcPts val="600"/>
              </a:spcAft>
              <a:buFont typeface="+mj-lt"/>
              <a:buAutoNum type="arabicPeriod"/>
            </a:pPr>
            <a:r>
              <a:rPr lang="en-US" sz="1600" dirty="0">
                <a:solidFill>
                  <a:srgbClr val="002060"/>
                </a:solidFill>
                <a:latin typeface="Montserrat" panose="00000500000000000000" pitchFamily="2" charset="0"/>
              </a:rPr>
              <a:t>Determining exposure controls</a:t>
            </a:r>
          </a:p>
          <a:p>
            <a:pPr marL="400050" indent="-342900">
              <a:lnSpc>
                <a:spcPct val="90000"/>
              </a:lnSpc>
              <a:spcAft>
                <a:spcPts val="600"/>
              </a:spcAft>
              <a:buFont typeface="+mj-lt"/>
              <a:buAutoNum type="arabicPeriod"/>
            </a:pPr>
            <a:r>
              <a:rPr lang="en-US" sz="1600" dirty="0">
                <a:solidFill>
                  <a:srgbClr val="002060"/>
                </a:solidFill>
                <a:latin typeface="Montserrat" panose="00000500000000000000" pitchFamily="2" charset="0"/>
              </a:rPr>
              <a:t>Performing chemical risk assessment  Use Sypol Chemical Risk Assessments Field Guide  </a:t>
            </a:r>
            <a:r>
              <a:rPr lang="en-US" sz="1600" dirty="0">
                <a:solidFill>
                  <a:srgbClr val="002060"/>
                </a:solidFill>
                <a:latin typeface="Montserrat" panose="00000500000000000000" pitchFamily="2" charset="0"/>
                <a:hlinkClick r:id="rId2"/>
              </a:rPr>
              <a:t>here</a:t>
            </a:r>
            <a:r>
              <a:rPr lang="en-US" sz="1600" dirty="0">
                <a:solidFill>
                  <a:srgbClr val="002060"/>
                </a:solidFill>
                <a:latin typeface="Montserrat" panose="00000500000000000000" pitchFamily="2" charset="0"/>
              </a:rPr>
              <a:t>          </a:t>
            </a:r>
          </a:p>
          <a:p>
            <a:pPr marL="400050" indent="-342900">
              <a:lnSpc>
                <a:spcPct val="90000"/>
              </a:lnSpc>
              <a:spcAft>
                <a:spcPts val="600"/>
              </a:spcAft>
              <a:buFont typeface="+mj-lt"/>
              <a:buAutoNum type="arabicPeriod"/>
            </a:pPr>
            <a:r>
              <a:rPr lang="en-US" sz="1600" dirty="0">
                <a:solidFill>
                  <a:srgbClr val="002060"/>
                </a:solidFill>
                <a:latin typeface="Montserrat" panose="00000500000000000000" pitchFamily="2" charset="0"/>
              </a:rPr>
              <a:t>Preparing  an emergency plan for (first aid, fire &amp; environmental spill)</a:t>
            </a:r>
          </a:p>
          <a:p>
            <a:pPr marL="400050" indent="-342900">
              <a:lnSpc>
                <a:spcPct val="90000"/>
              </a:lnSpc>
              <a:spcAft>
                <a:spcPts val="600"/>
              </a:spcAft>
              <a:buFont typeface="+mj-lt"/>
              <a:buAutoNum type="arabicPeriod"/>
            </a:pPr>
            <a:r>
              <a:rPr lang="en-US" sz="1600" dirty="0">
                <a:solidFill>
                  <a:srgbClr val="002060"/>
                </a:solidFill>
                <a:latin typeface="Montserrat" panose="00000500000000000000" pitchFamily="2" charset="0"/>
              </a:rPr>
              <a:t>Verify and test mitigations in </a:t>
            </a:r>
            <a:r>
              <a:rPr lang="en-US" sz="1600" b="1" dirty="0">
                <a:solidFill>
                  <a:schemeClr val="accent1"/>
                </a:solidFill>
                <a:latin typeface="Montserrat" panose="00000500000000000000" pitchFamily="2" charset="0"/>
              </a:rPr>
              <a:t>POWRA</a:t>
            </a:r>
            <a:r>
              <a:rPr lang="en-US" sz="1600" dirty="0">
                <a:solidFill>
                  <a:srgbClr val="002060"/>
                </a:solidFill>
                <a:latin typeface="Montserrat" panose="00000500000000000000" pitchFamily="2" charset="0"/>
              </a:rPr>
              <a:t> all is in place, if not - </a:t>
            </a:r>
            <a:r>
              <a:rPr lang="en-US" sz="1600" b="1" dirty="0">
                <a:solidFill>
                  <a:schemeClr val="accent1"/>
                </a:solidFill>
                <a:latin typeface="Montserrat" panose="00000500000000000000" pitchFamily="2" charset="0"/>
              </a:rPr>
              <a:t>STOP WORK</a:t>
            </a:r>
          </a:p>
          <a:p>
            <a:pPr marL="57150">
              <a:lnSpc>
                <a:spcPct val="90000"/>
              </a:lnSpc>
              <a:spcAft>
                <a:spcPts val="600"/>
              </a:spcAft>
            </a:pPr>
            <a:r>
              <a:rPr lang="en-US" sz="1200" dirty="0">
                <a:latin typeface="Montserrat" panose="00000500000000000000" pitchFamily="2" charset="0"/>
                <a:hlinkClick r:id="rId3"/>
              </a:rPr>
              <a:t>Hazardous Substances Life Saving Principles</a:t>
            </a:r>
            <a:endParaRPr lang="en-US" sz="1200" dirty="0">
              <a:latin typeface="Montserrat" panose="00000500000000000000" pitchFamily="2" charset="0"/>
            </a:endParaRPr>
          </a:p>
          <a:p>
            <a:pPr marL="285750" indent="-228600">
              <a:lnSpc>
                <a:spcPct val="90000"/>
              </a:lnSpc>
              <a:spcAft>
                <a:spcPts val="600"/>
              </a:spcAft>
              <a:buFont typeface="Arial" panose="020B0604020202020204" pitchFamily="34" charset="0"/>
              <a:buChar char="•"/>
            </a:pPr>
            <a:endParaRPr lang="en-US" dirty="0">
              <a:latin typeface="Montserrat" panose="00000500000000000000" pitchFamily="2" charset="0"/>
            </a:endParaRPr>
          </a:p>
        </p:txBody>
      </p:sp>
      <p:pic>
        <p:nvPicPr>
          <p:cNvPr id="9" name="Picture 8">
            <a:extLst>
              <a:ext uri="{FF2B5EF4-FFF2-40B4-BE49-F238E27FC236}">
                <a16:creationId xmlns:a16="http://schemas.microsoft.com/office/drawing/2014/main" id="{AB04208E-2824-415F-BE44-E2F26DB8D5A0}"/>
              </a:ext>
            </a:extLst>
          </p:cNvPr>
          <p:cNvPicPr>
            <a:picLocks noChangeAspect="1"/>
          </p:cNvPicPr>
          <p:nvPr/>
        </p:nvPicPr>
        <p:blipFill>
          <a:blip r:embed="rId4"/>
          <a:stretch>
            <a:fillRect/>
          </a:stretch>
        </p:blipFill>
        <p:spPr>
          <a:xfrm>
            <a:off x="8618250" y="1186791"/>
            <a:ext cx="3491800" cy="1707559"/>
          </a:xfrm>
          <a:prstGeom prst="rect">
            <a:avLst/>
          </a:prstGeom>
          <a:effectLst>
            <a:outerShdw blurRad="63500" sx="102000" sy="102000" algn="ctr" rotWithShape="0">
              <a:prstClr val="black">
                <a:alpha val="40000"/>
              </a:prstClr>
            </a:outerShdw>
          </a:effectLst>
        </p:spPr>
      </p:pic>
      <p:sp>
        <p:nvSpPr>
          <p:cNvPr id="17" name="Title 31">
            <a:extLst>
              <a:ext uri="{FF2B5EF4-FFF2-40B4-BE49-F238E27FC236}">
                <a16:creationId xmlns:a16="http://schemas.microsoft.com/office/drawing/2014/main" id="{8B207CF5-1ACE-40EA-999B-1A971DC8D64C}"/>
              </a:ext>
            </a:extLst>
          </p:cNvPr>
          <p:cNvSpPr>
            <a:spLocks noGrp="1"/>
          </p:cNvSpPr>
          <p:nvPr>
            <p:ph type="title" idx="4294967295"/>
          </p:nvPr>
        </p:nvSpPr>
        <p:spPr>
          <a:xfrm>
            <a:off x="966346" y="149202"/>
            <a:ext cx="10607675" cy="914400"/>
          </a:xfrm>
        </p:spPr>
        <p:txBody>
          <a:bodyPr/>
          <a:lstStyle/>
          <a:p>
            <a:r>
              <a:rPr lang="en-GB" dirty="0">
                <a:latin typeface="Montserrat" panose="00000500000000000000" pitchFamily="2" charset="0"/>
              </a:rPr>
              <a:t>Chemical Risk Assessment – Managing  exposure using the Sypol Alcumus System</a:t>
            </a:r>
          </a:p>
        </p:txBody>
      </p:sp>
      <p:pic>
        <p:nvPicPr>
          <p:cNvPr id="15" name="Picture 14">
            <a:extLst>
              <a:ext uri="{FF2B5EF4-FFF2-40B4-BE49-F238E27FC236}">
                <a16:creationId xmlns:a16="http://schemas.microsoft.com/office/drawing/2014/main" id="{27FFEF6F-BF85-48EF-A75F-D0DD00E0DD0F}"/>
              </a:ext>
            </a:extLst>
          </p:cNvPr>
          <p:cNvPicPr>
            <a:picLocks noChangeAspect="1"/>
          </p:cNvPicPr>
          <p:nvPr/>
        </p:nvPicPr>
        <p:blipFill>
          <a:blip r:embed="rId5"/>
          <a:stretch>
            <a:fillRect/>
          </a:stretch>
        </p:blipFill>
        <p:spPr>
          <a:xfrm>
            <a:off x="5587699" y="1513854"/>
            <a:ext cx="2005294" cy="2310698"/>
          </a:xfrm>
          <a:prstGeom prst="rect">
            <a:avLst/>
          </a:prstGeom>
          <a:ln>
            <a:solidFill>
              <a:schemeClr val="accent1"/>
            </a:solidFill>
          </a:ln>
        </p:spPr>
      </p:pic>
      <p:pic>
        <p:nvPicPr>
          <p:cNvPr id="16" name="Picture 15">
            <a:extLst>
              <a:ext uri="{FF2B5EF4-FFF2-40B4-BE49-F238E27FC236}">
                <a16:creationId xmlns:a16="http://schemas.microsoft.com/office/drawing/2014/main" id="{CE2E12FB-9FFC-4034-96D6-87F856B5CD34}"/>
              </a:ext>
            </a:extLst>
          </p:cNvPr>
          <p:cNvPicPr>
            <a:picLocks noChangeAspect="1"/>
          </p:cNvPicPr>
          <p:nvPr/>
        </p:nvPicPr>
        <p:blipFill>
          <a:blip r:embed="rId6"/>
          <a:stretch>
            <a:fillRect/>
          </a:stretch>
        </p:blipFill>
        <p:spPr>
          <a:xfrm>
            <a:off x="6867767" y="2524064"/>
            <a:ext cx="1445521" cy="2080240"/>
          </a:xfrm>
          <a:prstGeom prst="rect">
            <a:avLst/>
          </a:prstGeom>
          <a:ln>
            <a:solidFill>
              <a:schemeClr val="accent1"/>
            </a:solidFill>
          </a:ln>
        </p:spPr>
      </p:pic>
      <p:pic>
        <p:nvPicPr>
          <p:cNvPr id="27" name="Picture 26">
            <a:extLst>
              <a:ext uri="{FF2B5EF4-FFF2-40B4-BE49-F238E27FC236}">
                <a16:creationId xmlns:a16="http://schemas.microsoft.com/office/drawing/2014/main" id="{1CA1460E-7126-46B1-AE68-7A8F533B212C}"/>
              </a:ext>
            </a:extLst>
          </p:cNvPr>
          <p:cNvPicPr>
            <a:picLocks noChangeAspect="1"/>
          </p:cNvPicPr>
          <p:nvPr/>
        </p:nvPicPr>
        <p:blipFill>
          <a:blip r:embed="rId7"/>
          <a:stretch>
            <a:fillRect/>
          </a:stretch>
        </p:blipFill>
        <p:spPr>
          <a:xfrm>
            <a:off x="8954748" y="3463543"/>
            <a:ext cx="3155301" cy="2766098"/>
          </a:xfrm>
          <a:prstGeom prst="rect">
            <a:avLst/>
          </a:prstGeom>
          <a:noFill/>
          <a:ln>
            <a:solidFill>
              <a:srgbClr val="090936"/>
            </a:solidFill>
          </a:ln>
        </p:spPr>
      </p:pic>
      <p:sp>
        <p:nvSpPr>
          <p:cNvPr id="28" name="Arrow: Right 27">
            <a:extLst>
              <a:ext uri="{FF2B5EF4-FFF2-40B4-BE49-F238E27FC236}">
                <a16:creationId xmlns:a16="http://schemas.microsoft.com/office/drawing/2014/main" id="{BCDE2395-6DB4-4DC1-9CD5-72EAF27C7D68}"/>
              </a:ext>
            </a:extLst>
          </p:cNvPr>
          <p:cNvSpPr/>
          <p:nvPr/>
        </p:nvSpPr>
        <p:spPr>
          <a:xfrm rot="5400000">
            <a:off x="10431748" y="2325315"/>
            <a:ext cx="351852" cy="1613741"/>
          </a:xfrm>
          <a:prstGeom prst="rightArrow">
            <a:avLst/>
          </a:prstGeom>
        </p:spPr>
        <p:style>
          <a:lnRef idx="2">
            <a:schemeClr val="accent1"/>
          </a:lnRef>
          <a:fillRef idx="1">
            <a:schemeClr val="lt1"/>
          </a:fillRef>
          <a:effectRef idx="0">
            <a:schemeClr val="accent1"/>
          </a:effectRef>
          <a:fontRef idx="minor">
            <a:schemeClr val="dk1"/>
          </a:fontRef>
        </p:style>
        <p:txBody>
          <a:bodyPr wrap="square" rtlCol="0" anchor="ctr">
            <a:noAutofit/>
          </a:bodyPr>
          <a:lstStyle/>
          <a:p>
            <a:pPr algn="ctr"/>
            <a:endParaRPr lang="en-GB" dirty="0">
              <a:solidFill>
                <a:schemeClr val="bg1"/>
              </a:solidFill>
              <a:latin typeface="Montserrat" panose="00000500000000000000" pitchFamily="2" charset="0"/>
              <a:ea typeface="Arial" charset="0"/>
            </a:endParaRPr>
          </a:p>
        </p:txBody>
      </p:sp>
      <p:sp>
        <p:nvSpPr>
          <p:cNvPr id="3" name="Arrow: Bent 2">
            <a:extLst>
              <a:ext uri="{FF2B5EF4-FFF2-40B4-BE49-F238E27FC236}">
                <a16:creationId xmlns:a16="http://schemas.microsoft.com/office/drawing/2014/main" id="{FC1D51B2-9C6D-47A0-A794-5E4E3F1F1178}"/>
              </a:ext>
            </a:extLst>
          </p:cNvPr>
          <p:cNvSpPr/>
          <p:nvPr/>
        </p:nvSpPr>
        <p:spPr>
          <a:xfrm rot="10800000" flipH="1">
            <a:off x="4397210" y="5086357"/>
            <a:ext cx="3821969" cy="775137"/>
          </a:xfrm>
          <a:prstGeom prst="bentArrow">
            <a:avLst>
              <a:gd name="adj1" fmla="val 25000"/>
              <a:gd name="adj2" fmla="val 28116"/>
              <a:gd name="adj3" fmla="val 25000"/>
              <a:gd name="adj4" fmla="val 43750"/>
            </a:avLst>
          </a:prstGeom>
          <a:solidFill>
            <a:schemeClr val="bg1"/>
          </a:solidFill>
          <a:ln>
            <a:solidFill>
              <a:srgbClr val="FD5000"/>
            </a:solidFill>
          </a:ln>
        </p:spPr>
        <p:txBody>
          <a:bodyPr wrap="square" rtlCol="0" anchor="ctr">
            <a:noAutofit/>
          </a:bodyPr>
          <a:lstStyle/>
          <a:p>
            <a:pPr algn="ctr"/>
            <a:endParaRPr lang="en-GB" dirty="0">
              <a:solidFill>
                <a:schemeClr val="bg1"/>
              </a:solidFill>
              <a:latin typeface="Montserrat" panose="00000500000000000000" pitchFamily="2" charset="0"/>
              <a:ea typeface="Arial" charset="0"/>
            </a:endParaRPr>
          </a:p>
        </p:txBody>
      </p:sp>
      <p:sp>
        <p:nvSpPr>
          <p:cNvPr id="4" name="Rectangle 3">
            <a:extLst>
              <a:ext uri="{FF2B5EF4-FFF2-40B4-BE49-F238E27FC236}">
                <a16:creationId xmlns:a16="http://schemas.microsoft.com/office/drawing/2014/main" id="{58741838-4C30-47B6-8D1B-C1C1D33336D4}"/>
              </a:ext>
            </a:extLst>
          </p:cNvPr>
          <p:cNvSpPr/>
          <p:nvPr/>
        </p:nvSpPr>
        <p:spPr>
          <a:xfrm>
            <a:off x="4617870" y="5943600"/>
            <a:ext cx="3913890" cy="646331"/>
          </a:xfrm>
          <a:prstGeom prst="rect">
            <a:avLst/>
          </a:prstGeom>
        </p:spPr>
        <p:txBody>
          <a:bodyPr wrap="square">
            <a:spAutoFit/>
          </a:bodyPr>
          <a:lstStyle/>
          <a:p>
            <a:r>
              <a:rPr lang="en-US" b="1" spc="-2" dirty="0">
                <a:solidFill>
                  <a:schemeClr val="accent1"/>
                </a:solidFill>
                <a:latin typeface="Montserrat" panose="00000500000000000000" pitchFamily="2" charset="0"/>
                <a:cs typeface="Calibri"/>
              </a:rPr>
              <a:t>Follow the controls described in the summary sheet </a:t>
            </a:r>
            <a:endParaRPr lang="en-GB" b="1" dirty="0">
              <a:solidFill>
                <a:schemeClr val="accent1"/>
              </a:solidFill>
              <a:latin typeface="Montserrat" panose="00000500000000000000" pitchFamily="2" charset="0"/>
            </a:endParaRPr>
          </a:p>
        </p:txBody>
      </p:sp>
      <p:grpSp>
        <p:nvGrpSpPr>
          <p:cNvPr id="22" name="Group 21">
            <a:extLst>
              <a:ext uri="{FF2B5EF4-FFF2-40B4-BE49-F238E27FC236}">
                <a16:creationId xmlns:a16="http://schemas.microsoft.com/office/drawing/2014/main" id="{2F2607E5-5066-403E-9A87-4FE542FA5741}"/>
              </a:ext>
            </a:extLst>
          </p:cNvPr>
          <p:cNvGrpSpPr/>
          <p:nvPr/>
        </p:nvGrpSpPr>
        <p:grpSpPr>
          <a:xfrm>
            <a:off x="369496" y="5102954"/>
            <a:ext cx="3516704" cy="1526445"/>
            <a:chOff x="5905536" y="1676400"/>
            <a:chExt cx="4457664" cy="4064483"/>
          </a:xfrm>
        </p:grpSpPr>
        <p:pic>
          <p:nvPicPr>
            <p:cNvPr id="21" name="Picture 20">
              <a:extLst>
                <a:ext uri="{FF2B5EF4-FFF2-40B4-BE49-F238E27FC236}">
                  <a16:creationId xmlns:a16="http://schemas.microsoft.com/office/drawing/2014/main" id="{ED129F7B-4801-4CEC-B261-56D4868E8350}"/>
                </a:ext>
              </a:extLst>
            </p:cNvPr>
            <p:cNvPicPr>
              <a:picLocks noChangeAspect="1"/>
            </p:cNvPicPr>
            <p:nvPr/>
          </p:nvPicPr>
          <p:blipFill rotWithShape="1">
            <a:blip r:embed="rId8"/>
            <a:srcRect l="48438" t="24444" r="15000" b="16290"/>
            <a:stretch/>
          </p:blipFill>
          <p:spPr>
            <a:xfrm>
              <a:off x="5905536" y="1676400"/>
              <a:ext cx="4457664" cy="4064483"/>
            </a:xfrm>
            <a:prstGeom prst="rect">
              <a:avLst/>
            </a:prstGeom>
          </p:spPr>
        </p:pic>
        <p:pic>
          <p:nvPicPr>
            <p:cNvPr id="20" name="Picture 19">
              <a:extLst>
                <a:ext uri="{FF2B5EF4-FFF2-40B4-BE49-F238E27FC236}">
                  <a16:creationId xmlns:a16="http://schemas.microsoft.com/office/drawing/2014/main" id="{965AB65C-53AC-45AF-99F7-C2B99D245610}"/>
                </a:ext>
              </a:extLst>
            </p:cNvPr>
            <p:cNvPicPr>
              <a:picLocks noChangeAspect="1"/>
            </p:cNvPicPr>
            <p:nvPr/>
          </p:nvPicPr>
          <p:blipFill rotWithShape="1">
            <a:blip r:embed="rId8"/>
            <a:srcRect l="60625" t="23727" r="27276" b="62939"/>
            <a:stretch/>
          </p:blipFill>
          <p:spPr>
            <a:xfrm>
              <a:off x="5924586" y="1758217"/>
              <a:ext cx="1474997" cy="914400"/>
            </a:xfrm>
            <a:prstGeom prst="rect">
              <a:avLst/>
            </a:prstGeom>
          </p:spPr>
        </p:pic>
      </p:grpSp>
      <p:sp>
        <p:nvSpPr>
          <p:cNvPr id="24" name="Rectangle 23">
            <a:extLst>
              <a:ext uri="{FF2B5EF4-FFF2-40B4-BE49-F238E27FC236}">
                <a16:creationId xmlns:a16="http://schemas.microsoft.com/office/drawing/2014/main" id="{0402DD68-1FA4-4232-9EEA-4F05442F5E21}"/>
              </a:ext>
            </a:extLst>
          </p:cNvPr>
          <p:cNvSpPr/>
          <p:nvPr/>
        </p:nvSpPr>
        <p:spPr>
          <a:xfrm>
            <a:off x="4648200" y="4767596"/>
            <a:ext cx="4343400" cy="646331"/>
          </a:xfrm>
          <a:prstGeom prst="rect">
            <a:avLst/>
          </a:prstGeom>
        </p:spPr>
        <p:txBody>
          <a:bodyPr wrap="square" anchor="t">
            <a:spAutoFit/>
          </a:bodyPr>
          <a:lstStyle/>
          <a:p>
            <a:r>
              <a:rPr lang="en-US" b="1" spc="-2" dirty="0">
                <a:solidFill>
                  <a:schemeClr val="accent1"/>
                </a:solidFill>
                <a:latin typeface="Montserrat" panose="00000500000000000000" pitchFamily="2" charset="0"/>
                <a:cs typeface="Calibri"/>
              </a:rPr>
              <a:t>SDS sheets are converted to simple 1-pagers by EHS/IH experts</a:t>
            </a:r>
            <a:endParaRPr lang="en-GB" b="1" dirty="0" err="1">
              <a:solidFill>
                <a:schemeClr val="accent1"/>
              </a:solidFill>
              <a:latin typeface="Montserrat" panose="00000500000000000000" pitchFamily="2" charset="0"/>
            </a:endParaRPr>
          </a:p>
        </p:txBody>
      </p:sp>
      <p:pic>
        <p:nvPicPr>
          <p:cNvPr id="19" name="Picture 18">
            <a:extLst>
              <a:ext uri="{FF2B5EF4-FFF2-40B4-BE49-F238E27FC236}">
                <a16:creationId xmlns:a16="http://schemas.microsoft.com/office/drawing/2014/main" id="{18AA3D99-3945-4BC2-BB60-9C2D1F3B40F0}"/>
              </a:ext>
            </a:extLst>
          </p:cNvPr>
          <p:cNvPicPr>
            <a:picLocks noChangeAspect="1"/>
          </p:cNvPicPr>
          <p:nvPr/>
        </p:nvPicPr>
        <p:blipFill>
          <a:blip r:embed="rId9"/>
          <a:stretch>
            <a:fillRect/>
          </a:stretch>
        </p:blipFill>
        <p:spPr>
          <a:xfrm>
            <a:off x="4391425" y="1143000"/>
            <a:ext cx="1692667" cy="2310698"/>
          </a:xfrm>
          <a:prstGeom prst="rect">
            <a:avLst/>
          </a:prstGeom>
          <a:ln>
            <a:solidFill>
              <a:schemeClr val="accent1"/>
            </a:solidFill>
          </a:ln>
        </p:spPr>
      </p:pic>
      <p:pic>
        <p:nvPicPr>
          <p:cNvPr id="23" name="Picture 22">
            <a:extLst>
              <a:ext uri="{FF2B5EF4-FFF2-40B4-BE49-F238E27FC236}">
                <a16:creationId xmlns:a16="http://schemas.microsoft.com/office/drawing/2014/main" id="{B3A43909-B721-4ACD-BF11-13A4F9D6C2A8}"/>
              </a:ext>
            </a:extLst>
          </p:cNvPr>
          <p:cNvPicPr>
            <a:picLocks noChangeAspect="1"/>
          </p:cNvPicPr>
          <p:nvPr/>
        </p:nvPicPr>
        <p:blipFill>
          <a:blip r:embed="rId5"/>
          <a:stretch>
            <a:fillRect/>
          </a:stretch>
        </p:blipFill>
        <p:spPr>
          <a:xfrm>
            <a:off x="5682272" y="1379797"/>
            <a:ext cx="2005294" cy="2310698"/>
          </a:xfrm>
          <a:prstGeom prst="rect">
            <a:avLst/>
          </a:prstGeom>
          <a:ln>
            <a:solidFill>
              <a:schemeClr val="accent1"/>
            </a:solidFill>
          </a:ln>
        </p:spPr>
      </p:pic>
      <p:pic>
        <p:nvPicPr>
          <p:cNvPr id="26" name="Picture 25">
            <a:extLst>
              <a:ext uri="{FF2B5EF4-FFF2-40B4-BE49-F238E27FC236}">
                <a16:creationId xmlns:a16="http://schemas.microsoft.com/office/drawing/2014/main" id="{F483FDE6-A116-408A-B3DB-63593C53DA7F}"/>
              </a:ext>
            </a:extLst>
          </p:cNvPr>
          <p:cNvPicPr>
            <a:picLocks noChangeAspect="1"/>
          </p:cNvPicPr>
          <p:nvPr/>
        </p:nvPicPr>
        <p:blipFill>
          <a:blip r:embed="rId6"/>
          <a:stretch>
            <a:fillRect/>
          </a:stretch>
        </p:blipFill>
        <p:spPr>
          <a:xfrm>
            <a:off x="6421452" y="2205303"/>
            <a:ext cx="1445521" cy="2080240"/>
          </a:xfrm>
          <a:prstGeom prst="rect">
            <a:avLst/>
          </a:prstGeom>
          <a:ln>
            <a:solidFill>
              <a:schemeClr val="accent1"/>
            </a:solidFill>
          </a:ln>
        </p:spPr>
      </p:pic>
      <p:pic>
        <p:nvPicPr>
          <p:cNvPr id="29" name="Picture 28">
            <a:extLst>
              <a:ext uri="{FF2B5EF4-FFF2-40B4-BE49-F238E27FC236}">
                <a16:creationId xmlns:a16="http://schemas.microsoft.com/office/drawing/2014/main" id="{D64CAFDE-C3B0-4468-A6D8-8C03C67FC731}"/>
              </a:ext>
            </a:extLst>
          </p:cNvPr>
          <p:cNvPicPr>
            <a:picLocks noChangeAspect="1"/>
          </p:cNvPicPr>
          <p:nvPr/>
        </p:nvPicPr>
        <p:blipFill>
          <a:blip r:embed="rId10"/>
          <a:stretch>
            <a:fillRect/>
          </a:stretch>
        </p:blipFill>
        <p:spPr>
          <a:xfrm>
            <a:off x="4291112" y="1898739"/>
            <a:ext cx="1804888" cy="2313242"/>
          </a:xfrm>
          <a:prstGeom prst="rect">
            <a:avLst/>
          </a:prstGeom>
          <a:ln>
            <a:solidFill>
              <a:schemeClr val="accent1"/>
            </a:solidFill>
          </a:ln>
        </p:spPr>
      </p:pic>
    </p:spTree>
    <p:extLst>
      <p:ext uri="{BB962C8B-B14F-4D97-AF65-F5344CB8AC3E}">
        <p14:creationId xmlns:p14="http://schemas.microsoft.com/office/powerpoint/2010/main" val="411609234"/>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68886F-44AE-4010-BAF7-4F6FDBBE51F9}"/>
              </a:ext>
            </a:extLst>
          </p:cNvPr>
          <p:cNvPicPr>
            <a:picLocks noChangeAspect="1"/>
          </p:cNvPicPr>
          <p:nvPr/>
        </p:nvPicPr>
        <p:blipFill>
          <a:blip r:embed="rId2"/>
          <a:stretch>
            <a:fillRect/>
          </a:stretch>
        </p:blipFill>
        <p:spPr>
          <a:xfrm>
            <a:off x="1562593" y="432431"/>
            <a:ext cx="8534400" cy="5993138"/>
          </a:xfrm>
          <a:prstGeom prst="rect">
            <a:avLst/>
          </a:prstGeom>
          <a:noFill/>
          <a:ln>
            <a:solidFill>
              <a:srgbClr val="090936"/>
            </a:solidFill>
            <a:prstDash val="lgDashDotDot"/>
          </a:ln>
        </p:spPr>
      </p:pic>
      <p:sp>
        <p:nvSpPr>
          <p:cNvPr id="2" name="Rectangle: Rounded Corners 1">
            <a:extLst>
              <a:ext uri="{FF2B5EF4-FFF2-40B4-BE49-F238E27FC236}">
                <a16:creationId xmlns:a16="http://schemas.microsoft.com/office/drawing/2014/main" id="{2F2314CD-116B-4F58-A7C9-4B28844CED6F}"/>
              </a:ext>
            </a:extLst>
          </p:cNvPr>
          <p:cNvSpPr/>
          <p:nvPr/>
        </p:nvSpPr>
        <p:spPr>
          <a:xfrm>
            <a:off x="5943600" y="2133600"/>
            <a:ext cx="3733800" cy="3505200"/>
          </a:xfrm>
          <a:prstGeom prst="roundRect">
            <a:avLst/>
          </a:prstGeom>
          <a:noFill/>
          <a:ln w="22225">
            <a:solidFill>
              <a:schemeClr val="accent1"/>
            </a:solidFill>
            <a:prstDash val="lgDashDotDot"/>
          </a:ln>
        </p:spPr>
        <p:txBody>
          <a:bodyPr wrap="square" rtlCol="0" anchor="ctr">
            <a:noAutofit/>
          </a:bodyPr>
          <a:lstStyle/>
          <a:p>
            <a:pPr algn="ctr"/>
            <a:endParaRPr lang="en-GB" dirty="0">
              <a:solidFill>
                <a:schemeClr val="bg1"/>
              </a:solidFill>
              <a:ea typeface="Arial" charset="0"/>
            </a:endParaRPr>
          </a:p>
        </p:txBody>
      </p:sp>
      <p:sp>
        <p:nvSpPr>
          <p:cNvPr id="3" name="TextBox 2">
            <a:extLst>
              <a:ext uri="{FF2B5EF4-FFF2-40B4-BE49-F238E27FC236}">
                <a16:creationId xmlns:a16="http://schemas.microsoft.com/office/drawing/2014/main" id="{C36A2A22-2E57-4D71-AA87-BCCA3EAA925D}"/>
              </a:ext>
            </a:extLst>
          </p:cNvPr>
          <p:cNvSpPr txBox="1"/>
          <p:nvPr/>
        </p:nvSpPr>
        <p:spPr>
          <a:xfrm>
            <a:off x="77186" y="810144"/>
            <a:ext cx="1316183" cy="492443"/>
          </a:xfrm>
          <a:prstGeom prst="rect">
            <a:avLst/>
          </a:prstGeom>
          <a:noFill/>
        </p:spPr>
        <p:txBody>
          <a:bodyPr wrap="square" lIns="0" tIns="0" rIns="0" bIns="0" rtlCol="0">
            <a:spAutoFit/>
          </a:bodyPr>
          <a:lstStyle/>
          <a:p>
            <a:pPr algn="ctr"/>
            <a:r>
              <a:rPr lang="en-GB" sz="1600" b="1" i="1" dirty="0">
                <a:solidFill>
                  <a:schemeClr val="accent1"/>
                </a:solidFill>
                <a:latin typeface="Montserrat" panose="00000500000000000000" pitchFamily="2" charset="0"/>
              </a:rPr>
              <a:t>Chemical</a:t>
            </a:r>
            <a:r>
              <a:rPr lang="en-GB" sz="1600" b="1" dirty="0">
                <a:solidFill>
                  <a:schemeClr val="accent1"/>
                </a:solidFill>
                <a:latin typeface="Montserrat" panose="00000500000000000000" pitchFamily="2" charset="0"/>
              </a:rPr>
              <a:t> </a:t>
            </a:r>
            <a:r>
              <a:rPr lang="en-GB" sz="1600" b="1" i="1" dirty="0">
                <a:solidFill>
                  <a:schemeClr val="accent1"/>
                </a:solidFill>
                <a:latin typeface="Montserrat" panose="00000500000000000000" pitchFamily="2" charset="0"/>
              </a:rPr>
              <a:t>Information</a:t>
            </a:r>
            <a:endParaRPr lang="en-GB" sz="1600" b="1" dirty="0">
              <a:solidFill>
                <a:schemeClr val="accent1"/>
              </a:solidFill>
              <a:latin typeface="Montserrat" panose="00000500000000000000" pitchFamily="2" charset="0"/>
            </a:endParaRPr>
          </a:p>
        </p:txBody>
      </p:sp>
      <p:sp>
        <p:nvSpPr>
          <p:cNvPr id="6" name="Rectangle: Rounded Corners 5">
            <a:extLst>
              <a:ext uri="{FF2B5EF4-FFF2-40B4-BE49-F238E27FC236}">
                <a16:creationId xmlns:a16="http://schemas.microsoft.com/office/drawing/2014/main" id="{3E38E60B-258F-48A6-B0E5-052F77CBCEF5}"/>
              </a:ext>
            </a:extLst>
          </p:cNvPr>
          <p:cNvSpPr/>
          <p:nvPr/>
        </p:nvSpPr>
        <p:spPr>
          <a:xfrm>
            <a:off x="5867400" y="546265"/>
            <a:ext cx="2667000" cy="1447800"/>
          </a:xfrm>
          <a:prstGeom prst="roundRect">
            <a:avLst/>
          </a:prstGeom>
          <a:noFill/>
          <a:ln w="22225">
            <a:solidFill>
              <a:schemeClr val="accent1"/>
            </a:solidFill>
            <a:prstDash val="lgDashDotDot"/>
          </a:ln>
        </p:spPr>
        <p:txBody>
          <a:bodyPr wrap="square" rtlCol="0" anchor="ctr">
            <a:noAutofit/>
          </a:bodyPr>
          <a:lstStyle/>
          <a:p>
            <a:pPr algn="ctr"/>
            <a:endParaRPr lang="en-GB" dirty="0">
              <a:solidFill>
                <a:schemeClr val="bg1"/>
              </a:solidFill>
              <a:ea typeface="Arial" charset="0"/>
            </a:endParaRPr>
          </a:p>
        </p:txBody>
      </p:sp>
      <p:sp>
        <p:nvSpPr>
          <p:cNvPr id="7" name="Rectangle: Rounded Corners 6">
            <a:extLst>
              <a:ext uri="{FF2B5EF4-FFF2-40B4-BE49-F238E27FC236}">
                <a16:creationId xmlns:a16="http://schemas.microsoft.com/office/drawing/2014/main" id="{B8D182F2-FDD0-41E1-A36C-1DAD7C9483AA}"/>
              </a:ext>
            </a:extLst>
          </p:cNvPr>
          <p:cNvSpPr/>
          <p:nvPr/>
        </p:nvSpPr>
        <p:spPr>
          <a:xfrm>
            <a:off x="1469570" y="2393867"/>
            <a:ext cx="4474029" cy="2683731"/>
          </a:xfrm>
          <a:prstGeom prst="roundRect">
            <a:avLst/>
          </a:prstGeom>
          <a:noFill/>
          <a:ln w="22225">
            <a:solidFill>
              <a:schemeClr val="accent1"/>
            </a:solidFill>
            <a:prstDash val="lgDashDotDot"/>
          </a:ln>
        </p:spPr>
        <p:txBody>
          <a:bodyPr wrap="square" rtlCol="0" anchor="ctr">
            <a:noAutofit/>
          </a:bodyPr>
          <a:lstStyle/>
          <a:p>
            <a:pPr algn="ctr"/>
            <a:endParaRPr lang="en-GB" dirty="0">
              <a:solidFill>
                <a:schemeClr val="bg1"/>
              </a:solidFill>
              <a:ea typeface="Arial" charset="0"/>
            </a:endParaRPr>
          </a:p>
        </p:txBody>
      </p:sp>
      <p:sp>
        <p:nvSpPr>
          <p:cNvPr id="8" name="Rectangle: Rounded Corners 7">
            <a:extLst>
              <a:ext uri="{FF2B5EF4-FFF2-40B4-BE49-F238E27FC236}">
                <a16:creationId xmlns:a16="http://schemas.microsoft.com/office/drawing/2014/main" id="{28F42A07-DFCE-4FA5-BE88-7D244BAC9862}"/>
              </a:ext>
            </a:extLst>
          </p:cNvPr>
          <p:cNvSpPr/>
          <p:nvPr/>
        </p:nvSpPr>
        <p:spPr>
          <a:xfrm>
            <a:off x="1597230" y="304800"/>
            <a:ext cx="4270169" cy="2057400"/>
          </a:xfrm>
          <a:prstGeom prst="roundRect">
            <a:avLst/>
          </a:prstGeom>
          <a:noFill/>
          <a:ln w="22225">
            <a:solidFill>
              <a:schemeClr val="accent1"/>
            </a:solidFill>
            <a:prstDash val="lgDashDotDot"/>
          </a:ln>
        </p:spPr>
        <p:txBody>
          <a:bodyPr wrap="square" rtlCol="0" anchor="ctr">
            <a:noAutofit/>
          </a:bodyPr>
          <a:lstStyle/>
          <a:p>
            <a:pPr algn="ctr"/>
            <a:endParaRPr lang="en-GB" dirty="0">
              <a:solidFill>
                <a:schemeClr val="bg1"/>
              </a:solidFill>
              <a:ea typeface="Arial" charset="0"/>
            </a:endParaRPr>
          </a:p>
        </p:txBody>
      </p:sp>
      <p:sp>
        <p:nvSpPr>
          <p:cNvPr id="9" name="TextBox 8">
            <a:extLst>
              <a:ext uri="{FF2B5EF4-FFF2-40B4-BE49-F238E27FC236}">
                <a16:creationId xmlns:a16="http://schemas.microsoft.com/office/drawing/2014/main" id="{D511D9AD-0C86-4DE5-ADED-9A97E23D742E}"/>
              </a:ext>
            </a:extLst>
          </p:cNvPr>
          <p:cNvSpPr txBox="1"/>
          <p:nvPr/>
        </p:nvSpPr>
        <p:spPr>
          <a:xfrm>
            <a:off x="77186" y="3439886"/>
            <a:ext cx="1164771" cy="553998"/>
          </a:xfrm>
          <a:prstGeom prst="rect">
            <a:avLst/>
          </a:prstGeom>
          <a:noFill/>
        </p:spPr>
        <p:txBody>
          <a:bodyPr wrap="square" lIns="0" tIns="0" rIns="0" bIns="0" rtlCol="0">
            <a:spAutoFit/>
          </a:bodyPr>
          <a:lstStyle/>
          <a:p>
            <a:r>
              <a:rPr lang="en-GB" b="1" dirty="0">
                <a:solidFill>
                  <a:schemeClr val="accent1"/>
                </a:solidFill>
                <a:latin typeface="Montserrat" panose="00000500000000000000" pitchFamily="2" charset="0"/>
              </a:rPr>
              <a:t>Controls </a:t>
            </a:r>
            <a:r>
              <a:rPr lang="en-GB" dirty="0">
                <a:solidFill>
                  <a:schemeClr val="accent1"/>
                </a:solidFill>
                <a:latin typeface="Montserrat" panose="00000500000000000000" pitchFamily="2" charset="0"/>
              </a:rPr>
              <a:t>(inc PPE)</a:t>
            </a:r>
          </a:p>
        </p:txBody>
      </p:sp>
      <p:sp>
        <p:nvSpPr>
          <p:cNvPr id="10" name="TextBox 9">
            <a:extLst>
              <a:ext uri="{FF2B5EF4-FFF2-40B4-BE49-F238E27FC236}">
                <a16:creationId xmlns:a16="http://schemas.microsoft.com/office/drawing/2014/main" id="{092A94A7-82B2-47FF-AB69-E0844AC37B3B}"/>
              </a:ext>
            </a:extLst>
          </p:cNvPr>
          <p:cNvSpPr txBox="1"/>
          <p:nvPr/>
        </p:nvSpPr>
        <p:spPr>
          <a:xfrm>
            <a:off x="10706102" y="671645"/>
            <a:ext cx="1164771" cy="276999"/>
          </a:xfrm>
          <a:prstGeom prst="rect">
            <a:avLst/>
          </a:prstGeom>
          <a:noFill/>
        </p:spPr>
        <p:txBody>
          <a:bodyPr wrap="square" lIns="0" tIns="0" rIns="0" bIns="0" rtlCol="0">
            <a:spAutoFit/>
          </a:bodyPr>
          <a:lstStyle/>
          <a:p>
            <a:r>
              <a:rPr lang="en-GB" b="1" dirty="0">
                <a:solidFill>
                  <a:schemeClr val="accent1"/>
                </a:solidFill>
                <a:latin typeface="Montserrat" panose="00000500000000000000" pitchFamily="2" charset="0"/>
              </a:rPr>
              <a:t>Controls</a:t>
            </a:r>
          </a:p>
        </p:txBody>
      </p:sp>
      <p:sp>
        <p:nvSpPr>
          <p:cNvPr id="11" name="TextBox 10">
            <a:extLst>
              <a:ext uri="{FF2B5EF4-FFF2-40B4-BE49-F238E27FC236}">
                <a16:creationId xmlns:a16="http://schemas.microsoft.com/office/drawing/2014/main" id="{D1418775-0626-419D-9B74-5F1A51D9C156}"/>
              </a:ext>
            </a:extLst>
          </p:cNvPr>
          <p:cNvSpPr txBox="1"/>
          <p:nvPr/>
        </p:nvSpPr>
        <p:spPr>
          <a:xfrm>
            <a:off x="10324606" y="4205395"/>
            <a:ext cx="1867394" cy="1107996"/>
          </a:xfrm>
          <a:prstGeom prst="rect">
            <a:avLst/>
          </a:prstGeom>
          <a:noFill/>
        </p:spPr>
        <p:txBody>
          <a:bodyPr wrap="square" lIns="0" tIns="0" rIns="0" bIns="0" rtlCol="0">
            <a:spAutoFit/>
          </a:bodyPr>
          <a:lstStyle/>
          <a:p>
            <a:pPr algn="ctr"/>
            <a:r>
              <a:rPr lang="en-GB" b="1" dirty="0">
                <a:solidFill>
                  <a:schemeClr val="accent1"/>
                </a:solidFill>
                <a:latin typeface="Montserrat" panose="00000500000000000000" pitchFamily="2" charset="0"/>
              </a:rPr>
              <a:t>Recovery Measures </a:t>
            </a:r>
          </a:p>
          <a:p>
            <a:pPr algn="ctr"/>
            <a:r>
              <a:rPr lang="en-GB" i="1" dirty="0">
                <a:solidFill>
                  <a:schemeClr val="accent1"/>
                </a:solidFill>
                <a:latin typeface="Montserrat" panose="00000500000000000000" pitchFamily="2" charset="0"/>
              </a:rPr>
              <a:t>(in the event of an incident)</a:t>
            </a:r>
          </a:p>
        </p:txBody>
      </p:sp>
      <p:cxnSp>
        <p:nvCxnSpPr>
          <p:cNvPr id="12" name="Straight Arrow Connector 11">
            <a:extLst>
              <a:ext uri="{FF2B5EF4-FFF2-40B4-BE49-F238E27FC236}">
                <a16:creationId xmlns:a16="http://schemas.microsoft.com/office/drawing/2014/main" id="{2838F96B-6E0B-401D-9047-8D7823C0398F}"/>
              </a:ext>
            </a:extLst>
          </p:cNvPr>
          <p:cNvCxnSpPr>
            <a:cxnSpLocks/>
          </p:cNvCxnSpPr>
          <p:nvPr/>
        </p:nvCxnSpPr>
        <p:spPr>
          <a:xfrm flipH="1">
            <a:off x="8596745" y="861024"/>
            <a:ext cx="1984170" cy="256656"/>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0EF48D7-9FAD-46A8-9B93-9CFEDEBA0F10}"/>
              </a:ext>
            </a:extLst>
          </p:cNvPr>
          <p:cNvCxnSpPr>
            <a:cxnSpLocks/>
          </p:cNvCxnSpPr>
          <p:nvPr/>
        </p:nvCxnSpPr>
        <p:spPr>
          <a:xfrm>
            <a:off x="1130503" y="3716792"/>
            <a:ext cx="286738" cy="1"/>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6FB39BC-563E-412A-9129-688C435BCE93}"/>
              </a:ext>
            </a:extLst>
          </p:cNvPr>
          <p:cNvCxnSpPr>
            <a:cxnSpLocks/>
          </p:cNvCxnSpPr>
          <p:nvPr/>
        </p:nvCxnSpPr>
        <p:spPr>
          <a:xfrm flipH="1" flipV="1">
            <a:off x="9741230" y="4007300"/>
            <a:ext cx="809008" cy="495437"/>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654239F-022F-4AE4-AA32-A7485092CBCD}"/>
              </a:ext>
            </a:extLst>
          </p:cNvPr>
          <p:cNvCxnSpPr>
            <a:cxnSpLocks/>
          </p:cNvCxnSpPr>
          <p:nvPr/>
        </p:nvCxnSpPr>
        <p:spPr>
          <a:xfrm>
            <a:off x="1293174" y="992321"/>
            <a:ext cx="227855" cy="64044"/>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9481722"/>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7D2B81F-D007-4A91-9599-8FC7BFD91048}"/>
              </a:ext>
            </a:extLst>
          </p:cNvPr>
          <p:cNvSpPr/>
          <p:nvPr/>
        </p:nvSpPr>
        <p:spPr>
          <a:xfrm>
            <a:off x="1143000" y="3048000"/>
            <a:ext cx="685800" cy="332588"/>
          </a:xfrm>
          <a:prstGeom prst="rect">
            <a:avLst/>
          </a:prstGeom>
          <a:solidFill>
            <a:srgbClr val="009FDA"/>
          </a:solidFill>
        </p:spPr>
        <p:txBody>
          <a:bodyPr wrap="square" rtlCol="0" anchor="ctr">
            <a:noAutofit/>
          </a:bodyPr>
          <a:lstStyle/>
          <a:p>
            <a:pPr algn="ctr"/>
            <a:endParaRPr lang="en-US" dirty="0">
              <a:solidFill>
                <a:schemeClr val="bg1"/>
              </a:solidFill>
              <a:ea typeface="Arial" charset="0"/>
            </a:endParaRPr>
          </a:p>
        </p:txBody>
      </p:sp>
      <p:sp>
        <p:nvSpPr>
          <p:cNvPr id="7" name="Content Placeholder 6"/>
          <p:cNvSpPr>
            <a:spLocks noGrp="1"/>
          </p:cNvSpPr>
          <p:nvPr>
            <p:ph sz="quarter" idx="14"/>
          </p:nvPr>
        </p:nvSpPr>
        <p:spPr>
          <a:xfrm>
            <a:off x="328474" y="1362817"/>
            <a:ext cx="7590692" cy="2931904"/>
          </a:xfrm>
        </p:spPr>
        <p:txBody>
          <a:bodyPr>
            <a:noAutofit/>
          </a:bodyPr>
          <a:lstStyle/>
          <a:p>
            <a:pPr marL="0" indent="0">
              <a:buNone/>
            </a:pPr>
            <a:r>
              <a:rPr lang="en-US" sz="1400" dirty="0">
                <a:solidFill>
                  <a:srgbClr val="FD5000"/>
                </a:solidFill>
                <a:latin typeface="Montserrat" panose="00000500000000000000" pitchFamily="2" charset="0"/>
              </a:rPr>
              <a:t>0. </a:t>
            </a:r>
            <a:r>
              <a:rPr lang="en-US" sz="1400" dirty="0">
                <a:solidFill>
                  <a:schemeClr val="accent2"/>
                </a:solidFill>
                <a:latin typeface="Montserrat" panose="00000500000000000000" pitchFamily="2" charset="0"/>
              </a:rPr>
              <a:t>Go to:  </a:t>
            </a:r>
            <a:r>
              <a:rPr lang="en-US" sz="1400" u="sng" dirty="0">
                <a:solidFill>
                  <a:schemeClr val="accent6"/>
                </a:solidFill>
                <a:latin typeface="Montserrat" panose="00000500000000000000" pitchFamily="2" charset="0"/>
              </a:rPr>
              <a:t>https://cms.sypol.com</a:t>
            </a:r>
            <a:r>
              <a:rPr lang="en-US" sz="1400" dirty="0">
                <a:solidFill>
                  <a:schemeClr val="accent6"/>
                </a:solidFill>
                <a:latin typeface="Montserrat" panose="00000500000000000000" pitchFamily="2" charset="0"/>
              </a:rPr>
              <a:t>            </a:t>
            </a:r>
            <a:r>
              <a:rPr lang="en-US" sz="1400" b="1" i="1" dirty="0">
                <a:solidFill>
                  <a:srgbClr val="C4C6C6"/>
                </a:solidFill>
                <a:latin typeface="Montserrat" panose="00000500000000000000" pitchFamily="2" charset="0"/>
              </a:rPr>
              <a:t>(in a web browser e.g., chrome)</a:t>
            </a:r>
          </a:p>
          <a:p>
            <a:pPr marL="0" indent="0">
              <a:buNone/>
            </a:pPr>
            <a:r>
              <a:rPr lang="en-US" sz="1400" dirty="0">
                <a:solidFill>
                  <a:srgbClr val="FD5000"/>
                </a:solidFill>
                <a:latin typeface="Montserrat" panose="00000500000000000000" pitchFamily="2" charset="0"/>
              </a:rPr>
              <a:t>1. </a:t>
            </a:r>
            <a:r>
              <a:rPr lang="en-US" sz="1400" dirty="0">
                <a:solidFill>
                  <a:schemeClr val="accent2"/>
                </a:solidFill>
                <a:latin typeface="Montserrat" panose="00000500000000000000" pitchFamily="2" charset="0"/>
              </a:rPr>
              <a:t>Enter Company ID: </a:t>
            </a:r>
            <a:r>
              <a:rPr lang="en-US" sz="1400" b="1" dirty="0">
                <a:solidFill>
                  <a:schemeClr val="accent1"/>
                </a:solidFill>
                <a:latin typeface="Montserrat" panose="00000500000000000000" pitchFamily="2" charset="0"/>
              </a:rPr>
              <a:t>FIELDCORE</a:t>
            </a:r>
            <a:r>
              <a:rPr lang="en-US" sz="1400" dirty="0">
                <a:solidFill>
                  <a:schemeClr val="accent2"/>
                </a:solidFill>
                <a:latin typeface="Montserrat" panose="00000500000000000000" pitchFamily="2" charset="0"/>
              </a:rPr>
              <a:t>       </a:t>
            </a:r>
            <a:r>
              <a:rPr lang="en-US" sz="1400" b="1" i="1" dirty="0">
                <a:solidFill>
                  <a:srgbClr val="C4C6C6"/>
                </a:solidFill>
                <a:latin typeface="Montserrat" panose="00000500000000000000" pitchFamily="2" charset="0"/>
              </a:rPr>
              <a:t>(exactly: field is are case-sensitive)</a:t>
            </a:r>
          </a:p>
          <a:p>
            <a:pPr marL="0" indent="0">
              <a:buNone/>
            </a:pPr>
            <a:r>
              <a:rPr lang="en-US" sz="1400" dirty="0">
                <a:solidFill>
                  <a:srgbClr val="FD5000"/>
                </a:solidFill>
                <a:latin typeface="Montserrat" panose="00000500000000000000" pitchFamily="2" charset="0"/>
              </a:rPr>
              <a:t>2. </a:t>
            </a:r>
            <a:r>
              <a:rPr lang="en-US" sz="1400" dirty="0">
                <a:solidFill>
                  <a:schemeClr val="accent2"/>
                </a:solidFill>
                <a:latin typeface="Montserrat" panose="00000500000000000000" pitchFamily="2" charset="0"/>
              </a:rPr>
              <a:t>Enter Username: </a:t>
            </a:r>
            <a:r>
              <a:rPr lang="en-US" sz="1400" b="1" dirty="0">
                <a:solidFill>
                  <a:schemeClr val="accent1"/>
                </a:solidFill>
                <a:latin typeface="Montserrat" panose="00000500000000000000" pitchFamily="2" charset="0"/>
              </a:rPr>
              <a:t>English</a:t>
            </a:r>
            <a:r>
              <a:rPr lang="en-US" sz="1400" dirty="0">
                <a:solidFill>
                  <a:schemeClr val="accent1"/>
                </a:solidFill>
                <a:latin typeface="Montserrat" panose="00000500000000000000" pitchFamily="2" charset="0"/>
              </a:rPr>
              <a:t>                  </a:t>
            </a:r>
            <a:r>
              <a:rPr lang="en-US" sz="1400" b="1" i="1" dirty="0">
                <a:solidFill>
                  <a:srgbClr val="C4C6C6"/>
                </a:solidFill>
                <a:latin typeface="Montserrat" panose="00000500000000000000" pitchFamily="2" charset="0"/>
              </a:rPr>
              <a:t>(assessment will be e.g., English) </a:t>
            </a:r>
          </a:p>
          <a:p>
            <a:pPr marL="0" indent="0">
              <a:lnSpc>
                <a:spcPts val="1900"/>
              </a:lnSpc>
              <a:buNone/>
            </a:pPr>
            <a:r>
              <a:rPr lang="en-US" sz="1400" spc="-4" dirty="0">
                <a:solidFill>
                  <a:srgbClr val="FD5000"/>
                </a:solidFill>
                <a:latin typeface="Montserrat" panose="00000500000000000000" pitchFamily="2" charset="0"/>
                <a:cs typeface="Calibri"/>
              </a:rPr>
              <a:t>3. </a:t>
            </a:r>
            <a:r>
              <a:rPr lang="en-US" sz="1400" spc="-4" dirty="0">
                <a:solidFill>
                  <a:srgbClr val="090936"/>
                </a:solidFill>
                <a:latin typeface="Montserrat" panose="00000500000000000000" pitchFamily="2" charset="0"/>
                <a:cs typeface="Calibri"/>
              </a:rPr>
              <a:t>Enter Password: </a:t>
            </a:r>
            <a:r>
              <a:rPr lang="en-US" sz="1400" b="1" spc="-4" dirty="0">
                <a:solidFill>
                  <a:srgbClr val="FD5000"/>
                </a:solidFill>
                <a:latin typeface="Montserrat" panose="00000500000000000000" pitchFamily="2" charset="0"/>
                <a:cs typeface="Calibri"/>
              </a:rPr>
              <a:t>Chemicals123!       </a:t>
            </a:r>
            <a:r>
              <a:rPr lang="en-US" sz="1400" b="1" i="1" spc="-4" dirty="0">
                <a:solidFill>
                  <a:srgbClr val="B0B3B3"/>
                </a:solidFill>
                <a:latin typeface="Montserrat" panose="00000500000000000000" pitchFamily="2" charset="0"/>
                <a:cs typeface="Calibri"/>
              </a:rPr>
              <a:t>(remember to include the “</a:t>
            </a:r>
            <a:r>
              <a:rPr lang="en-US" sz="1400" b="1" i="1" spc="-4" dirty="0">
                <a:solidFill>
                  <a:schemeClr val="accent1"/>
                </a:solidFill>
                <a:latin typeface="Montserrat" panose="00000500000000000000" pitchFamily="2" charset="0"/>
                <a:cs typeface="Calibri"/>
              </a:rPr>
              <a:t>!</a:t>
            </a:r>
            <a:r>
              <a:rPr lang="en-US" sz="1400" b="1" i="1" spc="-4" dirty="0">
                <a:solidFill>
                  <a:srgbClr val="B0B3B3"/>
                </a:solidFill>
                <a:latin typeface="Montserrat" panose="00000500000000000000" pitchFamily="2" charset="0"/>
                <a:cs typeface="Calibri"/>
              </a:rPr>
              <a:t>” after …</a:t>
            </a:r>
            <a:r>
              <a:rPr lang="en-US" sz="1400" b="1" i="1" spc="-4" dirty="0">
                <a:solidFill>
                  <a:schemeClr val="accent1"/>
                </a:solidFill>
                <a:latin typeface="Montserrat" panose="00000500000000000000" pitchFamily="2" charset="0"/>
                <a:cs typeface="Calibri"/>
              </a:rPr>
              <a:t>123</a:t>
            </a:r>
            <a:r>
              <a:rPr lang="en-US" sz="1400" b="1" i="1" spc="-4" dirty="0">
                <a:solidFill>
                  <a:srgbClr val="B0B3B3"/>
                </a:solidFill>
                <a:latin typeface="Montserrat" panose="00000500000000000000" pitchFamily="2" charset="0"/>
                <a:cs typeface="Calibri"/>
              </a:rPr>
              <a:t>)</a:t>
            </a:r>
          </a:p>
          <a:p>
            <a:pPr marL="0" indent="0">
              <a:buNone/>
            </a:pPr>
            <a:r>
              <a:rPr lang="en-US" sz="1400" dirty="0">
                <a:solidFill>
                  <a:srgbClr val="FD5000"/>
                </a:solidFill>
                <a:latin typeface="Montserrat" panose="00000500000000000000" pitchFamily="2" charset="0"/>
              </a:rPr>
              <a:t>4. </a:t>
            </a:r>
            <a:r>
              <a:rPr lang="en-US" sz="1400" spc="-4" dirty="0">
                <a:solidFill>
                  <a:srgbClr val="090936"/>
                </a:solidFill>
                <a:latin typeface="Montserrat" panose="00000500000000000000" pitchFamily="2" charset="0"/>
                <a:cs typeface="Calibri"/>
              </a:rPr>
              <a:t>Click Tick box: </a:t>
            </a:r>
            <a:r>
              <a:rPr lang="en-US" sz="1400" spc="-4" dirty="0">
                <a:latin typeface="Montserrat" panose="00000500000000000000" pitchFamily="2" charset="0"/>
                <a:cs typeface="Calibri"/>
              </a:rPr>
              <a:t>Remember me on the computer button</a:t>
            </a:r>
            <a:r>
              <a:rPr lang="en-US" sz="1400" spc="-4" dirty="0">
                <a:solidFill>
                  <a:srgbClr val="090936"/>
                </a:solidFill>
                <a:latin typeface="Montserrat" panose="00000500000000000000" pitchFamily="2" charset="0"/>
                <a:cs typeface="Calibri"/>
              </a:rPr>
              <a:t> </a:t>
            </a:r>
            <a:r>
              <a:rPr lang="en-US" sz="1400" b="1" i="1" spc="-4" dirty="0">
                <a:solidFill>
                  <a:srgbClr val="B0B3B3"/>
                </a:solidFill>
                <a:latin typeface="Montserrat" panose="00000500000000000000" pitchFamily="2" charset="0"/>
                <a:cs typeface="Calibri"/>
              </a:rPr>
              <a:t>(saves password) </a:t>
            </a:r>
          </a:p>
          <a:p>
            <a:pPr marL="0" indent="0">
              <a:buNone/>
            </a:pPr>
            <a:r>
              <a:rPr lang="en-US" sz="1400" dirty="0">
                <a:solidFill>
                  <a:srgbClr val="FD5000"/>
                </a:solidFill>
                <a:latin typeface="Montserrat" panose="00000500000000000000" pitchFamily="2" charset="0"/>
              </a:rPr>
              <a:t>5. </a:t>
            </a:r>
            <a:r>
              <a:rPr lang="en-US" sz="1400" spc="-4" dirty="0">
                <a:solidFill>
                  <a:srgbClr val="090936"/>
                </a:solidFill>
                <a:latin typeface="Montserrat" panose="00000500000000000000" pitchFamily="2" charset="0"/>
                <a:cs typeface="Calibri"/>
              </a:rPr>
              <a:t>Click:   </a:t>
            </a:r>
            <a:r>
              <a:rPr lang="en-US" sz="1400" b="1" spc="-4" dirty="0">
                <a:solidFill>
                  <a:schemeClr val="bg1"/>
                </a:solidFill>
                <a:latin typeface="Montserrat" panose="00000500000000000000" pitchFamily="2" charset="0"/>
                <a:cs typeface="Calibri"/>
              </a:rPr>
              <a:t>Log in</a:t>
            </a:r>
            <a:endParaRPr lang="en-US" sz="1400" b="1" i="1" dirty="0">
              <a:solidFill>
                <a:schemeClr val="bg1"/>
              </a:solidFill>
              <a:latin typeface="Montserrat" panose="00000500000000000000" pitchFamily="2" charset="0"/>
            </a:endParaRPr>
          </a:p>
        </p:txBody>
      </p:sp>
      <p:pic>
        <p:nvPicPr>
          <p:cNvPr id="21" name="Picture 20">
            <a:extLst>
              <a:ext uri="{FF2B5EF4-FFF2-40B4-BE49-F238E27FC236}">
                <a16:creationId xmlns:a16="http://schemas.microsoft.com/office/drawing/2014/main" id="{7952FD81-0F72-467F-8527-23448095B8B0}"/>
              </a:ext>
            </a:extLst>
          </p:cNvPr>
          <p:cNvPicPr>
            <a:picLocks noChangeAspect="1"/>
          </p:cNvPicPr>
          <p:nvPr/>
        </p:nvPicPr>
        <p:blipFill>
          <a:blip r:embed="rId2"/>
          <a:stretch>
            <a:fillRect/>
          </a:stretch>
        </p:blipFill>
        <p:spPr>
          <a:xfrm>
            <a:off x="8230348" y="2884420"/>
            <a:ext cx="2285945" cy="2536772"/>
          </a:xfrm>
          <a:prstGeom prst="rect">
            <a:avLst/>
          </a:prstGeom>
          <a:effectLst>
            <a:outerShdw blurRad="63500" sx="102000" sy="102000" algn="ctr" rotWithShape="0">
              <a:prstClr val="black">
                <a:alpha val="40000"/>
              </a:prstClr>
            </a:outerShdw>
          </a:effectLst>
        </p:spPr>
      </p:pic>
      <p:sp>
        <p:nvSpPr>
          <p:cNvPr id="2" name="Title 1"/>
          <p:cNvSpPr>
            <a:spLocks noGrp="1"/>
          </p:cNvSpPr>
          <p:nvPr>
            <p:ph type="title"/>
          </p:nvPr>
        </p:nvSpPr>
        <p:spPr>
          <a:xfrm>
            <a:off x="1615440" y="228600"/>
            <a:ext cx="8961119" cy="694944"/>
          </a:xfrm>
          <a:solidFill>
            <a:srgbClr val="FD5000"/>
          </a:solidFill>
        </p:spPr>
        <p:txBody>
          <a:bodyPr/>
          <a:lstStyle/>
          <a:p>
            <a:r>
              <a:rPr lang="en-US" sz="2800" b="1" dirty="0">
                <a:latin typeface="Montserrat" panose="00000500000000000000" pitchFamily="2" charset="0"/>
              </a:rPr>
              <a:t>3: How to LOGIN to system</a:t>
            </a:r>
          </a:p>
        </p:txBody>
      </p:sp>
      <p:sp>
        <p:nvSpPr>
          <p:cNvPr id="3" name="TextBox 2">
            <a:extLst>
              <a:ext uri="{FF2B5EF4-FFF2-40B4-BE49-F238E27FC236}">
                <a16:creationId xmlns:a16="http://schemas.microsoft.com/office/drawing/2014/main" id="{65CE8169-0A35-44D5-9A3F-8BEB402FE24E}"/>
              </a:ext>
            </a:extLst>
          </p:cNvPr>
          <p:cNvSpPr txBox="1"/>
          <p:nvPr/>
        </p:nvSpPr>
        <p:spPr>
          <a:xfrm>
            <a:off x="3428999" y="968740"/>
            <a:ext cx="5334000" cy="276999"/>
          </a:xfrm>
          <a:prstGeom prst="rect">
            <a:avLst/>
          </a:prstGeom>
          <a:noFill/>
        </p:spPr>
        <p:txBody>
          <a:bodyPr wrap="square" lIns="0" tIns="0" rIns="0" bIns="0" rtlCol="0">
            <a:spAutoFit/>
          </a:bodyPr>
          <a:lstStyle/>
          <a:p>
            <a:r>
              <a:rPr lang="en-US" b="1" dirty="0">
                <a:solidFill>
                  <a:schemeClr val="accent2"/>
                </a:solidFill>
                <a:latin typeface="Montserrat" panose="00000500000000000000" pitchFamily="2" charset="0"/>
              </a:rPr>
              <a:t>(the software is called SYPOL by Alcumus)</a:t>
            </a:r>
            <a:endParaRPr lang="en-GB" b="1" dirty="0">
              <a:solidFill>
                <a:schemeClr val="accent2"/>
              </a:solidFill>
              <a:latin typeface="Montserrat" panose="00000500000000000000" pitchFamily="2" charset="0"/>
            </a:endParaRPr>
          </a:p>
        </p:txBody>
      </p:sp>
      <p:pic>
        <p:nvPicPr>
          <p:cNvPr id="12" name="Picture 11">
            <a:extLst>
              <a:ext uri="{FF2B5EF4-FFF2-40B4-BE49-F238E27FC236}">
                <a16:creationId xmlns:a16="http://schemas.microsoft.com/office/drawing/2014/main" id="{5BA8DA84-D1F6-42E5-B3F4-87C8D3E79166}"/>
              </a:ext>
            </a:extLst>
          </p:cNvPr>
          <p:cNvPicPr>
            <a:picLocks noChangeAspect="1"/>
          </p:cNvPicPr>
          <p:nvPr/>
        </p:nvPicPr>
        <p:blipFill rotWithShape="1">
          <a:blip r:embed="rId3"/>
          <a:srcRect l="2032" t="15540" r="1928" b="6027"/>
          <a:stretch/>
        </p:blipFill>
        <p:spPr>
          <a:xfrm>
            <a:off x="8153400" y="1383268"/>
            <a:ext cx="2590800" cy="1189585"/>
          </a:xfrm>
          <a:prstGeom prst="rect">
            <a:avLst/>
          </a:prstGeom>
          <a:ln>
            <a:solidFill>
              <a:srgbClr val="C4C6C6"/>
            </a:solidFill>
          </a:ln>
          <a:effectLst>
            <a:outerShdw blurRad="63500" sx="102000" sy="102000" algn="ctr" rotWithShape="0">
              <a:prstClr val="black">
                <a:alpha val="40000"/>
              </a:prstClr>
            </a:outerShdw>
          </a:effectLst>
        </p:spPr>
      </p:pic>
      <p:sp>
        <p:nvSpPr>
          <p:cNvPr id="13" name="Arrow: Down 12">
            <a:extLst>
              <a:ext uri="{FF2B5EF4-FFF2-40B4-BE49-F238E27FC236}">
                <a16:creationId xmlns:a16="http://schemas.microsoft.com/office/drawing/2014/main" id="{838BD8D7-DE39-4E21-8C75-1A941916DF26}"/>
              </a:ext>
            </a:extLst>
          </p:cNvPr>
          <p:cNvSpPr/>
          <p:nvPr/>
        </p:nvSpPr>
        <p:spPr>
          <a:xfrm>
            <a:off x="9329350" y="2333315"/>
            <a:ext cx="238899" cy="657187"/>
          </a:xfrm>
          <a:prstGeom prst="downArrow">
            <a:avLst/>
          </a:prstGeom>
          <a:solidFill>
            <a:srgbClr val="009FDA"/>
          </a:solidFill>
          <a:ln>
            <a:solidFill>
              <a:srgbClr val="C4C6C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latin typeface="Montserrat" panose="00000500000000000000" pitchFamily="2" charset="0"/>
            </a:endParaRPr>
          </a:p>
        </p:txBody>
      </p:sp>
      <p:sp>
        <p:nvSpPr>
          <p:cNvPr id="19" name="object 13">
            <a:extLst>
              <a:ext uri="{FF2B5EF4-FFF2-40B4-BE49-F238E27FC236}">
                <a16:creationId xmlns:a16="http://schemas.microsoft.com/office/drawing/2014/main" id="{5DD9517F-55BC-4742-8C12-FEB3A9A33054}"/>
              </a:ext>
            </a:extLst>
          </p:cNvPr>
          <p:cNvSpPr/>
          <p:nvPr/>
        </p:nvSpPr>
        <p:spPr>
          <a:xfrm>
            <a:off x="10983613" y="3645731"/>
            <a:ext cx="252983" cy="256129"/>
          </a:xfrm>
          <a:custGeom>
            <a:avLst/>
            <a:gdLst/>
            <a:ahLst/>
            <a:cxnLst/>
            <a:rect l="l" t="t" r="r" b="b"/>
            <a:pathLst>
              <a:path w="252983" h="176783">
                <a:moveTo>
                  <a:pt x="0" y="88391"/>
                </a:moveTo>
                <a:lnTo>
                  <a:pt x="1126" y="76554"/>
                </a:lnTo>
                <a:lnTo>
                  <a:pt x="4410" y="65189"/>
                </a:lnTo>
                <a:lnTo>
                  <a:pt x="9704" y="54401"/>
                </a:lnTo>
                <a:lnTo>
                  <a:pt x="16865" y="44289"/>
                </a:lnTo>
                <a:lnTo>
                  <a:pt x="25746" y="34957"/>
                </a:lnTo>
                <a:lnTo>
                  <a:pt x="36203" y="26506"/>
                </a:lnTo>
                <a:lnTo>
                  <a:pt x="48090" y="19039"/>
                </a:lnTo>
                <a:lnTo>
                  <a:pt x="61263" y="12656"/>
                </a:lnTo>
                <a:lnTo>
                  <a:pt x="75575" y="7461"/>
                </a:lnTo>
                <a:lnTo>
                  <a:pt x="90881" y="3555"/>
                </a:lnTo>
                <a:lnTo>
                  <a:pt x="107037" y="1040"/>
                </a:lnTo>
                <a:lnTo>
                  <a:pt x="123896" y="18"/>
                </a:lnTo>
                <a:lnTo>
                  <a:pt x="126491" y="0"/>
                </a:lnTo>
                <a:lnTo>
                  <a:pt x="143445" y="788"/>
                </a:lnTo>
                <a:lnTo>
                  <a:pt x="159716" y="3084"/>
                </a:lnTo>
                <a:lnTo>
                  <a:pt x="175160" y="6787"/>
                </a:lnTo>
                <a:lnTo>
                  <a:pt x="189631" y="11794"/>
                </a:lnTo>
                <a:lnTo>
                  <a:pt x="202984" y="18004"/>
                </a:lnTo>
                <a:lnTo>
                  <a:pt x="215075" y="25314"/>
                </a:lnTo>
                <a:lnTo>
                  <a:pt x="225757" y="33623"/>
                </a:lnTo>
                <a:lnTo>
                  <a:pt x="234885" y="42829"/>
                </a:lnTo>
                <a:lnTo>
                  <a:pt x="242315" y="52829"/>
                </a:lnTo>
                <a:lnTo>
                  <a:pt x="247900" y="63522"/>
                </a:lnTo>
                <a:lnTo>
                  <a:pt x="251496" y="74806"/>
                </a:lnTo>
                <a:lnTo>
                  <a:pt x="252957" y="86579"/>
                </a:lnTo>
                <a:lnTo>
                  <a:pt x="252983" y="88391"/>
                </a:lnTo>
                <a:lnTo>
                  <a:pt x="251857" y="100229"/>
                </a:lnTo>
                <a:lnTo>
                  <a:pt x="248573" y="111594"/>
                </a:lnTo>
                <a:lnTo>
                  <a:pt x="243279" y="122382"/>
                </a:lnTo>
                <a:lnTo>
                  <a:pt x="236118" y="132494"/>
                </a:lnTo>
                <a:lnTo>
                  <a:pt x="227237" y="141826"/>
                </a:lnTo>
                <a:lnTo>
                  <a:pt x="216780" y="150277"/>
                </a:lnTo>
                <a:lnTo>
                  <a:pt x="204893" y="157744"/>
                </a:lnTo>
                <a:lnTo>
                  <a:pt x="191720" y="164127"/>
                </a:lnTo>
                <a:lnTo>
                  <a:pt x="177408" y="169322"/>
                </a:lnTo>
                <a:lnTo>
                  <a:pt x="162102" y="173228"/>
                </a:lnTo>
                <a:lnTo>
                  <a:pt x="145946" y="175743"/>
                </a:lnTo>
                <a:lnTo>
                  <a:pt x="129087" y="176765"/>
                </a:lnTo>
                <a:lnTo>
                  <a:pt x="126491" y="176783"/>
                </a:lnTo>
                <a:lnTo>
                  <a:pt x="109538" y="175995"/>
                </a:lnTo>
                <a:lnTo>
                  <a:pt x="93267" y="173699"/>
                </a:lnTo>
                <a:lnTo>
                  <a:pt x="77823" y="169996"/>
                </a:lnTo>
                <a:lnTo>
                  <a:pt x="63352" y="164989"/>
                </a:lnTo>
                <a:lnTo>
                  <a:pt x="49999" y="158779"/>
                </a:lnTo>
                <a:lnTo>
                  <a:pt x="37908" y="151469"/>
                </a:lnTo>
                <a:lnTo>
                  <a:pt x="27226" y="143160"/>
                </a:lnTo>
                <a:lnTo>
                  <a:pt x="18098" y="133954"/>
                </a:lnTo>
                <a:lnTo>
                  <a:pt x="10668" y="123954"/>
                </a:lnTo>
                <a:lnTo>
                  <a:pt x="5083" y="113261"/>
                </a:lnTo>
                <a:lnTo>
                  <a:pt x="1487" y="101977"/>
                </a:lnTo>
                <a:lnTo>
                  <a:pt x="26" y="90204"/>
                </a:lnTo>
                <a:lnTo>
                  <a:pt x="0" y="88391"/>
                </a:lnTo>
                <a:close/>
              </a:path>
            </a:pathLst>
          </a:custGeom>
          <a:ln w="12192">
            <a:solidFill>
              <a:srgbClr val="FD5000"/>
            </a:solidFill>
          </a:ln>
        </p:spPr>
        <p:txBody>
          <a:bodyPr wrap="square" lIns="0" tIns="0" rIns="0" bIns="0" rtlCol="0">
            <a:noAutofit/>
          </a:bodyPr>
          <a:lstStyle/>
          <a:p>
            <a:endParaRPr sz="1400" b="1">
              <a:latin typeface="Montserrat" panose="00000500000000000000" pitchFamily="2" charset="0"/>
            </a:endParaRPr>
          </a:p>
        </p:txBody>
      </p:sp>
      <p:sp>
        <p:nvSpPr>
          <p:cNvPr id="20" name="object 6">
            <a:extLst>
              <a:ext uri="{FF2B5EF4-FFF2-40B4-BE49-F238E27FC236}">
                <a16:creationId xmlns:a16="http://schemas.microsoft.com/office/drawing/2014/main" id="{5FD6686A-DA77-4C1F-BB01-70481D5E6B00}"/>
              </a:ext>
            </a:extLst>
          </p:cNvPr>
          <p:cNvSpPr txBox="1"/>
          <p:nvPr/>
        </p:nvSpPr>
        <p:spPr>
          <a:xfrm>
            <a:off x="11042023" y="3692554"/>
            <a:ext cx="143762" cy="202183"/>
          </a:xfrm>
          <a:prstGeom prst="rect">
            <a:avLst/>
          </a:prstGeom>
        </p:spPr>
        <p:txBody>
          <a:bodyPr wrap="square" lIns="0" tIns="9334" rIns="0" bIns="0" rtlCol="0">
            <a:noAutofit/>
          </a:bodyPr>
          <a:lstStyle/>
          <a:p>
            <a:pPr marL="12700">
              <a:lnSpc>
                <a:spcPts val="1470"/>
              </a:lnSpc>
            </a:pPr>
            <a:r>
              <a:rPr lang="en-GB" sz="1100" b="1" dirty="0">
                <a:solidFill>
                  <a:srgbClr val="FD5000"/>
                </a:solidFill>
                <a:latin typeface="Montserrat" panose="00000500000000000000" pitchFamily="2" charset="0"/>
                <a:cs typeface="Tahoma"/>
              </a:rPr>
              <a:t> 1</a:t>
            </a:r>
            <a:endParaRPr sz="1100" b="1" dirty="0">
              <a:solidFill>
                <a:srgbClr val="FD5000"/>
              </a:solidFill>
              <a:latin typeface="Montserrat" panose="00000500000000000000" pitchFamily="2" charset="0"/>
              <a:cs typeface="Tahoma"/>
            </a:endParaRPr>
          </a:p>
        </p:txBody>
      </p:sp>
      <p:sp>
        <p:nvSpPr>
          <p:cNvPr id="23" name="object 13">
            <a:extLst>
              <a:ext uri="{FF2B5EF4-FFF2-40B4-BE49-F238E27FC236}">
                <a16:creationId xmlns:a16="http://schemas.microsoft.com/office/drawing/2014/main" id="{AB18481D-79D6-459C-8191-75A97FF190F8}"/>
              </a:ext>
            </a:extLst>
          </p:cNvPr>
          <p:cNvSpPr/>
          <p:nvPr/>
        </p:nvSpPr>
        <p:spPr>
          <a:xfrm>
            <a:off x="10983613" y="3915577"/>
            <a:ext cx="252983" cy="256129"/>
          </a:xfrm>
          <a:custGeom>
            <a:avLst/>
            <a:gdLst/>
            <a:ahLst/>
            <a:cxnLst/>
            <a:rect l="l" t="t" r="r" b="b"/>
            <a:pathLst>
              <a:path w="252983" h="176783">
                <a:moveTo>
                  <a:pt x="0" y="88391"/>
                </a:moveTo>
                <a:lnTo>
                  <a:pt x="1126" y="76554"/>
                </a:lnTo>
                <a:lnTo>
                  <a:pt x="4410" y="65189"/>
                </a:lnTo>
                <a:lnTo>
                  <a:pt x="9704" y="54401"/>
                </a:lnTo>
                <a:lnTo>
                  <a:pt x="16865" y="44289"/>
                </a:lnTo>
                <a:lnTo>
                  <a:pt x="25746" y="34957"/>
                </a:lnTo>
                <a:lnTo>
                  <a:pt x="36203" y="26506"/>
                </a:lnTo>
                <a:lnTo>
                  <a:pt x="48090" y="19039"/>
                </a:lnTo>
                <a:lnTo>
                  <a:pt x="61263" y="12656"/>
                </a:lnTo>
                <a:lnTo>
                  <a:pt x="75575" y="7461"/>
                </a:lnTo>
                <a:lnTo>
                  <a:pt x="90881" y="3555"/>
                </a:lnTo>
                <a:lnTo>
                  <a:pt x="107037" y="1040"/>
                </a:lnTo>
                <a:lnTo>
                  <a:pt x="123896" y="18"/>
                </a:lnTo>
                <a:lnTo>
                  <a:pt x="126491" y="0"/>
                </a:lnTo>
                <a:lnTo>
                  <a:pt x="143445" y="788"/>
                </a:lnTo>
                <a:lnTo>
                  <a:pt x="159716" y="3084"/>
                </a:lnTo>
                <a:lnTo>
                  <a:pt x="175160" y="6787"/>
                </a:lnTo>
                <a:lnTo>
                  <a:pt x="189631" y="11794"/>
                </a:lnTo>
                <a:lnTo>
                  <a:pt x="202984" y="18004"/>
                </a:lnTo>
                <a:lnTo>
                  <a:pt x="215075" y="25314"/>
                </a:lnTo>
                <a:lnTo>
                  <a:pt x="225757" y="33623"/>
                </a:lnTo>
                <a:lnTo>
                  <a:pt x="234885" y="42829"/>
                </a:lnTo>
                <a:lnTo>
                  <a:pt x="242315" y="52829"/>
                </a:lnTo>
                <a:lnTo>
                  <a:pt x="247900" y="63522"/>
                </a:lnTo>
                <a:lnTo>
                  <a:pt x="251496" y="74806"/>
                </a:lnTo>
                <a:lnTo>
                  <a:pt x="252957" y="86579"/>
                </a:lnTo>
                <a:lnTo>
                  <a:pt x="252983" y="88391"/>
                </a:lnTo>
                <a:lnTo>
                  <a:pt x="251857" y="100229"/>
                </a:lnTo>
                <a:lnTo>
                  <a:pt x="248573" y="111594"/>
                </a:lnTo>
                <a:lnTo>
                  <a:pt x="243279" y="122382"/>
                </a:lnTo>
                <a:lnTo>
                  <a:pt x="236118" y="132494"/>
                </a:lnTo>
                <a:lnTo>
                  <a:pt x="227237" y="141826"/>
                </a:lnTo>
                <a:lnTo>
                  <a:pt x="216780" y="150277"/>
                </a:lnTo>
                <a:lnTo>
                  <a:pt x="204893" y="157744"/>
                </a:lnTo>
                <a:lnTo>
                  <a:pt x="191720" y="164127"/>
                </a:lnTo>
                <a:lnTo>
                  <a:pt x="177408" y="169322"/>
                </a:lnTo>
                <a:lnTo>
                  <a:pt x="162102" y="173228"/>
                </a:lnTo>
                <a:lnTo>
                  <a:pt x="145946" y="175743"/>
                </a:lnTo>
                <a:lnTo>
                  <a:pt x="129087" y="176765"/>
                </a:lnTo>
                <a:lnTo>
                  <a:pt x="126491" y="176783"/>
                </a:lnTo>
                <a:lnTo>
                  <a:pt x="109538" y="175995"/>
                </a:lnTo>
                <a:lnTo>
                  <a:pt x="93267" y="173699"/>
                </a:lnTo>
                <a:lnTo>
                  <a:pt x="77823" y="169996"/>
                </a:lnTo>
                <a:lnTo>
                  <a:pt x="63352" y="164989"/>
                </a:lnTo>
                <a:lnTo>
                  <a:pt x="49999" y="158779"/>
                </a:lnTo>
                <a:lnTo>
                  <a:pt x="37908" y="151469"/>
                </a:lnTo>
                <a:lnTo>
                  <a:pt x="27226" y="143160"/>
                </a:lnTo>
                <a:lnTo>
                  <a:pt x="18098" y="133954"/>
                </a:lnTo>
                <a:lnTo>
                  <a:pt x="10668" y="123954"/>
                </a:lnTo>
                <a:lnTo>
                  <a:pt x="5083" y="113261"/>
                </a:lnTo>
                <a:lnTo>
                  <a:pt x="1487" y="101977"/>
                </a:lnTo>
                <a:lnTo>
                  <a:pt x="26" y="90204"/>
                </a:lnTo>
                <a:lnTo>
                  <a:pt x="0" y="88391"/>
                </a:lnTo>
                <a:close/>
              </a:path>
            </a:pathLst>
          </a:custGeom>
          <a:ln w="12192">
            <a:solidFill>
              <a:srgbClr val="FD5000"/>
            </a:solidFill>
          </a:ln>
        </p:spPr>
        <p:txBody>
          <a:bodyPr wrap="square" lIns="0" tIns="0" rIns="0" bIns="0" rtlCol="0">
            <a:noAutofit/>
          </a:bodyPr>
          <a:lstStyle/>
          <a:p>
            <a:endParaRPr sz="1400" b="1">
              <a:latin typeface="Montserrat" panose="00000500000000000000" pitchFamily="2" charset="0"/>
            </a:endParaRPr>
          </a:p>
        </p:txBody>
      </p:sp>
      <p:sp>
        <p:nvSpPr>
          <p:cNvPr id="24" name="object 6">
            <a:extLst>
              <a:ext uri="{FF2B5EF4-FFF2-40B4-BE49-F238E27FC236}">
                <a16:creationId xmlns:a16="http://schemas.microsoft.com/office/drawing/2014/main" id="{D9ED9B9D-3690-472B-986B-F8435A27452B}"/>
              </a:ext>
            </a:extLst>
          </p:cNvPr>
          <p:cNvSpPr txBox="1"/>
          <p:nvPr/>
        </p:nvSpPr>
        <p:spPr>
          <a:xfrm>
            <a:off x="11042023" y="3962400"/>
            <a:ext cx="143762" cy="202183"/>
          </a:xfrm>
          <a:prstGeom prst="rect">
            <a:avLst/>
          </a:prstGeom>
        </p:spPr>
        <p:txBody>
          <a:bodyPr wrap="square" lIns="0" tIns="9334" rIns="0" bIns="0" rtlCol="0">
            <a:noAutofit/>
          </a:bodyPr>
          <a:lstStyle/>
          <a:p>
            <a:pPr marL="12700">
              <a:lnSpc>
                <a:spcPts val="1470"/>
              </a:lnSpc>
            </a:pPr>
            <a:r>
              <a:rPr lang="en-GB" sz="1100" b="1" dirty="0">
                <a:solidFill>
                  <a:srgbClr val="FD5000"/>
                </a:solidFill>
                <a:latin typeface="Montserrat" panose="00000500000000000000" pitchFamily="2" charset="0"/>
                <a:cs typeface="Tahoma"/>
              </a:rPr>
              <a:t>2</a:t>
            </a:r>
            <a:endParaRPr sz="1100" b="1" dirty="0">
              <a:solidFill>
                <a:srgbClr val="FD5000"/>
              </a:solidFill>
              <a:latin typeface="Montserrat" panose="00000500000000000000" pitchFamily="2" charset="0"/>
              <a:cs typeface="Tahoma"/>
            </a:endParaRPr>
          </a:p>
        </p:txBody>
      </p:sp>
      <p:sp>
        <p:nvSpPr>
          <p:cNvPr id="25" name="object 13">
            <a:extLst>
              <a:ext uri="{FF2B5EF4-FFF2-40B4-BE49-F238E27FC236}">
                <a16:creationId xmlns:a16="http://schemas.microsoft.com/office/drawing/2014/main" id="{754B3519-A613-4F05-8893-511EFC00B013}"/>
              </a:ext>
            </a:extLst>
          </p:cNvPr>
          <p:cNvSpPr/>
          <p:nvPr/>
        </p:nvSpPr>
        <p:spPr>
          <a:xfrm>
            <a:off x="10983613" y="4175635"/>
            <a:ext cx="252983" cy="256129"/>
          </a:xfrm>
          <a:custGeom>
            <a:avLst/>
            <a:gdLst/>
            <a:ahLst/>
            <a:cxnLst/>
            <a:rect l="l" t="t" r="r" b="b"/>
            <a:pathLst>
              <a:path w="252983" h="176783">
                <a:moveTo>
                  <a:pt x="0" y="88391"/>
                </a:moveTo>
                <a:lnTo>
                  <a:pt x="1126" y="76554"/>
                </a:lnTo>
                <a:lnTo>
                  <a:pt x="4410" y="65189"/>
                </a:lnTo>
                <a:lnTo>
                  <a:pt x="9704" y="54401"/>
                </a:lnTo>
                <a:lnTo>
                  <a:pt x="16865" y="44289"/>
                </a:lnTo>
                <a:lnTo>
                  <a:pt x="25746" y="34957"/>
                </a:lnTo>
                <a:lnTo>
                  <a:pt x="36203" y="26506"/>
                </a:lnTo>
                <a:lnTo>
                  <a:pt x="48090" y="19039"/>
                </a:lnTo>
                <a:lnTo>
                  <a:pt x="61263" y="12656"/>
                </a:lnTo>
                <a:lnTo>
                  <a:pt x="75575" y="7461"/>
                </a:lnTo>
                <a:lnTo>
                  <a:pt x="90881" y="3555"/>
                </a:lnTo>
                <a:lnTo>
                  <a:pt x="107037" y="1040"/>
                </a:lnTo>
                <a:lnTo>
                  <a:pt x="123896" y="18"/>
                </a:lnTo>
                <a:lnTo>
                  <a:pt x="126491" y="0"/>
                </a:lnTo>
                <a:lnTo>
                  <a:pt x="143445" y="788"/>
                </a:lnTo>
                <a:lnTo>
                  <a:pt x="159716" y="3084"/>
                </a:lnTo>
                <a:lnTo>
                  <a:pt x="175160" y="6787"/>
                </a:lnTo>
                <a:lnTo>
                  <a:pt x="189631" y="11794"/>
                </a:lnTo>
                <a:lnTo>
                  <a:pt x="202984" y="18004"/>
                </a:lnTo>
                <a:lnTo>
                  <a:pt x="215075" y="25314"/>
                </a:lnTo>
                <a:lnTo>
                  <a:pt x="225757" y="33623"/>
                </a:lnTo>
                <a:lnTo>
                  <a:pt x="234885" y="42829"/>
                </a:lnTo>
                <a:lnTo>
                  <a:pt x="242315" y="52829"/>
                </a:lnTo>
                <a:lnTo>
                  <a:pt x="247900" y="63522"/>
                </a:lnTo>
                <a:lnTo>
                  <a:pt x="251496" y="74806"/>
                </a:lnTo>
                <a:lnTo>
                  <a:pt x="252957" y="86579"/>
                </a:lnTo>
                <a:lnTo>
                  <a:pt x="252983" y="88391"/>
                </a:lnTo>
                <a:lnTo>
                  <a:pt x="251857" y="100229"/>
                </a:lnTo>
                <a:lnTo>
                  <a:pt x="248573" y="111594"/>
                </a:lnTo>
                <a:lnTo>
                  <a:pt x="243279" y="122382"/>
                </a:lnTo>
                <a:lnTo>
                  <a:pt x="236118" y="132494"/>
                </a:lnTo>
                <a:lnTo>
                  <a:pt x="227237" y="141826"/>
                </a:lnTo>
                <a:lnTo>
                  <a:pt x="216780" y="150277"/>
                </a:lnTo>
                <a:lnTo>
                  <a:pt x="204893" y="157744"/>
                </a:lnTo>
                <a:lnTo>
                  <a:pt x="191720" y="164127"/>
                </a:lnTo>
                <a:lnTo>
                  <a:pt x="177408" y="169322"/>
                </a:lnTo>
                <a:lnTo>
                  <a:pt x="162102" y="173228"/>
                </a:lnTo>
                <a:lnTo>
                  <a:pt x="145946" y="175743"/>
                </a:lnTo>
                <a:lnTo>
                  <a:pt x="129087" y="176765"/>
                </a:lnTo>
                <a:lnTo>
                  <a:pt x="126491" y="176783"/>
                </a:lnTo>
                <a:lnTo>
                  <a:pt x="109538" y="175995"/>
                </a:lnTo>
                <a:lnTo>
                  <a:pt x="93267" y="173699"/>
                </a:lnTo>
                <a:lnTo>
                  <a:pt x="77823" y="169996"/>
                </a:lnTo>
                <a:lnTo>
                  <a:pt x="63352" y="164989"/>
                </a:lnTo>
                <a:lnTo>
                  <a:pt x="49999" y="158779"/>
                </a:lnTo>
                <a:lnTo>
                  <a:pt x="37908" y="151469"/>
                </a:lnTo>
                <a:lnTo>
                  <a:pt x="27226" y="143160"/>
                </a:lnTo>
                <a:lnTo>
                  <a:pt x="18098" y="133954"/>
                </a:lnTo>
                <a:lnTo>
                  <a:pt x="10668" y="123954"/>
                </a:lnTo>
                <a:lnTo>
                  <a:pt x="5083" y="113261"/>
                </a:lnTo>
                <a:lnTo>
                  <a:pt x="1487" y="101977"/>
                </a:lnTo>
                <a:lnTo>
                  <a:pt x="26" y="90204"/>
                </a:lnTo>
                <a:lnTo>
                  <a:pt x="0" y="88391"/>
                </a:lnTo>
                <a:close/>
              </a:path>
            </a:pathLst>
          </a:custGeom>
          <a:ln w="12192">
            <a:solidFill>
              <a:srgbClr val="FD5000"/>
            </a:solidFill>
          </a:ln>
        </p:spPr>
        <p:txBody>
          <a:bodyPr wrap="square" lIns="0" tIns="0" rIns="0" bIns="0" rtlCol="0">
            <a:noAutofit/>
          </a:bodyPr>
          <a:lstStyle/>
          <a:p>
            <a:endParaRPr sz="1400" b="1">
              <a:latin typeface="Montserrat" panose="00000500000000000000" pitchFamily="2" charset="0"/>
            </a:endParaRPr>
          </a:p>
        </p:txBody>
      </p:sp>
      <p:sp>
        <p:nvSpPr>
          <p:cNvPr id="26" name="object 6">
            <a:extLst>
              <a:ext uri="{FF2B5EF4-FFF2-40B4-BE49-F238E27FC236}">
                <a16:creationId xmlns:a16="http://schemas.microsoft.com/office/drawing/2014/main" id="{F3F6240E-C046-486D-A44A-DB9F40EE9469}"/>
              </a:ext>
            </a:extLst>
          </p:cNvPr>
          <p:cNvSpPr txBox="1"/>
          <p:nvPr/>
        </p:nvSpPr>
        <p:spPr>
          <a:xfrm>
            <a:off x="11042023" y="4222458"/>
            <a:ext cx="143762" cy="202183"/>
          </a:xfrm>
          <a:prstGeom prst="rect">
            <a:avLst/>
          </a:prstGeom>
        </p:spPr>
        <p:txBody>
          <a:bodyPr wrap="square" lIns="0" tIns="9334" rIns="0" bIns="0" rtlCol="0">
            <a:noAutofit/>
          </a:bodyPr>
          <a:lstStyle/>
          <a:p>
            <a:pPr marL="12700">
              <a:lnSpc>
                <a:spcPts val="1470"/>
              </a:lnSpc>
            </a:pPr>
            <a:r>
              <a:rPr lang="en-GB" sz="1100" b="1" dirty="0">
                <a:solidFill>
                  <a:srgbClr val="FD5000"/>
                </a:solidFill>
                <a:latin typeface="Montserrat" panose="00000500000000000000" pitchFamily="2" charset="0"/>
                <a:cs typeface="Tahoma"/>
              </a:rPr>
              <a:t> 3</a:t>
            </a:r>
            <a:endParaRPr sz="1100" b="1" dirty="0">
              <a:solidFill>
                <a:srgbClr val="FD5000"/>
              </a:solidFill>
              <a:latin typeface="Montserrat" panose="00000500000000000000" pitchFamily="2" charset="0"/>
              <a:cs typeface="Tahoma"/>
            </a:endParaRPr>
          </a:p>
        </p:txBody>
      </p:sp>
      <p:sp>
        <p:nvSpPr>
          <p:cNvPr id="29" name="object 13">
            <a:extLst>
              <a:ext uri="{FF2B5EF4-FFF2-40B4-BE49-F238E27FC236}">
                <a16:creationId xmlns:a16="http://schemas.microsoft.com/office/drawing/2014/main" id="{A1442224-241B-4263-934E-2456D1D9A74E}"/>
              </a:ext>
            </a:extLst>
          </p:cNvPr>
          <p:cNvSpPr/>
          <p:nvPr/>
        </p:nvSpPr>
        <p:spPr>
          <a:xfrm>
            <a:off x="11100817" y="5029200"/>
            <a:ext cx="252983" cy="256129"/>
          </a:xfrm>
          <a:custGeom>
            <a:avLst/>
            <a:gdLst/>
            <a:ahLst/>
            <a:cxnLst/>
            <a:rect l="l" t="t" r="r" b="b"/>
            <a:pathLst>
              <a:path w="252983" h="176783">
                <a:moveTo>
                  <a:pt x="0" y="88391"/>
                </a:moveTo>
                <a:lnTo>
                  <a:pt x="1126" y="76554"/>
                </a:lnTo>
                <a:lnTo>
                  <a:pt x="4410" y="65189"/>
                </a:lnTo>
                <a:lnTo>
                  <a:pt x="9704" y="54401"/>
                </a:lnTo>
                <a:lnTo>
                  <a:pt x="16865" y="44289"/>
                </a:lnTo>
                <a:lnTo>
                  <a:pt x="25746" y="34957"/>
                </a:lnTo>
                <a:lnTo>
                  <a:pt x="36203" y="26506"/>
                </a:lnTo>
                <a:lnTo>
                  <a:pt x="48090" y="19039"/>
                </a:lnTo>
                <a:lnTo>
                  <a:pt x="61263" y="12656"/>
                </a:lnTo>
                <a:lnTo>
                  <a:pt x="75575" y="7461"/>
                </a:lnTo>
                <a:lnTo>
                  <a:pt x="90881" y="3555"/>
                </a:lnTo>
                <a:lnTo>
                  <a:pt x="107037" y="1040"/>
                </a:lnTo>
                <a:lnTo>
                  <a:pt x="123896" y="18"/>
                </a:lnTo>
                <a:lnTo>
                  <a:pt x="126491" y="0"/>
                </a:lnTo>
                <a:lnTo>
                  <a:pt x="143445" y="788"/>
                </a:lnTo>
                <a:lnTo>
                  <a:pt x="159716" y="3084"/>
                </a:lnTo>
                <a:lnTo>
                  <a:pt x="175160" y="6787"/>
                </a:lnTo>
                <a:lnTo>
                  <a:pt x="189631" y="11794"/>
                </a:lnTo>
                <a:lnTo>
                  <a:pt x="202984" y="18004"/>
                </a:lnTo>
                <a:lnTo>
                  <a:pt x="215075" y="25314"/>
                </a:lnTo>
                <a:lnTo>
                  <a:pt x="225757" y="33623"/>
                </a:lnTo>
                <a:lnTo>
                  <a:pt x="234885" y="42829"/>
                </a:lnTo>
                <a:lnTo>
                  <a:pt x="242315" y="52829"/>
                </a:lnTo>
                <a:lnTo>
                  <a:pt x="247900" y="63522"/>
                </a:lnTo>
                <a:lnTo>
                  <a:pt x="251496" y="74806"/>
                </a:lnTo>
                <a:lnTo>
                  <a:pt x="252957" y="86579"/>
                </a:lnTo>
                <a:lnTo>
                  <a:pt x="252983" y="88391"/>
                </a:lnTo>
                <a:lnTo>
                  <a:pt x="251857" y="100229"/>
                </a:lnTo>
                <a:lnTo>
                  <a:pt x="248573" y="111594"/>
                </a:lnTo>
                <a:lnTo>
                  <a:pt x="243279" y="122382"/>
                </a:lnTo>
                <a:lnTo>
                  <a:pt x="236118" y="132494"/>
                </a:lnTo>
                <a:lnTo>
                  <a:pt x="227237" y="141826"/>
                </a:lnTo>
                <a:lnTo>
                  <a:pt x="216780" y="150277"/>
                </a:lnTo>
                <a:lnTo>
                  <a:pt x="204893" y="157744"/>
                </a:lnTo>
                <a:lnTo>
                  <a:pt x="191720" y="164127"/>
                </a:lnTo>
                <a:lnTo>
                  <a:pt x="177408" y="169322"/>
                </a:lnTo>
                <a:lnTo>
                  <a:pt x="162102" y="173228"/>
                </a:lnTo>
                <a:lnTo>
                  <a:pt x="145946" y="175743"/>
                </a:lnTo>
                <a:lnTo>
                  <a:pt x="129087" y="176765"/>
                </a:lnTo>
                <a:lnTo>
                  <a:pt x="126491" y="176783"/>
                </a:lnTo>
                <a:lnTo>
                  <a:pt x="109538" y="175995"/>
                </a:lnTo>
                <a:lnTo>
                  <a:pt x="93267" y="173699"/>
                </a:lnTo>
                <a:lnTo>
                  <a:pt x="77823" y="169996"/>
                </a:lnTo>
                <a:lnTo>
                  <a:pt x="63352" y="164989"/>
                </a:lnTo>
                <a:lnTo>
                  <a:pt x="49999" y="158779"/>
                </a:lnTo>
                <a:lnTo>
                  <a:pt x="37908" y="151469"/>
                </a:lnTo>
                <a:lnTo>
                  <a:pt x="27226" y="143160"/>
                </a:lnTo>
                <a:lnTo>
                  <a:pt x="18098" y="133954"/>
                </a:lnTo>
                <a:lnTo>
                  <a:pt x="10668" y="123954"/>
                </a:lnTo>
                <a:lnTo>
                  <a:pt x="5083" y="113261"/>
                </a:lnTo>
                <a:lnTo>
                  <a:pt x="1487" y="101977"/>
                </a:lnTo>
                <a:lnTo>
                  <a:pt x="26" y="90204"/>
                </a:lnTo>
                <a:lnTo>
                  <a:pt x="0" y="88391"/>
                </a:lnTo>
                <a:close/>
              </a:path>
            </a:pathLst>
          </a:custGeom>
          <a:ln w="12192">
            <a:solidFill>
              <a:srgbClr val="FD5000"/>
            </a:solidFill>
          </a:ln>
        </p:spPr>
        <p:txBody>
          <a:bodyPr wrap="square" lIns="0" tIns="0" rIns="0" bIns="0" rtlCol="0">
            <a:noAutofit/>
          </a:bodyPr>
          <a:lstStyle/>
          <a:p>
            <a:endParaRPr sz="1400" dirty="0">
              <a:latin typeface="Montserrat" panose="00000500000000000000" pitchFamily="2" charset="0"/>
            </a:endParaRPr>
          </a:p>
        </p:txBody>
      </p:sp>
      <p:sp>
        <p:nvSpPr>
          <p:cNvPr id="30" name="object 6">
            <a:extLst>
              <a:ext uri="{FF2B5EF4-FFF2-40B4-BE49-F238E27FC236}">
                <a16:creationId xmlns:a16="http://schemas.microsoft.com/office/drawing/2014/main" id="{319F8CBA-1FAC-4C47-B2CB-1DE654269350}"/>
              </a:ext>
            </a:extLst>
          </p:cNvPr>
          <p:cNvSpPr txBox="1"/>
          <p:nvPr/>
        </p:nvSpPr>
        <p:spPr>
          <a:xfrm>
            <a:off x="11079227" y="4524061"/>
            <a:ext cx="143762" cy="202183"/>
          </a:xfrm>
          <a:prstGeom prst="rect">
            <a:avLst/>
          </a:prstGeom>
        </p:spPr>
        <p:txBody>
          <a:bodyPr wrap="square" lIns="0" tIns="9334" rIns="0" bIns="0" rtlCol="0">
            <a:noAutofit/>
          </a:bodyPr>
          <a:lstStyle/>
          <a:p>
            <a:pPr marL="12700">
              <a:lnSpc>
                <a:spcPts val="1470"/>
              </a:lnSpc>
            </a:pPr>
            <a:r>
              <a:rPr lang="en-GB" sz="1100" b="1" dirty="0">
                <a:solidFill>
                  <a:srgbClr val="FD5000"/>
                </a:solidFill>
                <a:latin typeface="Montserrat" panose="00000500000000000000" pitchFamily="2" charset="0"/>
                <a:cs typeface="Tahoma"/>
              </a:rPr>
              <a:t>4</a:t>
            </a:r>
            <a:endParaRPr sz="1100" b="1" dirty="0">
              <a:solidFill>
                <a:srgbClr val="FD5000"/>
              </a:solidFill>
              <a:latin typeface="Montserrat" panose="00000500000000000000" pitchFamily="2" charset="0"/>
              <a:cs typeface="Tahoma"/>
            </a:endParaRPr>
          </a:p>
        </p:txBody>
      </p:sp>
      <p:cxnSp>
        <p:nvCxnSpPr>
          <p:cNvPr id="31" name="Straight Arrow Connector 30">
            <a:extLst>
              <a:ext uri="{FF2B5EF4-FFF2-40B4-BE49-F238E27FC236}">
                <a16:creationId xmlns:a16="http://schemas.microsoft.com/office/drawing/2014/main" id="{29F4CBA8-76F8-4FE5-8964-71FC66264D51}"/>
              </a:ext>
            </a:extLst>
          </p:cNvPr>
          <p:cNvCxnSpPr>
            <a:cxnSpLocks/>
          </p:cNvCxnSpPr>
          <p:nvPr/>
        </p:nvCxnSpPr>
        <p:spPr>
          <a:xfrm flipH="1">
            <a:off x="10134600" y="3778766"/>
            <a:ext cx="849013" cy="148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D3712CAA-146D-4110-B9FD-0AC5E861989B}"/>
              </a:ext>
            </a:extLst>
          </p:cNvPr>
          <p:cNvCxnSpPr>
            <a:cxnSpLocks/>
          </p:cNvCxnSpPr>
          <p:nvPr/>
        </p:nvCxnSpPr>
        <p:spPr>
          <a:xfrm flipH="1">
            <a:off x="10134600" y="4038600"/>
            <a:ext cx="849013" cy="50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DC88DEB5-AEA6-4A37-B617-516CFCB3F09D}"/>
              </a:ext>
            </a:extLst>
          </p:cNvPr>
          <p:cNvCxnSpPr>
            <a:cxnSpLocks/>
          </p:cNvCxnSpPr>
          <p:nvPr/>
        </p:nvCxnSpPr>
        <p:spPr>
          <a:xfrm flipH="1" flipV="1">
            <a:off x="10210800" y="4323549"/>
            <a:ext cx="762000" cy="54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object 13">
            <a:extLst>
              <a:ext uri="{FF2B5EF4-FFF2-40B4-BE49-F238E27FC236}">
                <a16:creationId xmlns:a16="http://schemas.microsoft.com/office/drawing/2014/main" id="{2C75764A-B706-4967-BAE5-4A34DA2A48B4}"/>
              </a:ext>
            </a:extLst>
          </p:cNvPr>
          <p:cNvSpPr/>
          <p:nvPr/>
        </p:nvSpPr>
        <p:spPr>
          <a:xfrm>
            <a:off x="11024617" y="4496682"/>
            <a:ext cx="252983" cy="256129"/>
          </a:xfrm>
          <a:custGeom>
            <a:avLst/>
            <a:gdLst/>
            <a:ahLst/>
            <a:cxnLst/>
            <a:rect l="l" t="t" r="r" b="b"/>
            <a:pathLst>
              <a:path w="252983" h="176783">
                <a:moveTo>
                  <a:pt x="0" y="88391"/>
                </a:moveTo>
                <a:lnTo>
                  <a:pt x="1126" y="76554"/>
                </a:lnTo>
                <a:lnTo>
                  <a:pt x="4410" y="65189"/>
                </a:lnTo>
                <a:lnTo>
                  <a:pt x="9704" y="54401"/>
                </a:lnTo>
                <a:lnTo>
                  <a:pt x="16865" y="44289"/>
                </a:lnTo>
                <a:lnTo>
                  <a:pt x="25746" y="34957"/>
                </a:lnTo>
                <a:lnTo>
                  <a:pt x="36203" y="26506"/>
                </a:lnTo>
                <a:lnTo>
                  <a:pt x="48090" y="19039"/>
                </a:lnTo>
                <a:lnTo>
                  <a:pt x="61263" y="12656"/>
                </a:lnTo>
                <a:lnTo>
                  <a:pt x="75575" y="7461"/>
                </a:lnTo>
                <a:lnTo>
                  <a:pt x="90881" y="3555"/>
                </a:lnTo>
                <a:lnTo>
                  <a:pt x="107037" y="1040"/>
                </a:lnTo>
                <a:lnTo>
                  <a:pt x="123896" y="18"/>
                </a:lnTo>
                <a:lnTo>
                  <a:pt x="126491" y="0"/>
                </a:lnTo>
                <a:lnTo>
                  <a:pt x="143445" y="788"/>
                </a:lnTo>
                <a:lnTo>
                  <a:pt x="159716" y="3084"/>
                </a:lnTo>
                <a:lnTo>
                  <a:pt x="175160" y="6787"/>
                </a:lnTo>
                <a:lnTo>
                  <a:pt x="189631" y="11794"/>
                </a:lnTo>
                <a:lnTo>
                  <a:pt x="202984" y="18004"/>
                </a:lnTo>
                <a:lnTo>
                  <a:pt x="215075" y="25314"/>
                </a:lnTo>
                <a:lnTo>
                  <a:pt x="225757" y="33623"/>
                </a:lnTo>
                <a:lnTo>
                  <a:pt x="234885" y="42829"/>
                </a:lnTo>
                <a:lnTo>
                  <a:pt x="242315" y="52829"/>
                </a:lnTo>
                <a:lnTo>
                  <a:pt x="247900" y="63522"/>
                </a:lnTo>
                <a:lnTo>
                  <a:pt x="251496" y="74806"/>
                </a:lnTo>
                <a:lnTo>
                  <a:pt x="252957" y="86579"/>
                </a:lnTo>
                <a:lnTo>
                  <a:pt x="252983" y="88391"/>
                </a:lnTo>
                <a:lnTo>
                  <a:pt x="251857" y="100229"/>
                </a:lnTo>
                <a:lnTo>
                  <a:pt x="248573" y="111594"/>
                </a:lnTo>
                <a:lnTo>
                  <a:pt x="243279" y="122382"/>
                </a:lnTo>
                <a:lnTo>
                  <a:pt x="236118" y="132494"/>
                </a:lnTo>
                <a:lnTo>
                  <a:pt x="227237" y="141826"/>
                </a:lnTo>
                <a:lnTo>
                  <a:pt x="216780" y="150277"/>
                </a:lnTo>
                <a:lnTo>
                  <a:pt x="204893" y="157744"/>
                </a:lnTo>
                <a:lnTo>
                  <a:pt x="191720" y="164127"/>
                </a:lnTo>
                <a:lnTo>
                  <a:pt x="177408" y="169322"/>
                </a:lnTo>
                <a:lnTo>
                  <a:pt x="162102" y="173228"/>
                </a:lnTo>
                <a:lnTo>
                  <a:pt x="145946" y="175743"/>
                </a:lnTo>
                <a:lnTo>
                  <a:pt x="129087" y="176765"/>
                </a:lnTo>
                <a:lnTo>
                  <a:pt x="126491" y="176783"/>
                </a:lnTo>
                <a:lnTo>
                  <a:pt x="109538" y="175995"/>
                </a:lnTo>
                <a:lnTo>
                  <a:pt x="93267" y="173699"/>
                </a:lnTo>
                <a:lnTo>
                  <a:pt x="77823" y="169996"/>
                </a:lnTo>
                <a:lnTo>
                  <a:pt x="63352" y="164989"/>
                </a:lnTo>
                <a:lnTo>
                  <a:pt x="49999" y="158779"/>
                </a:lnTo>
                <a:lnTo>
                  <a:pt x="37908" y="151469"/>
                </a:lnTo>
                <a:lnTo>
                  <a:pt x="27226" y="143160"/>
                </a:lnTo>
                <a:lnTo>
                  <a:pt x="18098" y="133954"/>
                </a:lnTo>
                <a:lnTo>
                  <a:pt x="10668" y="123954"/>
                </a:lnTo>
                <a:lnTo>
                  <a:pt x="5083" y="113261"/>
                </a:lnTo>
                <a:lnTo>
                  <a:pt x="1487" y="101977"/>
                </a:lnTo>
                <a:lnTo>
                  <a:pt x="26" y="90204"/>
                </a:lnTo>
                <a:lnTo>
                  <a:pt x="0" y="88391"/>
                </a:lnTo>
                <a:close/>
              </a:path>
            </a:pathLst>
          </a:custGeom>
          <a:ln w="12192">
            <a:solidFill>
              <a:srgbClr val="FD5000"/>
            </a:solidFill>
          </a:ln>
        </p:spPr>
        <p:txBody>
          <a:bodyPr wrap="square" lIns="0" tIns="0" rIns="0" bIns="0" rtlCol="0">
            <a:noAutofit/>
          </a:bodyPr>
          <a:lstStyle/>
          <a:p>
            <a:endParaRPr sz="1400" dirty="0">
              <a:latin typeface="Montserrat" panose="00000500000000000000" pitchFamily="2" charset="0"/>
            </a:endParaRPr>
          </a:p>
        </p:txBody>
      </p:sp>
      <p:cxnSp>
        <p:nvCxnSpPr>
          <p:cNvPr id="28" name="Straight Arrow Connector 27">
            <a:extLst>
              <a:ext uri="{FF2B5EF4-FFF2-40B4-BE49-F238E27FC236}">
                <a16:creationId xmlns:a16="http://schemas.microsoft.com/office/drawing/2014/main" id="{87ABE65E-6B0B-4872-9BE0-A774353DBFE8}"/>
              </a:ext>
            </a:extLst>
          </p:cNvPr>
          <p:cNvCxnSpPr>
            <a:cxnSpLocks/>
          </p:cNvCxnSpPr>
          <p:nvPr/>
        </p:nvCxnSpPr>
        <p:spPr>
          <a:xfrm flipH="1">
            <a:off x="10276187" y="4648200"/>
            <a:ext cx="7728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object 6">
            <a:extLst>
              <a:ext uri="{FF2B5EF4-FFF2-40B4-BE49-F238E27FC236}">
                <a16:creationId xmlns:a16="http://schemas.microsoft.com/office/drawing/2014/main" id="{23A6529B-5866-4E75-8CD5-C5125F68D2FB}"/>
              </a:ext>
            </a:extLst>
          </p:cNvPr>
          <p:cNvSpPr txBox="1"/>
          <p:nvPr/>
        </p:nvSpPr>
        <p:spPr>
          <a:xfrm>
            <a:off x="11172437" y="5083146"/>
            <a:ext cx="143762" cy="202183"/>
          </a:xfrm>
          <a:prstGeom prst="rect">
            <a:avLst/>
          </a:prstGeom>
        </p:spPr>
        <p:txBody>
          <a:bodyPr wrap="square" lIns="0" tIns="9334" rIns="0" bIns="0" rtlCol="0">
            <a:noAutofit/>
          </a:bodyPr>
          <a:lstStyle/>
          <a:p>
            <a:pPr marL="12700">
              <a:lnSpc>
                <a:spcPts val="1470"/>
              </a:lnSpc>
            </a:pPr>
            <a:r>
              <a:rPr lang="en-GB" sz="1100" b="1" dirty="0">
                <a:solidFill>
                  <a:srgbClr val="FD5000"/>
                </a:solidFill>
                <a:latin typeface="Montserrat" panose="00000500000000000000" pitchFamily="2" charset="0"/>
                <a:cs typeface="Tahoma"/>
              </a:rPr>
              <a:t>5</a:t>
            </a:r>
            <a:endParaRPr sz="1100" b="1" dirty="0">
              <a:solidFill>
                <a:srgbClr val="FD5000"/>
              </a:solidFill>
              <a:latin typeface="Montserrat" panose="00000500000000000000" pitchFamily="2" charset="0"/>
              <a:cs typeface="Tahoma"/>
            </a:endParaRPr>
          </a:p>
        </p:txBody>
      </p:sp>
      <p:pic>
        <p:nvPicPr>
          <p:cNvPr id="37" name="Picture 36">
            <a:extLst>
              <a:ext uri="{FF2B5EF4-FFF2-40B4-BE49-F238E27FC236}">
                <a16:creationId xmlns:a16="http://schemas.microsoft.com/office/drawing/2014/main" id="{7980FECC-C021-43CF-8268-80116C48696F}"/>
              </a:ext>
            </a:extLst>
          </p:cNvPr>
          <p:cNvPicPr>
            <a:picLocks noChangeAspect="1"/>
          </p:cNvPicPr>
          <p:nvPr/>
        </p:nvPicPr>
        <p:blipFill>
          <a:blip r:embed="rId4"/>
          <a:stretch>
            <a:fillRect/>
          </a:stretch>
        </p:blipFill>
        <p:spPr>
          <a:xfrm>
            <a:off x="9292911" y="5065553"/>
            <a:ext cx="1219200" cy="295275"/>
          </a:xfrm>
          <a:prstGeom prst="rect">
            <a:avLst/>
          </a:prstGeom>
        </p:spPr>
      </p:pic>
      <p:cxnSp>
        <p:nvCxnSpPr>
          <p:cNvPr id="41" name="Straight Arrow Connector 40">
            <a:extLst>
              <a:ext uri="{FF2B5EF4-FFF2-40B4-BE49-F238E27FC236}">
                <a16:creationId xmlns:a16="http://schemas.microsoft.com/office/drawing/2014/main" id="{0674904A-FDE4-4C37-BC29-4EF9F6D9F84E}"/>
              </a:ext>
            </a:extLst>
          </p:cNvPr>
          <p:cNvCxnSpPr>
            <a:cxnSpLocks/>
          </p:cNvCxnSpPr>
          <p:nvPr/>
        </p:nvCxnSpPr>
        <p:spPr>
          <a:xfrm flipH="1" flipV="1">
            <a:off x="9018222" y="5150109"/>
            <a:ext cx="2049743" cy="110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Speech Bubble: Rectangle with Corners Rounded 5">
            <a:extLst>
              <a:ext uri="{FF2B5EF4-FFF2-40B4-BE49-F238E27FC236}">
                <a16:creationId xmlns:a16="http://schemas.microsoft.com/office/drawing/2014/main" id="{4DD3A522-E4C6-4F49-891B-37752374AE90}"/>
              </a:ext>
            </a:extLst>
          </p:cNvPr>
          <p:cNvSpPr/>
          <p:nvPr/>
        </p:nvSpPr>
        <p:spPr>
          <a:xfrm>
            <a:off x="928594" y="3848115"/>
            <a:ext cx="6190241" cy="1573078"/>
          </a:xfrm>
          <a:prstGeom prst="wedgeRoundRectCallout">
            <a:avLst>
              <a:gd name="adj1" fmla="val 70453"/>
              <a:gd name="adj2" fmla="val -34933"/>
              <a:gd name="adj3" fmla="val 16667"/>
            </a:avLst>
          </a:prstGeom>
        </p:spPr>
        <p:style>
          <a:lnRef idx="2">
            <a:schemeClr val="accent1"/>
          </a:lnRef>
          <a:fillRef idx="1">
            <a:schemeClr val="lt1"/>
          </a:fillRef>
          <a:effectRef idx="0">
            <a:schemeClr val="accent1"/>
          </a:effectRef>
          <a:fontRef idx="minor">
            <a:schemeClr val="dk1"/>
          </a:fontRef>
        </p:style>
        <p:txBody>
          <a:bodyPr wrap="square" rtlCol="0" anchor="ctr">
            <a:noAutofit/>
          </a:bodyPr>
          <a:lstStyle/>
          <a:p>
            <a:pPr algn="ctr"/>
            <a:r>
              <a:rPr lang="en-US" b="1" dirty="0">
                <a:solidFill>
                  <a:schemeClr val="tx1"/>
                </a:solidFill>
                <a:latin typeface="Montserrat" panose="00000500000000000000" pitchFamily="2" charset="0"/>
                <a:ea typeface="Arial" charset="0"/>
              </a:rPr>
              <a:t>Tip: </a:t>
            </a:r>
            <a:r>
              <a:rPr lang="en-US" dirty="0">
                <a:solidFill>
                  <a:schemeClr val="tx1"/>
                </a:solidFill>
                <a:latin typeface="Montserrat" panose="00000500000000000000" pitchFamily="2" charset="0"/>
                <a:ea typeface="Arial" charset="0"/>
              </a:rPr>
              <a:t>The default language for Sypol Chemical Risk Assessments (CRA’s) is English, however the FieldCore Sypol support team can assist with translation of assessments in to over 40 languages  on request see Section 7 </a:t>
            </a:r>
            <a:endParaRPr lang="en-US" dirty="0">
              <a:solidFill>
                <a:schemeClr val="bg1"/>
              </a:solidFill>
              <a:ea typeface="Arial" charset="0"/>
            </a:endParaRPr>
          </a:p>
        </p:txBody>
      </p:sp>
    </p:spTree>
    <p:extLst>
      <p:ext uri="{BB962C8B-B14F-4D97-AF65-F5344CB8AC3E}">
        <p14:creationId xmlns:p14="http://schemas.microsoft.com/office/powerpoint/2010/main" val="1254363"/>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5440" y="228600"/>
            <a:ext cx="8961119" cy="694944"/>
          </a:xfrm>
          <a:solidFill>
            <a:srgbClr val="FD5000"/>
          </a:solidFill>
        </p:spPr>
        <p:txBody>
          <a:bodyPr/>
          <a:lstStyle/>
          <a:p>
            <a:r>
              <a:rPr lang="en-US" sz="2800" b="1" dirty="0">
                <a:latin typeface="Montserrat" panose="00000500000000000000" pitchFamily="2" charset="0"/>
              </a:rPr>
              <a:t>3: How to LOGIN to system</a:t>
            </a:r>
          </a:p>
        </p:txBody>
      </p:sp>
      <p:pic>
        <p:nvPicPr>
          <p:cNvPr id="6" name="Picture 5">
            <a:extLst>
              <a:ext uri="{FF2B5EF4-FFF2-40B4-BE49-F238E27FC236}">
                <a16:creationId xmlns:a16="http://schemas.microsoft.com/office/drawing/2014/main" id="{AAD22A1D-C5E7-4939-AB0B-CEF4BD918184}"/>
              </a:ext>
            </a:extLst>
          </p:cNvPr>
          <p:cNvPicPr>
            <a:picLocks noChangeAspect="1"/>
          </p:cNvPicPr>
          <p:nvPr/>
        </p:nvPicPr>
        <p:blipFill>
          <a:blip r:embed="rId2"/>
          <a:stretch>
            <a:fillRect/>
          </a:stretch>
        </p:blipFill>
        <p:spPr>
          <a:xfrm>
            <a:off x="2667000" y="3657600"/>
            <a:ext cx="933450" cy="323850"/>
          </a:xfrm>
          <a:prstGeom prst="rect">
            <a:avLst/>
          </a:prstGeom>
        </p:spPr>
      </p:pic>
      <p:pic>
        <p:nvPicPr>
          <p:cNvPr id="8" name="Picture 7">
            <a:extLst>
              <a:ext uri="{FF2B5EF4-FFF2-40B4-BE49-F238E27FC236}">
                <a16:creationId xmlns:a16="http://schemas.microsoft.com/office/drawing/2014/main" id="{530AC8FE-D51D-4B8D-B664-FC627CC9B590}"/>
              </a:ext>
            </a:extLst>
          </p:cNvPr>
          <p:cNvPicPr>
            <a:picLocks noChangeAspect="1"/>
          </p:cNvPicPr>
          <p:nvPr/>
        </p:nvPicPr>
        <p:blipFill>
          <a:blip r:embed="rId2"/>
          <a:stretch>
            <a:fillRect/>
          </a:stretch>
        </p:blipFill>
        <p:spPr>
          <a:xfrm>
            <a:off x="2667000" y="3185922"/>
            <a:ext cx="933450" cy="323850"/>
          </a:xfrm>
          <a:prstGeom prst="rect">
            <a:avLst/>
          </a:prstGeom>
        </p:spPr>
      </p:pic>
      <p:sp>
        <p:nvSpPr>
          <p:cNvPr id="7" name="TextBox 6">
            <a:extLst>
              <a:ext uri="{FF2B5EF4-FFF2-40B4-BE49-F238E27FC236}">
                <a16:creationId xmlns:a16="http://schemas.microsoft.com/office/drawing/2014/main" id="{A2357BE0-FFB8-45CA-82BB-78326443AF7D}"/>
              </a:ext>
            </a:extLst>
          </p:cNvPr>
          <p:cNvSpPr txBox="1"/>
          <p:nvPr/>
        </p:nvSpPr>
        <p:spPr>
          <a:xfrm>
            <a:off x="2752725" y="3219625"/>
            <a:ext cx="762000" cy="230832"/>
          </a:xfrm>
          <a:prstGeom prst="rect">
            <a:avLst/>
          </a:prstGeom>
          <a:noFill/>
        </p:spPr>
        <p:txBody>
          <a:bodyPr wrap="square" lIns="0" tIns="0" rIns="0" bIns="0" rtlCol="0">
            <a:spAutoFit/>
          </a:bodyPr>
          <a:lstStyle/>
          <a:p>
            <a:r>
              <a:rPr lang="en-US" sz="1500" dirty="0">
                <a:solidFill>
                  <a:schemeClr val="tx1">
                    <a:lumMod val="50000"/>
                  </a:schemeClr>
                </a:solidFill>
                <a:latin typeface="Arial" panose="020B0604020202020204" pitchFamily="34" charset="0"/>
                <a:cs typeface="Arial" panose="020B0604020202020204" pitchFamily="34" charset="0"/>
              </a:rPr>
              <a:t>English</a:t>
            </a:r>
            <a:endParaRPr lang="en-US" sz="1500" dirty="0">
              <a:solidFill>
                <a:schemeClr val="tx1">
                  <a:lumMod val="50000"/>
                </a:schemeClr>
              </a:solidFill>
            </a:endParaRPr>
          </a:p>
        </p:txBody>
      </p:sp>
      <p:sp>
        <p:nvSpPr>
          <p:cNvPr id="11" name="TextBox 10">
            <a:extLst>
              <a:ext uri="{FF2B5EF4-FFF2-40B4-BE49-F238E27FC236}">
                <a16:creationId xmlns:a16="http://schemas.microsoft.com/office/drawing/2014/main" id="{D6608FCD-2D50-41E7-9D99-C0B4AC8BD3B1}"/>
              </a:ext>
            </a:extLst>
          </p:cNvPr>
          <p:cNvSpPr txBox="1"/>
          <p:nvPr/>
        </p:nvSpPr>
        <p:spPr>
          <a:xfrm>
            <a:off x="2726995" y="3633849"/>
            <a:ext cx="2279444" cy="369332"/>
          </a:xfrm>
          <a:prstGeom prst="rect">
            <a:avLst/>
          </a:prstGeom>
          <a:noFill/>
        </p:spPr>
        <p:txBody>
          <a:bodyPr wrap="square" lIns="0" tIns="0" rIns="0" bIns="0" rtlCol="0">
            <a:spAutoFit/>
          </a:bodyPr>
          <a:lstStyle/>
          <a:p>
            <a:r>
              <a:rPr lang="en-US" sz="2400" dirty="0">
                <a:solidFill>
                  <a:schemeClr val="tx1">
                    <a:lumMod val="50000"/>
                  </a:schemeClr>
                </a:solidFill>
                <a:latin typeface="Arial Nova Light" panose="020B0304020202020204" pitchFamily="34" charset="0"/>
                <a:cs typeface="Arial" panose="020B0604020202020204" pitchFamily="34" charset="0"/>
              </a:rPr>
              <a:t>Chemicals123!</a:t>
            </a:r>
            <a:endParaRPr lang="en-US" sz="2400" dirty="0">
              <a:solidFill>
                <a:schemeClr val="tx1">
                  <a:lumMod val="50000"/>
                </a:schemeClr>
              </a:solidFill>
              <a:latin typeface="Arial Nova Light" panose="020B0304020202020204" pitchFamily="34" charset="0"/>
            </a:endParaRPr>
          </a:p>
        </p:txBody>
      </p:sp>
      <p:sp>
        <p:nvSpPr>
          <p:cNvPr id="5" name="Speech Bubble: Rectangle with Corners Rounded 4">
            <a:extLst>
              <a:ext uri="{FF2B5EF4-FFF2-40B4-BE49-F238E27FC236}">
                <a16:creationId xmlns:a16="http://schemas.microsoft.com/office/drawing/2014/main" id="{5400BFD1-2433-449D-92AC-4E99A98C0AD3}"/>
              </a:ext>
            </a:extLst>
          </p:cNvPr>
          <p:cNvSpPr/>
          <p:nvPr/>
        </p:nvSpPr>
        <p:spPr>
          <a:xfrm>
            <a:off x="6629400" y="3185922"/>
            <a:ext cx="3657600" cy="1767078"/>
          </a:xfrm>
          <a:prstGeom prst="wedgeRoundRectCallout">
            <a:avLst>
              <a:gd name="adj1" fmla="val -99766"/>
              <a:gd name="adj2" fmla="val -13543"/>
              <a:gd name="adj3" fmla="val 16667"/>
            </a:avLst>
          </a:prstGeom>
          <a:solidFill>
            <a:schemeClr val="tx1"/>
          </a:solidFill>
        </p:spPr>
        <p:txBody>
          <a:bodyPr wrap="square" rtlCol="0" anchor="ctr">
            <a:noAutofit/>
          </a:bodyPr>
          <a:lstStyle/>
          <a:p>
            <a:pPr algn="ctr"/>
            <a:r>
              <a:rPr lang="en-US" sz="2400" b="1" i="1" spc="-4" dirty="0">
                <a:solidFill>
                  <a:srgbClr val="B0B3B3"/>
                </a:solidFill>
                <a:latin typeface="Montserrat" panose="00000500000000000000" pitchFamily="2" charset="0"/>
                <a:cs typeface="Calibri"/>
              </a:rPr>
              <a:t>Tip: (remember to include the “</a:t>
            </a:r>
            <a:r>
              <a:rPr lang="en-US" sz="2400" b="1" i="1" spc="-4" dirty="0">
                <a:solidFill>
                  <a:schemeClr val="accent1"/>
                </a:solidFill>
                <a:latin typeface="Montserrat" panose="00000500000000000000" pitchFamily="2" charset="0"/>
                <a:cs typeface="Calibri"/>
              </a:rPr>
              <a:t>!</a:t>
            </a:r>
            <a:r>
              <a:rPr lang="en-US" sz="2400" b="1" i="1" spc="-4" dirty="0">
                <a:solidFill>
                  <a:srgbClr val="B0B3B3"/>
                </a:solidFill>
                <a:latin typeface="Montserrat" panose="00000500000000000000" pitchFamily="2" charset="0"/>
                <a:cs typeface="Calibri"/>
              </a:rPr>
              <a:t>” after ….</a:t>
            </a:r>
            <a:r>
              <a:rPr lang="en-US" sz="2400" b="1" i="1" spc="-4" dirty="0">
                <a:solidFill>
                  <a:schemeClr val="accent1"/>
                </a:solidFill>
                <a:latin typeface="Montserrat" panose="00000500000000000000" pitchFamily="2" charset="0"/>
                <a:cs typeface="Calibri"/>
              </a:rPr>
              <a:t>123</a:t>
            </a:r>
            <a:r>
              <a:rPr lang="en-US" sz="2400" b="1" i="1" spc="-4" dirty="0">
                <a:solidFill>
                  <a:srgbClr val="B0B3B3"/>
                </a:solidFill>
                <a:latin typeface="Montserrat" panose="00000500000000000000" pitchFamily="2" charset="0"/>
                <a:cs typeface="Calibri"/>
              </a:rPr>
              <a:t>)</a:t>
            </a:r>
            <a:endParaRPr lang="en-US" sz="2400" dirty="0">
              <a:solidFill>
                <a:schemeClr val="bg1"/>
              </a:solidFill>
              <a:ea typeface="Arial" charset="0"/>
            </a:endParaRPr>
          </a:p>
          <a:p>
            <a:pPr algn="ctr"/>
            <a:endParaRPr lang="en-US" dirty="0">
              <a:solidFill>
                <a:schemeClr val="bg1"/>
              </a:solidFill>
              <a:ea typeface="Arial" charset="0"/>
            </a:endParaRPr>
          </a:p>
        </p:txBody>
      </p:sp>
    </p:spTree>
    <p:extLst>
      <p:ext uri="{BB962C8B-B14F-4D97-AF65-F5344CB8AC3E}">
        <p14:creationId xmlns:p14="http://schemas.microsoft.com/office/powerpoint/2010/main" val="3010477620"/>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5B452A14-E186-4223-B772-588DA161441E}"/>
              </a:ext>
            </a:extLst>
          </p:cNvPr>
          <p:cNvSpPr txBox="1"/>
          <p:nvPr/>
        </p:nvSpPr>
        <p:spPr>
          <a:xfrm>
            <a:off x="4239408" y="906916"/>
            <a:ext cx="4058330" cy="830997"/>
          </a:xfrm>
          <a:prstGeom prst="rect">
            <a:avLst/>
          </a:prstGeom>
          <a:noFill/>
        </p:spPr>
        <p:txBody>
          <a:bodyPr wrap="square">
            <a:spAutoFit/>
          </a:bodyPr>
          <a:lstStyle/>
          <a:p>
            <a:pPr marL="0" indent="0">
              <a:buNone/>
            </a:pPr>
            <a:r>
              <a:rPr lang="en-US" sz="1600" spc="-2" dirty="0">
                <a:solidFill>
                  <a:srgbClr val="090936"/>
                </a:solidFill>
                <a:latin typeface="Montserrat" panose="00000500000000000000" pitchFamily="2" charset="0"/>
                <a:cs typeface="Calibri"/>
              </a:rPr>
              <a:t>A new Work Areas page will open; </a:t>
            </a:r>
          </a:p>
          <a:p>
            <a:pPr marL="0" indent="0">
              <a:buNone/>
            </a:pPr>
            <a:endParaRPr lang="en-US" sz="1600" spc="-2" dirty="0">
              <a:solidFill>
                <a:srgbClr val="090936"/>
              </a:solidFill>
              <a:latin typeface="Montserrat" panose="00000500000000000000" pitchFamily="2" charset="0"/>
              <a:cs typeface="Calibri"/>
            </a:endParaRPr>
          </a:p>
          <a:p>
            <a:r>
              <a:rPr lang="en-US" sz="1600" spc="-2" dirty="0">
                <a:solidFill>
                  <a:schemeClr val="accent1"/>
                </a:solidFill>
                <a:latin typeface="Montserrat" panose="00000500000000000000" pitchFamily="2" charset="0"/>
                <a:cs typeface="Calibri"/>
              </a:rPr>
              <a:t>2.  </a:t>
            </a:r>
            <a:r>
              <a:rPr lang="en-US" sz="1600" spc="-2" dirty="0">
                <a:solidFill>
                  <a:srgbClr val="090936"/>
                </a:solidFill>
                <a:latin typeface="Montserrat" panose="00000500000000000000" pitchFamily="2" charset="0"/>
                <a:cs typeface="Calibri"/>
              </a:rPr>
              <a:t>Click on the </a:t>
            </a:r>
            <a:r>
              <a:rPr lang="en-US" sz="1600" spc="-2" dirty="0">
                <a:solidFill>
                  <a:srgbClr val="FD5000"/>
                </a:solidFill>
                <a:latin typeface="Montserrat" panose="00000500000000000000" pitchFamily="2" charset="0"/>
                <a:cs typeface="Calibri"/>
              </a:rPr>
              <a:t> (</a:t>
            </a:r>
            <a:r>
              <a:rPr lang="en-US" sz="1600" b="1" spc="-2" dirty="0">
                <a:solidFill>
                  <a:schemeClr val="accent5"/>
                </a:solidFill>
                <a:latin typeface="Montserrat" panose="00000500000000000000" pitchFamily="2" charset="0"/>
                <a:cs typeface="Calibri"/>
              </a:rPr>
              <a:t>+</a:t>
            </a:r>
            <a:r>
              <a:rPr lang="en-US" sz="1600" spc="-2" dirty="0">
                <a:solidFill>
                  <a:srgbClr val="FD5000"/>
                </a:solidFill>
                <a:latin typeface="Montserrat" panose="00000500000000000000" pitchFamily="2" charset="0"/>
                <a:cs typeface="Calibri"/>
              </a:rPr>
              <a:t>) next to your region </a:t>
            </a:r>
            <a:endParaRPr lang="en-US" sz="1600" dirty="0">
              <a:solidFill>
                <a:schemeClr val="accent2"/>
              </a:solidFill>
              <a:latin typeface="Montserrat" panose="00000500000000000000" pitchFamily="2" charset="0"/>
            </a:endParaRPr>
          </a:p>
        </p:txBody>
      </p:sp>
      <p:pic>
        <p:nvPicPr>
          <p:cNvPr id="9" name="Picture 8">
            <a:extLst>
              <a:ext uri="{FF2B5EF4-FFF2-40B4-BE49-F238E27FC236}">
                <a16:creationId xmlns:a16="http://schemas.microsoft.com/office/drawing/2014/main" id="{3F2131C4-38E3-4D50-9D53-C0AC2422BC68}"/>
              </a:ext>
            </a:extLst>
          </p:cNvPr>
          <p:cNvPicPr>
            <a:picLocks noChangeAspect="1"/>
          </p:cNvPicPr>
          <p:nvPr/>
        </p:nvPicPr>
        <p:blipFill>
          <a:blip r:embed="rId2"/>
          <a:stretch>
            <a:fillRect/>
          </a:stretch>
        </p:blipFill>
        <p:spPr>
          <a:xfrm>
            <a:off x="495154" y="2236901"/>
            <a:ext cx="3209925" cy="2739606"/>
          </a:xfrm>
          <a:prstGeom prst="rect">
            <a:avLst/>
          </a:prstGeom>
          <a:effectLst>
            <a:outerShdw blurRad="63500" sx="102000" sy="102000" algn="ctr" rotWithShape="0">
              <a:prstClr val="black">
                <a:alpha val="40000"/>
              </a:prstClr>
            </a:outerShdw>
          </a:effectLst>
        </p:spPr>
      </p:pic>
      <p:pic>
        <p:nvPicPr>
          <p:cNvPr id="6" name="Picture 5">
            <a:extLst>
              <a:ext uri="{FF2B5EF4-FFF2-40B4-BE49-F238E27FC236}">
                <a16:creationId xmlns:a16="http://schemas.microsoft.com/office/drawing/2014/main" id="{C7E0ADC0-66EC-4DE5-8699-25CCD0918ECB}"/>
              </a:ext>
            </a:extLst>
          </p:cNvPr>
          <p:cNvPicPr>
            <a:picLocks noChangeAspect="1"/>
          </p:cNvPicPr>
          <p:nvPr/>
        </p:nvPicPr>
        <p:blipFill>
          <a:blip r:embed="rId3"/>
          <a:stretch>
            <a:fillRect/>
          </a:stretch>
        </p:blipFill>
        <p:spPr>
          <a:xfrm>
            <a:off x="5443694" y="2154931"/>
            <a:ext cx="2781300" cy="3562350"/>
          </a:xfrm>
          <a:prstGeom prst="rect">
            <a:avLst/>
          </a:prstGeom>
          <a:effectLst>
            <a:outerShdw blurRad="63500" sx="102000" sy="102000" algn="ctr" rotWithShape="0">
              <a:prstClr val="black">
                <a:alpha val="40000"/>
              </a:prstClr>
            </a:outerShdw>
          </a:effectLst>
        </p:spPr>
      </p:pic>
      <p:sp>
        <p:nvSpPr>
          <p:cNvPr id="2" name="Title 1"/>
          <p:cNvSpPr>
            <a:spLocks noGrp="1"/>
          </p:cNvSpPr>
          <p:nvPr>
            <p:ph type="title"/>
          </p:nvPr>
        </p:nvSpPr>
        <p:spPr>
          <a:xfrm>
            <a:off x="1683521" y="21410"/>
            <a:ext cx="8961119" cy="694944"/>
          </a:xfrm>
          <a:solidFill>
            <a:srgbClr val="FD5000"/>
          </a:solidFill>
        </p:spPr>
        <p:txBody>
          <a:bodyPr/>
          <a:lstStyle/>
          <a:p>
            <a:r>
              <a:rPr lang="en-US" b="1" dirty="0"/>
              <a:t>4. How to: Locate Assessment(s)</a:t>
            </a:r>
          </a:p>
        </p:txBody>
      </p:sp>
      <p:sp>
        <p:nvSpPr>
          <p:cNvPr id="7" name="Content Placeholder 6"/>
          <p:cNvSpPr>
            <a:spLocks noGrp="1"/>
          </p:cNvSpPr>
          <p:nvPr>
            <p:ph sz="quarter" idx="14"/>
          </p:nvPr>
        </p:nvSpPr>
        <p:spPr>
          <a:xfrm>
            <a:off x="304800" y="993535"/>
            <a:ext cx="3870163" cy="874810"/>
          </a:xfrm>
        </p:spPr>
        <p:txBody>
          <a:bodyPr>
            <a:noAutofit/>
          </a:bodyPr>
          <a:lstStyle/>
          <a:p>
            <a:pPr marL="0" indent="0">
              <a:buNone/>
            </a:pPr>
            <a:r>
              <a:rPr lang="en-US" sz="1600" spc="-2" dirty="0">
                <a:solidFill>
                  <a:srgbClr val="090936"/>
                </a:solidFill>
                <a:latin typeface="Montserrat" panose="00000500000000000000" pitchFamily="2" charset="0"/>
                <a:cs typeface="Calibri"/>
              </a:rPr>
              <a:t>After login, on the home page… to locate CRA’s assessment(s); </a:t>
            </a:r>
          </a:p>
          <a:p>
            <a:pPr marL="0" indent="0">
              <a:buNone/>
            </a:pPr>
            <a:r>
              <a:rPr lang="en-US" sz="1600" spc="-2" dirty="0">
                <a:solidFill>
                  <a:schemeClr val="accent1"/>
                </a:solidFill>
                <a:latin typeface="Montserrat" panose="00000500000000000000" pitchFamily="2" charset="0"/>
                <a:cs typeface="Calibri"/>
              </a:rPr>
              <a:t>1. </a:t>
            </a:r>
            <a:r>
              <a:rPr lang="en-US" sz="1600" spc="-2" dirty="0">
                <a:solidFill>
                  <a:srgbClr val="090936"/>
                </a:solidFill>
                <a:latin typeface="Montserrat" panose="00000500000000000000" pitchFamily="2" charset="0"/>
                <a:cs typeface="Calibri"/>
              </a:rPr>
              <a:t>Click on</a:t>
            </a:r>
            <a:r>
              <a:rPr lang="en-US" sz="1600" spc="-2" dirty="0">
                <a:solidFill>
                  <a:srgbClr val="FD5000"/>
                </a:solidFill>
                <a:latin typeface="Montserrat" panose="00000500000000000000" pitchFamily="2" charset="0"/>
                <a:cs typeface="Calibri"/>
              </a:rPr>
              <a:t> Work Areas </a:t>
            </a:r>
            <a:r>
              <a:rPr lang="en-US" sz="1600" spc="-2" dirty="0">
                <a:solidFill>
                  <a:srgbClr val="090936"/>
                </a:solidFill>
                <a:latin typeface="Montserrat" panose="00000500000000000000" pitchFamily="2" charset="0"/>
                <a:cs typeface="Calibri"/>
              </a:rPr>
              <a:t>in the center to be taken to the next page</a:t>
            </a:r>
            <a:endParaRPr lang="en-US" sz="1600" dirty="0">
              <a:solidFill>
                <a:schemeClr val="accent2"/>
              </a:solidFill>
              <a:latin typeface="Montserrat" panose="00000500000000000000" pitchFamily="2" charset="0"/>
            </a:endParaRPr>
          </a:p>
        </p:txBody>
      </p:sp>
      <p:sp>
        <p:nvSpPr>
          <p:cNvPr id="11" name="Oval 10">
            <a:extLst>
              <a:ext uri="{FF2B5EF4-FFF2-40B4-BE49-F238E27FC236}">
                <a16:creationId xmlns:a16="http://schemas.microsoft.com/office/drawing/2014/main" id="{B5E62A27-DFC7-47EC-B284-D96B6B18157E}"/>
              </a:ext>
            </a:extLst>
          </p:cNvPr>
          <p:cNvSpPr/>
          <p:nvPr/>
        </p:nvSpPr>
        <p:spPr>
          <a:xfrm>
            <a:off x="2133600" y="3936106"/>
            <a:ext cx="735369" cy="712094"/>
          </a:xfrm>
          <a:prstGeom prst="ellipse">
            <a:avLst/>
          </a:prstGeom>
          <a:noFill/>
          <a:ln w="28575">
            <a:solidFill>
              <a:srgbClr val="FA6F2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2" name="Straight Arrow Connector 11">
            <a:extLst>
              <a:ext uri="{FF2B5EF4-FFF2-40B4-BE49-F238E27FC236}">
                <a16:creationId xmlns:a16="http://schemas.microsoft.com/office/drawing/2014/main" id="{44EECA96-A3D6-40AF-BBD1-4A1A9FADB2A2}"/>
              </a:ext>
            </a:extLst>
          </p:cNvPr>
          <p:cNvCxnSpPr>
            <a:cxnSpLocks/>
            <a:endCxn id="11" idx="3"/>
          </p:cNvCxnSpPr>
          <p:nvPr/>
        </p:nvCxnSpPr>
        <p:spPr>
          <a:xfrm flipV="1">
            <a:off x="1828800" y="4543916"/>
            <a:ext cx="412492" cy="866284"/>
          </a:xfrm>
          <a:prstGeom prst="straightConnector1">
            <a:avLst/>
          </a:prstGeom>
          <a:ln w="28575">
            <a:solidFill>
              <a:srgbClr val="F97437"/>
            </a:solidFill>
            <a:tailEnd type="triangle"/>
          </a:ln>
        </p:spPr>
        <p:style>
          <a:lnRef idx="1">
            <a:schemeClr val="accent1"/>
          </a:lnRef>
          <a:fillRef idx="0">
            <a:schemeClr val="accent1"/>
          </a:fillRef>
          <a:effectRef idx="0">
            <a:schemeClr val="accent1"/>
          </a:effectRef>
          <a:fontRef idx="minor">
            <a:schemeClr val="tx1"/>
          </a:fontRef>
        </p:style>
      </p:cxnSp>
      <p:sp>
        <p:nvSpPr>
          <p:cNvPr id="14" name="object 6">
            <a:extLst>
              <a:ext uri="{FF2B5EF4-FFF2-40B4-BE49-F238E27FC236}">
                <a16:creationId xmlns:a16="http://schemas.microsoft.com/office/drawing/2014/main" id="{47554FD3-4424-4386-9774-854D8192289E}"/>
              </a:ext>
            </a:extLst>
          </p:cNvPr>
          <p:cNvSpPr txBox="1"/>
          <p:nvPr/>
        </p:nvSpPr>
        <p:spPr>
          <a:xfrm>
            <a:off x="1756919" y="5413108"/>
            <a:ext cx="143762" cy="202183"/>
          </a:xfrm>
          <a:prstGeom prst="rect">
            <a:avLst/>
          </a:prstGeom>
          <a:ln w="28575">
            <a:noFill/>
          </a:ln>
        </p:spPr>
        <p:txBody>
          <a:bodyPr wrap="square" lIns="0" tIns="9334" rIns="0" bIns="0" rtlCol="0">
            <a:noAutofit/>
          </a:bodyPr>
          <a:lstStyle/>
          <a:p>
            <a:pPr marL="12700">
              <a:lnSpc>
                <a:spcPts val="1470"/>
              </a:lnSpc>
            </a:pPr>
            <a:r>
              <a:rPr lang="en-GB" sz="1400" dirty="0">
                <a:solidFill>
                  <a:srgbClr val="FD5000"/>
                </a:solidFill>
                <a:latin typeface="Gotham Rounded Book"/>
                <a:cs typeface="Tahoma"/>
              </a:rPr>
              <a:t>1</a:t>
            </a:r>
            <a:endParaRPr sz="1400" dirty="0">
              <a:solidFill>
                <a:srgbClr val="FD5000"/>
              </a:solidFill>
              <a:latin typeface="Gotham Rounded Book"/>
              <a:cs typeface="Tahoma"/>
            </a:endParaRPr>
          </a:p>
        </p:txBody>
      </p:sp>
      <p:sp>
        <p:nvSpPr>
          <p:cNvPr id="16" name="TextBox 15">
            <a:extLst>
              <a:ext uri="{FF2B5EF4-FFF2-40B4-BE49-F238E27FC236}">
                <a16:creationId xmlns:a16="http://schemas.microsoft.com/office/drawing/2014/main" id="{41BEFA23-16EE-4F78-B5D9-2193AF51087E}"/>
              </a:ext>
            </a:extLst>
          </p:cNvPr>
          <p:cNvSpPr txBox="1"/>
          <p:nvPr/>
        </p:nvSpPr>
        <p:spPr>
          <a:xfrm>
            <a:off x="8718926" y="852682"/>
            <a:ext cx="2787274" cy="1323439"/>
          </a:xfrm>
          <a:prstGeom prst="rect">
            <a:avLst/>
          </a:prstGeom>
          <a:noFill/>
        </p:spPr>
        <p:txBody>
          <a:bodyPr wrap="square">
            <a:spAutoFit/>
          </a:bodyPr>
          <a:lstStyle/>
          <a:p>
            <a:pPr marL="0" indent="0">
              <a:buNone/>
            </a:pPr>
            <a:r>
              <a:rPr lang="en-US" sz="1600" spc="-2" dirty="0">
                <a:solidFill>
                  <a:srgbClr val="090936"/>
                </a:solidFill>
                <a:latin typeface="Montserrat" panose="00000500000000000000" pitchFamily="2" charset="0"/>
                <a:cs typeface="Calibri"/>
              </a:rPr>
              <a:t>A dropdown menu will open; </a:t>
            </a:r>
          </a:p>
          <a:p>
            <a:pPr marL="0" indent="0">
              <a:buNone/>
            </a:pPr>
            <a:endParaRPr lang="en-US" sz="1600" spc="-2" dirty="0">
              <a:solidFill>
                <a:srgbClr val="090936"/>
              </a:solidFill>
              <a:latin typeface="Montserrat" panose="00000500000000000000" pitchFamily="2" charset="0"/>
              <a:cs typeface="Calibri"/>
            </a:endParaRPr>
          </a:p>
          <a:p>
            <a:r>
              <a:rPr lang="en-US" sz="1600" spc="-2" dirty="0">
                <a:solidFill>
                  <a:schemeClr val="accent1"/>
                </a:solidFill>
                <a:latin typeface="Montserrat" panose="00000500000000000000" pitchFamily="2" charset="0"/>
                <a:cs typeface="Calibri"/>
              </a:rPr>
              <a:t>3.  </a:t>
            </a:r>
            <a:r>
              <a:rPr lang="en-US" sz="1600" spc="-2" dirty="0">
                <a:solidFill>
                  <a:srgbClr val="090936"/>
                </a:solidFill>
                <a:latin typeface="Montserrat" panose="00000500000000000000" pitchFamily="2" charset="0"/>
                <a:cs typeface="Calibri"/>
              </a:rPr>
              <a:t>Click on</a:t>
            </a:r>
            <a:r>
              <a:rPr lang="en-US" sz="1600" spc="-2" dirty="0">
                <a:solidFill>
                  <a:srgbClr val="FD5000"/>
                </a:solidFill>
                <a:latin typeface="Montserrat" panose="00000500000000000000" pitchFamily="2" charset="0"/>
                <a:cs typeface="Calibri"/>
              </a:rPr>
              <a:t> Service Line </a:t>
            </a:r>
            <a:r>
              <a:rPr lang="en-US" sz="1600" spc="-2" dirty="0">
                <a:solidFill>
                  <a:srgbClr val="090936"/>
                </a:solidFill>
                <a:latin typeface="Montserrat" panose="00000500000000000000" pitchFamily="2" charset="0"/>
                <a:cs typeface="Calibri"/>
              </a:rPr>
              <a:t>  e.g.  Gas Power</a:t>
            </a:r>
            <a:endParaRPr lang="en-US" sz="1600" dirty="0">
              <a:solidFill>
                <a:schemeClr val="accent2"/>
              </a:solidFill>
              <a:latin typeface="Montserrat" panose="00000500000000000000" pitchFamily="2" charset="0"/>
            </a:endParaRPr>
          </a:p>
        </p:txBody>
      </p:sp>
      <p:pic>
        <p:nvPicPr>
          <p:cNvPr id="18" name="Picture 17">
            <a:extLst>
              <a:ext uri="{FF2B5EF4-FFF2-40B4-BE49-F238E27FC236}">
                <a16:creationId xmlns:a16="http://schemas.microsoft.com/office/drawing/2014/main" id="{114011E2-4EDD-4A5B-9703-4B7823A44E00}"/>
              </a:ext>
            </a:extLst>
          </p:cNvPr>
          <p:cNvPicPr>
            <a:picLocks noChangeAspect="1"/>
          </p:cNvPicPr>
          <p:nvPr/>
        </p:nvPicPr>
        <p:blipFill>
          <a:blip r:embed="rId4"/>
          <a:stretch>
            <a:fillRect/>
          </a:stretch>
        </p:blipFill>
        <p:spPr>
          <a:xfrm>
            <a:off x="9658217" y="2620682"/>
            <a:ext cx="2085079" cy="2968203"/>
          </a:xfrm>
          <a:prstGeom prst="rect">
            <a:avLst/>
          </a:prstGeom>
          <a:effectLst>
            <a:outerShdw blurRad="63500" sx="102000" sy="102000" algn="ctr" rotWithShape="0">
              <a:prstClr val="black">
                <a:alpha val="40000"/>
              </a:prstClr>
            </a:outerShdw>
          </a:effectLst>
        </p:spPr>
      </p:pic>
      <p:sp>
        <p:nvSpPr>
          <p:cNvPr id="24" name="Oval 23">
            <a:extLst>
              <a:ext uri="{FF2B5EF4-FFF2-40B4-BE49-F238E27FC236}">
                <a16:creationId xmlns:a16="http://schemas.microsoft.com/office/drawing/2014/main" id="{B7861023-FB46-4B11-8602-ABA9489F0360}"/>
              </a:ext>
            </a:extLst>
          </p:cNvPr>
          <p:cNvSpPr/>
          <p:nvPr/>
        </p:nvSpPr>
        <p:spPr>
          <a:xfrm>
            <a:off x="9918130" y="4063553"/>
            <a:ext cx="928805" cy="228600"/>
          </a:xfrm>
          <a:prstGeom prst="ellipse">
            <a:avLst/>
          </a:prstGeom>
          <a:noFill/>
          <a:ln w="6350">
            <a:solidFill>
              <a:srgbClr val="FA6F2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Oval 24">
            <a:extLst>
              <a:ext uri="{FF2B5EF4-FFF2-40B4-BE49-F238E27FC236}">
                <a16:creationId xmlns:a16="http://schemas.microsoft.com/office/drawing/2014/main" id="{B3C49EC3-1F7A-4E6F-AC11-11ED9EAAF505}"/>
              </a:ext>
            </a:extLst>
          </p:cNvPr>
          <p:cNvSpPr/>
          <p:nvPr/>
        </p:nvSpPr>
        <p:spPr>
          <a:xfrm>
            <a:off x="5638800" y="4457700"/>
            <a:ext cx="235961" cy="304800"/>
          </a:xfrm>
          <a:prstGeom prst="ellipse">
            <a:avLst/>
          </a:prstGeom>
          <a:noFill/>
          <a:ln w="28575">
            <a:solidFill>
              <a:srgbClr val="FA6F2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8" name="Straight Arrow Connector 27">
            <a:extLst>
              <a:ext uri="{FF2B5EF4-FFF2-40B4-BE49-F238E27FC236}">
                <a16:creationId xmlns:a16="http://schemas.microsoft.com/office/drawing/2014/main" id="{DA8F2446-6113-474B-A894-910DD6D8A72A}"/>
              </a:ext>
            </a:extLst>
          </p:cNvPr>
          <p:cNvCxnSpPr>
            <a:cxnSpLocks/>
          </p:cNvCxnSpPr>
          <p:nvPr/>
        </p:nvCxnSpPr>
        <p:spPr>
          <a:xfrm flipV="1">
            <a:off x="5028112" y="4593770"/>
            <a:ext cx="600075" cy="130086"/>
          </a:xfrm>
          <a:prstGeom prst="straightConnector1">
            <a:avLst/>
          </a:prstGeom>
          <a:ln w="28575">
            <a:solidFill>
              <a:srgbClr val="F97437"/>
            </a:solidFill>
            <a:tailEnd type="triangle"/>
          </a:ln>
        </p:spPr>
        <p:style>
          <a:lnRef idx="1">
            <a:schemeClr val="accent1"/>
          </a:lnRef>
          <a:fillRef idx="0">
            <a:schemeClr val="accent1"/>
          </a:fillRef>
          <a:effectRef idx="0">
            <a:schemeClr val="accent1"/>
          </a:effectRef>
          <a:fontRef idx="minor">
            <a:schemeClr val="tx1"/>
          </a:fontRef>
        </p:style>
      </p:cxnSp>
      <p:sp>
        <p:nvSpPr>
          <p:cNvPr id="29" name="object 13">
            <a:extLst>
              <a:ext uri="{FF2B5EF4-FFF2-40B4-BE49-F238E27FC236}">
                <a16:creationId xmlns:a16="http://schemas.microsoft.com/office/drawing/2014/main" id="{3B5BC56F-4D9D-4E03-AB39-5685D7F8FB1F}"/>
              </a:ext>
            </a:extLst>
          </p:cNvPr>
          <p:cNvSpPr/>
          <p:nvPr/>
        </p:nvSpPr>
        <p:spPr>
          <a:xfrm>
            <a:off x="4821050" y="4635333"/>
            <a:ext cx="219019" cy="205091"/>
          </a:xfrm>
          <a:custGeom>
            <a:avLst/>
            <a:gdLst/>
            <a:ahLst/>
            <a:cxnLst/>
            <a:rect l="l" t="t" r="r" b="b"/>
            <a:pathLst>
              <a:path w="252983" h="176783">
                <a:moveTo>
                  <a:pt x="0" y="88391"/>
                </a:moveTo>
                <a:lnTo>
                  <a:pt x="1126" y="76554"/>
                </a:lnTo>
                <a:lnTo>
                  <a:pt x="4410" y="65189"/>
                </a:lnTo>
                <a:lnTo>
                  <a:pt x="9704" y="54401"/>
                </a:lnTo>
                <a:lnTo>
                  <a:pt x="16865" y="44289"/>
                </a:lnTo>
                <a:lnTo>
                  <a:pt x="25746" y="34957"/>
                </a:lnTo>
                <a:lnTo>
                  <a:pt x="36203" y="26506"/>
                </a:lnTo>
                <a:lnTo>
                  <a:pt x="48090" y="19039"/>
                </a:lnTo>
                <a:lnTo>
                  <a:pt x="61263" y="12656"/>
                </a:lnTo>
                <a:lnTo>
                  <a:pt x="75575" y="7461"/>
                </a:lnTo>
                <a:lnTo>
                  <a:pt x="90881" y="3555"/>
                </a:lnTo>
                <a:lnTo>
                  <a:pt x="107037" y="1040"/>
                </a:lnTo>
                <a:lnTo>
                  <a:pt x="123896" y="18"/>
                </a:lnTo>
                <a:lnTo>
                  <a:pt x="126491" y="0"/>
                </a:lnTo>
                <a:lnTo>
                  <a:pt x="143445" y="788"/>
                </a:lnTo>
                <a:lnTo>
                  <a:pt x="159716" y="3084"/>
                </a:lnTo>
                <a:lnTo>
                  <a:pt x="175160" y="6787"/>
                </a:lnTo>
                <a:lnTo>
                  <a:pt x="189631" y="11794"/>
                </a:lnTo>
                <a:lnTo>
                  <a:pt x="202984" y="18004"/>
                </a:lnTo>
                <a:lnTo>
                  <a:pt x="215075" y="25314"/>
                </a:lnTo>
                <a:lnTo>
                  <a:pt x="225757" y="33623"/>
                </a:lnTo>
                <a:lnTo>
                  <a:pt x="234885" y="42829"/>
                </a:lnTo>
                <a:lnTo>
                  <a:pt x="242315" y="52829"/>
                </a:lnTo>
                <a:lnTo>
                  <a:pt x="247900" y="63522"/>
                </a:lnTo>
                <a:lnTo>
                  <a:pt x="251496" y="74806"/>
                </a:lnTo>
                <a:lnTo>
                  <a:pt x="252957" y="86579"/>
                </a:lnTo>
                <a:lnTo>
                  <a:pt x="252983" y="88391"/>
                </a:lnTo>
                <a:lnTo>
                  <a:pt x="251857" y="100229"/>
                </a:lnTo>
                <a:lnTo>
                  <a:pt x="248573" y="111594"/>
                </a:lnTo>
                <a:lnTo>
                  <a:pt x="243279" y="122382"/>
                </a:lnTo>
                <a:lnTo>
                  <a:pt x="236118" y="132494"/>
                </a:lnTo>
                <a:lnTo>
                  <a:pt x="227237" y="141826"/>
                </a:lnTo>
                <a:lnTo>
                  <a:pt x="216780" y="150277"/>
                </a:lnTo>
                <a:lnTo>
                  <a:pt x="204893" y="157744"/>
                </a:lnTo>
                <a:lnTo>
                  <a:pt x="191720" y="164127"/>
                </a:lnTo>
                <a:lnTo>
                  <a:pt x="177408" y="169322"/>
                </a:lnTo>
                <a:lnTo>
                  <a:pt x="162102" y="173228"/>
                </a:lnTo>
                <a:lnTo>
                  <a:pt x="145946" y="175743"/>
                </a:lnTo>
                <a:lnTo>
                  <a:pt x="129087" y="176765"/>
                </a:lnTo>
                <a:lnTo>
                  <a:pt x="126491" y="176783"/>
                </a:lnTo>
                <a:lnTo>
                  <a:pt x="109538" y="175995"/>
                </a:lnTo>
                <a:lnTo>
                  <a:pt x="93267" y="173699"/>
                </a:lnTo>
                <a:lnTo>
                  <a:pt x="77823" y="169996"/>
                </a:lnTo>
                <a:lnTo>
                  <a:pt x="63352" y="164989"/>
                </a:lnTo>
                <a:lnTo>
                  <a:pt x="49999" y="158779"/>
                </a:lnTo>
                <a:lnTo>
                  <a:pt x="37908" y="151469"/>
                </a:lnTo>
                <a:lnTo>
                  <a:pt x="27226" y="143160"/>
                </a:lnTo>
                <a:lnTo>
                  <a:pt x="18098" y="133954"/>
                </a:lnTo>
                <a:lnTo>
                  <a:pt x="10668" y="123954"/>
                </a:lnTo>
                <a:lnTo>
                  <a:pt x="5083" y="113261"/>
                </a:lnTo>
                <a:lnTo>
                  <a:pt x="1487" y="101977"/>
                </a:lnTo>
                <a:lnTo>
                  <a:pt x="26" y="90204"/>
                </a:lnTo>
                <a:lnTo>
                  <a:pt x="0" y="88391"/>
                </a:lnTo>
                <a:close/>
              </a:path>
            </a:pathLst>
          </a:custGeom>
          <a:ln w="19050">
            <a:solidFill>
              <a:srgbClr val="FD5000"/>
            </a:solidFill>
          </a:ln>
        </p:spPr>
        <p:txBody>
          <a:bodyPr wrap="square" lIns="0" tIns="0" rIns="0" bIns="0" rtlCol="0">
            <a:noAutofit/>
          </a:bodyPr>
          <a:lstStyle/>
          <a:p>
            <a:endParaRPr>
              <a:solidFill>
                <a:prstClr val="black"/>
              </a:solidFill>
              <a:latin typeface="Calibri"/>
            </a:endParaRPr>
          </a:p>
        </p:txBody>
      </p:sp>
      <p:cxnSp>
        <p:nvCxnSpPr>
          <p:cNvPr id="33" name="Straight Arrow Connector 32">
            <a:extLst>
              <a:ext uri="{FF2B5EF4-FFF2-40B4-BE49-F238E27FC236}">
                <a16:creationId xmlns:a16="http://schemas.microsoft.com/office/drawing/2014/main" id="{CAE446FB-D747-48A7-968F-38C2B5A60967}"/>
              </a:ext>
            </a:extLst>
          </p:cNvPr>
          <p:cNvCxnSpPr>
            <a:cxnSpLocks/>
          </p:cNvCxnSpPr>
          <p:nvPr/>
        </p:nvCxnSpPr>
        <p:spPr>
          <a:xfrm flipV="1">
            <a:off x="9119132" y="4173163"/>
            <a:ext cx="831444" cy="284537"/>
          </a:xfrm>
          <a:prstGeom prst="straightConnector1">
            <a:avLst/>
          </a:prstGeom>
          <a:ln w="28575">
            <a:solidFill>
              <a:srgbClr val="F97437"/>
            </a:solidFill>
            <a:tailEnd type="triangle"/>
          </a:ln>
        </p:spPr>
        <p:style>
          <a:lnRef idx="1">
            <a:schemeClr val="accent1"/>
          </a:lnRef>
          <a:fillRef idx="0">
            <a:schemeClr val="accent1"/>
          </a:fillRef>
          <a:effectRef idx="0">
            <a:schemeClr val="accent1"/>
          </a:effectRef>
          <a:fontRef idx="minor">
            <a:schemeClr val="tx1"/>
          </a:fontRef>
        </p:style>
      </p:cxnSp>
      <p:sp>
        <p:nvSpPr>
          <p:cNvPr id="34" name="object 13">
            <a:extLst>
              <a:ext uri="{FF2B5EF4-FFF2-40B4-BE49-F238E27FC236}">
                <a16:creationId xmlns:a16="http://schemas.microsoft.com/office/drawing/2014/main" id="{BB202345-A2EE-443B-A72D-7EF255E8C3C4}"/>
              </a:ext>
            </a:extLst>
          </p:cNvPr>
          <p:cNvSpPr/>
          <p:nvPr/>
        </p:nvSpPr>
        <p:spPr>
          <a:xfrm>
            <a:off x="8967339" y="4416692"/>
            <a:ext cx="219019" cy="205091"/>
          </a:xfrm>
          <a:custGeom>
            <a:avLst/>
            <a:gdLst/>
            <a:ahLst/>
            <a:cxnLst/>
            <a:rect l="l" t="t" r="r" b="b"/>
            <a:pathLst>
              <a:path w="252983" h="176783">
                <a:moveTo>
                  <a:pt x="0" y="88391"/>
                </a:moveTo>
                <a:lnTo>
                  <a:pt x="1126" y="76554"/>
                </a:lnTo>
                <a:lnTo>
                  <a:pt x="4410" y="65189"/>
                </a:lnTo>
                <a:lnTo>
                  <a:pt x="9704" y="54401"/>
                </a:lnTo>
                <a:lnTo>
                  <a:pt x="16865" y="44289"/>
                </a:lnTo>
                <a:lnTo>
                  <a:pt x="25746" y="34957"/>
                </a:lnTo>
                <a:lnTo>
                  <a:pt x="36203" y="26506"/>
                </a:lnTo>
                <a:lnTo>
                  <a:pt x="48090" y="19039"/>
                </a:lnTo>
                <a:lnTo>
                  <a:pt x="61263" y="12656"/>
                </a:lnTo>
                <a:lnTo>
                  <a:pt x="75575" y="7461"/>
                </a:lnTo>
                <a:lnTo>
                  <a:pt x="90881" y="3555"/>
                </a:lnTo>
                <a:lnTo>
                  <a:pt x="107037" y="1040"/>
                </a:lnTo>
                <a:lnTo>
                  <a:pt x="123896" y="18"/>
                </a:lnTo>
                <a:lnTo>
                  <a:pt x="126491" y="0"/>
                </a:lnTo>
                <a:lnTo>
                  <a:pt x="143445" y="788"/>
                </a:lnTo>
                <a:lnTo>
                  <a:pt x="159716" y="3084"/>
                </a:lnTo>
                <a:lnTo>
                  <a:pt x="175160" y="6787"/>
                </a:lnTo>
                <a:lnTo>
                  <a:pt x="189631" y="11794"/>
                </a:lnTo>
                <a:lnTo>
                  <a:pt x="202984" y="18004"/>
                </a:lnTo>
                <a:lnTo>
                  <a:pt x="215075" y="25314"/>
                </a:lnTo>
                <a:lnTo>
                  <a:pt x="225757" y="33623"/>
                </a:lnTo>
                <a:lnTo>
                  <a:pt x="234885" y="42829"/>
                </a:lnTo>
                <a:lnTo>
                  <a:pt x="242315" y="52829"/>
                </a:lnTo>
                <a:lnTo>
                  <a:pt x="247900" y="63522"/>
                </a:lnTo>
                <a:lnTo>
                  <a:pt x="251496" y="74806"/>
                </a:lnTo>
                <a:lnTo>
                  <a:pt x="252957" y="86579"/>
                </a:lnTo>
                <a:lnTo>
                  <a:pt x="252983" y="88391"/>
                </a:lnTo>
                <a:lnTo>
                  <a:pt x="251857" y="100229"/>
                </a:lnTo>
                <a:lnTo>
                  <a:pt x="248573" y="111594"/>
                </a:lnTo>
                <a:lnTo>
                  <a:pt x="243279" y="122382"/>
                </a:lnTo>
                <a:lnTo>
                  <a:pt x="236118" y="132494"/>
                </a:lnTo>
                <a:lnTo>
                  <a:pt x="227237" y="141826"/>
                </a:lnTo>
                <a:lnTo>
                  <a:pt x="216780" y="150277"/>
                </a:lnTo>
                <a:lnTo>
                  <a:pt x="204893" y="157744"/>
                </a:lnTo>
                <a:lnTo>
                  <a:pt x="191720" y="164127"/>
                </a:lnTo>
                <a:lnTo>
                  <a:pt x="177408" y="169322"/>
                </a:lnTo>
                <a:lnTo>
                  <a:pt x="162102" y="173228"/>
                </a:lnTo>
                <a:lnTo>
                  <a:pt x="145946" y="175743"/>
                </a:lnTo>
                <a:lnTo>
                  <a:pt x="129087" y="176765"/>
                </a:lnTo>
                <a:lnTo>
                  <a:pt x="126491" y="176783"/>
                </a:lnTo>
                <a:lnTo>
                  <a:pt x="109538" y="175995"/>
                </a:lnTo>
                <a:lnTo>
                  <a:pt x="93267" y="173699"/>
                </a:lnTo>
                <a:lnTo>
                  <a:pt x="77823" y="169996"/>
                </a:lnTo>
                <a:lnTo>
                  <a:pt x="63352" y="164989"/>
                </a:lnTo>
                <a:lnTo>
                  <a:pt x="49999" y="158779"/>
                </a:lnTo>
                <a:lnTo>
                  <a:pt x="37908" y="151469"/>
                </a:lnTo>
                <a:lnTo>
                  <a:pt x="27226" y="143160"/>
                </a:lnTo>
                <a:lnTo>
                  <a:pt x="18098" y="133954"/>
                </a:lnTo>
                <a:lnTo>
                  <a:pt x="10668" y="123954"/>
                </a:lnTo>
                <a:lnTo>
                  <a:pt x="5083" y="113261"/>
                </a:lnTo>
                <a:lnTo>
                  <a:pt x="1487" y="101977"/>
                </a:lnTo>
                <a:lnTo>
                  <a:pt x="26" y="90204"/>
                </a:lnTo>
                <a:lnTo>
                  <a:pt x="0" y="88391"/>
                </a:lnTo>
                <a:close/>
              </a:path>
            </a:pathLst>
          </a:custGeom>
          <a:ln w="19050">
            <a:solidFill>
              <a:srgbClr val="FD5000"/>
            </a:solidFill>
          </a:ln>
        </p:spPr>
        <p:txBody>
          <a:bodyPr wrap="square" lIns="0" tIns="0" rIns="0" bIns="0" rtlCol="0">
            <a:noAutofit/>
          </a:bodyPr>
          <a:lstStyle/>
          <a:p>
            <a:endParaRPr>
              <a:solidFill>
                <a:prstClr val="black"/>
              </a:solidFill>
              <a:latin typeface="Calibri"/>
            </a:endParaRPr>
          </a:p>
        </p:txBody>
      </p:sp>
      <p:cxnSp>
        <p:nvCxnSpPr>
          <p:cNvPr id="35" name="Straight Arrow Connector 34">
            <a:extLst>
              <a:ext uri="{FF2B5EF4-FFF2-40B4-BE49-F238E27FC236}">
                <a16:creationId xmlns:a16="http://schemas.microsoft.com/office/drawing/2014/main" id="{E2539DEB-99DB-4B8A-92A1-64D84DB43FE2}"/>
              </a:ext>
            </a:extLst>
          </p:cNvPr>
          <p:cNvCxnSpPr>
            <a:cxnSpLocks/>
          </p:cNvCxnSpPr>
          <p:nvPr/>
        </p:nvCxnSpPr>
        <p:spPr>
          <a:xfrm flipV="1">
            <a:off x="1828800" y="4543916"/>
            <a:ext cx="412492" cy="866284"/>
          </a:xfrm>
          <a:prstGeom prst="straightConnector1">
            <a:avLst/>
          </a:prstGeom>
          <a:ln w="28575">
            <a:solidFill>
              <a:srgbClr val="F97437"/>
            </a:solidFill>
            <a:tailEnd type="triangle"/>
          </a:ln>
        </p:spPr>
        <p:style>
          <a:lnRef idx="1">
            <a:schemeClr val="accent1"/>
          </a:lnRef>
          <a:fillRef idx="0">
            <a:schemeClr val="accent1"/>
          </a:fillRef>
          <a:effectRef idx="0">
            <a:schemeClr val="accent1"/>
          </a:effectRef>
          <a:fontRef idx="minor">
            <a:schemeClr val="tx1"/>
          </a:fontRef>
        </p:style>
      </p:cxnSp>
      <p:sp>
        <p:nvSpPr>
          <p:cNvPr id="36" name="object 13">
            <a:extLst>
              <a:ext uri="{FF2B5EF4-FFF2-40B4-BE49-F238E27FC236}">
                <a16:creationId xmlns:a16="http://schemas.microsoft.com/office/drawing/2014/main" id="{AA81C340-909C-4A4D-BB08-967E329F4B67}"/>
              </a:ext>
            </a:extLst>
          </p:cNvPr>
          <p:cNvSpPr/>
          <p:nvPr/>
        </p:nvSpPr>
        <p:spPr>
          <a:xfrm>
            <a:off x="1683521" y="5410200"/>
            <a:ext cx="219019" cy="205091"/>
          </a:xfrm>
          <a:custGeom>
            <a:avLst/>
            <a:gdLst/>
            <a:ahLst/>
            <a:cxnLst/>
            <a:rect l="l" t="t" r="r" b="b"/>
            <a:pathLst>
              <a:path w="252983" h="176783">
                <a:moveTo>
                  <a:pt x="0" y="88391"/>
                </a:moveTo>
                <a:lnTo>
                  <a:pt x="1126" y="76554"/>
                </a:lnTo>
                <a:lnTo>
                  <a:pt x="4410" y="65189"/>
                </a:lnTo>
                <a:lnTo>
                  <a:pt x="9704" y="54401"/>
                </a:lnTo>
                <a:lnTo>
                  <a:pt x="16865" y="44289"/>
                </a:lnTo>
                <a:lnTo>
                  <a:pt x="25746" y="34957"/>
                </a:lnTo>
                <a:lnTo>
                  <a:pt x="36203" y="26506"/>
                </a:lnTo>
                <a:lnTo>
                  <a:pt x="48090" y="19039"/>
                </a:lnTo>
                <a:lnTo>
                  <a:pt x="61263" y="12656"/>
                </a:lnTo>
                <a:lnTo>
                  <a:pt x="75575" y="7461"/>
                </a:lnTo>
                <a:lnTo>
                  <a:pt x="90881" y="3555"/>
                </a:lnTo>
                <a:lnTo>
                  <a:pt x="107037" y="1040"/>
                </a:lnTo>
                <a:lnTo>
                  <a:pt x="123896" y="18"/>
                </a:lnTo>
                <a:lnTo>
                  <a:pt x="126491" y="0"/>
                </a:lnTo>
                <a:lnTo>
                  <a:pt x="143445" y="788"/>
                </a:lnTo>
                <a:lnTo>
                  <a:pt x="159716" y="3084"/>
                </a:lnTo>
                <a:lnTo>
                  <a:pt x="175160" y="6787"/>
                </a:lnTo>
                <a:lnTo>
                  <a:pt x="189631" y="11794"/>
                </a:lnTo>
                <a:lnTo>
                  <a:pt x="202984" y="18004"/>
                </a:lnTo>
                <a:lnTo>
                  <a:pt x="215075" y="25314"/>
                </a:lnTo>
                <a:lnTo>
                  <a:pt x="225757" y="33623"/>
                </a:lnTo>
                <a:lnTo>
                  <a:pt x="234885" y="42829"/>
                </a:lnTo>
                <a:lnTo>
                  <a:pt x="242315" y="52829"/>
                </a:lnTo>
                <a:lnTo>
                  <a:pt x="247900" y="63522"/>
                </a:lnTo>
                <a:lnTo>
                  <a:pt x="251496" y="74806"/>
                </a:lnTo>
                <a:lnTo>
                  <a:pt x="252957" y="86579"/>
                </a:lnTo>
                <a:lnTo>
                  <a:pt x="252983" y="88391"/>
                </a:lnTo>
                <a:lnTo>
                  <a:pt x="251857" y="100229"/>
                </a:lnTo>
                <a:lnTo>
                  <a:pt x="248573" y="111594"/>
                </a:lnTo>
                <a:lnTo>
                  <a:pt x="243279" y="122382"/>
                </a:lnTo>
                <a:lnTo>
                  <a:pt x="236118" y="132494"/>
                </a:lnTo>
                <a:lnTo>
                  <a:pt x="227237" y="141826"/>
                </a:lnTo>
                <a:lnTo>
                  <a:pt x="216780" y="150277"/>
                </a:lnTo>
                <a:lnTo>
                  <a:pt x="204893" y="157744"/>
                </a:lnTo>
                <a:lnTo>
                  <a:pt x="191720" y="164127"/>
                </a:lnTo>
                <a:lnTo>
                  <a:pt x="177408" y="169322"/>
                </a:lnTo>
                <a:lnTo>
                  <a:pt x="162102" y="173228"/>
                </a:lnTo>
                <a:lnTo>
                  <a:pt x="145946" y="175743"/>
                </a:lnTo>
                <a:lnTo>
                  <a:pt x="129087" y="176765"/>
                </a:lnTo>
                <a:lnTo>
                  <a:pt x="126491" y="176783"/>
                </a:lnTo>
                <a:lnTo>
                  <a:pt x="109538" y="175995"/>
                </a:lnTo>
                <a:lnTo>
                  <a:pt x="93267" y="173699"/>
                </a:lnTo>
                <a:lnTo>
                  <a:pt x="77823" y="169996"/>
                </a:lnTo>
                <a:lnTo>
                  <a:pt x="63352" y="164989"/>
                </a:lnTo>
                <a:lnTo>
                  <a:pt x="49999" y="158779"/>
                </a:lnTo>
                <a:lnTo>
                  <a:pt x="37908" y="151469"/>
                </a:lnTo>
                <a:lnTo>
                  <a:pt x="27226" y="143160"/>
                </a:lnTo>
                <a:lnTo>
                  <a:pt x="18098" y="133954"/>
                </a:lnTo>
                <a:lnTo>
                  <a:pt x="10668" y="123954"/>
                </a:lnTo>
                <a:lnTo>
                  <a:pt x="5083" y="113261"/>
                </a:lnTo>
                <a:lnTo>
                  <a:pt x="1487" y="101977"/>
                </a:lnTo>
                <a:lnTo>
                  <a:pt x="26" y="90204"/>
                </a:lnTo>
                <a:lnTo>
                  <a:pt x="0" y="88391"/>
                </a:lnTo>
                <a:close/>
              </a:path>
            </a:pathLst>
          </a:custGeom>
          <a:ln w="19050">
            <a:solidFill>
              <a:srgbClr val="FD5000"/>
            </a:solidFill>
          </a:ln>
        </p:spPr>
        <p:txBody>
          <a:bodyPr wrap="square" lIns="0" tIns="0" rIns="0" bIns="0" rtlCol="0">
            <a:noAutofit/>
          </a:bodyPr>
          <a:lstStyle/>
          <a:p>
            <a:endParaRPr>
              <a:solidFill>
                <a:prstClr val="black"/>
              </a:solidFill>
              <a:latin typeface="Calibri"/>
            </a:endParaRPr>
          </a:p>
        </p:txBody>
      </p:sp>
      <p:sp>
        <p:nvSpPr>
          <p:cNvPr id="39" name="object 6">
            <a:extLst>
              <a:ext uri="{FF2B5EF4-FFF2-40B4-BE49-F238E27FC236}">
                <a16:creationId xmlns:a16="http://schemas.microsoft.com/office/drawing/2014/main" id="{5CE95DC0-6DC4-4C42-BEC9-67131C930A9D}"/>
              </a:ext>
            </a:extLst>
          </p:cNvPr>
          <p:cNvSpPr txBox="1"/>
          <p:nvPr/>
        </p:nvSpPr>
        <p:spPr>
          <a:xfrm>
            <a:off x="4885438" y="4648200"/>
            <a:ext cx="143762" cy="202183"/>
          </a:xfrm>
          <a:prstGeom prst="rect">
            <a:avLst/>
          </a:prstGeom>
          <a:ln w="28575">
            <a:noFill/>
          </a:ln>
        </p:spPr>
        <p:txBody>
          <a:bodyPr wrap="square" lIns="0" tIns="9334" rIns="0" bIns="0" rtlCol="0">
            <a:noAutofit/>
          </a:bodyPr>
          <a:lstStyle/>
          <a:p>
            <a:pPr marL="12700">
              <a:lnSpc>
                <a:spcPts val="1470"/>
              </a:lnSpc>
            </a:pPr>
            <a:r>
              <a:rPr lang="en-GB" sz="1400" dirty="0">
                <a:solidFill>
                  <a:srgbClr val="FD5000"/>
                </a:solidFill>
                <a:latin typeface="Gotham Rounded Book"/>
                <a:cs typeface="Tahoma"/>
              </a:rPr>
              <a:t>2</a:t>
            </a:r>
            <a:endParaRPr sz="1400" dirty="0">
              <a:solidFill>
                <a:srgbClr val="FD5000"/>
              </a:solidFill>
              <a:latin typeface="Gotham Rounded Book"/>
              <a:cs typeface="Tahoma"/>
            </a:endParaRPr>
          </a:p>
        </p:txBody>
      </p:sp>
      <p:sp>
        <p:nvSpPr>
          <p:cNvPr id="40" name="object 6">
            <a:extLst>
              <a:ext uri="{FF2B5EF4-FFF2-40B4-BE49-F238E27FC236}">
                <a16:creationId xmlns:a16="http://schemas.microsoft.com/office/drawing/2014/main" id="{5A586E39-93AF-45DC-9356-95EEBE706D03}"/>
              </a:ext>
            </a:extLst>
          </p:cNvPr>
          <p:cNvSpPr txBox="1"/>
          <p:nvPr/>
        </p:nvSpPr>
        <p:spPr>
          <a:xfrm>
            <a:off x="8967339" y="4408419"/>
            <a:ext cx="143762" cy="202183"/>
          </a:xfrm>
          <a:prstGeom prst="rect">
            <a:avLst/>
          </a:prstGeom>
          <a:ln w="28575">
            <a:noFill/>
          </a:ln>
        </p:spPr>
        <p:txBody>
          <a:bodyPr wrap="square" lIns="0" tIns="9334" rIns="0" bIns="0" rtlCol="0">
            <a:noAutofit/>
          </a:bodyPr>
          <a:lstStyle/>
          <a:p>
            <a:pPr marL="12700">
              <a:lnSpc>
                <a:spcPts val="1470"/>
              </a:lnSpc>
            </a:pPr>
            <a:r>
              <a:rPr lang="en-GB" sz="1400" dirty="0">
                <a:solidFill>
                  <a:srgbClr val="FD5000"/>
                </a:solidFill>
                <a:latin typeface="Gotham Rounded Book"/>
                <a:cs typeface="Tahoma"/>
              </a:rPr>
              <a:t>3</a:t>
            </a:r>
            <a:endParaRPr sz="1400" dirty="0">
              <a:solidFill>
                <a:srgbClr val="FD5000"/>
              </a:solidFill>
              <a:latin typeface="Gotham Rounded Book"/>
              <a:cs typeface="Tahoma"/>
            </a:endParaRPr>
          </a:p>
        </p:txBody>
      </p:sp>
    </p:spTree>
    <p:extLst>
      <p:ext uri="{BB962C8B-B14F-4D97-AF65-F5344CB8AC3E}">
        <p14:creationId xmlns:p14="http://schemas.microsoft.com/office/powerpoint/2010/main" val="2628781026"/>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54602FA7-B445-4F75-86C6-3E7E12D606D7}"/>
              </a:ext>
            </a:extLst>
          </p:cNvPr>
          <p:cNvPicPr>
            <a:picLocks noChangeAspect="1"/>
          </p:cNvPicPr>
          <p:nvPr/>
        </p:nvPicPr>
        <p:blipFill>
          <a:blip r:embed="rId2"/>
          <a:stretch>
            <a:fillRect/>
          </a:stretch>
        </p:blipFill>
        <p:spPr>
          <a:xfrm>
            <a:off x="994918" y="716328"/>
            <a:ext cx="11220859" cy="3779472"/>
          </a:xfrm>
          <a:prstGeom prst="rect">
            <a:avLst/>
          </a:prstGeom>
        </p:spPr>
      </p:pic>
      <p:sp>
        <p:nvSpPr>
          <p:cNvPr id="2" name="Title 1"/>
          <p:cNvSpPr>
            <a:spLocks noGrp="1"/>
          </p:cNvSpPr>
          <p:nvPr>
            <p:ph type="title"/>
          </p:nvPr>
        </p:nvSpPr>
        <p:spPr>
          <a:xfrm>
            <a:off x="1108279" y="43025"/>
            <a:ext cx="9966960" cy="576620"/>
          </a:xfrm>
          <a:solidFill>
            <a:srgbClr val="FD5000"/>
          </a:solidFill>
        </p:spPr>
        <p:txBody>
          <a:bodyPr/>
          <a:lstStyle/>
          <a:p>
            <a:r>
              <a:rPr lang="en-US" b="1" dirty="0"/>
              <a:t>4. How to: Locate Assessment(s) cont…</a:t>
            </a:r>
          </a:p>
        </p:txBody>
      </p:sp>
      <p:sp>
        <p:nvSpPr>
          <p:cNvPr id="7" name="Content Placeholder 6"/>
          <p:cNvSpPr>
            <a:spLocks noGrp="1"/>
          </p:cNvSpPr>
          <p:nvPr>
            <p:ph sz="quarter" idx="14"/>
          </p:nvPr>
        </p:nvSpPr>
        <p:spPr>
          <a:xfrm>
            <a:off x="879878" y="4953966"/>
            <a:ext cx="10058400" cy="1789209"/>
          </a:xfrm>
        </p:spPr>
        <p:txBody>
          <a:bodyPr>
            <a:noAutofit/>
          </a:bodyPr>
          <a:lstStyle/>
          <a:p>
            <a:pPr marL="0" indent="0">
              <a:buNone/>
            </a:pPr>
            <a:r>
              <a:rPr lang="en-US" sz="1200" spc="-2" dirty="0">
                <a:solidFill>
                  <a:srgbClr val="FD5000"/>
                </a:solidFill>
                <a:latin typeface="Gotham Rounded Book"/>
                <a:cs typeface="Calibri"/>
              </a:rPr>
              <a:t>4. </a:t>
            </a:r>
            <a:r>
              <a:rPr lang="en-US" sz="1200" spc="-2" dirty="0">
                <a:solidFill>
                  <a:srgbClr val="090936"/>
                </a:solidFill>
                <a:latin typeface="Gotham Rounded Book"/>
                <a:cs typeface="Calibri"/>
              </a:rPr>
              <a:t>Click on TradeName of Chemical required </a:t>
            </a:r>
            <a:r>
              <a:rPr lang="en-US" sz="1200" b="1" spc="-2" dirty="0">
                <a:solidFill>
                  <a:schemeClr val="accent1"/>
                </a:solidFill>
                <a:latin typeface="Gotham Rounded Book"/>
                <a:cs typeface="Calibri"/>
              </a:rPr>
              <a:t>OR</a:t>
            </a:r>
            <a:r>
              <a:rPr lang="en-US" sz="1200" spc="-2" dirty="0">
                <a:solidFill>
                  <a:srgbClr val="090936"/>
                </a:solidFill>
                <a:latin typeface="Gotham Rounded Book"/>
                <a:cs typeface="Calibri"/>
              </a:rPr>
              <a:t> </a:t>
            </a:r>
            <a:r>
              <a:rPr lang="en-US" sz="1200" b="1" i="1" spc="-2" dirty="0">
                <a:solidFill>
                  <a:srgbClr val="C4C6C6"/>
                </a:solidFill>
                <a:latin typeface="Gotham Rounded Book"/>
                <a:cs typeface="Calibri"/>
              </a:rPr>
              <a:t>(scroll down / navigate to required chemical)</a:t>
            </a:r>
          </a:p>
          <a:p>
            <a:pPr marL="0" indent="0">
              <a:buNone/>
            </a:pPr>
            <a:r>
              <a:rPr lang="en-US" sz="1200" spc="-2" dirty="0">
                <a:solidFill>
                  <a:srgbClr val="FD5000"/>
                </a:solidFill>
                <a:latin typeface="Gotham Rounded Book"/>
                <a:cs typeface="Calibri"/>
              </a:rPr>
              <a:t>5. OR: </a:t>
            </a:r>
            <a:r>
              <a:rPr lang="en-US" sz="1200" spc="-2" dirty="0">
                <a:solidFill>
                  <a:srgbClr val="090936"/>
                </a:solidFill>
                <a:latin typeface="Gotham Rounded Book"/>
                <a:cs typeface="Calibri"/>
              </a:rPr>
              <a:t>Use the search facility enter the TradeName then click          </a:t>
            </a:r>
          </a:p>
          <a:p>
            <a:pPr marL="0" indent="0">
              <a:buNone/>
            </a:pPr>
            <a:r>
              <a:rPr lang="en-US" sz="1200" spc="-2" dirty="0">
                <a:solidFill>
                  <a:srgbClr val="FD5000"/>
                </a:solidFill>
                <a:latin typeface="Gotham Rounded Book"/>
                <a:cs typeface="Calibri"/>
              </a:rPr>
              <a:t>6. </a:t>
            </a:r>
            <a:r>
              <a:rPr lang="en-US" sz="1200" spc="-2" dirty="0">
                <a:solidFill>
                  <a:srgbClr val="090936"/>
                </a:solidFill>
                <a:latin typeface="Gotham Rounded Book"/>
                <a:cs typeface="Calibri"/>
              </a:rPr>
              <a:t>Select activity that best suits use of chemical </a:t>
            </a:r>
            <a:r>
              <a:rPr lang="en-US" sz="1200" b="1" i="1" spc="-2" dirty="0">
                <a:solidFill>
                  <a:srgbClr val="C4C6C6"/>
                </a:solidFill>
                <a:latin typeface="Gotham Rounded Book"/>
                <a:cs typeface="Calibri"/>
              </a:rPr>
              <a:t>(if  applicable: duration, indoors/outdoors)</a:t>
            </a:r>
          </a:p>
          <a:p>
            <a:pPr marL="0" indent="0">
              <a:buNone/>
            </a:pPr>
            <a:r>
              <a:rPr lang="en-US" sz="1200" spc="-2" dirty="0">
                <a:solidFill>
                  <a:srgbClr val="FD5000"/>
                </a:solidFill>
                <a:latin typeface="Gotham Rounded Book"/>
                <a:cs typeface="Calibri"/>
              </a:rPr>
              <a:t>7a. </a:t>
            </a:r>
            <a:r>
              <a:rPr lang="en-US" sz="1200" spc="-2" dirty="0">
                <a:solidFill>
                  <a:srgbClr val="090936"/>
                </a:solidFill>
                <a:latin typeface="Gotham Rounded Book"/>
                <a:cs typeface="Calibri"/>
              </a:rPr>
              <a:t>The Chemical line will highlight as grey </a:t>
            </a:r>
            <a:r>
              <a:rPr lang="en-US" sz="1200" b="1" i="1" spc="-2" dirty="0">
                <a:solidFill>
                  <a:srgbClr val="C4C6C6"/>
                </a:solidFill>
                <a:latin typeface="Gotham Rounded Book"/>
                <a:cs typeface="Calibri"/>
              </a:rPr>
              <a:t>(and will then open a new page) </a:t>
            </a:r>
          </a:p>
        </p:txBody>
      </p:sp>
      <p:sp>
        <p:nvSpPr>
          <p:cNvPr id="29" name="Rectangle 28">
            <a:extLst>
              <a:ext uri="{FF2B5EF4-FFF2-40B4-BE49-F238E27FC236}">
                <a16:creationId xmlns:a16="http://schemas.microsoft.com/office/drawing/2014/main" id="{F1F0FE3D-FB08-40FB-B366-57E6380D1100}"/>
              </a:ext>
            </a:extLst>
          </p:cNvPr>
          <p:cNvSpPr/>
          <p:nvPr/>
        </p:nvSpPr>
        <p:spPr>
          <a:xfrm>
            <a:off x="5506721" y="2212722"/>
            <a:ext cx="2552700" cy="304800"/>
          </a:xfrm>
          <a:prstGeom prst="rect">
            <a:avLst/>
          </a:prstGeom>
          <a:noFill/>
          <a:ln>
            <a:solidFill>
              <a:srgbClr val="FD5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bject 13">
            <a:extLst>
              <a:ext uri="{FF2B5EF4-FFF2-40B4-BE49-F238E27FC236}">
                <a16:creationId xmlns:a16="http://schemas.microsoft.com/office/drawing/2014/main" id="{C82299D5-4DE3-446F-84C9-D5FAC3A09314}"/>
              </a:ext>
            </a:extLst>
          </p:cNvPr>
          <p:cNvSpPr/>
          <p:nvPr/>
        </p:nvSpPr>
        <p:spPr>
          <a:xfrm>
            <a:off x="111627" y="2634432"/>
            <a:ext cx="252983" cy="261168"/>
          </a:xfrm>
          <a:custGeom>
            <a:avLst/>
            <a:gdLst/>
            <a:ahLst/>
            <a:cxnLst/>
            <a:rect l="l" t="t" r="r" b="b"/>
            <a:pathLst>
              <a:path w="252983" h="176783">
                <a:moveTo>
                  <a:pt x="0" y="88391"/>
                </a:moveTo>
                <a:lnTo>
                  <a:pt x="1126" y="76554"/>
                </a:lnTo>
                <a:lnTo>
                  <a:pt x="4410" y="65189"/>
                </a:lnTo>
                <a:lnTo>
                  <a:pt x="9704" y="54401"/>
                </a:lnTo>
                <a:lnTo>
                  <a:pt x="16865" y="44289"/>
                </a:lnTo>
                <a:lnTo>
                  <a:pt x="25746" y="34957"/>
                </a:lnTo>
                <a:lnTo>
                  <a:pt x="36203" y="26506"/>
                </a:lnTo>
                <a:lnTo>
                  <a:pt x="48090" y="19039"/>
                </a:lnTo>
                <a:lnTo>
                  <a:pt x="61263" y="12656"/>
                </a:lnTo>
                <a:lnTo>
                  <a:pt x="75575" y="7461"/>
                </a:lnTo>
                <a:lnTo>
                  <a:pt x="90881" y="3555"/>
                </a:lnTo>
                <a:lnTo>
                  <a:pt x="107037" y="1040"/>
                </a:lnTo>
                <a:lnTo>
                  <a:pt x="123896" y="18"/>
                </a:lnTo>
                <a:lnTo>
                  <a:pt x="126491" y="0"/>
                </a:lnTo>
                <a:lnTo>
                  <a:pt x="143445" y="788"/>
                </a:lnTo>
                <a:lnTo>
                  <a:pt x="159716" y="3084"/>
                </a:lnTo>
                <a:lnTo>
                  <a:pt x="175160" y="6787"/>
                </a:lnTo>
                <a:lnTo>
                  <a:pt x="189631" y="11794"/>
                </a:lnTo>
                <a:lnTo>
                  <a:pt x="202984" y="18004"/>
                </a:lnTo>
                <a:lnTo>
                  <a:pt x="215075" y="25314"/>
                </a:lnTo>
                <a:lnTo>
                  <a:pt x="225757" y="33623"/>
                </a:lnTo>
                <a:lnTo>
                  <a:pt x="234885" y="42829"/>
                </a:lnTo>
                <a:lnTo>
                  <a:pt x="242315" y="52829"/>
                </a:lnTo>
                <a:lnTo>
                  <a:pt x="247900" y="63522"/>
                </a:lnTo>
                <a:lnTo>
                  <a:pt x="251496" y="74806"/>
                </a:lnTo>
                <a:lnTo>
                  <a:pt x="252957" y="86579"/>
                </a:lnTo>
                <a:lnTo>
                  <a:pt x="252983" y="88391"/>
                </a:lnTo>
                <a:lnTo>
                  <a:pt x="251857" y="100229"/>
                </a:lnTo>
                <a:lnTo>
                  <a:pt x="248573" y="111594"/>
                </a:lnTo>
                <a:lnTo>
                  <a:pt x="243279" y="122382"/>
                </a:lnTo>
                <a:lnTo>
                  <a:pt x="236118" y="132494"/>
                </a:lnTo>
                <a:lnTo>
                  <a:pt x="227237" y="141826"/>
                </a:lnTo>
                <a:lnTo>
                  <a:pt x="216780" y="150277"/>
                </a:lnTo>
                <a:lnTo>
                  <a:pt x="204893" y="157744"/>
                </a:lnTo>
                <a:lnTo>
                  <a:pt x="191720" y="164127"/>
                </a:lnTo>
                <a:lnTo>
                  <a:pt x="177408" y="169322"/>
                </a:lnTo>
                <a:lnTo>
                  <a:pt x="162102" y="173228"/>
                </a:lnTo>
                <a:lnTo>
                  <a:pt x="145946" y="175743"/>
                </a:lnTo>
                <a:lnTo>
                  <a:pt x="129087" y="176765"/>
                </a:lnTo>
                <a:lnTo>
                  <a:pt x="126491" y="176783"/>
                </a:lnTo>
                <a:lnTo>
                  <a:pt x="109538" y="175995"/>
                </a:lnTo>
                <a:lnTo>
                  <a:pt x="93267" y="173699"/>
                </a:lnTo>
                <a:lnTo>
                  <a:pt x="77823" y="169996"/>
                </a:lnTo>
                <a:lnTo>
                  <a:pt x="63352" y="164989"/>
                </a:lnTo>
                <a:lnTo>
                  <a:pt x="49999" y="158779"/>
                </a:lnTo>
                <a:lnTo>
                  <a:pt x="37908" y="151469"/>
                </a:lnTo>
                <a:lnTo>
                  <a:pt x="27226" y="143160"/>
                </a:lnTo>
                <a:lnTo>
                  <a:pt x="18098" y="133954"/>
                </a:lnTo>
                <a:lnTo>
                  <a:pt x="10668" y="123954"/>
                </a:lnTo>
                <a:lnTo>
                  <a:pt x="5083" y="113261"/>
                </a:lnTo>
                <a:lnTo>
                  <a:pt x="1487" y="101977"/>
                </a:lnTo>
                <a:lnTo>
                  <a:pt x="26" y="90204"/>
                </a:lnTo>
                <a:lnTo>
                  <a:pt x="0" y="88391"/>
                </a:lnTo>
                <a:close/>
              </a:path>
            </a:pathLst>
          </a:custGeom>
          <a:ln w="12192">
            <a:solidFill>
              <a:srgbClr val="FD5000"/>
            </a:solidFill>
          </a:ln>
        </p:spPr>
        <p:txBody>
          <a:bodyPr wrap="square" lIns="0" tIns="0" rIns="0" bIns="0" rtlCol="0">
            <a:noAutofit/>
          </a:bodyPr>
          <a:lstStyle/>
          <a:p>
            <a:endParaRPr/>
          </a:p>
        </p:txBody>
      </p:sp>
      <p:sp>
        <p:nvSpPr>
          <p:cNvPr id="31" name="object 6">
            <a:extLst>
              <a:ext uri="{FF2B5EF4-FFF2-40B4-BE49-F238E27FC236}">
                <a16:creationId xmlns:a16="http://schemas.microsoft.com/office/drawing/2014/main" id="{6E0E6022-0549-4DA2-BB66-DAB37A431DA2}"/>
              </a:ext>
            </a:extLst>
          </p:cNvPr>
          <p:cNvSpPr txBox="1"/>
          <p:nvPr/>
        </p:nvSpPr>
        <p:spPr>
          <a:xfrm>
            <a:off x="177327" y="2663924"/>
            <a:ext cx="143762" cy="202183"/>
          </a:xfrm>
          <a:prstGeom prst="rect">
            <a:avLst/>
          </a:prstGeom>
        </p:spPr>
        <p:txBody>
          <a:bodyPr wrap="square" lIns="0" tIns="9334" rIns="0" bIns="0" rtlCol="0">
            <a:noAutofit/>
          </a:bodyPr>
          <a:lstStyle/>
          <a:p>
            <a:pPr marL="12700">
              <a:lnSpc>
                <a:spcPts val="1470"/>
              </a:lnSpc>
            </a:pPr>
            <a:r>
              <a:rPr lang="en-GB" sz="1400" dirty="0">
                <a:solidFill>
                  <a:srgbClr val="FD5000"/>
                </a:solidFill>
                <a:latin typeface="Gotham Rounded Book"/>
                <a:cs typeface="Tahoma"/>
              </a:rPr>
              <a:t>2</a:t>
            </a:r>
            <a:endParaRPr sz="1400" dirty="0">
              <a:solidFill>
                <a:srgbClr val="FD5000"/>
              </a:solidFill>
              <a:latin typeface="Gotham Rounded Book"/>
              <a:cs typeface="Tahoma"/>
            </a:endParaRPr>
          </a:p>
        </p:txBody>
      </p:sp>
      <p:sp>
        <p:nvSpPr>
          <p:cNvPr id="32" name="object 13">
            <a:extLst>
              <a:ext uri="{FF2B5EF4-FFF2-40B4-BE49-F238E27FC236}">
                <a16:creationId xmlns:a16="http://schemas.microsoft.com/office/drawing/2014/main" id="{D2D4D080-4D7F-4F02-9A82-AADE11CEA126}"/>
              </a:ext>
            </a:extLst>
          </p:cNvPr>
          <p:cNvSpPr/>
          <p:nvPr/>
        </p:nvSpPr>
        <p:spPr>
          <a:xfrm>
            <a:off x="149727" y="3355254"/>
            <a:ext cx="252983" cy="256129"/>
          </a:xfrm>
          <a:custGeom>
            <a:avLst/>
            <a:gdLst/>
            <a:ahLst/>
            <a:cxnLst/>
            <a:rect l="l" t="t" r="r" b="b"/>
            <a:pathLst>
              <a:path w="252983" h="176783">
                <a:moveTo>
                  <a:pt x="0" y="88391"/>
                </a:moveTo>
                <a:lnTo>
                  <a:pt x="1126" y="76554"/>
                </a:lnTo>
                <a:lnTo>
                  <a:pt x="4410" y="65189"/>
                </a:lnTo>
                <a:lnTo>
                  <a:pt x="9704" y="54401"/>
                </a:lnTo>
                <a:lnTo>
                  <a:pt x="16865" y="44289"/>
                </a:lnTo>
                <a:lnTo>
                  <a:pt x="25746" y="34957"/>
                </a:lnTo>
                <a:lnTo>
                  <a:pt x="36203" y="26506"/>
                </a:lnTo>
                <a:lnTo>
                  <a:pt x="48090" y="19039"/>
                </a:lnTo>
                <a:lnTo>
                  <a:pt x="61263" y="12656"/>
                </a:lnTo>
                <a:lnTo>
                  <a:pt x="75575" y="7461"/>
                </a:lnTo>
                <a:lnTo>
                  <a:pt x="90881" y="3555"/>
                </a:lnTo>
                <a:lnTo>
                  <a:pt x="107037" y="1040"/>
                </a:lnTo>
                <a:lnTo>
                  <a:pt x="123896" y="18"/>
                </a:lnTo>
                <a:lnTo>
                  <a:pt x="126491" y="0"/>
                </a:lnTo>
                <a:lnTo>
                  <a:pt x="143445" y="788"/>
                </a:lnTo>
                <a:lnTo>
                  <a:pt x="159716" y="3084"/>
                </a:lnTo>
                <a:lnTo>
                  <a:pt x="175160" y="6787"/>
                </a:lnTo>
                <a:lnTo>
                  <a:pt x="189631" y="11794"/>
                </a:lnTo>
                <a:lnTo>
                  <a:pt x="202984" y="18004"/>
                </a:lnTo>
                <a:lnTo>
                  <a:pt x="215075" y="25314"/>
                </a:lnTo>
                <a:lnTo>
                  <a:pt x="225757" y="33623"/>
                </a:lnTo>
                <a:lnTo>
                  <a:pt x="234885" y="42829"/>
                </a:lnTo>
                <a:lnTo>
                  <a:pt x="242315" y="52829"/>
                </a:lnTo>
                <a:lnTo>
                  <a:pt x="247900" y="63522"/>
                </a:lnTo>
                <a:lnTo>
                  <a:pt x="251496" y="74806"/>
                </a:lnTo>
                <a:lnTo>
                  <a:pt x="252957" y="86579"/>
                </a:lnTo>
                <a:lnTo>
                  <a:pt x="252983" y="88391"/>
                </a:lnTo>
                <a:lnTo>
                  <a:pt x="251857" y="100229"/>
                </a:lnTo>
                <a:lnTo>
                  <a:pt x="248573" y="111594"/>
                </a:lnTo>
                <a:lnTo>
                  <a:pt x="243279" y="122382"/>
                </a:lnTo>
                <a:lnTo>
                  <a:pt x="236118" y="132494"/>
                </a:lnTo>
                <a:lnTo>
                  <a:pt x="227237" y="141826"/>
                </a:lnTo>
                <a:lnTo>
                  <a:pt x="216780" y="150277"/>
                </a:lnTo>
                <a:lnTo>
                  <a:pt x="204893" y="157744"/>
                </a:lnTo>
                <a:lnTo>
                  <a:pt x="191720" y="164127"/>
                </a:lnTo>
                <a:lnTo>
                  <a:pt x="177408" y="169322"/>
                </a:lnTo>
                <a:lnTo>
                  <a:pt x="162102" y="173228"/>
                </a:lnTo>
                <a:lnTo>
                  <a:pt x="145946" y="175743"/>
                </a:lnTo>
                <a:lnTo>
                  <a:pt x="129087" y="176765"/>
                </a:lnTo>
                <a:lnTo>
                  <a:pt x="126491" y="176783"/>
                </a:lnTo>
                <a:lnTo>
                  <a:pt x="109538" y="175995"/>
                </a:lnTo>
                <a:lnTo>
                  <a:pt x="93267" y="173699"/>
                </a:lnTo>
                <a:lnTo>
                  <a:pt x="77823" y="169996"/>
                </a:lnTo>
                <a:lnTo>
                  <a:pt x="63352" y="164989"/>
                </a:lnTo>
                <a:lnTo>
                  <a:pt x="49999" y="158779"/>
                </a:lnTo>
                <a:lnTo>
                  <a:pt x="37908" y="151469"/>
                </a:lnTo>
                <a:lnTo>
                  <a:pt x="27226" y="143160"/>
                </a:lnTo>
                <a:lnTo>
                  <a:pt x="18098" y="133954"/>
                </a:lnTo>
                <a:lnTo>
                  <a:pt x="10668" y="123954"/>
                </a:lnTo>
                <a:lnTo>
                  <a:pt x="5083" y="113261"/>
                </a:lnTo>
                <a:lnTo>
                  <a:pt x="1487" y="101977"/>
                </a:lnTo>
                <a:lnTo>
                  <a:pt x="26" y="90204"/>
                </a:lnTo>
                <a:lnTo>
                  <a:pt x="0" y="88391"/>
                </a:lnTo>
                <a:close/>
              </a:path>
            </a:pathLst>
          </a:custGeom>
          <a:ln w="12192">
            <a:solidFill>
              <a:srgbClr val="FD5000"/>
            </a:solidFill>
          </a:ln>
        </p:spPr>
        <p:txBody>
          <a:bodyPr wrap="square" lIns="0" tIns="0" rIns="0" bIns="0" rtlCol="0">
            <a:noAutofit/>
          </a:bodyPr>
          <a:lstStyle/>
          <a:p>
            <a:endParaRPr/>
          </a:p>
        </p:txBody>
      </p:sp>
      <p:sp>
        <p:nvSpPr>
          <p:cNvPr id="33" name="object 6">
            <a:extLst>
              <a:ext uri="{FF2B5EF4-FFF2-40B4-BE49-F238E27FC236}">
                <a16:creationId xmlns:a16="http://schemas.microsoft.com/office/drawing/2014/main" id="{0AB99F71-62D3-44A5-ABCA-E801947C4EA8}"/>
              </a:ext>
            </a:extLst>
          </p:cNvPr>
          <p:cNvSpPr txBox="1"/>
          <p:nvPr/>
        </p:nvSpPr>
        <p:spPr>
          <a:xfrm>
            <a:off x="208137" y="3402077"/>
            <a:ext cx="143762" cy="202183"/>
          </a:xfrm>
          <a:prstGeom prst="rect">
            <a:avLst/>
          </a:prstGeom>
        </p:spPr>
        <p:txBody>
          <a:bodyPr wrap="square" lIns="0" tIns="9334" rIns="0" bIns="0" rtlCol="0">
            <a:noAutofit/>
          </a:bodyPr>
          <a:lstStyle/>
          <a:p>
            <a:pPr marL="12700">
              <a:lnSpc>
                <a:spcPts val="1470"/>
              </a:lnSpc>
            </a:pPr>
            <a:r>
              <a:rPr lang="en-GB" sz="1400" dirty="0">
                <a:solidFill>
                  <a:srgbClr val="FD5000"/>
                </a:solidFill>
                <a:latin typeface="Gotham Rounded Book"/>
                <a:cs typeface="Tahoma"/>
              </a:rPr>
              <a:t>3</a:t>
            </a:r>
            <a:endParaRPr sz="1400" dirty="0">
              <a:solidFill>
                <a:srgbClr val="FD5000"/>
              </a:solidFill>
              <a:latin typeface="Gotham Rounded Book"/>
              <a:cs typeface="Tahoma"/>
            </a:endParaRPr>
          </a:p>
        </p:txBody>
      </p:sp>
      <p:sp>
        <p:nvSpPr>
          <p:cNvPr id="34" name="object 13">
            <a:extLst>
              <a:ext uri="{FF2B5EF4-FFF2-40B4-BE49-F238E27FC236}">
                <a16:creationId xmlns:a16="http://schemas.microsoft.com/office/drawing/2014/main" id="{35BFBE12-0E9B-4CEA-9598-1CA4D39299C6}"/>
              </a:ext>
            </a:extLst>
          </p:cNvPr>
          <p:cNvSpPr/>
          <p:nvPr/>
        </p:nvSpPr>
        <p:spPr>
          <a:xfrm>
            <a:off x="3599190" y="2646594"/>
            <a:ext cx="252983" cy="256129"/>
          </a:xfrm>
          <a:custGeom>
            <a:avLst/>
            <a:gdLst/>
            <a:ahLst/>
            <a:cxnLst/>
            <a:rect l="l" t="t" r="r" b="b"/>
            <a:pathLst>
              <a:path w="252983" h="176783">
                <a:moveTo>
                  <a:pt x="0" y="88391"/>
                </a:moveTo>
                <a:lnTo>
                  <a:pt x="1126" y="76554"/>
                </a:lnTo>
                <a:lnTo>
                  <a:pt x="4410" y="65189"/>
                </a:lnTo>
                <a:lnTo>
                  <a:pt x="9704" y="54401"/>
                </a:lnTo>
                <a:lnTo>
                  <a:pt x="16865" y="44289"/>
                </a:lnTo>
                <a:lnTo>
                  <a:pt x="25746" y="34957"/>
                </a:lnTo>
                <a:lnTo>
                  <a:pt x="36203" y="26506"/>
                </a:lnTo>
                <a:lnTo>
                  <a:pt x="48090" y="19039"/>
                </a:lnTo>
                <a:lnTo>
                  <a:pt x="61263" y="12656"/>
                </a:lnTo>
                <a:lnTo>
                  <a:pt x="75575" y="7461"/>
                </a:lnTo>
                <a:lnTo>
                  <a:pt x="90881" y="3555"/>
                </a:lnTo>
                <a:lnTo>
                  <a:pt x="107037" y="1040"/>
                </a:lnTo>
                <a:lnTo>
                  <a:pt x="123896" y="18"/>
                </a:lnTo>
                <a:lnTo>
                  <a:pt x="126491" y="0"/>
                </a:lnTo>
                <a:lnTo>
                  <a:pt x="143445" y="788"/>
                </a:lnTo>
                <a:lnTo>
                  <a:pt x="159716" y="3084"/>
                </a:lnTo>
                <a:lnTo>
                  <a:pt x="175160" y="6787"/>
                </a:lnTo>
                <a:lnTo>
                  <a:pt x="189631" y="11794"/>
                </a:lnTo>
                <a:lnTo>
                  <a:pt x="202984" y="18004"/>
                </a:lnTo>
                <a:lnTo>
                  <a:pt x="215075" y="25314"/>
                </a:lnTo>
                <a:lnTo>
                  <a:pt x="225757" y="33623"/>
                </a:lnTo>
                <a:lnTo>
                  <a:pt x="234885" y="42829"/>
                </a:lnTo>
                <a:lnTo>
                  <a:pt x="242315" y="52829"/>
                </a:lnTo>
                <a:lnTo>
                  <a:pt x="247900" y="63522"/>
                </a:lnTo>
                <a:lnTo>
                  <a:pt x="251496" y="74806"/>
                </a:lnTo>
                <a:lnTo>
                  <a:pt x="252957" y="86579"/>
                </a:lnTo>
                <a:lnTo>
                  <a:pt x="252983" y="88391"/>
                </a:lnTo>
                <a:lnTo>
                  <a:pt x="251857" y="100229"/>
                </a:lnTo>
                <a:lnTo>
                  <a:pt x="248573" y="111594"/>
                </a:lnTo>
                <a:lnTo>
                  <a:pt x="243279" y="122382"/>
                </a:lnTo>
                <a:lnTo>
                  <a:pt x="236118" y="132494"/>
                </a:lnTo>
                <a:lnTo>
                  <a:pt x="227237" y="141826"/>
                </a:lnTo>
                <a:lnTo>
                  <a:pt x="216780" y="150277"/>
                </a:lnTo>
                <a:lnTo>
                  <a:pt x="204893" y="157744"/>
                </a:lnTo>
                <a:lnTo>
                  <a:pt x="191720" y="164127"/>
                </a:lnTo>
                <a:lnTo>
                  <a:pt x="177408" y="169322"/>
                </a:lnTo>
                <a:lnTo>
                  <a:pt x="162102" y="173228"/>
                </a:lnTo>
                <a:lnTo>
                  <a:pt x="145946" y="175743"/>
                </a:lnTo>
                <a:lnTo>
                  <a:pt x="129087" y="176765"/>
                </a:lnTo>
                <a:lnTo>
                  <a:pt x="126491" y="176783"/>
                </a:lnTo>
                <a:lnTo>
                  <a:pt x="109538" y="175995"/>
                </a:lnTo>
                <a:lnTo>
                  <a:pt x="93267" y="173699"/>
                </a:lnTo>
                <a:lnTo>
                  <a:pt x="77823" y="169996"/>
                </a:lnTo>
                <a:lnTo>
                  <a:pt x="63352" y="164989"/>
                </a:lnTo>
                <a:lnTo>
                  <a:pt x="49999" y="158779"/>
                </a:lnTo>
                <a:lnTo>
                  <a:pt x="37908" y="151469"/>
                </a:lnTo>
                <a:lnTo>
                  <a:pt x="27226" y="143160"/>
                </a:lnTo>
                <a:lnTo>
                  <a:pt x="18098" y="133954"/>
                </a:lnTo>
                <a:lnTo>
                  <a:pt x="10668" y="123954"/>
                </a:lnTo>
                <a:lnTo>
                  <a:pt x="5083" y="113261"/>
                </a:lnTo>
                <a:lnTo>
                  <a:pt x="1487" y="101977"/>
                </a:lnTo>
                <a:lnTo>
                  <a:pt x="26" y="90204"/>
                </a:lnTo>
                <a:lnTo>
                  <a:pt x="0" y="88391"/>
                </a:lnTo>
                <a:close/>
              </a:path>
            </a:pathLst>
          </a:custGeom>
          <a:ln w="12192">
            <a:solidFill>
              <a:srgbClr val="FD5000"/>
            </a:solidFill>
          </a:ln>
        </p:spPr>
        <p:txBody>
          <a:bodyPr wrap="square" lIns="0" tIns="0" rIns="0" bIns="0" rtlCol="0">
            <a:noAutofit/>
          </a:bodyPr>
          <a:lstStyle/>
          <a:p>
            <a:endParaRPr/>
          </a:p>
        </p:txBody>
      </p:sp>
      <p:sp>
        <p:nvSpPr>
          <p:cNvPr id="35" name="object 6">
            <a:extLst>
              <a:ext uri="{FF2B5EF4-FFF2-40B4-BE49-F238E27FC236}">
                <a16:creationId xmlns:a16="http://schemas.microsoft.com/office/drawing/2014/main" id="{AE2D5586-047C-4202-B030-FC1E1E27B160}"/>
              </a:ext>
            </a:extLst>
          </p:cNvPr>
          <p:cNvSpPr txBox="1"/>
          <p:nvPr/>
        </p:nvSpPr>
        <p:spPr>
          <a:xfrm>
            <a:off x="3657600" y="2693417"/>
            <a:ext cx="143762" cy="202183"/>
          </a:xfrm>
          <a:prstGeom prst="rect">
            <a:avLst/>
          </a:prstGeom>
        </p:spPr>
        <p:txBody>
          <a:bodyPr wrap="square" lIns="0" tIns="9334" rIns="0" bIns="0" rtlCol="0">
            <a:noAutofit/>
          </a:bodyPr>
          <a:lstStyle/>
          <a:p>
            <a:pPr marL="12700">
              <a:lnSpc>
                <a:spcPts val="1470"/>
              </a:lnSpc>
            </a:pPr>
            <a:r>
              <a:rPr lang="en-GB" sz="1400" dirty="0">
                <a:solidFill>
                  <a:srgbClr val="FD5000"/>
                </a:solidFill>
                <a:latin typeface="Gotham Rounded Book"/>
                <a:cs typeface="Tahoma"/>
              </a:rPr>
              <a:t>4</a:t>
            </a:r>
          </a:p>
        </p:txBody>
      </p:sp>
      <p:sp>
        <p:nvSpPr>
          <p:cNvPr id="36" name="object 13">
            <a:extLst>
              <a:ext uri="{FF2B5EF4-FFF2-40B4-BE49-F238E27FC236}">
                <a16:creationId xmlns:a16="http://schemas.microsoft.com/office/drawing/2014/main" id="{618FF1BF-F8BF-4AA3-B0E4-56A17FDD757A}"/>
              </a:ext>
            </a:extLst>
          </p:cNvPr>
          <p:cNvSpPr/>
          <p:nvPr/>
        </p:nvSpPr>
        <p:spPr>
          <a:xfrm>
            <a:off x="9829800" y="2639471"/>
            <a:ext cx="252983" cy="256129"/>
          </a:xfrm>
          <a:custGeom>
            <a:avLst/>
            <a:gdLst/>
            <a:ahLst/>
            <a:cxnLst/>
            <a:rect l="l" t="t" r="r" b="b"/>
            <a:pathLst>
              <a:path w="252983" h="176783">
                <a:moveTo>
                  <a:pt x="0" y="88391"/>
                </a:moveTo>
                <a:lnTo>
                  <a:pt x="1126" y="76554"/>
                </a:lnTo>
                <a:lnTo>
                  <a:pt x="4410" y="65189"/>
                </a:lnTo>
                <a:lnTo>
                  <a:pt x="9704" y="54401"/>
                </a:lnTo>
                <a:lnTo>
                  <a:pt x="16865" y="44289"/>
                </a:lnTo>
                <a:lnTo>
                  <a:pt x="25746" y="34957"/>
                </a:lnTo>
                <a:lnTo>
                  <a:pt x="36203" y="26506"/>
                </a:lnTo>
                <a:lnTo>
                  <a:pt x="48090" y="19039"/>
                </a:lnTo>
                <a:lnTo>
                  <a:pt x="61263" y="12656"/>
                </a:lnTo>
                <a:lnTo>
                  <a:pt x="75575" y="7461"/>
                </a:lnTo>
                <a:lnTo>
                  <a:pt x="90881" y="3555"/>
                </a:lnTo>
                <a:lnTo>
                  <a:pt x="107037" y="1040"/>
                </a:lnTo>
                <a:lnTo>
                  <a:pt x="123896" y="18"/>
                </a:lnTo>
                <a:lnTo>
                  <a:pt x="126491" y="0"/>
                </a:lnTo>
                <a:lnTo>
                  <a:pt x="143445" y="788"/>
                </a:lnTo>
                <a:lnTo>
                  <a:pt x="159716" y="3084"/>
                </a:lnTo>
                <a:lnTo>
                  <a:pt x="175160" y="6787"/>
                </a:lnTo>
                <a:lnTo>
                  <a:pt x="189631" y="11794"/>
                </a:lnTo>
                <a:lnTo>
                  <a:pt x="202984" y="18004"/>
                </a:lnTo>
                <a:lnTo>
                  <a:pt x="215075" y="25314"/>
                </a:lnTo>
                <a:lnTo>
                  <a:pt x="225757" y="33623"/>
                </a:lnTo>
                <a:lnTo>
                  <a:pt x="234885" y="42829"/>
                </a:lnTo>
                <a:lnTo>
                  <a:pt x="242315" y="52829"/>
                </a:lnTo>
                <a:lnTo>
                  <a:pt x="247900" y="63522"/>
                </a:lnTo>
                <a:lnTo>
                  <a:pt x="251496" y="74806"/>
                </a:lnTo>
                <a:lnTo>
                  <a:pt x="252957" y="86579"/>
                </a:lnTo>
                <a:lnTo>
                  <a:pt x="252983" y="88391"/>
                </a:lnTo>
                <a:lnTo>
                  <a:pt x="251857" y="100229"/>
                </a:lnTo>
                <a:lnTo>
                  <a:pt x="248573" y="111594"/>
                </a:lnTo>
                <a:lnTo>
                  <a:pt x="243279" y="122382"/>
                </a:lnTo>
                <a:lnTo>
                  <a:pt x="236118" y="132494"/>
                </a:lnTo>
                <a:lnTo>
                  <a:pt x="227237" y="141826"/>
                </a:lnTo>
                <a:lnTo>
                  <a:pt x="216780" y="150277"/>
                </a:lnTo>
                <a:lnTo>
                  <a:pt x="204893" y="157744"/>
                </a:lnTo>
                <a:lnTo>
                  <a:pt x="191720" y="164127"/>
                </a:lnTo>
                <a:lnTo>
                  <a:pt x="177408" y="169322"/>
                </a:lnTo>
                <a:lnTo>
                  <a:pt x="162102" y="173228"/>
                </a:lnTo>
                <a:lnTo>
                  <a:pt x="145946" y="175743"/>
                </a:lnTo>
                <a:lnTo>
                  <a:pt x="129087" y="176765"/>
                </a:lnTo>
                <a:lnTo>
                  <a:pt x="126491" y="176783"/>
                </a:lnTo>
                <a:lnTo>
                  <a:pt x="109538" y="175995"/>
                </a:lnTo>
                <a:lnTo>
                  <a:pt x="93267" y="173699"/>
                </a:lnTo>
                <a:lnTo>
                  <a:pt x="77823" y="169996"/>
                </a:lnTo>
                <a:lnTo>
                  <a:pt x="63352" y="164989"/>
                </a:lnTo>
                <a:lnTo>
                  <a:pt x="49999" y="158779"/>
                </a:lnTo>
                <a:lnTo>
                  <a:pt x="37908" y="151469"/>
                </a:lnTo>
                <a:lnTo>
                  <a:pt x="27226" y="143160"/>
                </a:lnTo>
                <a:lnTo>
                  <a:pt x="18098" y="133954"/>
                </a:lnTo>
                <a:lnTo>
                  <a:pt x="10668" y="123954"/>
                </a:lnTo>
                <a:lnTo>
                  <a:pt x="5083" y="113261"/>
                </a:lnTo>
                <a:lnTo>
                  <a:pt x="1487" y="101977"/>
                </a:lnTo>
                <a:lnTo>
                  <a:pt x="26" y="90204"/>
                </a:lnTo>
                <a:lnTo>
                  <a:pt x="0" y="88391"/>
                </a:lnTo>
                <a:close/>
              </a:path>
            </a:pathLst>
          </a:custGeom>
          <a:ln w="12192">
            <a:solidFill>
              <a:srgbClr val="FD5000"/>
            </a:solidFill>
          </a:ln>
        </p:spPr>
        <p:txBody>
          <a:bodyPr wrap="square" lIns="0" tIns="0" rIns="0" bIns="0" rtlCol="0">
            <a:noAutofit/>
          </a:bodyPr>
          <a:lstStyle/>
          <a:p>
            <a:endParaRPr/>
          </a:p>
        </p:txBody>
      </p:sp>
      <p:sp>
        <p:nvSpPr>
          <p:cNvPr id="37" name="object 6">
            <a:extLst>
              <a:ext uri="{FF2B5EF4-FFF2-40B4-BE49-F238E27FC236}">
                <a16:creationId xmlns:a16="http://schemas.microsoft.com/office/drawing/2014/main" id="{888AE9DD-C4C8-42F8-ABC1-2F3793AC4C68}"/>
              </a:ext>
            </a:extLst>
          </p:cNvPr>
          <p:cNvSpPr txBox="1"/>
          <p:nvPr/>
        </p:nvSpPr>
        <p:spPr>
          <a:xfrm>
            <a:off x="9902144" y="2663270"/>
            <a:ext cx="143762" cy="202183"/>
          </a:xfrm>
          <a:prstGeom prst="rect">
            <a:avLst/>
          </a:prstGeom>
        </p:spPr>
        <p:txBody>
          <a:bodyPr wrap="square" lIns="0" tIns="9334" rIns="0" bIns="0" rtlCol="0">
            <a:noAutofit/>
          </a:bodyPr>
          <a:lstStyle/>
          <a:p>
            <a:pPr marL="12700">
              <a:lnSpc>
                <a:spcPts val="1470"/>
              </a:lnSpc>
            </a:pPr>
            <a:r>
              <a:rPr lang="en-GB" sz="1400" dirty="0">
                <a:solidFill>
                  <a:srgbClr val="FD5000"/>
                </a:solidFill>
                <a:latin typeface="Gotham Rounded Book"/>
                <a:cs typeface="Tahoma"/>
              </a:rPr>
              <a:t>6</a:t>
            </a:r>
          </a:p>
        </p:txBody>
      </p:sp>
      <p:sp>
        <p:nvSpPr>
          <p:cNvPr id="38" name="object 13">
            <a:extLst>
              <a:ext uri="{FF2B5EF4-FFF2-40B4-BE49-F238E27FC236}">
                <a16:creationId xmlns:a16="http://schemas.microsoft.com/office/drawing/2014/main" id="{9B5B9EF2-4599-4CCF-AF80-B78D9869B039}"/>
              </a:ext>
            </a:extLst>
          </p:cNvPr>
          <p:cNvSpPr/>
          <p:nvPr/>
        </p:nvSpPr>
        <p:spPr>
          <a:xfrm>
            <a:off x="8579486" y="2476828"/>
            <a:ext cx="252983" cy="256129"/>
          </a:xfrm>
          <a:custGeom>
            <a:avLst/>
            <a:gdLst/>
            <a:ahLst/>
            <a:cxnLst/>
            <a:rect l="l" t="t" r="r" b="b"/>
            <a:pathLst>
              <a:path w="252983" h="176783">
                <a:moveTo>
                  <a:pt x="0" y="88391"/>
                </a:moveTo>
                <a:lnTo>
                  <a:pt x="1126" y="76554"/>
                </a:lnTo>
                <a:lnTo>
                  <a:pt x="4410" y="65189"/>
                </a:lnTo>
                <a:lnTo>
                  <a:pt x="9704" y="54401"/>
                </a:lnTo>
                <a:lnTo>
                  <a:pt x="16865" y="44289"/>
                </a:lnTo>
                <a:lnTo>
                  <a:pt x="25746" y="34957"/>
                </a:lnTo>
                <a:lnTo>
                  <a:pt x="36203" y="26506"/>
                </a:lnTo>
                <a:lnTo>
                  <a:pt x="48090" y="19039"/>
                </a:lnTo>
                <a:lnTo>
                  <a:pt x="61263" y="12656"/>
                </a:lnTo>
                <a:lnTo>
                  <a:pt x="75575" y="7461"/>
                </a:lnTo>
                <a:lnTo>
                  <a:pt x="90881" y="3555"/>
                </a:lnTo>
                <a:lnTo>
                  <a:pt x="107037" y="1040"/>
                </a:lnTo>
                <a:lnTo>
                  <a:pt x="123896" y="18"/>
                </a:lnTo>
                <a:lnTo>
                  <a:pt x="126491" y="0"/>
                </a:lnTo>
                <a:lnTo>
                  <a:pt x="143445" y="788"/>
                </a:lnTo>
                <a:lnTo>
                  <a:pt x="159716" y="3084"/>
                </a:lnTo>
                <a:lnTo>
                  <a:pt x="175160" y="6787"/>
                </a:lnTo>
                <a:lnTo>
                  <a:pt x="189631" y="11794"/>
                </a:lnTo>
                <a:lnTo>
                  <a:pt x="202984" y="18004"/>
                </a:lnTo>
                <a:lnTo>
                  <a:pt x="215075" y="25314"/>
                </a:lnTo>
                <a:lnTo>
                  <a:pt x="225757" y="33623"/>
                </a:lnTo>
                <a:lnTo>
                  <a:pt x="234885" y="42829"/>
                </a:lnTo>
                <a:lnTo>
                  <a:pt x="242315" y="52829"/>
                </a:lnTo>
                <a:lnTo>
                  <a:pt x="247900" y="63522"/>
                </a:lnTo>
                <a:lnTo>
                  <a:pt x="251496" y="74806"/>
                </a:lnTo>
                <a:lnTo>
                  <a:pt x="252957" y="86579"/>
                </a:lnTo>
                <a:lnTo>
                  <a:pt x="252983" y="88391"/>
                </a:lnTo>
                <a:lnTo>
                  <a:pt x="251857" y="100229"/>
                </a:lnTo>
                <a:lnTo>
                  <a:pt x="248573" y="111594"/>
                </a:lnTo>
                <a:lnTo>
                  <a:pt x="243279" y="122382"/>
                </a:lnTo>
                <a:lnTo>
                  <a:pt x="236118" y="132494"/>
                </a:lnTo>
                <a:lnTo>
                  <a:pt x="227237" y="141826"/>
                </a:lnTo>
                <a:lnTo>
                  <a:pt x="216780" y="150277"/>
                </a:lnTo>
                <a:lnTo>
                  <a:pt x="204893" y="157744"/>
                </a:lnTo>
                <a:lnTo>
                  <a:pt x="191720" y="164127"/>
                </a:lnTo>
                <a:lnTo>
                  <a:pt x="177408" y="169322"/>
                </a:lnTo>
                <a:lnTo>
                  <a:pt x="162102" y="173228"/>
                </a:lnTo>
                <a:lnTo>
                  <a:pt x="145946" y="175743"/>
                </a:lnTo>
                <a:lnTo>
                  <a:pt x="129087" y="176765"/>
                </a:lnTo>
                <a:lnTo>
                  <a:pt x="126491" y="176783"/>
                </a:lnTo>
                <a:lnTo>
                  <a:pt x="109538" y="175995"/>
                </a:lnTo>
                <a:lnTo>
                  <a:pt x="93267" y="173699"/>
                </a:lnTo>
                <a:lnTo>
                  <a:pt x="77823" y="169996"/>
                </a:lnTo>
                <a:lnTo>
                  <a:pt x="63352" y="164989"/>
                </a:lnTo>
                <a:lnTo>
                  <a:pt x="49999" y="158779"/>
                </a:lnTo>
                <a:lnTo>
                  <a:pt x="37908" y="151469"/>
                </a:lnTo>
                <a:lnTo>
                  <a:pt x="27226" y="143160"/>
                </a:lnTo>
                <a:lnTo>
                  <a:pt x="18098" y="133954"/>
                </a:lnTo>
                <a:lnTo>
                  <a:pt x="10668" y="123954"/>
                </a:lnTo>
                <a:lnTo>
                  <a:pt x="5083" y="113261"/>
                </a:lnTo>
                <a:lnTo>
                  <a:pt x="1487" y="101977"/>
                </a:lnTo>
                <a:lnTo>
                  <a:pt x="26" y="90204"/>
                </a:lnTo>
                <a:lnTo>
                  <a:pt x="0" y="88391"/>
                </a:lnTo>
                <a:close/>
              </a:path>
            </a:pathLst>
          </a:custGeom>
          <a:ln w="12192">
            <a:solidFill>
              <a:srgbClr val="FD5000"/>
            </a:solidFill>
          </a:ln>
        </p:spPr>
        <p:txBody>
          <a:bodyPr wrap="square" lIns="0" tIns="0" rIns="0" bIns="0" rtlCol="0">
            <a:noAutofit/>
          </a:bodyPr>
          <a:lstStyle/>
          <a:p>
            <a:endParaRPr/>
          </a:p>
        </p:txBody>
      </p:sp>
      <p:sp>
        <p:nvSpPr>
          <p:cNvPr id="39" name="object 6">
            <a:extLst>
              <a:ext uri="{FF2B5EF4-FFF2-40B4-BE49-F238E27FC236}">
                <a16:creationId xmlns:a16="http://schemas.microsoft.com/office/drawing/2014/main" id="{B0C4CEEE-4188-425F-99DB-06EEA2C50950}"/>
              </a:ext>
            </a:extLst>
          </p:cNvPr>
          <p:cNvSpPr txBox="1"/>
          <p:nvPr/>
        </p:nvSpPr>
        <p:spPr>
          <a:xfrm>
            <a:off x="8634096" y="2499840"/>
            <a:ext cx="143762" cy="202183"/>
          </a:xfrm>
          <a:prstGeom prst="rect">
            <a:avLst/>
          </a:prstGeom>
        </p:spPr>
        <p:txBody>
          <a:bodyPr wrap="square" lIns="0" tIns="9334" rIns="0" bIns="0" rtlCol="0">
            <a:noAutofit/>
          </a:bodyPr>
          <a:lstStyle/>
          <a:p>
            <a:pPr marL="12700">
              <a:lnSpc>
                <a:spcPts val="1470"/>
              </a:lnSpc>
            </a:pPr>
            <a:r>
              <a:rPr lang="en-GB" sz="1400" dirty="0">
                <a:solidFill>
                  <a:srgbClr val="FD5000"/>
                </a:solidFill>
                <a:latin typeface="Gotham Rounded Book"/>
                <a:cs typeface="Tahoma"/>
              </a:rPr>
              <a:t>5</a:t>
            </a:r>
          </a:p>
          <a:p>
            <a:pPr marL="12700">
              <a:lnSpc>
                <a:spcPts val="1470"/>
              </a:lnSpc>
            </a:pPr>
            <a:endParaRPr sz="1400" dirty="0">
              <a:solidFill>
                <a:srgbClr val="FD5000"/>
              </a:solidFill>
              <a:latin typeface="Gotham Rounded Book"/>
              <a:cs typeface="Tahoma"/>
            </a:endParaRPr>
          </a:p>
        </p:txBody>
      </p:sp>
      <p:cxnSp>
        <p:nvCxnSpPr>
          <p:cNvPr id="4" name="Straight Arrow Connector 3">
            <a:extLst>
              <a:ext uri="{FF2B5EF4-FFF2-40B4-BE49-F238E27FC236}">
                <a16:creationId xmlns:a16="http://schemas.microsoft.com/office/drawing/2014/main" id="{1763B5FF-F450-4066-84AF-42A4DE3AE603}"/>
              </a:ext>
            </a:extLst>
          </p:cNvPr>
          <p:cNvCxnSpPr>
            <a:cxnSpLocks/>
          </p:cNvCxnSpPr>
          <p:nvPr/>
        </p:nvCxnSpPr>
        <p:spPr>
          <a:xfrm>
            <a:off x="369011" y="2795823"/>
            <a:ext cx="1256577" cy="4002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E49FE201-5A85-4559-9E43-85D2BB53EAB2}"/>
              </a:ext>
            </a:extLst>
          </p:cNvPr>
          <p:cNvCxnSpPr>
            <a:cxnSpLocks/>
          </p:cNvCxnSpPr>
          <p:nvPr/>
        </p:nvCxnSpPr>
        <p:spPr>
          <a:xfrm>
            <a:off x="3852173" y="2781299"/>
            <a:ext cx="1253227" cy="5685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BBB5E72-65DB-4E87-A5B7-CBE386A749C3}"/>
              </a:ext>
            </a:extLst>
          </p:cNvPr>
          <p:cNvCxnSpPr>
            <a:cxnSpLocks/>
          </p:cNvCxnSpPr>
          <p:nvPr/>
        </p:nvCxnSpPr>
        <p:spPr>
          <a:xfrm>
            <a:off x="402349" y="3474316"/>
            <a:ext cx="1371961" cy="56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F7CA8F0-B64E-4257-A60A-8E059AA7B83C}"/>
              </a:ext>
            </a:extLst>
          </p:cNvPr>
          <p:cNvCxnSpPr>
            <a:cxnSpLocks/>
          </p:cNvCxnSpPr>
          <p:nvPr/>
        </p:nvCxnSpPr>
        <p:spPr>
          <a:xfrm flipH="1" flipV="1">
            <a:off x="8016624" y="2501269"/>
            <a:ext cx="562862" cy="78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66BD81D-C25A-4864-817B-C9CB464557A5}"/>
              </a:ext>
            </a:extLst>
          </p:cNvPr>
          <p:cNvCxnSpPr>
            <a:cxnSpLocks/>
          </p:cNvCxnSpPr>
          <p:nvPr/>
        </p:nvCxnSpPr>
        <p:spPr>
          <a:xfrm>
            <a:off x="10080509" y="2794508"/>
            <a:ext cx="532645" cy="5553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9692B1F1-DB07-4D5F-8BE3-EE775323472A}"/>
              </a:ext>
            </a:extLst>
          </p:cNvPr>
          <p:cNvPicPr>
            <a:picLocks noChangeAspect="1"/>
          </p:cNvPicPr>
          <p:nvPr/>
        </p:nvPicPr>
        <p:blipFill>
          <a:blip r:embed="rId3"/>
          <a:stretch>
            <a:fillRect/>
          </a:stretch>
        </p:blipFill>
        <p:spPr>
          <a:xfrm>
            <a:off x="8915400" y="4389640"/>
            <a:ext cx="2949691" cy="539970"/>
          </a:xfrm>
          <a:prstGeom prst="rect">
            <a:avLst/>
          </a:prstGeom>
        </p:spPr>
      </p:pic>
      <p:cxnSp>
        <p:nvCxnSpPr>
          <p:cNvPr id="25" name="Straight Arrow Connector 24">
            <a:extLst>
              <a:ext uri="{FF2B5EF4-FFF2-40B4-BE49-F238E27FC236}">
                <a16:creationId xmlns:a16="http://schemas.microsoft.com/office/drawing/2014/main" id="{76B9CC72-E208-497D-AA6C-07F2EABE720B}"/>
              </a:ext>
            </a:extLst>
          </p:cNvPr>
          <p:cNvCxnSpPr>
            <a:cxnSpLocks/>
          </p:cNvCxnSpPr>
          <p:nvPr/>
        </p:nvCxnSpPr>
        <p:spPr>
          <a:xfrm>
            <a:off x="3848999" y="2781299"/>
            <a:ext cx="6541246" cy="17864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1B556CF4-4634-424A-BF59-52A789351590}"/>
              </a:ext>
            </a:extLst>
          </p:cNvPr>
          <p:cNvPicPr>
            <a:picLocks noChangeAspect="1"/>
          </p:cNvPicPr>
          <p:nvPr/>
        </p:nvPicPr>
        <p:blipFill>
          <a:blip r:embed="rId4"/>
          <a:stretch>
            <a:fillRect/>
          </a:stretch>
        </p:blipFill>
        <p:spPr>
          <a:xfrm>
            <a:off x="5620992" y="5181600"/>
            <a:ext cx="322608" cy="361950"/>
          </a:xfrm>
          <a:prstGeom prst="rect">
            <a:avLst/>
          </a:prstGeom>
        </p:spPr>
      </p:pic>
      <p:sp>
        <p:nvSpPr>
          <p:cNvPr id="41" name="TextBox 40">
            <a:extLst>
              <a:ext uri="{FF2B5EF4-FFF2-40B4-BE49-F238E27FC236}">
                <a16:creationId xmlns:a16="http://schemas.microsoft.com/office/drawing/2014/main" id="{F0AE5CBF-1A44-4586-B3FB-8F5273B139C8}"/>
              </a:ext>
            </a:extLst>
          </p:cNvPr>
          <p:cNvSpPr txBox="1"/>
          <p:nvPr/>
        </p:nvSpPr>
        <p:spPr>
          <a:xfrm>
            <a:off x="11312122" y="5412283"/>
            <a:ext cx="552969" cy="292003"/>
          </a:xfrm>
          <a:prstGeom prst="rect">
            <a:avLst/>
          </a:prstGeom>
          <a:noFill/>
        </p:spPr>
        <p:txBody>
          <a:bodyPr wrap="square">
            <a:spAutoFit/>
          </a:bodyPr>
          <a:lstStyle/>
          <a:p>
            <a:pPr marL="12700">
              <a:lnSpc>
                <a:spcPts val="1470"/>
              </a:lnSpc>
            </a:pPr>
            <a:r>
              <a:rPr lang="en-GB" sz="1400" dirty="0">
                <a:solidFill>
                  <a:srgbClr val="FD5000"/>
                </a:solidFill>
                <a:latin typeface="Gotham Rounded Book"/>
                <a:cs typeface="Tahoma"/>
              </a:rPr>
              <a:t>7a</a:t>
            </a:r>
          </a:p>
        </p:txBody>
      </p:sp>
      <p:sp>
        <p:nvSpPr>
          <p:cNvPr id="42" name="object 13">
            <a:extLst>
              <a:ext uri="{FF2B5EF4-FFF2-40B4-BE49-F238E27FC236}">
                <a16:creationId xmlns:a16="http://schemas.microsoft.com/office/drawing/2014/main" id="{0D7EBB68-B0A7-4331-8289-C4F404AF23B8}"/>
              </a:ext>
            </a:extLst>
          </p:cNvPr>
          <p:cNvSpPr/>
          <p:nvPr/>
        </p:nvSpPr>
        <p:spPr>
          <a:xfrm>
            <a:off x="11372462" y="5412283"/>
            <a:ext cx="331934" cy="292003"/>
          </a:xfrm>
          <a:custGeom>
            <a:avLst/>
            <a:gdLst/>
            <a:ahLst/>
            <a:cxnLst/>
            <a:rect l="l" t="t" r="r" b="b"/>
            <a:pathLst>
              <a:path w="252983" h="176783">
                <a:moveTo>
                  <a:pt x="0" y="88391"/>
                </a:moveTo>
                <a:lnTo>
                  <a:pt x="1126" y="76554"/>
                </a:lnTo>
                <a:lnTo>
                  <a:pt x="4410" y="65189"/>
                </a:lnTo>
                <a:lnTo>
                  <a:pt x="9704" y="54401"/>
                </a:lnTo>
                <a:lnTo>
                  <a:pt x="16865" y="44289"/>
                </a:lnTo>
                <a:lnTo>
                  <a:pt x="25746" y="34957"/>
                </a:lnTo>
                <a:lnTo>
                  <a:pt x="36203" y="26506"/>
                </a:lnTo>
                <a:lnTo>
                  <a:pt x="48090" y="19039"/>
                </a:lnTo>
                <a:lnTo>
                  <a:pt x="61263" y="12656"/>
                </a:lnTo>
                <a:lnTo>
                  <a:pt x="75575" y="7461"/>
                </a:lnTo>
                <a:lnTo>
                  <a:pt x="90881" y="3555"/>
                </a:lnTo>
                <a:lnTo>
                  <a:pt x="107037" y="1040"/>
                </a:lnTo>
                <a:lnTo>
                  <a:pt x="123896" y="18"/>
                </a:lnTo>
                <a:lnTo>
                  <a:pt x="126491" y="0"/>
                </a:lnTo>
                <a:lnTo>
                  <a:pt x="143445" y="788"/>
                </a:lnTo>
                <a:lnTo>
                  <a:pt x="159716" y="3084"/>
                </a:lnTo>
                <a:lnTo>
                  <a:pt x="175160" y="6787"/>
                </a:lnTo>
                <a:lnTo>
                  <a:pt x="189631" y="11794"/>
                </a:lnTo>
                <a:lnTo>
                  <a:pt x="202984" y="18004"/>
                </a:lnTo>
                <a:lnTo>
                  <a:pt x="215075" y="25314"/>
                </a:lnTo>
                <a:lnTo>
                  <a:pt x="225757" y="33623"/>
                </a:lnTo>
                <a:lnTo>
                  <a:pt x="234885" y="42829"/>
                </a:lnTo>
                <a:lnTo>
                  <a:pt x="242315" y="52829"/>
                </a:lnTo>
                <a:lnTo>
                  <a:pt x="247900" y="63522"/>
                </a:lnTo>
                <a:lnTo>
                  <a:pt x="251496" y="74806"/>
                </a:lnTo>
                <a:lnTo>
                  <a:pt x="252957" y="86579"/>
                </a:lnTo>
                <a:lnTo>
                  <a:pt x="252983" y="88391"/>
                </a:lnTo>
                <a:lnTo>
                  <a:pt x="251857" y="100229"/>
                </a:lnTo>
                <a:lnTo>
                  <a:pt x="248573" y="111594"/>
                </a:lnTo>
                <a:lnTo>
                  <a:pt x="243279" y="122382"/>
                </a:lnTo>
                <a:lnTo>
                  <a:pt x="236118" y="132494"/>
                </a:lnTo>
                <a:lnTo>
                  <a:pt x="227237" y="141826"/>
                </a:lnTo>
                <a:lnTo>
                  <a:pt x="216780" y="150277"/>
                </a:lnTo>
                <a:lnTo>
                  <a:pt x="204893" y="157744"/>
                </a:lnTo>
                <a:lnTo>
                  <a:pt x="191720" y="164127"/>
                </a:lnTo>
                <a:lnTo>
                  <a:pt x="177408" y="169322"/>
                </a:lnTo>
                <a:lnTo>
                  <a:pt x="162102" y="173228"/>
                </a:lnTo>
                <a:lnTo>
                  <a:pt x="145946" y="175743"/>
                </a:lnTo>
                <a:lnTo>
                  <a:pt x="129087" y="176765"/>
                </a:lnTo>
                <a:lnTo>
                  <a:pt x="126491" y="176783"/>
                </a:lnTo>
                <a:lnTo>
                  <a:pt x="109538" y="175995"/>
                </a:lnTo>
                <a:lnTo>
                  <a:pt x="93267" y="173699"/>
                </a:lnTo>
                <a:lnTo>
                  <a:pt x="77823" y="169996"/>
                </a:lnTo>
                <a:lnTo>
                  <a:pt x="63352" y="164989"/>
                </a:lnTo>
                <a:lnTo>
                  <a:pt x="49999" y="158779"/>
                </a:lnTo>
                <a:lnTo>
                  <a:pt x="37908" y="151469"/>
                </a:lnTo>
                <a:lnTo>
                  <a:pt x="27226" y="143160"/>
                </a:lnTo>
                <a:lnTo>
                  <a:pt x="18098" y="133954"/>
                </a:lnTo>
                <a:lnTo>
                  <a:pt x="10668" y="123954"/>
                </a:lnTo>
                <a:lnTo>
                  <a:pt x="5083" y="113261"/>
                </a:lnTo>
                <a:lnTo>
                  <a:pt x="1487" y="101977"/>
                </a:lnTo>
                <a:lnTo>
                  <a:pt x="26" y="90204"/>
                </a:lnTo>
                <a:lnTo>
                  <a:pt x="0" y="88391"/>
                </a:lnTo>
                <a:close/>
              </a:path>
            </a:pathLst>
          </a:custGeom>
          <a:ln w="12192">
            <a:solidFill>
              <a:srgbClr val="FD5000"/>
            </a:solidFill>
          </a:ln>
        </p:spPr>
        <p:txBody>
          <a:bodyPr wrap="square" lIns="0" tIns="0" rIns="0" bIns="0" rtlCol="0">
            <a:noAutofit/>
          </a:bodyPr>
          <a:lstStyle/>
          <a:p>
            <a:endParaRPr/>
          </a:p>
        </p:txBody>
      </p:sp>
      <p:cxnSp>
        <p:nvCxnSpPr>
          <p:cNvPr id="43" name="Straight Arrow Connector 42">
            <a:extLst>
              <a:ext uri="{FF2B5EF4-FFF2-40B4-BE49-F238E27FC236}">
                <a16:creationId xmlns:a16="http://schemas.microsoft.com/office/drawing/2014/main" id="{95B0F5A6-3265-4AA3-BA1C-7FC052EA3AB3}"/>
              </a:ext>
            </a:extLst>
          </p:cNvPr>
          <p:cNvCxnSpPr>
            <a:cxnSpLocks/>
            <a:stCxn id="41" idx="0"/>
          </p:cNvCxnSpPr>
          <p:nvPr/>
        </p:nvCxnSpPr>
        <p:spPr>
          <a:xfrm flipH="1" flipV="1">
            <a:off x="11372462" y="3402077"/>
            <a:ext cx="216145" cy="20102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7634342"/>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E80162F8-E9F0-484D-988F-06F3D4F55F6B}"/>
              </a:ext>
            </a:extLst>
          </p:cNvPr>
          <p:cNvPicPr>
            <a:picLocks noChangeAspect="1"/>
          </p:cNvPicPr>
          <p:nvPr/>
        </p:nvPicPr>
        <p:blipFill>
          <a:blip r:embed="rId2"/>
          <a:stretch>
            <a:fillRect/>
          </a:stretch>
        </p:blipFill>
        <p:spPr>
          <a:xfrm>
            <a:off x="371475" y="1638639"/>
            <a:ext cx="5868243" cy="3195309"/>
          </a:xfrm>
          <a:prstGeom prst="rect">
            <a:avLst/>
          </a:prstGeom>
          <a:effectLst>
            <a:outerShdw blurRad="63500" sx="102000" sy="102000" algn="ctr" rotWithShape="0">
              <a:prstClr val="black">
                <a:alpha val="40000"/>
              </a:prstClr>
            </a:outerShdw>
          </a:effectLst>
        </p:spPr>
      </p:pic>
      <p:pic>
        <p:nvPicPr>
          <p:cNvPr id="5" name="Picture 4">
            <a:extLst>
              <a:ext uri="{FF2B5EF4-FFF2-40B4-BE49-F238E27FC236}">
                <a16:creationId xmlns:a16="http://schemas.microsoft.com/office/drawing/2014/main" id="{881B433E-0EF8-4822-BC73-EF400A9665D1}"/>
              </a:ext>
            </a:extLst>
          </p:cNvPr>
          <p:cNvPicPr>
            <a:picLocks noChangeAspect="1"/>
          </p:cNvPicPr>
          <p:nvPr/>
        </p:nvPicPr>
        <p:blipFill>
          <a:blip r:embed="rId3"/>
          <a:stretch>
            <a:fillRect/>
          </a:stretch>
        </p:blipFill>
        <p:spPr>
          <a:xfrm>
            <a:off x="6638925" y="1722047"/>
            <a:ext cx="5181600" cy="4291917"/>
          </a:xfrm>
          <a:prstGeom prst="rect">
            <a:avLst/>
          </a:prstGeom>
          <a:effectLst>
            <a:outerShdw blurRad="63500" sx="102000" sy="102000" algn="ctr" rotWithShape="0">
              <a:prstClr val="black">
                <a:alpha val="40000"/>
              </a:prstClr>
            </a:outerShdw>
          </a:effectLst>
        </p:spPr>
      </p:pic>
      <p:sp>
        <p:nvSpPr>
          <p:cNvPr id="2" name="Title 1"/>
          <p:cNvSpPr>
            <a:spLocks noGrp="1"/>
          </p:cNvSpPr>
          <p:nvPr>
            <p:ph type="title"/>
          </p:nvPr>
        </p:nvSpPr>
        <p:spPr>
          <a:xfrm>
            <a:off x="1108279" y="43025"/>
            <a:ext cx="9966960" cy="576620"/>
          </a:xfrm>
          <a:solidFill>
            <a:srgbClr val="FD5000"/>
          </a:solidFill>
        </p:spPr>
        <p:txBody>
          <a:bodyPr/>
          <a:lstStyle/>
          <a:p>
            <a:r>
              <a:rPr lang="en-US" b="1" dirty="0"/>
              <a:t>4. How to: Locate Assessment(s) cont…</a:t>
            </a:r>
          </a:p>
        </p:txBody>
      </p:sp>
      <p:sp>
        <p:nvSpPr>
          <p:cNvPr id="7" name="Content Placeholder 6"/>
          <p:cNvSpPr>
            <a:spLocks noGrp="1"/>
          </p:cNvSpPr>
          <p:nvPr>
            <p:ph sz="quarter" idx="14"/>
          </p:nvPr>
        </p:nvSpPr>
        <p:spPr>
          <a:xfrm>
            <a:off x="6551174" y="969756"/>
            <a:ext cx="4453367" cy="481546"/>
          </a:xfrm>
        </p:spPr>
        <p:txBody>
          <a:bodyPr>
            <a:noAutofit/>
          </a:bodyPr>
          <a:lstStyle/>
          <a:p>
            <a:pPr marL="0" indent="0">
              <a:buNone/>
            </a:pPr>
            <a:r>
              <a:rPr lang="en-US" sz="1800" spc="-2" dirty="0">
                <a:solidFill>
                  <a:srgbClr val="FD5000"/>
                </a:solidFill>
                <a:latin typeface="Gotham Rounded Book"/>
                <a:cs typeface="Calibri"/>
              </a:rPr>
              <a:t>8. Click on </a:t>
            </a:r>
            <a:r>
              <a:rPr lang="en-US" sz="1800" spc="-2" dirty="0">
                <a:solidFill>
                  <a:srgbClr val="090936"/>
                </a:solidFill>
                <a:latin typeface="Gotham Rounded Book"/>
                <a:cs typeface="Calibri"/>
              </a:rPr>
              <a:t>Print Assessment</a:t>
            </a:r>
            <a:endParaRPr lang="en-US" sz="1800" b="1" i="1" spc="-2" dirty="0">
              <a:solidFill>
                <a:srgbClr val="C4C6C6"/>
              </a:solidFill>
              <a:latin typeface="Gotham Rounded Book"/>
              <a:cs typeface="Calibri"/>
            </a:endParaRPr>
          </a:p>
        </p:txBody>
      </p:sp>
      <p:sp>
        <p:nvSpPr>
          <p:cNvPr id="30" name="object 13">
            <a:extLst>
              <a:ext uri="{FF2B5EF4-FFF2-40B4-BE49-F238E27FC236}">
                <a16:creationId xmlns:a16="http://schemas.microsoft.com/office/drawing/2014/main" id="{C82299D5-4DE3-446F-84C9-D5FAC3A09314}"/>
              </a:ext>
            </a:extLst>
          </p:cNvPr>
          <p:cNvSpPr/>
          <p:nvPr/>
        </p:nvSpPr>
        <p:spPr>
          <a:xfrm>
            <a:off x="4880616" y="2560171"/>
            <a:ext cx="284355" cy="324224"/>
          </a:xfrm>
          <a:custGeom>
            <a:avLst/>
            <a:gdLst/>
            <a:ahLst/>
            <a:cxnLst/>
            <a:rect l="l" t="t" r="r" b="b"/>
            <a:pathLst>
              <a:path w="252983" h="176783">
                <a:moveTo>
                  <a:pt x="0" y="88391"/>
                </a:moveTo>
                <a:lnTo>
                  <a:pt x="1126" y="76554"/>
                </a:lnTo>
                <a:lnTo>
                  <a:pt x="4410" y="65189"/>
                </a:lnTo>
                <a:lnTo>
                  <a:pt x="9704" y="54401"/>
                </a:lnTo>
                <a:lnTo>
                  <a:pt x="16865" y="44289"/>
                </a:lnTo>
                <a:lnTo>
                  <a:pt x="25746" y="34957"/>
                </a:lnTo>
                <a:lnTo>
                  <a:pt x="36203" y="26506"/>
                </a:lnTo>
                <a:lnTo>
                  <a:pt x="48090" y="19039"/>
                </a:lnTo>
                <a:lnTo>
                  <a:pt x="61263" y="12656"/>
                </a:lnTo>
                <a:lnTo>
                  <a:pt x="75575" y="7461"/>
                </a:lnTo>
                <a:lnTo>
                  <a:pt x="90881" y="3555"/>
                </a:lnTo>
                <a:lnTo>
                  <a:pt x="107037" y="1040"/>
                </a:lnTo>
                <a:lnTo>
                  <a:pt x="123896" y="18"/>
                </a:lnTo>
                <a:lnTo>
                  <a:pt x="126491" y="0"/>
                </a:lnTo>
                <a:lnTo>
                  <a:pt x="143445" y="788"/>
                </a:lnTo>
                <a:lnTo>
                  <a:pt x="159716" y="3084"/>
                </a:lnTo>
                <a:lnTo>
                  <a:pt x="175160" y="6787"/>
                </a:lnTo>
                <a:lnTo>
                  <a:pt x="189631" y="11794"/>
                </a:lnTo>
                <a:lnTo>
                  <a:pt x="202984" y="18004"/>
                </a:lnTo>
                <a:lnTo>
                  <a:pt x="215075" y="25314"/>
                </a:lnTo>
                <a:lnTo>
                  <a:pt x="225757" y="33623"/>
                </a:lnTo>
                <a:lnTo>
                  <a:pt x="234885" y="42829"/>
                </a:lnTo>
                <a:lnTo>
                  <a:pt x="242315" y="52829"/>
                </a:lnTo>
                <a:lnTo>
                  <a:pt x="247900" y="63522"/>
                </a:lnTo>
                <a:lnTo>
                  <a:pt x="251496" y="74806"/>
                </a:lnTo>
                <a:lnTo>
                  <a:pt x="252957" y="86579"/>
                </a:lnTo>
                <a:lnTo>
                  <a:pt x="252983" y="88391"/>
                </a:lnTo>
                <a:lnTo>
                  <a:pt x="251857" y="100229"/>
                </a:lnTo>
                <a:lnTo>
                  <a:pt x="248573" y="111594"/>
                </a:lnTo>
                <a:lnTo>
                  <a:pt x="243279" y="122382"/>
                </a:lnTo>
                <a:lnTo>
                  <a:pt x="236118" y="132494"/>
                </a:lnTo>
                <a:lnTo>
                  <a:pt x="227237" y="141826"/>
                </a:lnTo>
                <a:lnTo>
                  <a:pt x="216780" y="150277"/>
                </a:lnTo>
                <a:lnTo>
                  <a:pt x="204893" y="157744"/>
                </a:lnTo>
                <a:lnTo>
                  <a:pt x="191720" y="164127"/>
                </a:lnTo>
                <a:lnTo>
                  <a:pt x="177408" y="169322"/>
                </a:lnTo>
                <a:lnTo>
                  <a:pt x="162102" y="173228"/>
                </a:lnTo>
                <a:lnTo>
                  <a:pt x="145946" y="175743"/>
                </a:lnTo>
                <a:lnTo>
                  <a:pt x="129087" y="176765"/>
                </a:lnTo>
                <a:lnTo>
                  <a:pt x="126491" y="176783"/>
                </a:lnTo>
                <a:lnTo>
                  <a:pt x="109538" y="175995"/>
                </a:lnTo>
                <a:lnTo>
                  <a:pt x="93267" y="173699"/>
                </a:lnTo>
                <a:lnTo>
                  <a:pt x="77823" y="169996"/>
                </a:lnTo>
                <a:lnTo>
                  <a:pt x="63352" y="164989"/>
                </a:lnTo>
                <a:lnTo>
                  <a:pt x="49999" y="158779"/>
                </a:lnTo>
                <a:lnTo>
                  <a:pt x="37908" y="151469"/>
                </a:lnTo>
                <a:lnTo>
                  <a:pt x="27226" y="143160"/>
                </a:lnTo>
                <a:lnTo>
                  <a:pt x="18098" y="133954"/>
                </a:lnTo>
                <a:lnTo>
                  <a:pt x="10668" y="123954"/>
                </a:lnTo>
                <a:lnTo>
                  <a:pt x="5083" y="113261"/>
                </a:lnTo>
                <a:lnTo>
                  <a:pt x="1487" y="101977"/>
                </a:lnTo>
                <a:lnTo>
                  <a:pt x="26" y="90204"/>
                </a:lnTo>
                <a:lnTo>
                  <a:pt x="0" y="88391"/>
                </a:lnTo>
                <a:close/>
              </a:path>
            </a:pathLst>
          </a:custGeom>
          <a:ln w="12192">
            <a:solidFill>
              <a:srgbClr val="FD5000"/>
            </a:solidFill>
          </a:ln>
        </p:spPr>
        <p:txBody>
          <a:bodyPr wrap="square" lIns="0" tIns="0" rIns="0" bIns="0" rtlCol="0">
            <a:noAutofit/>
          </a:bodyPr>
          <a:lstStyle/>
          <a:p>
            <a:endParaRPr/>
          </a:p>
        </p:txBody>
      </p:sp>
      <p:sp>
        <p:nvSpPr>
          <p:cNvPr id="31" name="object 6">
            <a:extLst>
              <a:ext uri="{FF2B5EF4-FFF2-40B4-BE49-F238E27FC236}">
                <a16:creationId xmlns:a16="http://schemas.microsoft.com/office/drawing/2014/main" id="{6E0E6022-0549-4DA2-BB66-DAB37A431DA2}"/>
              </a:ext>
            </a:extLst>
          </p:cNvPr>
          <p:cNvSpPr txBox="1"/>
          <p:nvPr/>
        </p:nvSpPr>
        <p:spPr>
          <a:xfrm>
            <a:off x="4911989" y="2601837"/>
            <a:ext cx="252982" cy="166345"/>
          </a:xfrm>
          <a:prstGeom prst="rect">
            <a:avLst/>
          </a:prstGeom>
        </p:spPr>
        <p:txBody>
          <a:bodyPr wrap="square" lIns="0" tIns="9334" rIns="0" bIns="0" rtlCol="0">
            <a:noAutofit/>
          </a:bodyPr>
          <a:lstStyle/>
          <a:p>
            <a:pPr marL="12700">
              <a:lnSpc>
                <a:spcPts val="1470"/>
              </a:lnSpc>
            </a:pPr>
            <a:r>
              <a:rPr lang="en-GB" sz="1400" dirty="0">
                <a:solidFill>
                  <a:srgbClr val="FD5000"/>
                </a:solidFill>
                <a:latin typeface="Gotham Rounded Book"/>
                <a:cs typeface="Tahoma"/>
              </a:rPr>
              <a:t>7b</a:t>
            </a:r>
            <a:endParaRPr sz="1400" dirty="0">
              <a:solidFill>
                <a:srgbClr val="FD5000"/>
              </a:solidFill>
              <a:latin typeface="Gotham Rounded Book"/>
              <a:cs typeface="Tahoma"/>
            </a:endParaRPr>
          </a:p>
        </p:txBody>
      </p:sp>
      <p:sp>
        <p:nvSpPr>
          <p:cNvPr id="36" name="object 13">
            <a:extLst>
              <a:ext uri="{FF2B5EF4-FFF2-40B4-BE49-F238E27FC236}">
                <a16:creationId xmlns:a16="http://schemas.microsoft.com/office/drawing/2014/main" id="{618FF1BF-F8BF-4AA3-B0E4-56A17FDD757A}"/>
              </a:ext>
            </a:extLst>
          </p:cNvPr>
          <p:cNvSpPr/>
          <p:nvPr/>
        </p:nvSpPr>
        <p:spPr>
          <a:xfrm>
            <a:off x="9610066" y="3392756"/>
            <a:ext cx="252983" cy="256129"/>
          </a:xfrm>
          <a:custGeom>
            <a:avLst/>
            <a:gdLst/>
            <a:ahLst/>
            <a:cxnLst/>
            <a:rect l="l" t="t" r="r" b="b"/>
            <a:pathLst>
              <a:path w="252983" h="176783">
                <a:moveTo>
                  <a:pt x="0" y="88391"/>
                </a:moveTo>
                <a:lnTo>
                  <a:pt x="1126" y="76554"/>
                </a:lnTo>
                <a:lnTo>
                  <a:pt x="4410" y="65189"/>
                </a:lnTo>
                <a:lnTo>
                  <a:pt x="9704" y="54401"/>
                </a:lnTo>
                <a:lnTo>
                  <a:pt x="16865" y="44289"/>
                </a:lnTo>
                <a:lnTo>
                  <a:pt x="25746" y="34957"/>
                </a:lnTo>
                <a:lnTo>
                  <a:pt x="36203" y="26506"/>
                </a:lnTo>
                <a:lnTo>
                  <a:pt x="48090" y="19039"/>
                </a:lnTo>
                <a:lnTo>
                  <a:pt x="61263" y="12656"/>
                </a:lnTo>
                <a:lnTo>
                  <a:pt x="75575" y="7461"/>
                </a:lnTo>
                <a:lnTo>
                  <a:pt x="90881" y="3555"/>
                </a:lnTo>
                <a:lnTo>
                  <a:pt x="107037" y="1040"/>
                </a:lnTo>
                <a:lnTo>
                  <a:pt x="123896" y="18"/>
                </a:lnTo>
                <a:lnTo>
                  <a:pt x="126491" y="0"/>
                </a:lnTo>
                <a:lnTo>
                  <a:pt x="143445" y="788"/>
                </a:lnTo>
                <a:lnTo>
                  <a:pt x="159716" y="3084"/>
                </a:lnTo>
                <a:lnTo>
                  <a:pt x="175160" y="6787"/>
                </a:lnTo>
                <a:lnTo>
                  <a:pt x="189631" y="11794"/>
                </a:lnTo>
                <a:lnTo>
                  <a:pt x="202984" y="18004"/>
                </a:lnTo>
                <a:lnTo>
                  <a:pt x="215075" y="25314"/>
                </a:lnTo>
                <a:lnTo>
                  <a:pt x="225757" y="33623"/>
                </a:lnTo>
                <a:lnTo>
                  <a:pt x="234885" y="42829"/>
                </a:lnTo>
                <a:lnTo>
                  <a:pt x="242315" y="52829"/>
                </a:lnTo>
                <a:lnTo>
                  <a:pt x="247900" y="63522"/>
                </a:lnTo>
                <a:lnTo>
                  <a:pt x="251496" y="74806"/>
                </a:lnTo>
                <a:lnTo>
                  <a:pt x="252957" y="86579"/>
                </a:lnTo>
                <a:lnTo>
                  <a:pt x="252983" y="88391"/>
                </a:lnTo>
                <a:lnTo>
                  <a:pt x="251857" y="100229"/>
                </a:lnTo>
                <a:lnTo>
                  <a:pt x="248573" y="111594"/>
                </a:lnTo>
                <a:lnTo>
                  <a:pt x="243279" y="122382"/>
                </a:lnTo>
                <a:lnTo>
                  <a:pt x="236118" y="132494"/>
                </a:lnTo>
                <a:lnTo>
                  <a:pt x="227237" y="141826"/>
                </a:lnTo>
                <a:lnTo>
                  <a:pt x="216780" y="150277"/>
                </a:lnTo>
                <a:lnTo>
                  <a:pt x="204893" y="157744"/>
                </a:lnTo>
                <a:lnTo>
                  <a:pt x="191720" y="164127"/>
                </a:lnTo>
                <a:lnTo>
                  <a:pt x="177408" y="169322"/>
                </a:lnTo>
                <a:lnTo>
                  <a:pt x="162102" y="173228"/>
                </a:lnTo>
                <a:lnTo>
                  <a:pt x="145946" y="175743"/>
                </a:lnTo>
                <a:lnTo>
                  <a:pt x="129087" y="176765"/>
                </a:lnTo>
                <a:lnTo>
                  <a:pt x="126491" y="176783"/>
                </a:lnTo>
                <a:lnTo>
                  <a:pt x="109538" y="175995"/>
                </a:lnTo>
                <a:lnTo>
                  <a:pt x="93267" y="173699"/>
                </a:lnTo>
                <a:lnTo>
                  <a:pt x="77823" y="169996"/>
                </a:lnTo>
                <a:lnTo>
                  <a:pt x="63352" y="164989"/>
                </a:lnTo>
                <a:lnTo>
                  <a:pt x="49999" y="158779"/>
                </a:lnTo>
                <a:lnTo>
                  <a:pt x="37908" y="151469"/>
                </a:lnTo>
                <a:lnTo>
                  <a:pt x="27226" y="143160"/>
                </a:lnTo>
                <a:lnTo>
                  <a:pt x="18098" y="133954"/>
                </a:lnTo>
                <a:lnTo>
                  <a:pt x="10668" y="123954"/>
                </a:lnTo>
                <a:lnTo>
                  <a:pt x="5083" y="113261"/>
                </a:lnTo>
                <a:lnTo>
                  <a:pt x="1487" y="101977"/>
                </a:lnTo>
                <a:lnTo>
                  <a:pt x="26" y="90204"/>
                </a:lnTo>
                <a:lnTo>
                  <a:pt x="0" y="88391"/>
                </a:lnTo>
                <a:close/>
              </a:path>
            </a:pathLst>
          </a:custGeom>
          <a:ln w="12192">
            <a:solidFill>
              <a:srgbClr val="FD5000"/>
            </a:solidFill>
          </a:ln>
        </p:spPr>
        <p:txBody>
          <a:bodyPr wrap="square" lIns="0" tIns="0" rIns="0" bIns="0" rtlCol="0">
            <a:noAutofit/>
          </a:bodyPr>
          <a:lstStyle/>
          <a:p>
            <a:endParaRPr/>
          </a:p>
        </p:txBody>
      </p:sp>
      <p:sp>
        <p:nvSpPr>
          <p:cNvPr id="37" name="object 6">
            <a:extLst>
              <a:ext uri="{FF2B5EF4-FFF2-40B4-BE49-F238E27FC236}">
                <a16:creationId xmlns:a16="http://schemas.microsoft.com/office/drawing/2014/main" id="{888AE9DD-C4C8-42F8-ABC1-2F3793AC4C68}"/>
              </a:ext>
            </a:extLst>
          </p:cNvPr>
          <p:cNvSpPr txBox="1"/>
          <p:nvPr/>
        </p:nvSpPr>
        <p:spPr>
          <a:xfrm>
            <a:off x="9664676" y="3433553"/>
            <a:ext cx="143762" cy="202183"/>
          </a:xfrm>
          <a:prstGeom prst="rect">
            <a:avLst/>
          </a:prstGeom>
        </p:spPr>
        <p:txBody>
          <a:bodyPr wrap="square" lIns="0" tIns="9334" rIns="0" bIns="0" rtlCol="0">
            <a:noAutofit/>
          </a:bodyPr>
          <a:lstStyle/>
          <a:p>
            <a:pPr marL="12700">
              <a:lnSpc>
                <a:spcPts val="1470"/>
              </a:lnSpc>
            </a:pPr>
            <a:r>
              <a:rPr lang="en-GB" sz="1400" dirty="0">
                <a:solidFill>
                  <a:srgbClr val="FD5000"/>
                </a:solidFill>
                <a:latin typeface="Gotham Rounded Book"/>
                <a:cs typeface="Tahoma"/>
              </a:rPr>
              <a:t>8</a:t>
            </a:r>
            <a:endParaRPr sz="1400" dirty="0">
              <a:solidFill>
                <a:srgbClr val="FD5000"/>
              </a:solidFill>
              <a:latin typeface="Gotham Rounded Book"/>
              <a:cs typeface="Tahoma"/>
            </a:endParaRPr>
          </a:p>
        </p:txBody>
      </p:sp>
      <p:sp>
        <p:nvSpPr>
          <p:cNvPr id="39" name="object 6">
            <a:extLst>
              <a:ext uri="{FF2B5EF4-FFF2-40B4-BE49-F238E27FC236}">
                <a16:creationId xmlns:a16="http://schemas.microsoft.com/office/drawing/2014/main" id="{B0C4CEEE-4188-425F-99DB-06EEA2C50950}"/>
              </a:ext>
            </a:extLst>
          </p:cNvPr>
          <p:cNvSpPr txBox="1"/>
          <p:nvPr/>
        </p:nvSpPr>
        <p:spPr>
          <a:xfrm>
            <a:off x="8634096" y="2499840"/>
            <a:ext cx="143762" cy="202183"/>
          </a:xfrm>
          <a:prstGeom prst="rect">
            <a:avLst/>
          </a:prstGeom>
        </p:spPr>
        <p:txBody>
          <a:bodyPr wrap="square" lIns="0" tIns="9334" rIns="0" bIns="0" rtlCol="0">
            <a:noAutofit/>
          </a:bodyPr>
          <a:lstStyle/>
          <a:p>
            <a:pPr marL="12700">
              <a:lnSpc>
                <a:spcPts val="1470"/>
              </a:lnSpc>
            </a:pPr>
            <a:endParaRPr sz="1400" dirty="0">
              <a:solidFill>
                <a:srgbClr val="FD5000"/>
              </a:solidFill>
              <a:latin typeface="Gotham Rounded Book"/>
              <a:cs typeface="Tahoma"/>
            </a:endParaRPr>
          </a:p>
        </p:txBody>
      </p:sp>
      <p:cxnSp>
        <p:nvCxnSpPr>
          <p:cNvPr id="4" name="Straight Arrow Connector 3">
            <a:extLst>
              <a:ext uri="{FF2B5EF4-FFF2-40B4-BE49-F238E27FC236}">
                <a16:creationId xmlns:a16="http://schemas.microsoft.com/office/drawing/2014/main" id="{1763B5FF-F450-4066-84AF-42A4DE3AE603}"/>
              </a:ext>
            </a:extLst>
          </p:cNvPr>
          <p:cNvCxnSpPr>
            <a:cxnSpLocks/>
          </p:cNvCxnSpPr>
          <p:nvPr/>
        </p:nvCxnSpPr>
        <p:spPr>
          <a:xfrm flipV="1">
            <a:off x="5089222" y="2127268"/>
            <a:ext cx="270590" cy="4258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66BD81D-C25A-4864-817B-C9CB464557A5}"/>
              </a:ext>
            </a:extLst>
          </p:cNvPr>
          <p:cNvCxnSpPr>
            <a:cxnSpLocks/>
          </p:cNvCxnSpPr>
          <p:nvPr/>
        </p:nvCxnSpPr>
        <p:spPr>
          <a:xfrm flipV="1">
            <a:off x="9834473" y="2971800"/>
            <a:ext cx="604927" cy="4771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1C29B1BC-8566-4303-9E69-34B3BC50945C}"/>
              </a:ext>
            </a:extLst>
          </p:cNvPr>
          <p:cNvSpPr/>
          <p:nvPr/>
        </p:nvSpPr>
        <p:spPr>
          <a:xfrm>
            <a:off x="5022793" y="1722047"/>
            <a:ext cx="838200" cy="398138"/>
          </a:xfrm>
          <a:prstGeom prst="rect">
            <a:avLst/>
          </a:prstGeom>
          <a:noFill/>
          <a:ln>
            <a:solidFill>
              <a:srgbClr val="FD5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TextBox 39">
            <a:extLst>
              <a:ext uri="{FF2B5EF4-FFF2-40B4-BE49-F238E27FC236}">
                <a16:creationId xmlns:a16="http://schemas.microsoft.com/office/drawing/2014/main" id="{0C235ED3-D87F-4263-AA6B-6B76C1FF79B1}"/>
              </a:ext>
            </a:extLst>
          </p:cNvPr>
          <p:cNvSpPr txBox="1"/>
          <p:nvPr/>
        </p:nvSpPr>
        <p:spPr>
          <a:xfrm>
            <a:off x="685800" y="969756"/>
            <a:ext cx="2971800" cy="369332"/>
          </a:xfrm>
          <a:prstGeom prst="rect">
            <a:avLst/>
          </a:prstGeom>
          <a:noFill/>
        </p:spPr>
        <p:txBody>
          <a:bodyPr wrap="square">
            <a:spAutoFit/>
          </a:bodyPr>
          <a:lstStyle/>
          <a:p>
            <a:pPr marL="0" indent="0">
              <a:buNone/>
            </a:pPr>
            <a:r>
              <a:rPr lang="en-US" sz="1800" spc="-2" dirty="0">
                <a:solidFill>
                  <a:srgbClr val="FD5000"/>
                </a:solidFill>
                <a:latin typeface="Gotham Rounded Book"/>
                <a:cs typeface="Calibri"/>
              </a:rPr>
              <a:t>7b. Click on the </a:t>
            </a:r>
            <a:r>
              <a:rPr lang="en-US" sz="1800" spc="-2" dirty="0">
                <a:solidFill>
                  <a:srgbClr val="090936"/>
                </a:solidFill>
                <a:latin typeface="Gotham Rounded Book"/>
                <a:cs typeface="Calibri"/>
              </a:rPr>
              <a:t>Action</a:t>
            </a:r>
            <a:endParaRPr lang="en-US" sz="1800" b="1" i="1" spc="-2" dirty="0">
              <a:solidFill>
                <a:srgbClr val="C4C6C6"/>
              </a:solidFill>
              <a:latin typeface="Gotham Rounded Book"/>
              <a:cs typeface="Calibri"/>
            </a:endParaRPr>
          </a:p>
        </p:txBody>
      </p:sp>
    </p:spTree>
    <p:extLst>
      <p:ext uri="{BB962C8B-B14F-4D97-AF65-F5344CB8AC3E}">
        <p14:creationId xmlns:p14="http://schemas.microsoft.com/office/powerpoint/2010/main" val="3055804260"/>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915ECF9A-E19A-4EEF-82DF-40C8816C31E4}"/>
              </a:ext>
            </a:extLst>
          </p:cNvPr>
          <p:cNvPicPr>
            <a:picLocks noChangeAspect="1"/>
          </p:cNvPicPr>
          <p:nvPr/>
        </p:nvPicPr>
        <p:blipFill>
          <a:blip r:embed="rId2"/>
          <a:stretch>
            <a:fillRect/>
          </a:stretch>
        </p:blipFill>
        <p:spPr>
          <a:xfrm>
            <a:off x="324326" y="2028262"/>
            <a:ext cx="4787975" cy="3965878"/>
          </a:xfrm>
          <a:prstGeom prst="rect">
            <a:avLst/>
          </a:prstGeom>
          <a:effectLst>
            <a:outerShdw blurRad="63500" sx="102000" sy="102000" algn="ctr" rotWithShape="0">
              <a:prstClr val="black">
                <a:alpha val="40000"/>
              </a:prstClr>
            </a:outerShdw>
          </a:effectLst>
        </p:spPr>
      </p:pic>
      <p:sp>
        <p:nvSpPr>
          <p:cNvPr id="2" name="Title 1"/>
          <p:cNvSpPr>
            <a:spLocks noGrp="1"/>
          </p:cNvSpPr>
          <p:nvPr>
            <p:ph type="title"/>
          </p:nvPr>
        </p:nvSpPr>
        <p:spPr>
          <a:xfrm>
            <a:off x="1615440" y="38100"/>
            <a:ext cx="8961119" cy="694944"/>
          </a:xfrm>
          <a:solidFill>
            <a:srgbClr val="FD5000"/>
          </a:solidFill>
        </p:spPr>
        <p:txBody>
          <a:bodyPr/>
          <a:lstStyle/>
          <a:p>
            <a:r>
              <a:rPr lang="en-US" b="1" dirty="0"/>
              <a:t>4. How To: Print Assessment(s)</a:t>
            </a:r>
          </a:p>
        </p:txBody>
      </p:sp>
      <p:sp>
        <p:nvSpPr>
          <p:cNvPr id="7" name="Content Placeholder 6"/>
          <p:cNvSpPr>
            <a:spLocks noGrp="1"/>
          </p:cNvSpPr>
          <p:nvPr>
            <p:ph sz="quarter" idx="14"/>
          </p:nvPr>
        </p:nvSpPr>
        <p:spPr>
          <a:xfrm>
            <a:off x="6934200" y="1016266"/>
            <a:ext cx="3488011" cy="517386"/>
          </a:xfrm>
        </p:spPr>
        <p:txBody>
          <a:bodyPr>
            <a:noAutofit/>
          </a:bodyPr>
          <a:lstStyle/>
          <a:p>
            <a:pPr marL="0" indent="0">
              <a:buNone/>
            </a:pPr>
            <a:r>
              <a:rPr lang="en-US" sz="1800" dirty="0">
                <a:solidFill>
                  <a:srgbClr val="FD5000"/>
                </a:solidFill>
              </a:rPr>
              <a:t>2. </a:t>
            </a:r>
            <a:r>
              <a:rPr lang="en-US" sz="1800" dirty="0">
                <a:solidFill>
                  <a:schemeClr val="accent2"/>
                </a:solidFill>
              </a:rPr>
              <a:t>A pop-up box will appear </a:t>
            </a:r>
            <a:r>
              <a:rPr lang="en-US" sz="1800" dirty="0">
                <a:solidFill>
                  <a:srgbClr val="FD5000"/>
                </a:solidFill>
              </a:rPr>
              <a:t>*(see next slide for further instructions).</a:t>
            </a:r>
          </a:p>
        </p:txBody>
      </p:sp>
      <p:sp>
        <p:nvSpPr>
          <p:cNvPr id="5" name="object 13">
            <a:extLst>
              <a:ext uri="{FF2B5EF4-FFF2-40B4-BE49-F238E27FC236}">
                <a16:creationId xmlns:a16="http://schemas.microsoft.com/office/drawing/2014/main" id="{8989DF28-57AB-45A1-88D1-7786752D6563}"/>
              </a:ext>
            </a:extLst>
          </p:cNvPr>
          <p:cNvSpPr/>
          <p:nvPr/>
        </p:nvSpPr>
        <p:spPr>
          <a:xfrm>
            <a:off x="5672603" y="3657600"/>
            <a:ext cx="270997" cy="228600"/>
          </a:xfrm>
          <a:custGeom>
            <a:avLst/>
            <a:gdLst/>
            <a:ahLst/>
            <a:cxnLst/>
            <a:rect l="l" t="t" r="r" b="b"/>
            <a:pathLst>
              <a:path w="252983" h="176783">
                <a:moveTo>
                  <a:pt x="0" y="88391"/>
                </a:moveTo>
                <a:lnTo>
                  <a:pt x="1126" y="76554"/>
                </a:lnTo>
                <a:lnTo>
                  <a:pt x="4410" y="65189"/>
                </a:lnTo>
                <a:lnTo>
                  <a:pt x="9704" y="54401"/>
                </a:lnTo>
                <a:lnTo>
                  <a:pt x="16865" y="44289"/>
                </a:lnTo>
                <a:lnTo>
                  <a:pt x="25746" y="34957"/>
                </a:lnTo>
                <a:lnTo>
                  <a:pt x="36203" y="26506"/>
                </a:lnTo>
                <a:lnTo>
                  <a:pt x="48090" y="19039"/>
                </a:lnTo>
                <a:lnTo>
                  <a:pt x="61263" y="12656"/>
                </a:lnTo>
                <a:lnTo>
                  <a:pt x="75575" y="7461"/>
                </a:lnTo>
                <a:lnTo>
                  <a:pt x="90881" y="3555"/>
                </a:lnTo>
                <a:lnTo>
                  <a:pt x="107037" y="1040"/>
                </a:lnTo>
                <a:lnTo>
                  <a:pt x="123896" y="18"/>
                </a:lnTo>
                <a:lnTo>
                  <a:pt x="126491" y="0"/>
                </a:lnTo>
                <a:lnTo>
                  <a:pt x="143445" y="788"/>
                </a:lnTo>
                <a:lnTo>
                  <a:pt x="159716" y="3084"/>
                </a:lnTo>
                <a:lnTo>
                  <a:pt x="175160" y="6787"/>
                </a:lnTo>
                <a:lnTo>
                  <a:pt x="189631" y="11794"/>
                </a:lnTo>
                <a:lnTo>
                  <a:pt x="202984" y="18004"/>
                </a:lnTo>
                <a:lnTo>
                  <a:pt x="215075" y="25314"/>
                </a:lnTo>
                <a:lnTo>
                  <a:pt x="225757" y="33623"/>
                </a:lnTo>
                <a:lnTo>
                  <a:pt x="234885" y="42829"/>
                </a:lnTo>
                <a:lnTo>
                  <a:pt x="242315" y="52829"/>
                </a:lnTo>
                <a:lnTo>
                  <a:pt x="247900" y="63522"/>
                </a:lnTo>
                <a:lnTo>
                  <a:pt x="251496" y="74806"/>
                </a:lnTo>
                <a:lnTo>
                  <a:pt x="252957" y="86579"/>
                </a:lnTo>
                <a:lnTo>
                  <a:pt x="252983" y="88391"/>
                </a:lnTo>
                <a:lnTo>
                  <a:pt x="251857" y="100229"/>
                </a:lnTo>
                <a:lnTo>
                  <a:pt x="248573" y="111594"/>
                </a:lnTo>
                <a:lnTo>
                  <a:pt x="243279" y="122382"/>
                </a:lnTo>
                <a:lnTo>
                  <a:pt x="236118" y="132494"/>
                </a:lnTo>
                <a:lnTo>
                  <a:pt x="227237" y="141826"/>
                </a:lnTo>
                <a:lnTo>
                  <a:pt x="216780" y="150277"/>
                </a:lnTo>
                <a:lnTo>
                  <a:pt x="204893" y="157744"/>
                </a:lnTo>
                <a:lnTo>
                  <a:pt x="191720" y="164127"/>
                </a:lnTo>
                <a:lnTo>
                  <a:pt x="177408" y="169322"/>
                </a:lnTo>
                <a:lnTo>
                  <a:pt x="162102" y="173228"/>
                </a:lnTo>
                <a:lnTo>
                  <a:pt x="145946" y="175743"/>
                </a:lnTo>
                <a:lnTo>
                  <a:pt x="129087" y="176765"/>
                </a:lnTo>
                <a:lnTo>
                  <a:pt x="126491" y="176783"/>
                </a:lnTo>
                <a:lnTo>
                  <a:pt x="109538" y="175995"/>
                </a:lnTo>
                <a:lnTo>
                  <a:pt x="93267" y="173699"/>
                </a:lnTo>
                <a:lnTo>
                  <a:pt x="77823" y="169996"/>
                </a:lnTo>
                <a:lnTo>
                  <a:pt x="63352" y="164989"/>
                </a:lnTo>
                <a:lnTo>
                  <a:pt x="49999" y="158779"/>
                </a:lnTo>
                <a:lnTo>
                  <a:pt x="37908" y="151469"/>
                </a:lnTo>
                <a:lnTo>
                  <a:pt x="27226" y="143160"/>
                </a:lnTo>
                <a:lnTo>
                  <a:pt x="18098" y="133954"/>
                </a:lnTo>
                <a:lnTo>
                  <a:pt x="10668" y="123954"/>
                </a:lnTo>
                <a:lnTo>
                  <a:pt x="5083" y="113261"/>
                </a:lnTo>
                <a:lnTo>
                  <a:pt x="1487" y="101977"/>
                </a:lnTo>
                <a:lnTo>
                  <a:pt x="26" y="90204"/>
                </a:lnTo>
                <a:lnTo>
                  <a:pt x="0" y="88391"/>
                </a:lnTo>
                <a:close/>
              </a:path>
            </a:pathLst>
          </a:custGeom>
          <a:ln w="12192">
            <a:solidFill>
              <a:srgbClr val="FD5000"/>
            </a:solidFill>
          </a:ln>
        </p:spPr>
        <p:txBody>
          <a:bodyPr wrap="square" lIns="0" tIns="0" rIns="0" bIns="0" rtlCol="0">
            <a:noAutofit/>
          </a:bodyPr>
          <a:lstStyle/>
          <a:p>
            <a:endParaRPr>
              <a:solidFill>
                <a:prstClr val="black"/>
              </a:solidFill>
              <a:latin typeface="Calibri"/>
            </a:endParaRPr>
          </a:p>
        </p:txBody>
      </p:sp>
      <p:sp>
        <p:nvSpPr>
          <p:cNvPr id="6" name="object 6">
            <a:extLst>
              <a:ext uri="{FF2B5EF4-FFF2-40B4-BE49-F238E27FC236}">
                <a16:creationId xmlns:a16="http://schemas.microsoft.com/office/drawing/2014/main" id="{E8A5A950-7AB8-40B8-A9A7-8776C4B8DEFE}"/>
              </a:ext>
            </a:extLst>
          </p:cNvPr>
          <p:cNvSpPr txBox="1"/>
          <p:nvPr/>
        </p:nvSpPr>
        <p:spPr>
          <a:xfrm>
            <a:off x="5734559" y="3688564"/>
            <a:ext cx="132841" cy="121436"/>
          </a:xfrm>
          <a:prstGeom prst="rect">
            <a:avLst/>
          </a:prstGeom>
        </p:spPr>
        <p:txBody>
          <a:bodyPr wrap="square" lIns="0" tIns="9334" rIns="0" bIns="0" rtlCol="0">
            <a:noAutofit/>
          </a:bodyPr>
          <a:lstStyle/>
          <a:p>
            <a:pPr marL="12700">
              <a:lnSpc>
                <a:spcPts val="1470"/>
              </a:lnSpc>
            </a:pPr>
            <a:r>
              <a:rPr lang="en-GB" sz="1400" dirty="0">
                <a:solidFill>
                  <a:srgbClr val="FD5000"/>
                </a:solidFill>
                <a:latin typeface="Gotham Rounded Book"/>
                <a:cs typeface="Tahoma"/>
              </a:rPr>
              <a:t>1</a:t>
            </a:r>
            <a:endParaRPr sz="1400" dirty="0">
              <a:solidFill>
                <a:srgbClr val="FD5000"/>
              </a:solidFill>
              <a:latin typeface="Gotham Rounded Book"/>
              <a:cs typeface="Tahoma"/>
            </a:endParaRPr>
          </a:p>
        </p:txBody>
      </p:sp>
      <p:cxnSp>
        <p:nvCxnSpPr>
          <p:cNvPr id="4" name="Straight Arrow Connector 3">
            <a:extLst>
              <a:ext uri="{FF2B5EF4-FFF2-40B4-BE49-F238E27FC236}">
                <a16:creationId xmlns:a16="http://schemas.microsoft.com/office/drawing/2014/main" id="{EE3F0E66-FEE6-4C9E-BBC6-C70EA671EF98}"/>
              </a:ext>
            </a:extLst>
          </p:cNvPr>
          <p:cNvCxnSpPr>
            <a:cxnSpLocks/>
          </p:cNvCxnSpPr>
          <p:nvPr/>
        </p:nvCxnSpPr>
        <p:spPr>
          <a:xfrm flipH="1" flipV="1">
            <a:off x="4648200" y="3200400"/>
            <a:ext cx="1066800" cy="457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6FDB4D0-1B50-4D3A-A166-EEBF20A2239F}"/>
              </a:ext>
            </a:extLst>
          </p:cNvPr>
          <p:cNvSpPr txBox="1"/>
          <p:nvPr/>
        </p:nvSpPr>
        <p:spPr>
          <a:xfrm>
            <a:off x="266330" y="953112"/>
            <a:ext cx="3390900" cy="646331"/>
          </a:xfrm>
          <a:prstGeom prst="rect">
            <a:avLst/>
          </a:prstGeom>
          <a:noFill/>
        </p:spPr>
        <p:txBody>
          <a:bodyPr wrap="square">
            <a:spAutoFit/>
          </a:bodyPr>
          <a:lstStyle/>
          <a:p>
            <a:pPr marL="0" indent="0">
              <a:buNone/>
            </a:pPr>
            <a:r>
              <a:rPr lang="en-US" sz="1800" dirty="0">
                <a:solidFill>
                  <a:srgbClr val="FD5000"/>
                </a:solidFill>
                <a:latin typeface="Montserrat" panose="00000500000000000000" pitchFamily="2" charset="0"/>
              </a:rPr>
              <a:t>1. </a:t>
            </a:r>
            <a:r>
              <a:rPr lang="en-US" sz="1800" dirty="0">
                <a:solidFill>
                  <a:schemeClr val="accent2"/>
                </a:solidFill>
                <a:latin typeface="Montserrat" panose="00000500000000000000" pitchFamily="2" charset="0"/>
              </a:rPr>
              <a:t>In the dropdown menu Select Print Assessment</a:t>
            </a:r>
            <a:endParaRPr lang="en-US" sz="1800" b="1" i="1" dirty="0">
              <a:solidFill>
                <a:srgbClr val="C4C6C6"/>
              </a:solidFill>
              <a:latin typeface="Montserrat" panose="00000500000000000000" pitchFamily="2" charset="0"/>
            </a:endParaRPr>
          </a:p>
        </p:txBody>
      </p:sp>
      <p:pic>
        <p:nvPicPr>
          <p:cNvPr id="16" name="Picture 15">
            <a:extLst>
              <a:ext uri="{FF2B5EF4-FFF2-40B4-BE49-F238E27FC236}">
                <a16:creationId xmlns:a16="http://schemas.microsoft.com/office/drawing/2014/main" id="{E98893F4-6A40-40FE-AAF1-1D88CA186A62}"/>
              </a:ext>
            </a:extLst>
          </p:cNvPr>
          <p:cNvPicPr>
            <a:picLocks noChangeAspect="1"/>
          </p:cNvPicPr>
          <p:nvPr/>
        </p:nvPicPr>
        <p:blipFill>
          <a:blip r:embed="rId3"/>
          <a:stretch>
            <a:fillRect/>
          </a:stretch>
        </p:blipFill>
        <p:spPr>
          <a:xfrm>
            <a:off x="6934200" y="2028262"/>
            <a:ext cx="3778493" cy="3952322"/>
          </a:xfrm>
          <a:prstGeom prst="rect">
            <a:avLst/>
          </a:prstGeom>
        </p:spPr>
      </p:pic>
    </p:spTree>
    <p:extLst>
      <p:ext uri="{BB962C8B-B14F-4D97-AF65-F5344CB8AC3E}">
        <p14:creationId xmlns:p14="http://schemas.microsoft.com/office/powerpoint/2010/main" val="4065026723"/>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a:extLst>
              <a:ext uri="{FF2B5EF4-FFF2-40B4-BE49-F238E27FC236}">
                <a16:creationId xmlns:a16="http://schemas.microsoft.com/office/drawing/2014/main" id="{0D98BE10-C684-4A02-A985-FDCAE740B235}"/>
              </a:ext>
            </a:extLst>
          </p:cNvPr>
          <p:cNvPicPr>
            <a:picLocks noChangeAspect="1"/>
          </p:cNvPicPr>
          <p:nvPr/>
        </p:nvPicPr>
        <p:blipFill>
          <a:blip r:embed="rId2"/>
          <a:stretch>
            <a:fillRect/>
          </a:stretch>
        </p:blipFill>
        <p:spPr>
          <a:xfrm>
            <a:off x="9634567" y="158540"/>
            <a:ext cx="2364042" cy="2204699"/>
          </a:xfrm>
          <a:prstGeom prst="rect">
            <a:avLst/>
          </a:prstGeom>
          <a:effectLst>
            <a:outerShdw blurRad="63500" sx="102000" sy="102000" algn="ctr" rotWithShape="0">
              <a:prstClr val="black">
                <a:alpha val="40000"/>
              </a:prstClr>
            </a:outerShdw>
          </a:effectLst>
        </p:spPr>
      </p:pic>
      <p:pic>
        <p:nvPicPr>
          <p:cNvPr id="27" name="Picture 26">
            <a:extLst>
              <a:ext uri="{FF2B5EF4-FFF2-40B4-BE49-F238E27FC236}">
                <a16:creationId xmlns:a16="http://schemas.microsoft.com/office/drawing/2014/main" id="{21C46A40-9632-42FF-B433-8FDE36EF5F94}"/>
              </a:ext>
            </a:extLst>
          </p:cNvPr>
          <p:cNvPicPr>
            <a:picLocks noChangeAspect="1"/>
          </p:cNvPicPr>
          <p:nvPr/>
        </p:nvPicPr>
        <p:blipFill>
          <a:blip r:embed="rId3"/>
          <a:stretch>
            <a:fillRect/>
          </a:stretch>
        </p:blipFill>
        <p:spPr>
          <a:xfrm>
            <a:off x="1475870" y="3384408"/>
            <a:ext cx="3058343" cy="2637821"/>
          </a:xfrm>
          <a:prstGeom prst="rect">
            <a:avLst/>
          </a:prstGeom>
          <a:effectLst>
            <a:outerShdw blurRad="63500" sx="102000" sy="102000" algn="ctr" rotWithShape="0">
              <a:prstClr val="black">
                <a:alpha val="40000"/>
              </a:prstClr>
            </a:outerShdw>
          </a:effectLst>
        </p:spPr>
      </p:pic>
      <p:sp>
        <p:nvSpPr>
          <p:cNvPr id="2" name="Title 1"/>
          <p:cNvSpPr>
            <a:spLocks noGrp="1"/>
          </p:cNvSpPr>
          <p:nvPr>
            <p:ph type="title"/>
          </p:nvPr>
        </p:nvSpPr>
        <p:spPr>
          <a:xfrm>
            <a:off x="419747" y="30326"/>
            <a:ext cx="8961119" cy="694944"/>
          </a:xfrm>
          <a:solidFill>
            <a:srgbClr val="FD5000"/>
          </a:solidFill>
        </p:spPr>
        <p:txBody>
          <a:bodyPr/>
          <a:lstStyle/>
          <a:p>
            <a:r>
              <a:rPr lang="en-US" b="1" dirty="0"/>
              <a:t>5. How to: Print Assessment(s) cont…</a:t>
            </a:r>
          </a:p>
        </p:txBody>
      </p:sp>
      <p:sp>
        <p:nvSpPr>
          <p:cNvPr id="7" name="Content Placeholder 6"/>
          <p:cNvSpPr>
            <a:spLocks noGrp="1"/>
          </p:cNvSpPr>
          <p:nvPr>
            <p:ph sz="quarter" idx="14"/>
          </p:nvPr>
        </p:nvSpPr>
        <p:spPr>
          <a:xfrm>
            <a:off x="149616" y="778390"/>
            <a:ext cx="8232384" cy="2468465"/>
          </a:xfrm>
        </p:spPr>
        <p:txBody>
          <a:bodyPr>
            <a:noAutofit/>
          </a:bodyPr>
          <a:lstStyle/>
          <a:p>
            <a:pPr marL="457200" indent="-457200">
              <a:buAutoNum type="arabicPeriod"/>
            </a:pPr>
            <a:r>
              <a:rPr lang="en-US" sz="1200" dirty="0">
                <a:solidFill>
                  <a:schemeClr val="accent2"/>
                </a:solidFill>
              </a:rPr>
              <a:t>Unclick box: </a:t>
            </a:r>
            <a:r>
              <a:rPr lang="en-US" sz="1200" dirty="0">
                <a:solidFill>
                  <a:srgbClr val="FD5000"/>
                </a:solidFill>
              </a:rPr>
              <a:t>All</a:t>
            </a:r>
            <a:r>
              <a:rPr lang="en-US" sz="1200" dirty="0">
                <a:solidFill>
                  <a:schemeClr val="accent2"/>
                </a:solidFill>
              </a:rPr>
              <a:t> </a:t>
            </a:r>
            <a:endParaRPr lang="en-US" sz="1200" b="1" i="1" dirty="0">
              <a:solidFill>
                <a:srgbClr val="C4C6C6"/>
              </a:solidFill>
            </a:endParaRPr>
          </a:p>
          <a:p>
            <a:pPr marL="457200" indent="-457200">
              <a:buAutoNum type="arabicPeriod"/>
            </a:pPr>
            <a:r>
              <a:rPr lang="en-US" sz="1200" dirty="0">
                <a:solidFill>
                  <a:schemeClr val="accent2"/>
                </a:solidFill>
              </a:rPr>
              <a:t>Click box: </a:t>
            </a:r>
            <a:r>
              <a:rPr lang="en-US" sz="1200" dirty="0">
                <a:solidFill>
                  <a:srgbClr val="FD5000"/>
                </a:solidFill>
              </a:rPr>
              <a:t>Summary Sheet </a:t>
            </a:r>
            <a:endParaRPr lang="en-US" sz="1200" b="1" i="1" dirty="0">
              <a:solidFill>
                <a:srgbClr val="C4C6C6"/>
              </a:solidFill>
            </a:endParaRPr>
          </a:p>
          <a:p>
            <a:pPr marL="457200" indent="-457200">
              <a:buAutoNum type="arabicPeriod"/>
            </a:pPr>
            <a:r>
              <a:rPr lang="en-US" sz="1200" dirty="0">
                <a:solidFill>
                  <a:schemeClr val="accent2"/>
                </a:solidFill>
              </a:rPr>
              <a:t>Click box: </a:t>
            </a:r>
            <a:r>
              <a:rPr lang="en-US" sz="1200" dirty="0">
                <a:solidFill>
                  <a:srgbClr val="FD5000"/>
                </a:solidFill>
              </a:rPr>
              <a:t>Worker Reference Sheet </a:t>
            </a:r>
          </a:p>
          <a:p>
            <a:pPr marL="457200" indent="-457200">
              <a:buAutoNum type="arabicPeriod"/>
            </a:pPr>
            <a:r>
              <a:rPr lang="en-US" sz="1200" dirty="0">
                <a:solidFill>
                  <a:schemeClr val="accent2"/>
                </a:solidFill>
              </a:rPr>
              <a:t>Click box: </a:t>
            </a:r>
            <a:r>
              <a:rPr lang="en-US" sz="1200" dirty="0">
                <a:solidFill>
                  <a:srgbClr val="FD5000"/>
                </a:solidFill>
              </a:rPr>
              <a:t>Safety Data Sheet  </a:t>
            </a:r>
            <a:r>
              <a:rPr lang="en-US" sz="1200" b="1" i="1" dirty="0">
                <a:solidFill>
                  <a:srgbClr val="C4C6C6"/>
                </a:solidFill>
              </a:rPr>
              <a:t>(This attaches SDS to Chemical Risk Assessment)</a:t>
            </a:r>
          </a:p>
          <a:p>
            <a:pPr marL="457200" indent="-457200">
              <a:buAutoNum type="arabicPeriod"/>
            </a:pPr>
            <a:r>
              <a:rPr lang="en-US" sz="1200" dirty="0">
                <a:solidFill>
                  <a:schemeClr val="accent2"/>
                </a:solidFill>
              </a:rPr>
              <a:t>Click </a:t>
            </a:r>
            <a:r>
              <a:rPr lang="en-US" sz="1200" dirty="0">
                <a:solidFill>
                  <a:srgbClr val="FD5000"/>
                </a:solidFill>
              </a:rPr>
              <a:t>Print</a:t>
            </a:r>
            <a:r>
              <a:rPr lang="en-US" sz="1200" dirty="0">
                <a:solidFill>
                  <a:schemeClr val="accent2"/>
                </a:solidFill>
              </a:rPr>
              <a:t> </a:t>
            </a:r>
            <a:r>
              <a:rPr lang="en-US" sz="1200" b="1" i="1" dirty="0">
                <a:solidFill>
                  <a:srgbClr val="C4C6C6"/>
                </a:solidFill>
              </a:rPr>
              <a:t>(a </a:t>
            </a:r>
            <a:r>
              <a:rPr lang="en-US" sz="1100" b="1" i="1" dirty="0">
                <a:solidFill>
                  <a:srgbClr val="C4C6C6"/>
                </a:solidFill>
              </a:rPr>
              <a:t>pop-up</a:t>
            </a:r>
            <a:r>
              <a:rPr lang="en-US" sz="1200" b="1" i="1" dirty="0">
                <a:solidFill>
                  <a:srgbClr val="C4C6C6"/>
                </a:solidFill>
              </a:rPr>
              <a:t> box will appear, save it locally to your computer, hint: add the Tradename to filename for easy future location)</a:t>
            </a:r>
          </a:p>
          <a:p>
            <a:pPr marL="457200" indent="-457200">
              <a:buAutoNum type="arabicPeriod"/>
            </a:pPr>
            <a:r>
              <a:rPr lang="en-US" sz="1200" dirty="0">
                <a:solidFill>
                  <a:schemeClr val="accent2"/>
                </a:solidFill>
              </a:rPr>
              <a:t>After a moment a </a:t>
            </a:r>
            <a:r>
              <a:rPr lang="en-US" sz="1200" dirty="0">
                <a:solidFill>
                  <a:srgbClr val="FD5000"/>
                </a:solidFill>
              </a:rPr>
              <a:t>PDF of the Assessment will be generated </a:t>
            </a:r>
            <a:r>
              <a:rPr lang="en-US" sz="1200" b="1" i="1" dirty="0">
                <a:solidFill>
                  <a:srgbClr val="C4C6C6"/>
                </a:solidFill>
              </a:rPr>
              <a:t>(in pop-up window, in Chrome </a:t>
            </a:r>
            <a:br>
              <a:rPr lang="en-US" sz="1200" b="1" i="1" dirty="0">
                <a:solidFill>
                  <a:srgbClr val="C4C6C6"/>
                </a:solidFill>
              </a:rPr>
            </a:br>
            <a:r>
              <a:rPr lang="en-US" sz="1200" b="1" i="1" dirty="0">
                <a:solidFill>
                  <a:srgbClr val="C4C6C6"/>
                </a:solidFill>
              </a:rPr>
              <a:t>bottom left, other browsers variation on this.)</a:t>
            </a:r>
          </a:p>
          <a:p>
            <a:pPr marL="457200" indent="-457200">
              <a:buAutoNum type="arabicPeriod"/>
            </a:pPr>
            <a:r>
              <a:rPr lang="en-US" sz="1200" dirty="0">
                <a:solidFill>
                  <a:schemeClr val="accent2"/>
                </a:solidFill>
              </a:rPr>
              <a:t>The PDF of the </a:t>
            </a:r>
            <a:r>
              <a:rPr lang="en-US" sz="1200" dirty="0">
                <a:solidFill>
                  <a:schemeClr val="accent1"/>
                </a:solidFill>
              </a:rPr>
              <a:t>Chemical Risk </a:t>
            </a:r>
            <a:r>
              <a:rPr lang="en-US" sz="1200" dirty="0">
                <a:solidFill>
                  <a:srgbClr val="FD5000"/>
                </a:solidFill>
              </a:rPr>
              <a:t>Assessment/SDS</a:t>
            </a:r>
            <a:r>
              <a:rPr lang="en-US" sz="1200" dirty="0">
                <a:solidFill>
                  <a:schemeClr val="accent2"/>
                </a:solidFill>
              </a:rPr>
              <a:t> can be printed or saved locally </a:t>
            </a:r>
            <a:r>
              <a:rPr lang="en-US" sz="1200" b="1" i="1" dirty="0">
                <a:solidFill>
                  <a:srgbClr val="C4C6C6"/>
                </a:solidFill>
              </a:rPr>
              <a:t>(like any other PDF file)</a:t>
            </a:r>
          </a:p>
        </p:txBody>
      </p:sp>
      <p:sp>
        <p:nvSpPr>
          <p:cNvPr id="9" name="object 13">
            <a:extLst>
              <a:ext uri="{FF2B5EF4-FFF2-40B4-BE49-F238E27FC236}">
                <a16:creationId xmlns:a16="http://schemas.microsoft.com/office/drawing/2014/main" id="{11260563-DA19-4005-97C7-F7AF39AE5C5A}"/>
              </a:ext>
            </a:extLst>
          </p:cNvPr>
          <p:cNvSpPr/>
          <p:nvPr/>
        </p:nvSpPr>
        <p:spPr>
          <a:xfrm>
            <a:off x="419747" y="3691551"/>
            <a:ext cx="252983" cy="256129"/>
          </a:xfrm>
          <a:custGeom>
            <a:avLst/>
            <a:gdLst/>
            <a:ahLst/>
            <a:cxnLst/>
            <a:rect l="l" t="t" r="r" b="b"/>
            <a:pathLst>
              <a:path w="252983" h="176783">
                <a:moveTo>
                  <a:pt x="0" y="88391"/>
                </a:moveTo>
                <a:lnTo>
                  <a:pt x="1126" y="76554"/>
                </a:lnTo>
                <a:lnTo>
                  <a:pt x="4410" y="65189"/>
                </a:lnTo>
                <a:lnTo>
                  <a:pt x="9704" y="54401"/>
                </a:lnTo>
                <a:lnTo>
                  <a:pt x="16865" y="44289"/>
                </a:lnTo>
                <a:lnTo>
                  <a:pt x="25746" y="34957"/>
                </a:lnTo>
                <a:lnTo>
                  <a:pt x="36203" y="26506"/>
                </a:lnTo>
                <a:lnTo>
                  <a:pt x="48090" y="19039"/>
                </a:lnTo>
                <a:lnTo>
                  <a:pt x="61263" y="12656"/>
                </a:lnTo>
                <a:lnTo>
                  <a:pt x="75575" y="7461"/>
                </a:lnTo>
                <a:lnTo>
                  <a:pt x="90881" y="3555"/>
                </a:lnTo>
                <a:lnTo>
                  <a:pt x="107037" y="1040"/>
                </a:lnTo>
                <a:lnTo>
                  <a:pt x="123896" y="18"/>
                </a:lnTo>
                <a:lnTo>
                  <a:pt x="126491" y="0"/>
                </a:lnTo>
                <a:lnTo>
                  <a:pt x="143445" y="788"/>
                </a:lnTo>
                <a:lnTo>
                  <a:pt x="159716" y="3084"/>
                </a:lnTo>
                <a:lnTo>
                  <a:pt x="175160" y="6787"/>
                </a:lnTo>
                <a:lnTo>
                  <a:pt x="189631" y="11794"/>
                </a:lnTo>
                <a:lnTo>
                  <a:pt x="202984" y="18004"/>
                </a:lnTo>
                <a:lnTo>
                  <a:pt x="215075" y="25314"/>
                </a:lnTo>
                <a:lnTo>
                  <a:pt x="225757" y="33623"/>
                </a:lnTo>
                <a:lnTo>
                  <a:pt x="234885" y="42829"/>
                </a:lnTo>
                <a:lnTo>
                  <a:pt x="242315" y="52829"/>
                </a:lnTo>
                <a:lnTo>
                  <a:pt x="247900" y="63522"/>
                </a:lnTo>
                <a:lnTo>
                  <a:pt x="251496" y="74806"/>
                </a:lnTo>
                <a:lnTo>
                  <a:pt x="252957" y="86579"/>
                </a:lnTo>
                <a:lnTo>
                  <a:pt x="252983" y="88391"/>
                </a:lnTo>
                <a:lnTo>
                  <a:pt x="251857" y="100229"/>
                </a:lnTo>
                <a:lnTo>
                  <a:pt x="248573" y="111594"/>
                </a:lnTo>
                <a:lnTo>
                  <a:pt x="243279" y="122382"/>
                </a:lnTo>
                <a:lnTo>
                  <a:pt x="236118" y="132494"/>
                </a:lnTo>
                <a:lnTo>
                  <a:pt x="227237" y="141826"/>
                </a:lnTo>
                <a:lnTo>
                  <a:pt x="216780" y="150277"/>
                </a:lnTo>
                <a:lnTo>
                  <a:pt x="204893" y="157744"/>
                </a:lnTo>
                <a:lnTo>
                  <a:pt x="191720" y="164127"/>
                </a:lnTo>
                <a:lnTo>
                  <a:pt x="177408" y="169322"/>
                </a:lnTo>
                <a:lnTo>
                  <a:pt x="162102" y="173228"/>
                </a:lnTo>
                <a:lnTo>
                  <a:pt x="145946" y="175743"/>
                </a:lnTo>
                <a:lnTo>
                  <a:pt x="129087" y="176765"/>
                </a:lnTo>
                <a:lnTo>
                  <a:pt x="126491" y="176783"/>
                </a:lnTo>
                <a:lnTo>
                  <a:pt x="109538" y="175995"/>
                </a:lnTo>
                <a:lnTo>
                  <a:pt x="93267" y="173699"/>
                </a:lnTo>
                <a:lnTo>
                  <a:pt x="77823" y="169996"/>
                </a:lnTo>
                <a:lnTo>
                  <a:pt x="63352" y="164989"/>
                </a:lnTo>
                <a:lnTo>
                  <a:pt x="49999" y="158779"/>
                </a:lnTo>
                <a:lnTo>
                  <a:pt x="37908" y="151469"/>
                </a:lnTo>
                <a:lnTo>
                  <a:pt x="27226" y="143160"/>
                </a:lnTo>
                <a:lnTo>
                  <a:pt x="18098" y="133954"/>
                </a:lnTo>
                <a:lnTo>
                  <a:pt x="10668" y="123954"/>
                </a:lnTo>
                <a:lnTo>
                  <a:pt x="5083" y="113261"/>
                </a:lnTo>
                <a:lnTo>
                  <a:pt x="1487" y="101977"/>
                </a:lnTo>
                <a:lnTo>
                  <a:pt x="26" y="90204"/>
                </a:lnTo>
                <a:lnTo>
                  <a:pt x="0" y="88391"/>
                </a:lnTo>
                <a:close/>
              </a:path>
            </a:pathLst>
          </a:custGeom>
          <a:ln w="12192">
            <a:solidFill>
              <a:srgbClr val="FD5000"/>
            </a:solidFill>
          </a:ln>
        </p:spPr>
        <p:txBody>
          <a:bodyPr wrap="square" lIns="0" tIns="0" rIns="0" bIns="0" rtlCol="0">
            <a:noAutofit/>
          </a:bodyPr>
          <a:lstStyle/>
          <a:p>
            <a:endParaRPr/>
          </a:p>
        </p:txBody>
      </p:sp>
      <p:sp>
        <p:nvSpPr>
          <p:cNvPr id="10" name="object 6">
            <a:extLst>
              <a:ext uri="{FF2B5EF4-FFF2-40B4-BE49-F238E27FC236}">
                <a16:creationId xmlns:a16="http://schemas.microsoft.com/office/drawing/2014/main" id="{0ABF0AFE-87FF-4174-ABB7-5BA91556B206}"/>
              </a:ext>
            </a:extLst>
          </p:cNvPr>
          <p:cNvSpPr txBox="1"/>
          <p:nvPr/>
        </p:nvSpPr>
        <p:spPr>
          <a:xfrm>
            <a:off x="478157" y="3738374"/>
            <a:ext cx="143762" cy="202183"/>
          </a:xfrm>
          <a:prstGeom prst="rect">
            <a:avLst/>
          </a:prstGeom>
        </p:spPr>
        <p:txBody>
          <a:bodyPr wrap="square" lIns="0" tIns="9334" rIns="0" bIns="0" rtlCol="0">
            <a:noAutofit/>
          </a:bodyPr>
          <a:lstStyle/>
          <a:p>
            <a:pPr marL="12700">
              <a:lnSpc>
                <a:spcPts val="1470"/>
              </a:lnSpc>
            </a:pPr>
            <a:r>
              <a:rPr lang="en-GB" sz="1400" dirty="0">
                <a:solidFill>
                  <a:srgbClr val="FD5000"/>
                </a:solidFill>
                <a:latin typeface="Gotham Rounded Book"/>
                <a:cs typeface="Tahoma"/>
              </a:rPr>
              <a:t>1</a:t>
            </a:r>
            <a:endParaRPr sz="1400" dirty="0">
              <a:solidFill>
                <a:srgbClr val="FD5000"/>
              </a:solidFill>
              <a:latin typeface="Gotham Rounded Book"/>
              <a:cs typeface="Tahoma"/>
            </a:endParaRPr>
          </a:p>
        </p:txBody>
      </p:sp>
      <p:sp>
        <p:nvSpPr>
          <p:cNvPr id="11" name="object 13">
            <a:extLst>
              <a:ext uri="{FF2B5EF4-FFF2-40B4-BE49-F238E27FC236}">
                <a16:creationId xmlns:a16="http://schemas.microsoft.com/office/drawing/2014/main" id="{0343FACE-2EC4-42C0-B14E-4E46EC2E335A}"/>
              </a:ext>
            </a:extLst>
          </p:cNvPr>
          <p:cNvSpPr/>
          <p:nvPr/>
        </p:nvSpPr>
        <p:spPr>
          <a:xfrm>
            <a:off x="419747" y="4194811"/>
            <a:ext cx="252983" cy="256129"/>
          </a:xfrm>
          <a:custGeom>
            <a:avLst/>
            <a:gdLst/>
            <a:ahLst/>
            <a:cxnLst/>
            <a:rect l="l" t="t" r="r" b="b"/>
            <a:pathLst>
              <a:path w="252983" h="176783">
                <a:moveTo>
                  <a:pt x="0" y="88391"/>
                </a:moveTo>
                <a:lnTo>
                  <a:pt x="1126" y="76554"/>
                </a:lnTo>
                <a:lnTo>
                  <a:pt x="4410" y="65189"/>
                </a:lnTo>
                <a:lnTo>
                  <a:pt x="9704" y="54401"/>
                </a:lnTo>
                <a:lnTo>
                  <a:pt x="16865" y="44289"/>
                </a:lnTo>
                <a:lnTo>
                  <a:pt x="25746" y="34957"/>
                </a:lnTo>
                <a:lnTo>
                  <a:pt x="36203" y="26506"/>
                </a:lnTo>
                <a:lnTo>
                  <a:pt x="48090" y="19039"/>
                </a:lnTo>
                <a:lnTo>
                  <a:pt x="61263" y="12656"/>
                </a:lnTo>
                <a:lnTo>
                  <a:pt x="75575" y="7461"/>
                </a:lnTo>
                <a:lnTo>
                  <a:pt x="90881" y="3555"/>
                </a:lnTo>
                <a:lnTo>
                  <a:pt x="107037" y="1040"/>
                </a:lnTo>
                <a:lnTo>
                  <a:pt x="123896" y="18"/>
                </a:lnTo>
                <a:lnTo>
                  <a:pt x="126491" y="0"/>
                </a:lnTo>
                <a:lnTo>
                  <a:pt x="143445" y="788"/>
                </a:lnTo>
                <a:lnTo>
                  <a:pt x="159716" y="3084"/>
                </a:lnTo>
                <a:lnTo>
                  <a:pt x="175160" y="6787"/>
                </a:lnTo>
                <a:lnTo>
                  <a:pt x="189631" y="11794"/>
                </a:lnTo>
                <a:lnTo>
                  <a:pt x="202984" y="18004"/>
                </a:lnTo>
                <a:lnTo>
                  <a:pt x="215075" y="25314"/>
                </a:lnTo>
                <a:lnTo>
                  <a:pt x="225757" y="33623"/>
                </a:lnTo>
                <a:lnTo>
                  <a:pt x="234885" y="42829"/>
                </a:lnTo>
                <a:lnTo>
                  <a:pt x="242315" y="52829"/>
                </a:lnTo>
                <a:lnTo>
                  <a:pt x="247900" y="63522"/>
                </a:lnTo>
                <a:lnTo>
                  <a:pt x="251496" y="74806"/>
                </a:lnTo>
                <a:lnTo>
                  <a:pt x="252957" y="86579"/>
                </a:lnTo>
                <a:lnTo>
                  <a:pt x="252983" y="88391"/>
                </a:lnTo>
                <a:lnTo>
                  <a:pt x="251857" y="100229"/>
                </a:lnTo>
                <a:lnTo>
                  <a:pt x="248573" y="111594"/>
                </a:lnTo>
                <a:lnTo>
                  <a:pt x="243279" y="122382"/>
                </a:lnTo>
                <a:lnTo>
                  <a:pt x="236118" y="132494"/>
                </a:lnTo>
                <a:lnTo>
                  <a:pt x="227237" y="141826"/>
                </a:lnTo>
                <a:lnTo>
                  <a:pt x="216780" y="150277"/>
                </a:lnTo>
                <a:lnTo>
                  <a:pt x="204893" y="157744"/>
                </a:lnTo>
                <a:lnTo>
                  <a:pt x="191720" y="164127"/>
                </a:lnTo>
                <a:lnTo>
                  <a:pt x="177408" y="169322"/>
                </a:lnTo>
                <a:lnTo>
                  <a:pt x="162102" y="173228"/>
                </a:lnTo>
                <a:lnTo>
                  <a:pt x="145946" y="175743"/>
                </a:lnTo>
                <a:lnTo>
                  <a:pt x="129087" y="176765"/>
                </a:lnTo>
                <a:lnTo>
                  <a:pt x="126491" y="176783"/>
                </a:lnTo>
                <a:lnTo>
                  <a:pt x="109538" y="175995"/>
                </a:lnTo>
                <a:lnTo>
                  <a:pt x="93267" y="173699"/>
                </a:lnTo>
                <a:lnTo>
                  <a:pt x="77823" y="169996"/>
                </a:lnTo>
                <a:lnTo>
                  <a:pt x="63352" y="164989"/>
                </a:lnTo>
                <a:lnTo>
                  <a:pt x="49999" y="158779"/>
                </a:lnTo>
                <a:lnTo>
                  <a:pt x="37908" y="151469"/>
                </a:lnTo>
                <a:lnTo>
                  <a:pt x="27226" y="143160"/>
                </a:lnTo>
                <a:lnTo>
                  <a:pt x="18098" y="133954"/>
                </a:lnTo>
                <a:lnTo>
                  <a:pt x="10668" y="123954"/>
                </a:lnTo>
                <a:lnTo>
                  <a:pt x="5083" y="113261"/>
                </a:lnTo>
                <a:lnTo>
                  <a:pt x="1487" y="101977"/>
                </a:lnTo>
                <a:lnTo>
                  <a:pt x="26" y="90204"/>
                </a:lnTo>
                <a:lnTo>
                  <a:pt x="0" y="88391"/>
                </a:lnTo>
                <a:close/>
              </a:path>
            </a:pathLst>
          </a:custGeom>
          <a:ln w="12192">
            <a:solidFill>
              <a:srgbClr val="FD5000"/>
            </a:solidFill>
          </a:ln>
        </p:spPr>
        <p:txBody>
          <a:bodyPr wrap="square" lIns="0" tIns="0" rIns="0" bIns="0" rtlCol="0">
            <a:noAutofit/>
          </a:bodyPr>
          <a:lstStyle/>
          <a:p>
            <a:endParaRPr/>
          </a:p>
        </p:txBody>
      </p:sp>
      <p:sp>
        <p:nvSpPr>
          <p:cNvPr id="12" name="object 6">
            <a:extLst>
              <a:ext uri="{FF2B5EF4-FFF2-40B4-BE49-F238E27FC236}">
                <a16:creationId xmlns:a16="http://schemas.microsoft.com/office/drawing/2014/main" id="{0CF302EB-CF6A-4BD9-8E06-AF3116A04C32}"/>
              </a:ext>
            </a:extLst>
          </p:cNvPr>
          <p:cNvSpPr txBox="1"/>
          <p:nvPr/>
        </p:nvSpPr>
        <p:spPr>
          <a:xfrm>
            <a:off x="478157" y="4241634"/>
            <a:ext cx="143762" cy="202183"/>
          </a:xfrm>
          <a:prstGeom prst="rect">
            <a:avLst/>
          </a:prstGeom>
        </p:spPr>
        <p:txBody>
          <a:bodyPr wrap="square" lIns="0" tIns="9334" rIns="0" bIns="0" rtlCol="0">
            <a:noAutofit/>
          </a:bodyPr>
          <a:lstStyle/>
          <a:p>
            <a:pPr marL="12700">
              <a:lnSpc>
                <a:spcPts val="1470"/>
              </a:lnSpc>
            </a:pPr>
            <a:r>
              <a:rPr lang="en-GB" sz="1400" dirty="0">
                <a:solidFill>
                  <a:srgbClr val="FD5000"/>
                </a:solidFill>
                <a:latin typeface="Gotham Rounded Book"/>
                <a:cs typeface="Tahoma"/>
              </a:rPr>
              <a:t>2</a:t>
            </a:r>
            <a:endParaRPr sz="1400" dirty="0">
              <a:solidFill>
                <a:srgbClr val="FD5000"/>
              </a:solidFill>
              <a:latin typeface="Gotham Rounded Book"/>
              <a:cs typeface="Tahoma"/>
            </a:endParaRPr>
          </a:p>
        </p:txBody>
      </p:sp>
      <p:sp>
        <p:nvSpPr>
          <p:cNvPr id="13" name="object 13">
            <a:extLst>
              <a:ext uri="{FF2B5EF4-FFF2-40B4-BE49-F238E27FC236}">
                <a16:creationId xmlns:a16="http://schemas.microsoft.com/office/drawing/2014/main" id="{4109C720-BDE3-4200-9971-C808B155FAA7}"/>
              </a:ext>
            </a:extLst>
          </p:cNvPr>
          <p:cNvSpPr/>
          <p:nvPr/>
        </p:nvSpPr>
        <p:spPr>
          <a:xfrm>
            <a:off x="419747" y="4703319"/>
            <a:ext cx="252983" cy="256129"/>
          </a:xfrm>
          <a:custGeom>
            <a:avLst/>
            <a:gdLst/>
            <a:ahLst/>
            <a:cxnLst/>
            <a:rect l="l" t="t" r="r" b="b"/>
            <a:pathLst>
              <a:path w="252983" h="176783">
                <a:moveTo>
                  <a:pt x="0" y="88391"/>
                </a:moveTo>
                <a:lnTo>
                  <a:pt x="1126" y="76554"/>
                </a:lnTo>
                <a:lnTo>
                  <a:pt x="4410" y="65189"/>
                </a:lnTo>
                <a:lnTo>
                  <a:pt x="9704" y="54401"/>
                </a:lnTo>
                <a:lnTo>
                  <a:pt x="16865" y="44289"/>
                </a:lnTo>
                <a:lnTo>
                  <a:pt x="25746" y="34957"/>
                </a:lnTo>
                <a:lnTo>
                  <a:pt x="36203" y="26506"/>
                </a:lnTo>
                <a:lnTo>
                  <a:pt x="48090" y="19039"/>
                </a:lnTo>
                <a:lnTo>
                  <a:pt x="61263" y="12656"/>
                </a:lnTo>
                <a:lnTo>
                  <a:pt x="75575" y="7461"/>
                </a:lnTo>
                <a:lnTo>
                  <a:pt x="90881" y="3555"/>
                </a:lnTo>
                <a:lnTo>
                  <a:pt x="107037" y="1040"/>
                </a:lnTo>
                <a:lnTo>
                  <a:pt x="123896" y="18"/>
                </a:lnTo>
                <a:lnTo>
                  <a:pt x="126491" y="0"/>
                </a:lnTo>
                <a:lnTo>
                  <a:pt x="143445" y="788"/>
                </a:lnTo>
                <a:lnTo>
                  <a:pt x="159716" y="3084"/>
                </a:lnTo>
                <a:lnTo>
                  <a:pt x="175160" y="6787"/>
                </a:lnTo>
                <a:lnTo>
                  <a:pt x="189631" y="11794"/>
                </a:lnTo>
                <a:lnTo>
                  <a:pt x="202984" y="18004"/>
                </a:lnTo>
                <a:lnTo>
                  <a:pt x="215075" y="25314"/>
                </a:lnTo>
                <a:lnTo>
                  <a:pt x="225757" y="33623"/>
                </a:lnTo>
                <a:lnTo>
                  <a:pt x="234885" y="42829"/>
                </a:lnTo>
                <a:lnTo>
                  <a:pt x="242315" y="52829"/>
                </a:lnTo>
                <a:lnTo>
                  <a:pt x="247900" y="63522"/>
                </a:lnTo>
                <a:lnTo>
                  <a:pt x="251496" y="74806"/>
                </a:lnTo>
                <a:lnTo>
                  <a:pt x="252957" y="86579"/>
                </a:lnTo>
                <a:lnTo>
                  <a:pt x="252983" y="88391"/>
                </a:lnTo>
                <a:lnTo>
                  <a:pt x="251857" y="100229"/>
                </a:lnTo>
                <a:lnTo>
                  <a:pt x="248573" y="111594"/>
                </a:lnTo>
                <a:lnTo>
                  <a:pt x="243279" y="122382"/>
                </a:lnTo>
                <a:lnTo>
                  <a:pt x="236118" y="132494"/>
                </a:lnTo>
                <a:lnTo>
                  <a:pt x="227237" y="141826"/>
                </a:lnTo>
                <a:lnTo>
                  <a:pt x="216780" y="150277"/>
                </a:lnTo>
                <a:lnTo>
                  <a:pt x="204893" y="157744"/>
                </a:lnTo>
                <a:lnTo>
                  <a:pt x="191720" y="164127"/>
                </a:lnTo>
                <a:lnTo>
                  <a:pt x="177408" y="169322"/>
                </a:lnTo>
                <a:lnTo>
                  <a:pt x="162102" y="173228"/>
                </a:lnTo>
                <a:lnTo>
                  <a:pt x="145946" y="175743"/>
                </a:lnTo>
                <a:lnTo>
                  <a:pt x="129087" y="176765"/>
                </a:lnTo>
                <a:lnTo>
                  <a:pt x="126491" y="176783"/>
                </a:lnTo>
                <a:lnTo>
                  <a:pt x="109538" y="175995"/>
                </a:lnTo>
                <a:lnTo>
                  <a:pt x="93267" y="173699"/>
                </a:lnTo>
                <a:lnTo>
                  <a:pt x="77823" y="169996"/>
                </a:lnTo>
                <a:lnTo>
                  <a:pt x="63352" y="164989"/>
                </a:lnTo>
                <a:lnTo>
                  <a:pt x="49999" y="158779"/>
                </a:lnTo>
                <a:lnTo>
                  <a:pt x="37908" y="151469"/>
                </a:lnTo>
                <a:lnTo>
                  <a:pt x="27226" y="143160"/>
                </a:lnTo>
                <a:lnTo>
                  <a:pt x="18098" y="133954"/>
                </a:lnTo>
                <a:lnTo>
                  <a:pt x="10668" y="123954"/>
                </a:lnTo>
                <a:lnTo>
                  <a:pt x="5083" y="113261"/>
                </a:lnTo>
                <a:lnTo>
                  <a:pt x="1487" y="101977"/>
                </a:lnTo>
                <a:lnTo>
                  <a:pt x="26" y="90204"/>
                </a:lnTo>
                <a:lnTo>
                  <a:pt x="0" y="88391"/>
                </a:lnTo>
                <a:close/>
              </a:path>
            </a:pathLst>
          </a:custGeom>
          <a:ln w="12192">
            <a:solidFill>
              <a:srgbClr val="FD5000"/>
            </a:solidFill>
          </a:ln>
        </p:spPr>
        <p:txBody>
          <a:bodyPr wrap="square" lIns="0" tIns="0" rIns="0" bIns="0" rtlCol="0">
            <a:noAutofit/>
          </a:bodyPr>
          <a:lstStyle/>
          <a:p>
            <a:endParaRPr/>
          </a:p>
        </p:txBody>
      </p:sp>
      <p:sp>
        <p:nvSpPr>
          <p:cNvPr id="14" name="object 6">
            <a:extLst>
              <a:ext uri="{FF2B5EF4-FFF2-40B4-BE49-F238E27FC236}">
                <a16:creationId xmlns:a16="http://schemas.microsoft.com/office/drawing/2014/main" id="{41F78543-AE9D-44C0-8548-210E1EC2F0B8}"/>
              </a:ext>
            </a:extLst>
          </p:cNvPr>
          <p:cNvSpPr txBox="1"/>
          <p:nvPr/>
        </p:nvSpPr>
        <p:spPr>
          <a:xfrm>
            <a:off x="478157" y="4750142"/>
            <a:ext cx="143762" cy="202183"/>
          </a:xfrm>
          <a:prstGeom prst="rect">
            <a:avLst/>
          </a:prstGeom>
        </p:spPr>
        <p:txBody>
          <a:bodyPr wrap="square" lIns="0" tIns="9334" rIns="0" bIns="0" rtlCol="0">
            <a:noAutofit/>
          </a:bodyPr>
          <a:lstStyle/>
          <a:p>
            <a:pPr marL="12700">
              <a:lnSpc>
                <a:spcPts val="1470"/>
              </a:lnSpc>
            </a:pPr>
            <a:r>
              <a:rPr lang="en-GB" sz="1400" dirty="0">
                <a:solidFill>
                  <a:srgbClr val="FD5000"/>
                </a:solidFill>
                <a:latin typeface="Gotham Rounded Book"/>
                <a:cs typeface="Tahoma"/>
              </a:rPr>
              <a:t>3</a:t>
            </a:r>
            <a:endParaRPr sz="1400" dirty="0">
              <a:solidFill>
                <a:srgbClr val="FD5000"/>
              </a:solidFill>
              <a:latin typeface="Gotham Rounded Book"/>
              <a:cs typeface="Tahoma"/>
            </a:endParaRPr>
          </a:p>
        </p:txBody>
      </p:sp>
      <p:sp>
        <p:nvSpPr>
          <p:cNvPr id="15" name="object 13">
            <a:extLst>
              <a:ext uri="{FF2B5EF4-FFF2-40B4-BE49-F238E27FC236}">
                <a16:creationId xmlns:a16="http://schemas.microsoft.com/office/drawing/2014/main" id="{B2BE7BB9-79F8-4ED9-86CB-579494FC67B6}"/>
              </a:ext>
            </a:extLst>
          </p:cNvPr>
          <p:cNvSpPr/>
          <p:nvPr/>
        </p:nvSpPr>
        <p:spPr>
          <a:xfrm>
            <a:off x="419747" y="5156171"/>
            <a:ext cx="252983" cy="256129"/>
          </a:xfrm>
          <a:custGeom>
            <a:avLst/>
            <a:gdLst/>
            <a:ahLst/>
            <a:cxnLst/>
            <a:rect l="l" t="t" r="r" b="b"/>
            <a:pathLst>
              <a:path w="252983" h="176783">
                <a:moveTo>
                  <a:pt x="0" y="88391"/>
                </a:moveTo>
                <a:lnTo>
                  <a:pt x="1126" y="76554"/>
                </a:lnTo>
                <a:lnTo>
                  <a:pt x="4410" y="65189"/>
                </a:lnTo>
                <a:lnTo>
                  <a:pt x="9704" y="54401"/>
                </a:lnTo>
                <a:lnTo>
                  <a:pt x="16865" y="44289"/>
                </a:lnTo>
                <a:lnTo>
                  <a:pt x="25746" y="34957"/>
                </a:lnTo>
                <a:lnTo>
                  <a:pt x="36203" y="26506"/>
                </a:lnTo>
                <a:lnTo>
                  <a:pt x="48090" y="19039"/>
                </a:lnTo>
                <a:lnTo>
                  <a:pt x="61263" y="12656"/>
                </a:lnTo>
                <a:lnTo>
                  <a:pt x="75575" y="7461"/>
                </a:lnTo>
                <a:lnTo>
                  <a:pt x="90881" y="3555"/>
                </a:lnTo>
                <a:lnTo>
                  <a:pt x="107037" y="1040"/>
                </a:lnTo>
                <a:lnTo>
                  <a:pt x="123896" y="18"/>
                </a:lnTo>
                <a:lnTo>
                  <a:pt x="126491" y="0"/>
                </a:lnTo>
                <a:lnTo>
                  <a:pt x="143445" y="788"/>
                </a:lnTo>
                <a:lnTo>
                  <a:pt x="159716" y="3084"/>
                </a:lnTo>
                <a:lnTo>
                  <a:pt x="175160" y="6787"/>
                </a:lnTo>
                <a:lnTo>
                  <a:pt x="189631" y="11794"/>
                </a:lnTo>
                <a:lnTo>
                  <a:pt x="202984" y="18004"/>
                </a:lnTo>
                <a:lnTo>
                  <a:pt x="215075" y="25314"/>
                </a:lnTo>
                <a:lnTo>
                  <a:pt x="225757" y="33623"/>
                </a:lnTo>
                <a:lnTo>
                  <a:pt x="234885" y="42829"/>
                </a:lnTo>
                <a:lnTo>
                  <a:pt x="242315" y="52829"/>
                </a:lnTo>
                <a:lnTo>
                  <a:pt x="247900" y="63522"/>
                </a:lnTo>
                <a:lnTo>
                  <a:pt x="251496" y="74806"/>
                </a:lnTo>
                <a:lnTo>
                  <a:pt x="252957" y="86579"/>
                </a:lnTo>
                <a:lnTo>
                  <a:pt x="252983" y="88391"/>
                </a:lnTo>
                <a:lnTo>
                  <a:pt x="251857" y="100229"/>
                </a:lnTo>
                <a:lnTo>
                  <a:pt x="248573" y="111594"/>
                </a:lnTo>
                <a:lnTo>
                  <a:pt x="243279" y="122382"/>
                </a:lnTo>
                <a:lnTo>
                  <a:pt x="236118" y="132494"/>
                </a:lnTo>
                <a:lnTo>
                  <a:pt x="227237" y="141826"/>
                </a:lnTo>
                <a:lnTo>
                  <a:pt x="216780" y="150277"/>
                </a:lnTo>
                <a:lnTo>
                  <a:pt x="204893" y="157744"/>
                </a:lnTo>
                <a:lnTo>
                  <a:pt x="191720" y="164127"/>
                </a:lnTo>
                <a:lnTo>
                  <a:pt x="177408" y="169322"/>
                </a:lnTo>
                <a:lnTo>
                  <a:pt x="162102" y="173228"/>
                </a:lnTo>
                <a:lnTo>
                  <a:pt x="145946" y="175743"/>
                </a:lnTo>
                <a:lnTo>
                  <a:pt x="129087" y="176765"/>
                </a:lnTo>
                <a:lnTo>
                  <a:pt x="126491" y="176783"/>
                </a:lnTo>
                <a:lnTo>
                  <a:pt x="109538" y="175995"/>
                </a:lnTo>
                <a:lnTo>
                  <a:pt x="93267" y="173699"/>
                </a:lnTo>
                <a:lnTo>
                  <a:pt x="77823" y="169996"/>
                </a:lnTo>
                <a:lnTo>
                  <a:pt x="63352" y="164989"/>
                </a:lnTo>
                <a:lnTo>
                  <a:pt x="49999" y="158779"/>
                </a:lnTo>
                <a:lnTo>
                  <a:pt x="37908" y="151469"/>
                </a:lnTo>
                <a:lnTo>
                  <a:pt x="27226" y="143160"/>
                </a:lnTo>
                <a:lnTo>
                  <a:pt x="18098" y="133954"/>
                </a:lnTo>
                <a:lnTo>
                  <a:pt x="10668" y="123954"/>
                </a:lnTo>
                <a:lnTo>
                  <a:pt x="5083" y="113261"/>
                </a:lnTo>
                <a:lnTo>
                  <a:pt x="1487" y="101977"/>
                </a:lnTo>
                <a:lnTo>
                  <a:pt x="26" y="90204"/>
                </a:lnTo>
                <a:lnTo>
                  <a:pt x="0" y="88391"/>
                </a:lnTo>
                <a:close/>
              </a:path>
            </a:pathLst>
          </a:custGeom>
          <a:ln w="12192">
            <a:solidFill>
              <a:srgbClr val="FD5000"/>
            </a:solidFill>
          </a:ln>
        </p:spPr>
        <p:txBody>
          <a:bodyPr wrap="square" lIns="0" tIns="0" rIns="0" bIns="0" rtlCol="0">
            <a:noAutofit/>
          </a:bodyPr>
          <a:lstStyle/>
          <a:p>
            <a:endParaRPr/>
          </a:p>
        </p:txBody>
      </p:sp>
      <p:sp>
        <p:nvSpPr>
          <p:cNvPr id="16" name="object 6">
            <a:extLst>
              <a:ext uri="{FF2B5EF4-FFF2-40B4-BE49-F238E27FC236}">
                <a16:creationId xmlns:a16="http://schemas.microsoft.com/office/drawing/2014/main" id="{D88B7B68-F12B-46D2-80EA-FEB256F19056}"/>
              </a:ext>
            </a:extLst>
          </p:cNvPr>
          <p:cNvSpPr txBox="1"/>
          <p:nvPr/>
        </p:nvSpPr>
        <p:spPr>
          <a:xfrm>
            <a:off x="478157" y="5202994"/>
            <a:ext cx="143762" cy="202183"/>
          </a:xfrm>
          <a:prstGeom prst="rect">
            <a:avLst/>
          </a:prstGeom>
        </p:spPr>
        <p:txBody>
          <a:bodyPr wrap="square" lIns="0" tIns="9334" rIns="0" bIns="0" rtlCol="0">
            <a:noAutofit/>
          </a:bodyPr>
          <a:lstStyle/>
          <a:p>
            <a:pPr marL="12700">
              <a:lnSpc>
                <a:spcPts val="1470"/>
              </a:lnSpc>
            </a:pPr>
            <a:r>
              <a:rPr lang="en-GB" sz="1400" dirty="0">
                <a:solidFill>
                  <a:srgbClr val="FD5000"/>
                </a:solidFill>
                <a:latin typeface="Gotham Rounded Book"/>
                <a:cs typeface="Tahoma"/>
              </a:rPr>
              <a:t>4</a:t>
            </a:r>
            <a:endParaRPr sz="1400" dirty="0">
              <a:solidFill>
                <a:srgbClr val="FD5000"/>
              </a:solidFill>
              <a:latin typeface="Gotham Rounded Book"/>
              <a:cs typeface="Tahoma"/>
            </a:endParaRPr>
          </a:p>
        </p:txBody>
      </p:sp>
      <p:sp>
        <p:nvSpPr>
          <p:cNvPr id="17" name="object 13">
            <a:extLst>
              <a:ext uri="{FF2B5EF4-FFF2-40B4-BE49-F238E27FC236}">
                <a16:creationId xmlns:a16="http://schemas.microsoft.com/office/drawing/2014/main" id="{AF317F98-83BA-43AE-95DB-1AEADF029572}"/>
              </a:ext>
            </a:extLst>
          </p:cNvPr>
          <p:cNvSpPr/>
          <p:nvPr/>
        </p:nvSpPr>
        <p:spPr>
          <a:xfrm>
            <a:off x="4222678" y="5510389"/>
            <a:ext cx="252983" cy="256129"/>
          </a:xfrm>
          <a:custGeom>
            <a:avLst/>
            <a:gdLst/>
            <a:ahLst/>
            <a:cxnLst/>
            <a:rect l="l" t="t" r="r" b="b"/>
            <a:pathLst>
              <a:path w="252983" h="176783">
                <a:moveTo>
                  <a:pt x="0" y="88391"/>
                </a:moveTo>
                <a:lnTo>
                  <a:pt x="1126" y="76554"/>
                </a:lnTo>
                <a:lnTo>
                  <a:pt x="4410" y="65189"/>
                </a:lnTo>
                <a:lnTo>
                  <a:pt x="9704" y="54401"/>
                </a:lnTo>
                <a:lnTo>
                  <a:pt x="16865" y="44289"/>
                </a:lnTo>
                <a:lnTo>
                  <a:pt x="25746" y="34957"/>
                </a:lnTo>
                <a:lnTo>
                  <a:pt x="36203" y="26506"/>
                </a:lnTo>
                <a:lnTo>
                  <a:pt x="48090" y="19039"/>
                </a:lnTo>
                <a:lnTo>
                  <a:pt x="61263" y="12656"/>
                </a:lnTo>
                <a:lnTo>
                  <a:pt x="75575" y="7461"/>
                </a:lnTo>
                <a:lnTo>
                  <a:pt x="90881" y="3555"/>
                </a:lnTo>
                <a:lnTo>
                  <a:pt x="107037" y="1040"/>
                </a:lnTo>
                <a:lnTo>
                  <a:pt x="123896" y="18"/>
                </a:lnTo>
                <a:lnTo>
                  <a:pt x="126491" y="0"/>
                </a:lnTo>
                <a:lnTo>
                  <a:pt x="143445" y="788"/>
                </a:lnTo>
                <a:lnTo>
                  <a:pt x="159716" y="3084"/>
                </a:lnTo>
                <a:lnTo>
                  <a:pt x="175160" y="6787"/>
                </a:lnTo>
                <a:lnTo>
                  <a:pt x="189631" y="11794"/>
                </a:lnTo>
                <a:lnTo>
                  <a:pt x="202984" y="18004"/>
                </a:lnTo>
                <a:lnTo>
                  <a:pt x="215075" y="25314"/>
                </a:lnTo>
                <a:lnTo>
                  <a:pt x="225757" y="33623"/>
                </a:lnTo>
                <a:lnTo>
                  <a:pt x="234885" y="42829"/>
                </a:lnTo>
                <a:lnTo>
                  <a:pt x="242315" y="52829"/>
                </a:lnTo>
                <a:lnTo>
                  <a:pt x="247900" y="63522"/>
                </a:lnTo>
                <a:lnTo>
                  <a:pt x="251496" y="74806"/>
                </a:lnTo>
                <a:lnTo>
                  <a:pt x="252957" y="86579"/>
                </a:lnTo>
                <a:lnTo>
                  <a:pt x="252983" y="88391"/>
                </a:lnTo>
                <a:lnTo>
                  <a:pt x="251857" y="100229"/>
                </a:lnTo>
                <a:lnTo>
                  <a:pt x="248573" y="111594"/>
                </a:lnTo>
                <a:lnTo>
                  <a:pt x="243279" y="122382"/>
                </a:lnTo>
                <a:lnTo>
                  <a:pt x="236118" y="132494"/>
                </a:lnTo>
                <a:lnTo>
                  <a:pt x="227237" y="141826"/>
                </a:lnTo>
                <a:lnTo>
                  <a:pt x="216780" y="150277"/>
                </a:lnTo>
                <a:lnTo>
                  <a:pt x="204893" y="157744"/>
                </a:lnTo>
                <a:lnTo>
                  <a:pt x="191720" y="164127"/>
                </a:lnTo>
                <a:lnTo>
                  <a:pt x="177408" y="169322"/>
                </a:lnTo>
                <a:lnTo>
                  <a:pt x="162102" y="173228"/>
                </a:lnTo>
                <a:lnTo>
                  <a:pt x="145946" y="175743"/>
                </a:lnTo>
                <a:lnTo>
                  <a:pt x="129087" y="176765"/>
                </a:lnTo>
                <a:lnTo>
                  <a:pt x="126491" y="176783"/>
                </a:lnTo>
                <a:lnTo>
                  <a:pt x="109538" y="175995"/>
                </a:lnTo>
                <a:lnTo>
                  <a:pt x="93267" y="173699"/>
                </a:lnTo>
                <a:lnTo>
                  <a:pt x="77823" y="169996"/>
                </a:lnTo>
                <a:lnTo>
                  <a:pt x="63352" y="164989"/>
                </a:lnTo>
                <a:lnTo>
                  <a:pt x="49999" y="158779"/>
                </a:lnTo>
                <a:lnTo>
                  <a:pt x="37908" y="151469"/>
                </a:lnTo>
                <a:lnTo>
                  <a:pt x="27226" y="143160"/>
                </a:lnTo>
                <a:lnTo>
                  <a:pt x="18098" y="133954"/>
                </a:lnTo>
                <a:lnTo>
                  <a:pt x="10668" y="123954"/>
                </a:lnTo>
                <a:lnTo>
                  <a:pt x="5083" y="113261"/>
                </a:lnTo>
                <a:lnTo>
                  <a:pt x="1487" y="101977"/>
                </a:lnTo>
                <a:lnTo>
                  <a:pt x="26" y="90204"/>
                </a:lnTo>
                <a:lnTo>
                  <a:pt x="0" y="88391"/>
                </a:lnTo>
                <a:close/>
              </a:path>
            </a:pathLst>
          </a:custGeom>
          <a:ln w="12192">
            <a:solidFill>
              <a:srgbClr val="FD5000"/>
            </a:solidFill>
          </a:ln>
        </p:spPr>
        <p:txBody>
          <a:bodyPr wrap="square" lIns="0" tIns="0" rIns="0" bIns="0" rtlCol="0">
            <a:noAutofit/>
          </a:bodyPr>
          <a:lstStyle/>
          <a:p>
            <a:endParaRPr/>
          </a:p>
        </p:txBody>
      </p:sp>
      <p:sp>
        <p:nvSpPr>
          <p:cNvPr id="18" name="object 6">
            <a:extLst>
              <a:ext uri="{FF2B5EF4-FFF2-40B4-BE49-F238E27FC236}">
                <a16:creationId xmlns:a16="http://schemas.microsoft.com/office/drawing/2014/main" id="{9A97DA3B-2B9D-4A44-BD8C-A892C1EE2467}"/>
              </a:ext>
            </a:extLst>
          </p:cNvPr>
          <p:cNvSpPr txBox="1"/>
          <p:nvPr/>
        </p:nvSpPr>
        <p:spPr>
          <a:xfrm>
            <a:off x="4281088" y="5557212"/>
            <a:ext cx="143762" cy="202183"/>
          </a:xfrm>
          <a:prstGeom prst="rect">
            <a:avLst/>
          </a:prstGeom>
        </p:spPr>
        <p:txBody>
          <a:bodyPr wrap="square" lIns="0" tIns="9334" rIns="0" bIns="0" rtlCol="0">
            <a:noAutofit/>
          </a:bodyPr>
          <a:lstStyle/>
          <a:p>
            <a:pPr marL="12700">
              <a:lnSpc>
                <a:spcPts val="1470"/>
              </a:lnSpc>
            </a:pPr>
            <a:r>
              <a:rPr lang="en-GB" sz="1400" dirty="0">
                <a:solidFill>
                  <a:srgbClr val="FD5000"/>
                </a:solidFill>
                <a:latin typeface="Gotham Rounded Book"/>
                <a:cs typeface="Tahoma"/>
              </a:rPr>
              <a:t>5</a:t>
            </a:r>
            <a:endParaRPr sz="1400" dirty="0">
              <a:solidFill>
                <a:srgbClr val="FD5000"/>
              </a:solidFill>
              <a:latin typeface="Gotham Rounded Book"/>
              <a:cs typeface="Tahoma"/>
            </a:endParaRPr>
          </a:p>
        </p:txBody>
      </p:sp>
      <p:sp>
        <p:nvSpPr>
          <p:cNvPr id="19" name="object 13">
            <a:extLst>
              <a:ext uri="{FF2B5EF4-FFF2-40B4-BE49-F238E27FC236}">
                <a16:creationId xmlns:a16="http://schemas.microsoft.com/office/drawing/2014/main" id="{4ACF5E74-E931-4E34-A358-09D30C240486}"/>
              </a:ext>
            </a:extLst>
          </p:cNvPr>
          <p:cNvSpPr/>
          <p:nvPr/>
        </p:nvSpPr>
        <p:spPr>
          <a:xfrm>
            <a:off x="8778240" y="1610655"/>
            <a:ext cx="252983" cy="256129"/>
          </a:xfrm>
          <a:custGeom>
            <a:avLst/>
            <a:gdLst/>
            <a:ahLst/>
            <a:cxnLst/>
            <a:rect l="l" t="t" r="r" b="b"/>
            <a:pathLst>
              <a:path w="252983" h="176783">
                <a:moveTo>
                  <a:pt x="0" y="88391"/>
                </a:moveTo>
                <a:lnTo>
                  <a:pt x="1126" y="76554"/>
                </a:lnTo>
                <a:lnTo>
                  <a:pt x="4410" y="65189"/>
                </a:lnTo>
                <a:lnTo>
                  <a:pt x="9704" y="54401"/>
                </a:lnTo>
                <a:lnTo>
                  <a:pt x="16865" y="44289"/>
                </a:lnTo>
                <a:lnTo>
                  <a:pt x="25746" y="34957"/>
                </a:lnTo>
                <a:lnTo>
                  <a:pt x="36203" y="26506"/>
                </a:lnTo>
                <a:lnTo>
                  <a:pt x="48090" y="19039"/>
                </a:lnTo>
                <a:lnTo>
                  <a:pt x="61263" y="12656"/>
                </a:lnTo>
                <a:lnTo>
                  <a:pt x="75575" y="7461"/>
                </a:lnTo>
                <a:lnTo>
                  <a:pt x="90881" y="3555"/>
                </a:lnTo>
                <a:lnTo>
                  <a:pt x="107037" y="1040"/>
                </a:lnTo>
                <a:lnTo>
                  <a:pt x="123896" y="18"/>
                </a:lnTo>
                <a:lnTo>
                  <a:pt x="126491" y="0"/>
                </a:lnTo>
                <a:lnTo>
                  <a:pt x="143445" y="788"/>
                </a:lnTo>
                <a:lnTo>
                  <a:pt x="159716" y="3084"/>
                </a:lnTo>
                <a:lnTo>
                  <a:pt x="175160" y="6787"/>
                </a:lnTo>
                <a:lnTo>
                  <a:pt x="189631" y="11794"/>
                </a:lnTo>
                <a:lnTo>
                  <a:pt x="202984" y="18004"/>
                </a:lnTo>
                <a:lnTo>
                  <a:pt x="215075" y="25314"/>
                </a:lnTo>
                <a:lnTo>
                  <a:pt x="225757" y="33623"/>
                </a:lnTo>
                <a:lnTo>
                  <a:pt x="234885" y="42829"/>
                </a:lnTo>
                <a:lnTo>
                  <a:pt x="242315" y="52829"/>
                </a:lnTo>
                <a:lnTo>
                  <a:pt x="247900" y="63522"/>
                </a:lnTo>
                <a:lnTo>
                  <a:pt x="251496" y="74806"/>
                </a:lnTo>
                <a:lnTo>
                  <a:pt x="252957" y="86579"/>
                </a:lnTo>
                <a:lnTo>
                  <a:pt x="252983" y="88391"/>
                </a:lnTo>
                <a:lnTo>
                  <a:pt x="251857" y="100229"/>
                </a:lnTo>
                <a:lnTo>
                  <a:pt x="248573" y="111594"/>
                </a:lnTo>
                <a:lnTo>
                  <a:pt x="243279" y="122382"/>
                </a:lnTo>
                <a:lnTo>
                  <a:pt x="236118" y="132494"/>
                </a:lnTo>
                <a:lnTo>
                  <a:pt x="227237" y="141826"/>
                </a:lnTo>
                <a:lnTo>
                  <a:pt x="216780" y="150277"/>
                </a:lnTo>
                <a:lnTo>
                  <a:pt x="204893" y="157744"/>
                </a:lnTo>
                <a:lnTo>
                  <a:pt x="191720" y="164127"/>
                </a:lnTo>
                <a:lnTo>
                  <a:pt x="177408" y="169322"/>
                </a:lnTo>
                <a:lnTo>
                  <a:pt x="162102" y="173228"/>
                </a:lnTo>
                <a:lnTo>
                  <a:pt x="145946" y="175743"/>
                </a:lnTo>
                <a:lnTo>
                  <a:pt x="129087" y="176765"/>
                </a:lnTo>
                <a:lnTo>
                  <a:pt x="126491" y="176783"/>
                </a:lnTo>
                <a:lnTo>
                  <a:pt x="109538" y="175995"/>
                </a:lnTo>
                <a:lnTo>
                  <a:pt x="93267" y="173699"/>
                </a:lnTo>
                <a:lnTo>
                  <a:pt x="77823" y="169996"/>
                </a:lnTo>
                <a:lnTo>
                  <a:pt x="63352" y="164989"/>
                </a:lnTo>
                <a:lnTo>
                  <a:pt x="49999" y="158779"/>
                </a:lnTo>
                <a:lnTo>
                  <a:pt x="37908" y="151469"/>
                </a:lnTo>
                <a:lnTo>
                  <a:pt x="27226" y="143160"/>
                </a:lnTo>
                <a:lnTo>
                  <a:pt x="18098" y="133954"/>
                </a:lnTo>
                <a:lnTo>
                  <a:pt x="10668" y="123954"/>
                </a:lnTo>
                <a:lnTo>
                  <a:pt x="5083" y="113261"/>
                </a:lnTo>
                <a:lnTo>
                  <a:pt x="1487" y="101977"/>
                </a:lnTo>
                <a:lnTo>
                  <a:pt x="26" y="90204"/>
                </a:lnTo>
                <a:lnTo>
                  <a:pt x="0" y="88391"/>
                </a:lnTo>
                <a:close/>
              </a:path>
            </a:pathLst>
          </a:custGeom>
          <a:ln w="12192">
            <a:solidFill>
              <a:srgbClr val="FD5000"/>
            </a:solidFill>
          </a:ln>
        </p:spPr>
        <p:txBody>
          <a:bodyPr wrap="square" lIns="0" tIns="0" rIns="0" bIns="0" rtlCol="0">
            <a:noAutofit/>
          </a:bodyPr>
          <a:lstStyle/>
          <a:p>
            <a:endParaRPr/>
          </a:p>
        </p:txBody>
      </p:sp>
      <p:sp>
        <p:nvSpPr>
          <p:cNvPr id="20" name="object 6">
            <a:extLst>
              <a:ext uri="{FF2B5EF4-FFF2-40B4-BE49-F238E27FC236}">
                <a16:creationId xmlns:a16="http://schemas.microsoft.com/office/drawing/2014/main" id="{27FBDBF6-1528-481B-B24A-B507732EDC55}"/>
              </a:ext>
            </a:extLst>
          </p:cNvPr>
          <p:cNvSpPr txBox="1"/>
          <p:nvPr/>
        </p:nvSpPr>
        <p:spPr>
          <a:xfrm>
            <a:off x="8836650" y="1657478"/>
            <a:ext cx="143762" cy="202183"/>
          </a:xfrm>
          <a:prstGeom prst="rect">
            <a:avLst/>
          </a:prstGeom>
        </p:spPr>
        <p:txBody>
          <a:bodyPr wrap="square" lIns="0" tIns="9334" rIns="0" bIns="0" rtlCol="0">
            <a:noAutofit/>
          </a:bodyPr>
          <a:lstStyle/>
          <a:p>
            <a:pPr marL="12700">
              <a:lnSpc>
                <a:spcPts val="1470"/>
              </a:lnSpc>
            </a:pPr>
            <a:r>
              <a:rPr lang="en-GB" sz="1400" dirty="0">
                <a:solidFill>
                  <a:srgbClr val="FD5000"/>
                </a:solidFill>
                <a:latin typeface="Gotham Rounded Book"/>
                <a:cs typeface="Tahoma"/>
              </a:rPr>
              <a:t>6</a:t>
            </a:r>
            <a:endParaRPr sz="1400" dirty="0">
              <a:solidFill>
                <a:srgbClr val="FD5000"/>
              </a:solidFill>
              <a:latin typeface="Gotham Rounded Book"/>
              <a:cs typeface="Tahoma"/>
            </a:endParaRPr>
          </a:p>
        </p:txBody>
      </p:sp>
      <p:cxnSp>
        <p:nvCxnSpPr>
          <p:cNvPr id="4" name="Straight Arrow Connector 3">
            <a:extLst>
              <a:ext uri="{FF2B5EF4-FFF2-40B4-BE49-F238E27FC236}">
                <a16:creationId xmlns:a16="http://schemas.microsoft.com/office/drawing/2014/main" id="{030B9B67-52A6-42C7-9EEA-29C22ABD6D97}"/>
              </a:ext>
            </a:extLst>
          </p:cNvPr>
          <p:cNvCxnSpPr>
            <a:cxnSpLocks/>
          </p:cNvCxnSpPr>
          <p:nvPr/>
        </p:nvCxnSpPr>
        <p:spPr>
          <a:xfrm flipV="1">
            <a:off x="672730" y="3819615"/>
            <a:ext cx="1024928" cy="174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9CE4107-D02C-4FCA-90E3-8C94EF920708}"/>
              </a:ext>
            </a:extLst>
          </p:cNvPr>
          <p:cNvCxnSpPr>
            <a:cxnSpLocks/>
          </p:cNvCxnSpPr>
          <p:nvPr/>
        </p:nvCxnSpPr>
        <p:spPr>
          <a:xfrm flipV="1">
            <a:off x="674345" y="4035804"/>
            <a:ext cx="978681" cy="2851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EAE8A77B-0357-4DC8-9C16-CABB0541D736}"/>
              </a:ext>
            </a:extLst>
          </p:cNvPr>
          <p:cNvCxnSpPr>
            <a:cxnSpLocks/>
          </p:cNvCxnSpPr>
          <p:nvPr/>
        </p:nvCxnSpPr>
        <p:spPr>
          <a:xfrm flipV="1">
            <a:off x="670687" y="4241634"/>
            <a:ext cx="1048028" cy="570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CBF17C11-61A7-4B3B-AAE6-3ABF269C28CB}"/>
              </a:ext>
            </a:extLst>
          </p:cNvPr>
          <p:cNvCxnSpPr>
            <a:cxnSpLocks/>
          </p:cNvCxnSpPr>
          <p:nvPr/>
        </p:nvCxnSpPr>
        <p:spPr>
          <a:xfrm flipV="1">
            <a:off x="680329" y="4859343"/>
            <a:ext cx="972697" cy="4232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93556F0-C0B7-44D7-9AAA-8F34C35DD037}"/>
              </a:ext>
            </a:extLst>
          </p:cNvPr>
          <p:cNvCxnSpPr>
            <a:cxnSpLocks/>
          </p:cNvCxnSpPr>
          <p:nvPr/>
        </p:nvCxnSpPr>
        <p:spPr>
          <a:xfrm flipH="1">
            <a:off x="3475410" y="5623665"/>
            <a:ext cx="747268" cy="1357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367690F9-E24D-46B2-94A0-F065ACCD4194}"/>
              </a:ext>
            </a:extLst>
          </p:cNvPr>
          <p:cNvCxnSpPr>
            <a:cxnSpLocks/>
          </p:cNvCxnSpPr>
          <p:nvPr/>
        </p:nvCxnSpPr>
        <p:spPr>
          <a:xfrm>
            <a:off x="9053108" y="1770758"/>
            <a:ext cx="607217" cy="4345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6" name="Picture 35">
            <a:extLst>
              <a:ext uri="{FF2B5EF4-FFF2-40B4-BE49-F238E27FC236}">
                <a16:creationId xmlns:a16="http://schemas.microsoft.com/office/drawing/2014/main" id="{2018F4F9-EA05-4516-8B90-C4851D3DB995}"/>
              </a:ext>
            </a:extLst>
          </p:cNvPr>
          <p:cNvPicPr>
            <a:picLocks noChangeAspect="1"/>
          </p:cNvPicPr>
          <p:nvPr/>
        </p:nvPicPr>
        <p:blipFill>
          <a:blip r:embed="rId4"/>
          <a:stretch>
            <a:fillRect/>
          </a:stretch>
        </p:blipFill>
        <p:spPr>
          <a:xfrm>
            <a:off x="4922770" y="3766743"/>
            <a:ext cx="3516080" cy="2185200"/>
          </a:xfrm>
          <a:prstGeom prst="rect">
            <a:avLst/>
          </a:prstGeom>
          <a:effectLst>
            <a:outerShdw blurRad="63500" sx="102000" sy="102000" algn="ctr" rotWithShape="0">
              <a:prstClr val="black">
                <a:alpha val="40000"/>
              </a:prstClr>
            </a:outerShdw>
          </a:effectLst>
        </p:spPr>
      </p:pic>
      <p:pic>
        <p:nvPicPr>
          <p:cNvPr id="40" name="Picture 39">
            <a:extLst>
              <a:ext uri="{FF2B5EF4-FFF2-40B4-BE49-F238E27FC236}">
                <a16:creationId xmlns:a16="http://schemas.microsoft.com/office/drawing/2014/main" id="{1560AFC4-CF5E-4265-95DF-302A0DC25DC6}"/>
              </a:ext>
            </a:extLst>
          </p:cNvPr>
          <p:cNvPicPr>
            <a:picLocks noChangeAspect="1"/>
          </p:cNvPicPr>
          <p:nvPr/>
        </p:nvPicPr>
        <p:blipFill>
          <a:blip r:embed="rId5"/>
          <a:stretch>
            <a:fillRect/>
          </a:stretch>
        </p:blipFill>
        <p:spPr>
          <a:xfrm>
            <a:off x="8808357" y="2613558"/>
            <a:ext cx="3058343" cy="1590338"/>
          </a:xfrm>
          <a:prstGeom prst="rect">
            <a:avLst/>
          </a:prstGeom>
          <a:effectLst>
            <a:outerShdw blurRad="63500" sx="102000" sy="102000" algn="ctr" rotWithShape="0">
              <a:prstClr val="black">
                <a:alpha val="40000"/>
              </a:prstClr>
            </a:outerShdw>
          </a:effectLst>
        </p:spPr>
      </p:pic>
      <p:pic>
        <p:nvPicPr>
          <p:cNvPr id="42" name="Picture 41">
            <a:extLst>
              <a:ext uri="{FF2B5EF4-FFF2-40B4-BE49-F238E27FC236}">
                <a16:creationId xmlns:a16="http://schemas.microsoft.com/office/drawing/2014/main" id="{C06BF892-80C1-4814-AAE0-E5E3B047AD9E}"/>
              </a:ext>
            </a:extLst>
          </p:cNvPr>
          <p:cNvPicPr>
            <a:picLocks noChangeAspect="1"/>
          </p:cNvPicPr>
          <p:nvPr/>
        </p:nvPicPr>
        <p:blipFill>
          <a:blip r:embed="rId6"/>
          <a:stretch>
            <a:fillRect/>
          </a:stretch>
        </p:blipFill>
        <p:spPr>
          <a:xfrm>
            <a:off x="10210800" y="3516833"/>
            <a:ext cx="1839836" cy="1095318"/>
          </a:xfrm>
          <a:prstGeom prst="rect">
            <a:avLst/>
          </a:prstGeom>
          <a:effectLst>
            <a:outerShdw blurRad="63500" sx="102000" sy="102000" algn="ctr" rotWithShape="0">
              <a:prstClr val="black">
                <a:alpha val="40000"/>
              </a:prstClr>
            </a:outerShdw>
          </a:effectLst>
        </p:spPr>
      </p:pic>
      <p:sp>
        <p:nvSpPr>
          <p:cNvPr id="45" name="object 13">
            <a:extLst>
              <a:ext uri="{FF2B5EF4-FFF2-40B4-BE49-F238E27FC236}">
                <a16:creationId xmlns:a16="http://schemas.microsoft.com/office/drawing/2014/main" id="{E527E4FD-B6E0-4C8A-ABF2-769ADB341B55}"/>
              </a:ext>
            </a:extLst>
          </p:cNvPr>
          <p:cNvSpPr/>
          <p:nvPr/>
        </p:nvSpPr>
        <p:spPr>
          <a:xfrm>
            <a:off x="8189058" y="2766247"/>
            <a:ext cx="252983" cy="256129"/>
          </a:xfrm>
          <a:custGeom>
            <a:avLst/>
            <a:gdLst/>
            <a:ahLst/>
            <a:cxnLst/>
            <a:rect l="l" t="t" r="r" b="b"/>
            <a:pathLst>
              <a:path w="252983" h="176783">
                <a:moveTo>
                  <a:pt x="0" y="88391"/>
                </a:moveTo>
                <a:lnTo>
                  <a:pt x="1126" y="76554"/>
                </a:lnTo>
                <a:lnTo>
                  <a:pt x="4410" y="65189"/>
                </a:lnTo>
                <a:lnTo>
                  <a:pt x="9704" y="54401"/>
                </a:lnTo>
                <a:lnTo>
                  <a:pt x="16865" y="44289"/>
                </a:lnTo>
                <a:lnTo>
                  <a:pt x="25746" y="34957"/>
                </a:lnTo>
                <a:lnTo>
                  <a:pt x="36203" y="26506"/>
                </a:lnTo>
                <a:lnTo>
                  <a:pt x="48090" y="19039"/>
                </a:lnTo>
                <a:lnTo>
                  <a:pt x="61263" y="12656"/>
                </a:lnTo>
                <a:lnTo>
                  <a:pt x="75575" y="7461"/>
                </a:lnTo>
                <a:lnTo>
                  <a:pt x="90881" y="3555"/>
                </a:lnTo>
                <a:lnTo>
                  <a:pt x="107037" y="1040"/>
                </a:lnTo>
                <a:lnTo>
                  <a:pt x="123896" y="18"/>
                </a:lnTo>
                <a:lnTo>
                  <a:pt x="126491" y="0"/>
                </a:lnTo>
                <a:lnTo>
                  <a:pt x="143445" y="788"/>
                </a:lnTo>
                <a:lnTo>
                  <a:pt x="159716" y="3084"/>
                </a:lnTo>
                <a:lnTo>
                  <a:pt x="175160" y="6787"/>
                </a:lnTo>
                <a:lnTo>
                  <a:pt x="189631" y="11794"/>
                </a:lnTo>
                <a:lnTo>
                  <a:pt x="202984" y="18004"/>
                </a:lnTo>
                <a:lnTo>
                  <a:pt x="215075" y="25314"/>
                </a:lnTo>
                <a:lnTo>
                  <a:pt x="225757" y="33623"/>
                </a:lnTo>
                <a:lnTo>
                  <a:pt x="234885" y="42829"/>
                </a:lnTo>
                <a:lnTo>
                  <a:pt x="242315" y="52829"/>
                </a:lnTo>
                <a:lnTo>
                  <a:pt x="247900" y="63522"/>
                </a:lnTo>
                <a:lnTo>
                  <a:pt x="251496" y="74806"/>
                </a:lnTo>
                <a:lnTo>
                  <a:pt x="252957" y="86579"/>
                </a:lnTo>
                <a:lnTo>
                  <a:pt x="252983" y="88391"/>
                </a:lnTo>
                <a:lnTo>
                  <a:pt x="251857" y="100229"/>
                </a:lnTo>
                <a:lnTo>
                  <a:pt x="248573" y="111594"/>
                </a:lnTo>
                <a:lnTo>
                  <a:pt x="243279" y="122382"/>
                </a:lnTo>
                <a:lnTo>
                  <a:pt x="236118" y="132494"/>
                </a:lnTo>
                <a:lnTo>
                  <a:pt x="227237" y="141826"/>
                </a:lnTo>
                <a:lnTo>
                  <a:pt x="216780" y="150277"/>
                </a:lnTo>
                <a:lnTo>
                  <a:pt x="204893" y="157744"/>
                </a:lnTo>
                <a:lnTo>
                  <a:pt x="191720" y="164127"/>
                </a:lnTo>
                <a:lnTo>
                  <a:pt x="177408" y="169322"/>
                </a:lnTo>
                <a:lnTo>
                  <a:pt x="162102" y="173228"/>
                </a:lnTo>
                <a:lnTo>
                  <a:pt x="145946" y="175743"/>
                </a:lnTo>
                <a:lnTo>
                  <a:pt x="129087" y="176765"/>
                </a:lnTo>
                <a:lnTo>
                  <a:pt x="126491" y="176783"/>
                </a:lnTo>
                <a:lnTo>
                  <a:pt x="109538" y="175995"/>
                </a:lnTo>
                <a:lnTo>
                  <a:pt x="93267" y="173699"/>
                </a:lnTo>
                <a:lnTo>
                  <a:pt x="77823" y="169996"/>
                </a:lnTo>
                <a:lnTo>
                  <a:pt x="63352" y="164989"/>
                </a:lnTo>
                <a:lnTo>
                  <a:pt x="49999" y="158779"/>
                </a:lnTo>
                <a:lnTo>
                  <a:pt x="37908" y="151469"/>
                </a:lnTo>
                <a:lnTo>
                  <a:pt x="27226" y="143160"/>
                </a:lnTo>
                <a:lnTo>
                  <a:pt x="18098" y="133954"/>
                </a:lnTo>
                <a:lnTo>
                  <a:pt x="10668" y="123954"/>
                </a:lnTo>
                <a:lnTo>
                  <a:pt x="5083" y="113261"/>
                </a:lnTo>
                <a:lnTo>
                  <a:pt x="1487" y="101977"/>
                </a:lnTo>
                <a:lnTo>
                  <a:pt x="26" y="90204"/>
                </a:lnTo>
                <a:lnTo>
                  <a:pt x="0" y="88391"/>
                </a:lnTo>
                <a:close/>
              </a:path>
            </a:pathLst>
          </a:custGeom>
          <a:ln w="12192">
            <a:solidFill>
              <a:srgbClr val="FD5000"/>
            </a:solidFill>
          </a:ln>
        </p:spPr>
        <p:txBody>
          <a:bodyPr wrap="square" lIns="0" tIns="0" rIns="0" bIns="0" rtlCol="0">
            <a:noAutofit/>
          </a:bodyPr>
          <a:lstStyle/>
          <a:p>
            <a:endParaRPr/>
          </a:p>
        </p:txBody>
      </p:sp>
      <p:sp>
        <p:nvSpPr>
          <p:cNvPr id="46" name="object 6">
            <a:extLst>
              <a:ext uri="{FF2B5EF4-FFF2-40B4-BE49-F238E27FC236}">
                <a16:creationId xmlns:a16="http://schemas.microsoft.com/office/drawing/2014/main" id="{096CD659-3F40-486B-8427-16E5834BDD17}"/>
              </a:ext>
            </a:extLst>
          </p:cNvPr>
          <p:cNvSpPr txBox="1"/>
          <p:nvPr/>
        </p:nvSpPr>
        <p:spPr>
          <a:xfrm>
            <a:off x="8268259" y="2818011"/>
            <a:ext cx="143762" cy="202183"/>
          </a:xfrm>
          <a:prstGeom prst="rect">
            <a:avLst/>
          </a:prstGeom>
        </p:spPr>
        <p:txBody>
          <a:bodyPr wrap="square" lIns="0" tIns="9334" rIns="0" bIns="0" rtlCol="0">
            <a:noAutofit/>
          </a:bodyPr>
          <a:lstStyle/>
          <a:p>
            <a:pPr marL="12700">
              <a:lnSpc>
                <a:spcPts val="1470"/>
              </a:lnSpc>
            </a:pPr>
            <a:r>
              <a:rPr lang="en-GB" sz="1400" dirty="0">
                <a:solidFill>
                  <a:srgbClr val="FD5000"/>
                </a:solidFill>
                <a:latin typeface="Gotham Rounded Book"/>
                <a:cs typeface="Tahoma"/>
              </a:rPr>
              <a:t>7</a:t>
            </a:r>
            <a:endParaRPr sz="1400" dirty="0">
              <a:solidFill>
                <a:srgbClr val="FD5000"/>
              </a:solidFill>
              <a:latin typeface="Gotham Rounded Book"/>
              <a:cs typeface="Tahoma"/>
            </a:endParaRPr>
          </a:p>
        </p:txBody>
      </p:sp>
      <p:cxnSp>
        <p:nvCxnSpPr>
          <p:cNvPr id="48" name="Straight Arrow Connector 47">
            <a:extLst>
              <a:ext uri="{FF2B5EF4-FFF2-40B4-BE49-F238E27FC236}">
                <a16:creationId xmlns:a16="http://schemas.microsoft.com/office/drawing/2014/main" id="{8C3CB200-5DB2-4012-B1C6-518CEEC2C352}"/>
              </a:ext>
            </a:extLst>
          </p:cNvPr>
          <p:cNvCxnSpPr>
            <a:cxnSpLocks/>
          </p:cNvCxnSpPr>
          <p:nvPr/>
        </p:nvCxnSpPr>
        <p:spPr>
          <a:xfrm>
            <a:off x="8442041" y="2982966"/>
            <a:ext cx="854144" cy="5113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1448ADAD-6B82-435E-B026-D4BB6245E760}"/>
              </a:ext>
            </a:extLst>
          </p:cNvPr>
          <p:cNvCxnSpPr>
            <a:cxnSpLocks/>
          </p:cNvCxnSpPr>
          <p:nvPr/>
        </p:nvCxnSpPr>
        <p:spPr>
          <a:xfrm>
            <a:off x="4483260" y="5623665"/>
            <a:ext cx="2665528" cy="162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Speech Bubble: Rectangle with Corners Rounded 2">
            <a:extLst>
              <a:ext uri="{FF2B5EF4-FFF2-40B4-BE49-F238E27FC236}">
                <a16:creationId xmlns:a16="http://schemas.microsoft.com/office/drawing/2014/main" id="{C5421270-4A63-468F-998D-E02D306D44F4}"/>
              </a:ext>
            </a:extLst>
          </p:cNvPr>
          <p:cNvSpPr/>
          <p:nvPr/>
        </p:nvSpPr>
        <p:spPr>
          <a:xfrm>
            <a:off x="8674850" y="4756589"/>
            <a:ext cx="3038993" cy="1201801"/>
          </a:xfrm>
          <a:prstGeom prst="wedgeRoundRectCallout">
            <a:avLst>
              <a:gd name="adj1" fmla="val -20757"/>
              <a:gd name="adj2" fmla="val -113258"/>
              <a:gd name="adj3" fmla="val 16667"/>
            </a:avLst>
          </a:prstGeom>
        </p:spPr>
        <p:style>
          <a:lnRef idx="2">
            <a:schemeClr val="accent1"/>
          </a:lnRef>
          <a:fillRef idx="1">
            <a:schemeClr val="lt1"/>
          </a:fillRef>
          <a:effectRef idx="0">
            <a:schemeClr val="accent1"/>
          </a:effectRef>
          <a:fontRef idx="minor">
            <a:schemeClr val="dk1"/>
          </a:fontRef>
        </p:style>
        <p:txBody>
          <a:bodyPr wrap="square" rtlCol="0" anchor="ctr">
            <a:noAutofit/>
          </a:bodyPr>
          <a:lstStyle/>
          <a:p>
            <a:pPr algn="ctr"/>
            <a:r>
              <a:rPr lang="en-US" sz="1200" dirty="0">
                <a:solidFill>
                  <a:schemeClr val="accent1"/>
                </a:solidFill>
                <a:latin typeface="Montserrat" panose="00000500000000000000" pitchFamily="2" charset="0"/>
                <a:ea typeface="Arial" charset="0"/>
              </a:rPr>
              <a:t>Tip: </a:t>
            </a:r>
            <a:r>
              <a:rPr lang="en-US" sz="1200" dirty="0">
                <a:solidFill>
                  <a:schemeClr val="tx1"/>
                </a:solidFill>
                <a:latin typeface="Montserrat" panose="00000500000000000000" pitchFamily="2" charset="0"/>
                <a:ea typeface="Arial" charset="0"/>
              </a:rPr>
              <a:t>The default language for Sypol is English, however the FieldCore Sypol support team can assist with translation of assessments in to over 40 languages  on request </a:t>
            </a:r>
          </a:p>
          <a:p>
            <a:pPr algn="ctr"/>
            <a:r>
              <a:rPr lang="en-US" sz="1200" dirty="0">
                <a:solidFill>
                  <a:schemeClr val="accent1"/>
                </a:solidFill>
                <a:latin typeface="Montserrat" panose="00000500000000000000" pitchFamily="2" charset="0"/>
                <a:ea typeface="Arial" charset="0"/>
              </a:rPr>
              <a:t>(See Section 7)</a:t>
            </a:r>
            <a:endParaRPr lang="en-US" sz="1200" dirty="0">
              <a:solidFill>
                <a:schemeClr val="bg1"/>
              </a:solidFill>
              <a:ea typeface="Arial" charset="0"/>
            </a:endParaRPr>
          </a:p>
        </p:txBody>
      </p:sp>
    </p:spTree>
    <p:extLst>
      <p:ext uri="{BB962C8B-B14F-4D97-AF65-F5344CB8AC3E}">
        <p14:creationId xmlns:p14="http://schemas.microsoft.com/office/powerpoint/2010/main" val="1020206137"/>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308A9C6-B9CA-4700-98A4-987F11A653E1}"/>
              </a:ext>
            </a:extLst>
          </p:cNvPr>
          <p:cNvPicPr>
            <a:picLocks noChangeAspect="1"/>
          </p:cNvPicPr>
          <p:nvPr/>
        </p:nvPicPr>
        <p:blipFill>
          <a:blip r:embed="rId2"/>
          <a:stretch>
            <a:fillRect/>
          </a:stretch>
        </p:blipFill>
        <p:spPr>
          <a:xfrm>
            <a:off x="8736913" y="3883689"/>
            <a:ext cx="3239714" cy="1928714"/>
          </a:xfrm>
          <a:prstGeom prst="rect">
            <a:avLst/>
          </a:prstGeom>
          <a:effectLst>
            <a:outerShdw blurRad="63500" sx="102000" sy="102000" algn="ctr" rotWithShape="0">
              <a:prstClr val="black">
                <a:alpha val="40000"/>
              </a:prstClr>
            </a:outerShdw>
          </a:effectLst>
        </p:spPr>
      </p:pic>
      <p:pic>
        <p:nvPicPr>
          <p:cNvPr id="29" name="Picture 28">
            <a:extLst>
              <a:ext uri="{FF2B5EF4-FFF2-40B4-BE49-F238E27FC236}">
                <a16:creationId xmlns:a16="http://schemas.microsoft.com/office/drawing/2014/main" id="{00BC10B4-D7B2-4341-A255-27CBA6328D6D}"/>
              </a:ext>
            </a:extLst>
          </p:cNvPr>
          <p:cNvPicPr>
            <a:picLocks noChangeAspect="1"/>
          </p:cNvPicPr>
          <p:nvPr/>
        </p:nvPicPr>
        <p:blipFill>
          <a:blip r:embed="rId3"/>
          <a:stretch>
            <a:fillRect/>
          </a:stretch>
        </p:blipFill>
        <p:spPr>
          <a:xfrm>
            <a:off x="9108581" y="1056555"/>
            <a:ext cx="2843701" cy="1928714"/>
          </a:xfrm>
          <a:prstGeom prst="rect">
            <a:avLst/>
          </a:prstGeom>
          <a:effectLst>
            <a:outerShdw blurRad="63500" sx="102000" sy="102000" algn="ctr" rotWithShape="0">
              <a:prstClr val="black">
                <a:alpha val="40000"/>
              </a:prstClr>
            </a:outerShdw>
          </a:effectLst>
        </p:spPr>
      </p:pic>
      <p:pic>
        <p:nvPicPr>
          <p:cNvPr id="19" name="Picture 18">
            <a:extLst>
              <a:ext uri="{FF2B5EF4-FFF2-40B4-BE49-F238E27FC236}">
                <a16:creationId xmlns:a16="http://schemas.microsoft.com/office/drawing/2014/main" id="{05D78F70-BBE2-493B-A799-3A3AD4D55AB6}"/>
              </a:ext>
            </a:extLst>
          </p:cNvPr>
          <p:cNvPicPr>
            <a:picLocks noChangeAspect="1"/>
          </p:cNvPicPr>
          <p:nvPr/>
        </p:nvPicPr>
        <p:blipFill>
          <a:blip r:embed="rId4"/>
          <a:stretch>
            <a:fillRect/>
          </a:stretch>
        </p:blipFill>
        <p:spPr>
          <a:xfrm>
            <a:off x="476611" y="1013442"/>
            <a:ext cx="7800363" cy="3278782"/>
          </a:xfrm>
          <a:prstGeom prst="rect">
            <a:avLst/>
          </a:prstGeom>
          <a:effectLst>
            <a:outerShdw blurRad="63500" sx="102000" sy="102000" algn="ctr" rotWithShape="0">
              <a:prstClr val="black">
                <a:alpha val="40000"/>
              </a:prstClr>
            </a:outerShdw>
          </a:effectLst>
        </p:spPr>
      </p:pic>
      <p:sp>
        <p:nvSpPr>
          <p:cNvPr id="2" name="Title 1"/>
          <p:cNvSpPr>
            <a:spLocks noGrp="1"/>
          </p:cNvSpPr>
          <p:nvPr>
            <p:ph type="title"/>
          </p:nvPr>
        </p:nvSpPr>
        <p:spPr>
          <a:xfrm>
            <a:off x="640081" y="161415"/>
            <a:ext cx="8961119" cy="694944"/>
          </a:xfrm>
          <a:solidFill>
            <a:srgbClr val="FD5000"/>
          </a:solidFill>
        </p:spPr>
        <p:txBody>
          <a:bodyPr/>
          <a:lstStyle/>
          <a:p>
            <a:r>
              <a:rPr lang="en-US" b="1" dirty="0"/>
              <a:t>6. How to quickly: Print a SDS (Only)</a:t>
            </a:r>
          </a:p>
        </p:txBody>
      </p:sp>
      <p:sp>
        <p:nvSpPr>
          <p:cNvPr id="7" name="Content Placeholder 6"/>
          <p:cNvSpPr>
            <a:spLocks noGrp="1"/>
          </p:cNvSpPr>
          <p:nvPr>
            <p:ph sz="quarter" idx="14"/>
          </p:nvPr>
        </p:nvSpPr>
        <p:spPr>
          <a:xfrm>
            <a:off x="261992" y="4617497"/>
            <a:ext cx="8229600" cy="1790529"/>
          </a:xfrm>
        </p:spPr>
        <p:txBody>
          <a:bodyPr>
            <a:noAutofit/>
          </a:bodyPr>
          <a:lstStyle/>
          <a:p>
            <a:pPr marL="457200" indent="-457200">
              <a:buAutoNum type="arabicPeriod"/>
            </a:pPr>
            <a:r>
              <a:rPr lang="en-US" sz="1200" dirty="0">
                <a:solidFill>
                  <a:schemeClr val="accent2"/>
                </a:solidFill>
              </a:rPr>
              <a:t>Ensure you have the Chemical required selected </a:t>
            </a:r>
            <a:r>
              <a:rPr lang="en-US" sz="1200" b="1" i="1" dirty="0">
                <a:solidFill>
                  <a:srgbClr val="C4C6C6"/>
                </a:solidFill>
              </a:rPr>
              <a:t>(hint: use the search function is fastest)</a:t>
            </a:r>
          </a:p>
          <a:p>
            <a:pPr marL="457200" indent="-457200">
              <a:buAutoNum type="arabicPeriod"/>
            </a:pPr>
            <a:r>
              <a:rPr lang="en-US" sz="1200" dirty="0">
                <a:solidFill>
                  <a:schemeClr val="accent2"/>
                </a:solidFill>
              </a:rPr>
              <a:t>Click </a:t>
            </a:r>
            <a:r>
              <a:rPr lang="en-US" sz="1200" dirty="0">
                <a:solidFill>
                  <a:srgbClr val="FD5000"/>
                </a:solidFill>
              </a:rPr>
              <a:t>SDS</a:t>
            </a:r>
            <a:r>
              <a:rPr lang="en-US" sz="1200" dirty="0">
                <a:solidFill>
                  <a:schemeClr val="accent2"/>
                </a:solidFill>
              </a:rPr>
              <a:t> Button </a:t>
            </a:r>
            <a:r>
              <a:rPr lang="en-US" sz="1200" b="1" i="1" dirty="0">
                <a:solidFill>
                  <a:srgbClr val="C4C6C6"/>
                </a:solidFill>
              </a:rPr>
              <a:t>(a drop-down menu will appear)</a:t>
            </a:r>
          </a:p>
          <a:p>
            <a:pPr marL="457200" indent="-457200">
              <a:buAutoNum type="arabicPeriod"/>
            </a:pPr>
            <a:r>
              <a:rPr lang="en-US" sz="1200" dirty="0">
                <a:solidFill>
                  <a:schemeClr val="accent2"/>
                </a:solidFill>
              </a:rPr>
              <a:t>A pop-up box will appear Click </a:t>
            </a:r>
            <a:r>
              <a:rPr lang="en-US" sz="1200" dirty="0">
                <a:solidFill>
                  <a:srgbClr val="FD5000"/>
                </a:solidFill>
              </a:rPr>
              <a:t>OK</a:t>
            </a:r>
          </a:p>
          <a:p>
            <a:pPr marL="457200" indent="-457200">
              <a:buAutoNum type="arabicPeriod"/>
            </a:pPr>
            <a:r>
              <a:rPr lang="en-US" sz="1200" dirty="0">
                <a:solidFill>
                  <a:schemeClr val="accent2"/>
                </a:solidFill>
              </a:rPr>
              <a:t>After a moment a </a:t>
            </a:r>
            <a:r>
              <a:rPr lang="en-US" sz="1200" dirty="0">
                <a:solidFill>
                  <a:srgbClr val="FD5000"/>
                </a:solidFill>
              </a:rPr>
              <a:t>PDF of SDS generated. </a:t>
            </a:r>
            <a:r>
              <a:rPr lang="en-US" sz="1200" dirty="0">
                <a:solidFill>
                  <a:schemeClr val="accent2"/>
                </a:solidFill>
              </a:rPr>
              <a:t>The PDF of the SDS can be printed or saved locally                                     </a:t>
            </a:r>
            <a:r>
              <a:rPr lang="en-US" sz="1200" dirty="0">
                <a:solidFill>
                  <a:schemeClr val="bg1"/>
                </a:solidFill>
              </a:rPr>
              <a:t>.     </a:t>
            </a:r>
            <a:r>
              <a:rPr lang="en-US" sz="1200" dirty="0">
                <a:solidFill>
                  <a:schemeClr val="accent2"/>
                </a:solidFill>
              </a:rPr>
              <a:t>                                                                                                                </a:t>
            </a:r>
            <a:r>
              <a:rPr lang="en-US" sz="1200" b="1" i="1" dirty="0">
                <a:solidFill>
                  <a:srgbClr val="C4C6C6"/>
                </a:solidFill>
              </a:rPr>
              <a:t>(like any other PDF file)</a:t>
            </a:r>
          </a:p>
        </p:txBody>
      </p:sp>
      <p:sp>
        <p:nvSpPr>
          <p:cNvPr id="3" name="Oval 2">
            <a:extLst>
              <a:ext uri="{FF2B5EF4-FFF2-40B4-BE49-F238E27FC236}">
                <a16:creationId xmlns:a16="http://schemas.microsoft.com/office/drawing/2014/main" id="{1D2421A9-AF6F-44E3-90D1-0AADBF10ED24}"/>
              </a:ext>
            </a:extLst>
          </p:cNvPr>
          <p:cNvSpPr/>
          <p:nvPr/>
        </p:nvSpPr>
        <p:spPr>
          <a:xfrm>
            <a:off x="7800294" y="2823225"/>
            <a:ext cx="304800" cy="304800"/>
          </a:xfrm>
          <a:prstGeom prst="ellipse">
            <a:avLst/>
          </a:prstGeom>
          <a:noFill/>
          <a:ln>
            <a:solidFill>
              <a:schemeClr val="accent1"/>
            </a:solidFill>
          </a:ln>
        </p:spPr>
        <p:txBody>
          <a:bodyPr wrap="square" rtlCol="0" anchor="ctr">
            <a:noAutofit/>
          </a:bodyPr>
          <a:lstStyle/>
          <a:p>
            <a:pPr algn="ctr"/>
            <a:endParaRPr lang="en-GB" dirty="0">
              <a:solidFill>
                <a:schemeClr val="bg1"/>
              </a:solidFill>
              <a:ea typeface="Arial" charset="0"/>
            </a:endParaRPr>
          </a:p>
        </p:txBody>
      </p:sp>
      <p:sp>
        <p:nvSpPr>
          <p:cNvPr id="10" name="object 13">
            <a:extLst>
              <a:ext uri="{FF2B5EF4-FFF2-40B4-BE49-F238E27FC236}">
                <a16:creationId xmlns:a16="http://schemas.microsoft.com/office/drawing/2014/main" id="{A9D3360F-1D15-4FE3-9DF7-A3466E8ED89A}"/>
              </a:ext>
            </a:extLst>
          </p:cNvPr>
          <p:cNvSpPr/>
          <p:nvPr/>
        </p:nvSpPr>
        <p:spPr>
          <a:xfrm>
            <a:off x="5732790" y="1484264"/>
            <a:ext cx="252983" cy="256129"/>
          </a:xfrm>
          <a:custGeom>
            <a:avLst/>
            <a:gdLst/>
            <a:ahLst/>
            <a:cxnLst/>
            <a:rect l="l" t="t" r="r" b="b"/>
            <a:pathLst>
              <a:path w="252983" h="176783">
                <a:moveTo>
                  <a:pt x="0" y="88391"/>
                </a:moveTo>
                <a:lnTo>
                  <a:pt x="1126" y="76554"/>
                </a:lnTo>
                <a:lnTo>
                  <a:pt x="4410" y="65189"/>
                </a:lnTo>
                <a:lnTo>
                  <a:pt x="9704" y="54401"/>
                </a:lnTo>
                <a:lnTo>
                  <a:pt x="16865" y="44289"/>
                </a:lnTo>
                <a:lnTo>
                  <a:pt x="25746" y="34957"/>
                </a:lnTo>
                <a:lnTo>
                  <a:pt x="36203" y="26506"/>
                </a:lnTo>
                <a:lnTo>
                  <a:pt x="48090" y="19039"/>
                </a:lnTo>
                <a:lnTo>
                  <a:pt x="61263" y="12656"/>
                </a:lnTo>
                <a:lnTo>
                  <a:pt x="75575" y="7461"/>
                </a:lnTo>
                <a:lnTo>
                  <a:pt x="90881" y="3555"/>
                </a:lnTo>
                <a:lnTo>
                  <a:pt x="107037" y="1040"/>
                </a:lnTo>
                <a:lnTo>
                  <a:pt x="123896" y="18"/>
                </a:lnTo>
                <a:lnTo>
                  <a:pt x="126491" y="0"/>
                </a:lnTo>
                <a:lnTo>
                  <a:pt x="143445" y="788"/>
                </a:lnTo>
                <a:lnTo>
                  <a:pt x="159716" y="3084"/>
                </a:lnTo>
                <a:lnTo>
                  <a:pt x="175160" y="6787"/>
                </a:lnTo>
                <a:lnTo>
                  <a:pt x="189631" y="11794"/>
                </a:lnTo>
                <a:lnTo>
                  <a:pt x="202984" y="18004"/>
                </a:lnTo>
                <a:lnTo>
                  <a:pt x="215075" y="25314"/>
                </a:lnTo>
                <a:lnTo>
                  <a:pt x="225757" y="33623"/>
                </a:lnTo>
                <a:lnTo>
                  <a:pt x="234885" y="42829"/>
                </a:lnTo>
                <a:lnTo>
                  <a:pt x="242315" y="52829"/>
                </a:lnTo>
                <a:lnTo>
                  <a:pt x="247900" y="63522"/>
                </a:lnTo>
                <a:lnTo>
                  <a:pt x="251496" y="74806"/>
                </a:lnTo>
                <a:lnTo>
                  <a:pt x="252957" y="86579"/>
                </a:lnTo>
                <a:lnTo>
                  <a:pt x="252983" y="88391"/>
                </a:lnTo>
                <a:lnTo>
                  <a:pt x="251857" y="100229"/>
                </a:lnTo>
                <a:lnTo>
                  <a:pt x="248573" y="111594"/>
                </a:lnTo>
                <a:lnTo>
                  <a:pt x="243279" y="122382"/>
                </a:lnTo>
                <a:lnTo>
                  <a:pt x="236118" y="132494"/>
                </a:lnTo>
                <a:lnTo>
                  <a:pt x="227237" y="141826"/>
                </a:lnTo>
                <a:lnTo>
                  <a:pt x="216780" y="150277"/>
                </a:lnTo>
                <a:lnTo>
                  <a:pt x="204893" y="157744"/>
                </a:lnTo>
                <a:lnTo>
                  <a:pt x="191720" y="164127"/>
                </a:lnTo>
                <a:lnTo>
                  <a:pt x="177408" y="169322"/>
                </a:lnTo>
                <a:lnTo>
                  <a:pt x="162102" y="173228"/>
                </a:lnTo>
                <a:lnTo>
                  <a:pt x="145946" y="175743"/>
                </a:lnTo>
                <a:lnTo>
                  <a:pt x="129087" y="176765"/>
                </a:lnTo>
                <a:lnTo>
                  <a:pt x="126491" y="176783"/>
                </a:lnTo>
                <a:lnTo>
                  <a:pt x="109538" y="175995"/>
                </a:lnTo>
                <a:lnTo>
                  <a:pt x="93267" y="173699"/>
                </a:lnTo>
                <a:lnTo>
                  <a:pt x="77823" y="169996"/>
                </a:lnTo>
                <a:lnTo>
                  <a:pt x="63352" y="164989"/>
                </a:lnTo>
                <a:lnTo>
                  <a:pt x="49999" y="158779"/>
                </a:lnTo>
                <a:lnTo>
                  <a:pt x="37908" y="151469"/>
                </a:lnTo>
                <a:lnTo>
                  <a:pt x="27226" y="143160"/>
                </a:lnTo>
                <a:lnTo>
                  <a:pt x="18098" y="133954"/>
                </a:lnTo>
                <a:lnTo>
                  <a:pt x="10668" y="123954"/>
                </a:lnTo>
                <a:lnTo>
                  <a:pt x="5083" y="113261"/>
                </a:lnTo>
                <a:lnTo>
                  <a:pt x="1487" y="101977"/>
                </a:lnTo>
                <a:lnTo>
                  <a:pt x="26" y="90204"/>
                </a:lnTo>
                <a:lnTo>
                  <a:pt x="0" y="88391"/>
                </a:lnTo>
                <a:close/>
              </a:path>
            </a:pathLst>
          </a:custGeom>
          <a:ln w="12192">
            <a:solidFill>
              <a:srgbClr val="FD5000"/>
            </a:solidFill>
          </a:ln>
        </p:spPr>
        <p:txBody>
          <a:bodyPr wrap="square" lIns="0" tIns="0" rIns="0" bIns="0" rtlCol="0">
            <a:noAutofit/>
          </a:bodyPr>
          <a:lstStyle/>
          <a:p>
            <a:endParaRPr/>
          </a:p>
        </p:txBody>
      </p:sp>
      <p:sp>
        <p:nvSpPr>
          <p:cNvPr id="11" name="object 6">
            <a:extLst>
              <a:ext uri="{FF2B5EF4-FFF2-40B4-BE49-F238E27FC236}">
                <a16:creationId xmlns:a16="http://schemas.microsoft.com/office/drawing/2014/main" id="{62097B81-E3AC-44FF-8B94-4DE51A878C3C}"/>
              </a:ext>
            </a:extLst>
          </p:cNvPr>
          <p:cNvSpPr txBox="1"/>
          <p:nvPr/>
        </p:nvSpPr>
        <p:spPr>
          <a:xfrm>
            <a:off x="5791200" y="1531087"/>
            <a:ext cx="143762" cy="202183"/>
          </a:xfrm>
          <a:prstGeom prst="rect">
            <a:avLst/>
          </a:prstGeom>
        </p:spPr>
        <p:txBody>
          <a:bodyPr wrap="square" lIns="0" tIns="9334" rIns="0" bIns="0" rtlCol="0">
            <a:noAutofit/>
          </a:bodyPr>
          <a:lstStyle/>
          <a:p>
            <a:pPr marL="12700">
              <a:lnSpc>
                <a:spcPts val="1470"/>
              </a:lnSpc>
            </a:pPr>
            <a:r>
              <a:rPr lang="en-GB" sz="1400" dirty="0">
                <a:solidFill>
                  <a:srgbClr val="FD5000"/>
                </a:solidFill>
                <a:latin typeface="Gotham Rounded Book"/>
                <a:cs typeface="Tahoma"/>
              </a:rPr>
              <a:t>1</a:t>
            </a:r>
            <a:endParaRPr sz="1400" dirty="0">
              <a:solidFill>
                <a:srgbClr val="FD5000"/>
              </a:solidFill>
              <a:latin typeface="Gotham Rounded Book"/>
              <a:cs typeface="Tahoma"/>
            </a:endParaRPr>
          </a:p>
        </p:txBody>
      </p:sp>
      <p:sp>
        <p:nvSpPr>
          <p:cNvPr id="12" name="object 13">
            <a:extLst>
              <a:ext uri="{FF2B5EF4-FFF2-40B4-BE49-F238E27FC236}">
                <a16:creationId xmlns:a16="http://schemas.microsoft.com/office/drawing/2014/main" id="{7BD6F0B5-D6E5-4DF0-A8C6-125E05B109F4}"/>
              </a:ext>
            </a:extLst>
          </p:cNvPr>
          <p:cNvSpPr/>
          <p:nvPr/>
        </p:nvSpPr>
        <p:spPr>
          <a:xfrm>
            <a:off x="6643620" y="1652169"/>
            <a:ext cx="252983" cy="256129"/>
          </a:xfrm>
          <a:custGeom>
            <a:avLst/>
            <a:gdLst/>
            <a:ahLst/>
            <a:cxnLst/>
            <a:rect l="l" t="t" r="r" b="b"/>
            <a:pathLst>
              <a:path w="252983" h="176783">
                <a:moveTo>
                  <a:pt x="0" y="88391"/>
                </a:moveTo>
                <a:lnTo>
                  <a:pt x="1126" y="76554"/>
                </a:lnTo>
                <a:lnTo>
                  <a:pt x="4410" y="65189"/>
                </a:lnTo>
                <a:lnTo>
                  <a:pt x="9704" y="54401"/>
                </a:lnTo>
                <a:lnTo>
                  <a:pt x="16865" y="44289"/>
                </a:lnTo>
                <a:lnTo>
                  <a:pt x="25746" y="34957"/>
                </a:lnTo>
                <a:lnTo>
                  <a:pt x="36203" y="26506"/>
                </a:lnTo>
                <a:lnTo>
                  <a:pt x="48090" y="19039"/>
                </a:lnTo>
                <a:lnTo>
                  <a:pt x="61263" y="12656"/>
                </a:lnTo>
                <a:lnTo>
                  <a:pt x="75575" y="7461"/>
                </a:lnTo>
                <a:lnTo>
                  <a:pt x="90881" y="3555"/>
                </a:lnTo>
                <a:lnTo>
                  <a:pt x="107037" y="1040"/>
                </a:lnTo>
                <a:lnTo>
                  <a:pt x="123896" y="18"/>
                </a:lnTo>
                <a:lnTo>
                  <a:pt x="126491" y="0"/>
                </a:lnTo>
                <a:lnTo>
                  <a:pt x="143445" y="788"/>
                </a:lnTo>
                <a:lnTo>
                  <a:pt x="159716" y="3084"/>
                </a:lnTo>
                <a:lnTo>
                  <a:pt x="175160" y="6787"/>
                </a:lnTo>
                <a:lnTo>
                  <a:pt x="189631" y="11794"/>
                </a:lnTo>
                <a:lnTo>
                  <a:pt x="202984" y="18004"/>
                </a:lnTo>
                <a:lnTo>
                  <a:pt x="215075" y="25314"/>
                </a:lnTo>
                <a:lnTo>
                  <a:pt x="225757" y="33623"/>
                </a:lnTo>
                <a:lnTo>
                  <a:pt x="234885" y="42829"/>
                </a:lnTo>
                <a:lnTo>
                  <a:pt x="242315" y="52829"/>
                </a:lnTo>
                <a:lnTo>
                  <a:pt x="247900" y="63522"/>
                </a:lnTo>
                <a:lnTo>
                  <a:pt x="251496" y="74806"/>
                </a:lnTo>
                <a:lnTo>
                  <a:pt x="252957" y="86579"/>
                </a:lnTo>
                <a:lnTo>
                  <a:pt x="252983" y="88391"/>
                </a:lnTo>
                <a:lnTo>
                  <a:pt x="251857" y="100229"/>
                </a:lnTo>
                <a:lnTo>
                  <a:pt x="248573" y="111594"/>
                </a:lnTo>
                <a:lnTo>
                  <a:pt x="243279" y="122382"/>
                </a:lnTo>
                <a:lnTo>
                  <a:pt x="236118" y="132494"/>
                </a:lnTo>
                <a:lnTo>
                  <a:pt x="227237" y="141826"/>
                </a:lnTo>
                <a:lnTo>
                  <a:pt x="216780" y="150277"/>
                </a:lnTo>
                <a:lnTo>
                  <a:pt x="204893" y="157744"/>
                </a:lnTo>
                <a:lnTo>
                  <a:pt x="191720" y="164127"/>
                </a:lnTo>
                <a:lnTo>
                  <a:pt x="177408" y="169322"/>
                </a:lnTo>
                <a:lnTo>
                  <a:pt x="162102" y="173228"/>
                </a:lnTo>
                <a:lnTo>
                  <a:pt x="145946" y="175743"/>
                </a:lnTo>
                <a:lnTo>
                  <a:pt x="129087" y="176765"/>
                </a:lnTo>
                <a:lnTo>
                  <a:pt x="126491" y="176783"/>
                </a:lnTo>
                <a:lnTo>
                  <a:pt x="109538" y="175995"/>
                </a:lnTo>
                <a:lnTo>
                  <a:pt x="93267" y="173699"/>
                </a:lnTo>
                <a:lnTo>
                  <a:pt x="77823" y="169996"/>
                </a:lnTo>
                <a:lnTo>
                  <a:pt x="63352" y="164989"/>
                </a:lnTo>
                <a:lnTo>
                  <a:pt x="49999" y="158779"/>
                </a:lnTo>
                <a:lnTo>
                  <a:pt x="37908" y="151469"/>
                </a:lnTo>
                <a:lnTo>
                  <a:pt x="27226" y="143160"/>
                </a:lnTo>
                <a:lnTo>
                  <a:pt x="18098" y="133954"/>
                </a:lnTo>
                <a:lnTo>
                  <a:pt x="10668" y="123954"/>
                </a:lnTo>
                <a:lnTo>
                  <a:pt x="5083" y="113261"/>
                </a:lnTo>
                <a:lnTo>
                  <a:pt x="1487" y="101977"/>
                </a:lnTo>
                <a:lnTo>
                  <a:pt x="26" y="90204"/>
                </a:lnTo>
                <a:lnTo>
                  <a:pt x="0" y="88391"/>
                </a:lnTo>
                <a:close/>
              </a:path>
            </a:pathLst>
          </a:custGeom>
          <a:ln w="12192">
            <a:solidFill>
              <a:srgbClr val="FD5000"/>
            </a:solidFill>
          </a:ln>
        </p:spPr>
        <p:txBody>
          <a:bodyPr wrap="square" lIns="0" tIns="0" rIns="0" bIns="0" rtlCol="0">
            <a:noAutofit/>
          </a:bodyPr>
          <a:lstStyle/>
          <a:p>
            <a:endParaRPr/>
          </a:p>
        </p:txBody>
      </p:sp>
      <p:sp>
        <p:nvSpPr>
          <p:cNvPr id="13" name="object 6">
            <a:extLst>
              <a:ext uri="{FF2B5EF4-FFF2-40B4-BE49-F238E27FC236}">
                <a16:creationId xmlns:a16="http://schemas.microsoft.com/office/drawing/2014/main" id="{D9E1B958-0BE2-4DB2-A493-A28609E86B43}"/>
              </a:ext>
            </a:extLst>
          </p:cNvPr>
          <p:cNvSpPr txBox="1"/>
          <p:nvPr/>
        </p:nvSpPr>
        <p:spPr>
          <a:xfrm>
            <a:off x="6702030" y="1698992"/>
            <a:ext cx="143762" cy="202183"/>
          </a:xfrm>
          <a:prstGeom prst="rect">
            <a:avLst/>
          </a:prstGeom>
        </p:spPr>
        <p:txBody>
          <a:bodyPr wrap="square" lIns="0" tIns="9334" rIns="0" bIns="0" rtlCol="0">
            <a:noAutofit/>
          </a:bodyPr>
          <a:lstStyle/>
          <a:p>
            <a:pPr marL="12700">
              <a:lnSpc>
                <a:spcPts val="1470"/>
              </a:lnSpc>
            </a:pPr>
            <a:r>
              <a:rPr lang="en-GB" sz="1400" dirty="0">
                <a:solidFill>
                  <a:srgbClr val="FD5000"/>
                </a:solidFill>
                <a:latin typeface="Gotham Rounded Book"/>
                <a:cs typeface="Tahoma"/>
              </a:rPr>
              <a:t>2</a:t>
            </a:r>
            <a:endParaRPr sz="1400" dirty="0">
              <a:solidFill>
                <a:srgbClr val="FD5000"/>
              </a:solidFill>
              <a:latin typeface="Gotham Rounded Book"/>
              <a:cs typeface="Tahoma"/>
            </a:endParaRPr>
          </a:p>
        </p:txBody>
      </p:sp>
      <p:sp>
        <p:nvSpPr>
          <p:cNvPr id="14" name="object 13">
            <a:extLst>
              <a:ext uri="{FF2B5EF4-FFF2-40B4-BE49-F238E27FC236}">
                <a16:creationId xmlns:a16="http://schemas.microsoft.com/office/drawing/2014/main" id="{5443F223-BFCD-45CA-8C70-4DB8C43087BB}"/>
              </a:ext>
            </a:extLst>
          </p:cNvPr>
          <p:cNvSpPr/>
          <p:nvPr/>
        </p:nvSpPr>
        <p:spPr>
          <a:xfrm>
            <a:off x="9545396" y="3026482"/>
            <a:ext cx="252983" cy="256129"/>
          </a:xfrm>
          <a:custGeom>
            <a:avLst/>
            <a:gdLst/>
            <a:ahLst/>
            <a:cxnLst/>
            <a:rect l="l" t="t" r="r" b="b"/>
            <a:pathLst>
              <a:path w="252983" h="176783">
                <a:moveTo>
                  <a:pt x="0" y="88391"/>
                </a:moveTo>
                <a:lnTo>
                  <a:pt x="1126" y="76554"/>
                </a:lnTo>
                <a:lnTo>
                  <a:pt x="4410" y="65189"/>
                </a:lnTo>
                <a:lnTo>
                  <a:pt x="9704" y="54401"/>
                </a:lnTo>
                <a:lnTo>
                  <a:pt x="16865" y="44289"/>
                </a:lnTo>
                <a:lnTo>
                  <a:pt x="25746" y="34957"/>
                </a:lnTo>
                <a:lnTo>
                  <a:pt x="36203" y="26506"/>
                </a:lnTo>
                <a:lnTo>
                  <a:pt x="48090" y="19039"/>
                </a:lnTo>
                <a:lnTo>
                  <a:pt x="61263" y="12656"/>
                </a:lnTo>
                <a:lnTo>
                  <a:pt x="75575" y="7461"/>
                </a:lnTo>
                <a:lnTo>
                  <a:pt x="90881" y="3555"/>
                </a:lnTo>
                <a:lnTo>
                  <a:pt x="107037" y="1040"/>
                </a:lnTo>
                <a:lnTo>
                  <a:pt x="123896" y="18"/>
                </a:lnTo>
                <a:lnTo>
                  <a:pt x="126491" y="0"/>
                </a:lnTo>
                <a:lnTo>
                  <a:pt x="143445" y="788"/>
                </a:lnTo>
                <a:lnTo>
                  <a:pt x="159716" y="3084"/>
                </a:lnTo>
                <a:lnTo>
                  <a:pt x="175160" y="6787"/>
                </a:lnTo>
                <a:lnTo>
                  <a:pt x="189631" y="11794"/>
                </a:lnTo>
                <a:lnTo>
                  <a:pt x="202984" y="18004"/>
                </a:lnTo>
                <a:lnTo>
                  <a:pt x="215075" y="25314"/>
                </a:lnTo>
                <a:lnTo>
                  <a:pt x="225757" y="33623"/>
                </a:lnTo>
                <a:lnTo>
                  <a:pt x="234885" y="42829"/>
                </a:lnTo>
                <a:lnTo>
                  <a:pt x="242315" y="52829"/>
                </a:lnTo>
                <a:lnTo>
                  <a:pt x="247900" y="63522"/>
                </a:lnTo>
                <a:lnTo>
                  <a:pt x="251496" y="74806"/>
                </a:lnTo>
                <a:lnTo>
                  <a:pt x="252957" y="86579"/>
                </a:lnTo>
                <a:lnTo>
                  <a:pt x="252983" y="88391"/>
                </a:lnTo>
                <a:lnTo>
                  <a:pt x="251857" y="100229"/>
                </a:lnTo>
                <a:lnTo>
                  <a:pt x="248573" y="111594"/>
                </a:lnTo>
                <a:lnTo>
                  <a:pt x="243279" y="122382"/>
                </a:lnTo>
                <a:lnTo>
                  <a:pt x="236118" y="132494"/>
                </a:lnTo>
                <a:lnTo>
                  <a:pt x="227237" y="141826"/>
                </a:lnTo>
                <a:lnTo>
                  <a:pt x="216780" y="150277"/>
                </a:lnTo>
                <a:lnTo>
                  <a:pt x="204893" y="157744"/>
                </a:lnTo>
                <a:lnTo>
                  <a:pt x="191720" y="164127"/>
                </a:lnTo>
                <a:lnTo>
                  <a:pt x="177408" y="169322"/>
                </a:lnTo>
                <a:lnTo>
                  <a:pt x="162102" y="173228"/>
                </a:lnTo>
                <a:lnTo>
                  <a:pt x="145946" y="175743"/>
                </a:lnTo>
                <a:lnTo>
                  <a:pt x="129087" y="176765"/>
                </a:lnTo>
                <a:lnTo>
                  <a:pt x="126491" y="176783"/>
                </a:lnTo>
                <a:lnTo>
                  <a:pt x="109538" y="175995"/>
                </a:lnTo>
                <a:lnTo>
                  <a:pt x="93267" y="173699"/>
                </a:lnTo>
                <a:lnTo>
                  <a:pt x="77823" y="169996"/>
                </a:lnTo>
                <a:lnTo>
                  <a:pt x="63352" y="164989"/>
                </a:lnTo>
                <a:lnTo>
                  <a:pt x="49999" y="158779"/>
                </a:lnTo>
                <a:lnTo>
                  <a:pt x="37908" y="151469"/>
                </a:lnTo>
                <a:lnTo>
                  <a:pt x="27226" y="143160"/>
                </a:lnTo>
                <a:lnTo>
                  <a:pt x="18098" y="133954"/>
                </a:lnTo>
                <a:lnTo>
                  <a:pt x="10668" y="123954"/>
                </a:lnTo>
                <a:lnTo>
                  <a:pt x="5083" y="113261"/>
                </a:lnTo>
                <a:lnTo>
                  <a:pt x="1487" y="101977"/>
                </a:lnTo>
                <a:lnTo>
                  <a:pt x="26" y="90204"/>
                </a:lnTo>
                <a:lnTo>
                  <a:pt x="0" y="88391"/>
                </a:lnTo>
                <a:close/>
              </a:path>
            </a:pathLst>
          </a:custGeom>
          <a:ln w="12192">
            <a:solidFill>
              <a:srgbClr val="FD5000"/>
            </a:solidFill>
          </a:ln>
        </p:spPr>
        <p:txBody>
          <a:bodyPr wrap="square" lIns="0" tIns="0" rIns="0" bIns="0" rtlCol="0">
            <a:noAutofit/>
          </a:bodyPr>
          <a:lstStyle/>
          <a:p>
            <a:endParaRPr/>
          </a:p>
        </p:txBody>
      </p:sp>
      <p:sp>
        <p:nvSpPr>
          <p:cNvPr id="15" name="object 6">
            <a:extLst>
              <a:ext uri="{FF2B5EF4-FFF2-40B4-BE49-F238E27FC236}">
                <a16:creationId xmlns:a16="http://schemas.microsoft.com/office/drawing/2014/main" id="{ED748298-6FF6-4C08-9071-F0CFE80F19E0}"/>
              </a:ext>
            </a:extLst>
          </p:cNvPr>
          <p:cNvSpPr txBox="1"/>
          <p:nvPr/>
        </p:nvSpPr>
        <p:spPr>
          <a:xfrm>
            <a:off x="9601200" y="3053456"/>
            <a:ext cx="143762" cy="202183"/>
          </a:xfrm>
          <a:prstGeom prst="rect">
            <a:avLst/>
          </a:prstGeom>
        </p:spPr>
        <p:txBody>
          <a:bodyPr wrap="square" lIns="0" tIns="9334" rIns="0" bIns="0" rtlCol="0">
            <a:noAutofit/>
          </a:bodyPr>
          <a:lstStyle/>
          <a:p>
            <a:pPr marL="12700">
              <a:lnSpc>
                <a:spcPts val="1470"/>
              </a:lnSpc>
            </a:pPr>
            <a:r>
              <a:rPr lang="en-GB" sz="1400" dirty="0">
                <a:solidFill>
                  <a:srgbClr val="FD5000"/>
                </a:solidFill>
                <a:latin typeface="Gotham Rounded Book"/>
                <a:cs typeface="Tahoma"/>
              </a:rPr>
              <a:t>3</a:t>
            </a:r>
            <a:endParaRPr sz="1400" dirty="0">
              <a:solidFill>
                <a:srgbClr val="FD5000"/>
              </a:solidFill>
              <a:latin typeface="Gotham Rounded Book"/>
              <a:cs typeface="Tahoma"/>
            </a:endParaRPr>
          </a:p>
        </p:txBody>
      </p:sp>
      <p:sp>
        <p:nvSpPr>
          <p:cNvPr id="16" name="object 13">
            <a:extLst>
              <a:ext uri="{FF2B5EF4-FFF2-40B4-BE49-F238E27FC236}">
                <a16:creationId xmlns:a16="http://schemas.microsoft.com/office/drawing/2014/main" id="{80BCB444-761A-4706-988F-A7C66E7D849C}"/>
              </a:ext>
            </a:extLst>
          </p:cNvPr>
          <p:cNvSpPr/>
          <p:nvPr/>
        </p:nvSpPr>
        <p:spPr>
          <a:xfrm>
            <a:off x="10092947" y="3534577"/>
            <a:ext cx="252983" cy="256129"/>
          </a:xfrm>
          <a:custGeom>
            <a:avLst/>
            <a:gdLst/>
            <a:ahLst/>
            <a:cxnLst/>
            <a:rect l="l" t="t" r="r" b="b"/>
            <a:pathLst>
              <a:path w="252983" h="176783">
                <a:moveTo>
                  <a:pt x="0" y="88391"/>
                </a:moveTo>
                <a:lnTo>
                  <a:pt x="1126" y="76554"/>
                </a:lnTo>
                <a:lnTo>
                  <a:pt x="4410" y="65189"/>
                </a:lnTo>
                <a:lnTo>
                  <a:pt x="9704" y="54401"/>
                </a:lnTo>
                <a:lnTo>
                  <a:pt x="16865" y="44289"/>
                </a:lnTo>
                <a:lnTo>
                  <a:pt x="25746" y="34957"/>
                </a:lnTo>
                <a:lnTo>
                  <a:pt x="36203" y="26506"/>
                </a:lnTo>
                <a:lnTo>
                  <a:pt x="48090" y="19039"/>
                </a:lnTo>
                <a:lnTo>
                  <a:pt x="61263" y="12656"/>
                </a:lnTo>
                <a:lnTo>
                  <a:pt x="75575" y="7461"/>
                </a:lnTo>
                <a:lnTo>
                  <a:pt x="90881" y="3555"/>
                </a:lnTo>
                <a:lnTo>
                  <a:pt x="107037" y="1040"/>
                </a:lnTo>
                <a:lnTo>
                  <a:pt x="123896" y="18"/>
                </a:lnTo>
                <a:lnTo>
                  <a:pt x="126491" y="0"/>
                </a:lnTo>
                <a:lnTo>
                  <a:pt x="143445" y="788"/>
                </a:lnTo>
                <a:lnTo>
                  <a:pt x="159716" y="3084"/>
                </a:lnTo>
                <a:lnTo>
                  <a:pt x="175160" y="6787"/>
                </a:lnTo>
                <a:lnTo>
                  <a:pt x="189631" y="11794"/>
                </a:lnTo>
                <a:lnTo>
                  <a:pt x="202984" y="18004"/>
                </a:lnTo>
                <a:lnTo>
                  <a:pt x="215075" y="25314"/>
                </a:lnTo>
                <a:lnTo>
                  <a:pt x="225757" y="33623"/>
                </a:lnTo>
                <a:lnTo>
                  <a:pt x="234885" y="42829"/>
                </a:lnTo>
                <a:lnTo>
                  <a:pt x="242315" y="52829"/>
                </a:lnTo>
                <a:lnTo>
                  <a:pt x="247900" y="63522"/>
                </a:lnTo>
                <a:lnTo>
                  <a:pt x="251496" y="74806"/>
                </a:lnTo>
                <a:lnTo>
                  <a:pt x="252957" y="86579"/>
                </a:lnTo>
                <a:lnTo>
                  <a:pt x="252983" y="88391"/>
                </a:lnTo>
                <a:lnTo>
                  <a:pt x="251857" y="100229"/>
                </a:lnTo>
                <a:lnTo>
                  <a:pt x="248573" y="111594"/>
                </a:lnTo>
                <a:lnTo>
                  <a:pt x="243279" y="122382"/>
                </a:lnTo>
                <a:lnTo>
                  <a:pt x="236118" y="132494"/>
                </a:lnTo>
                <a:lnTo>
                  <a:pt x="227237" y="141826"/>
                </a:lnTo>
                <a:lnTo>
                  <a:pt x="216780" y="150277"/>
                </a:lnTo>
                <a:lnTo>
                  <a:pt x="204893" y="157744"/>
                </a:lnTo>
                <a:lnTo>
                  <a:pt x="191720" y="164127"/>
                </a:lnTo>
                <a:lnTo>
                  <a:pt x="177408" y="169322"/>
                </a:lnTo>
                <a:lnTo>
                  <a:pt x="162102" y="173228"/>
                </a:lnTo>
                <a:lnTo>
                  <a:pt x="145946" y="175743"/>
                </a:lnTo>
                <a:lnTo>
                  <a:pt x="129087" y="176765"/>
                </a:lnTo>
                <a:lnTo>
                  <a:pt x="126491" y="176783"/>
                </a:lnTo>
                <a:lnTo>
                  <a:pt x="109538" y="175995"/>
                </a:lnTo>
                <a:lnTo>
                  <a:pt x="93267" y="173699"/>
                </a:lnTo>
                <a:lnTo>
                  <a:pt x="77823" y="169996"/>
                </a:lnTo>
                <a:lnTo>
                  <a:pt x="63352" y="164989"/>
                </a:lnTo>
                <a:lnTo>
                  <a:pt x="49999" y="158779"/>
                </a:lnTo>
                <a:lnTo>
                  <a:pt x="37908" y="151469"/>
                </a:lnTo>
                <a:lnTo>
                  <a:pt x="27226" y="143160"/>
                </a:lnTo>
                <a:lnTo>
                  <a:pt x="18098" y="133954"/>
                </a:lnTo>
                <a:lnTo>
                  <a:pt x="10668" y="123954"/>
                </a:lnTo>
                <a:lnTo>
                  <a:pt x="5083" y="113261"/>
                </a:lnTo>
                <a:lnTo>
                  <a:pt x="1487" y="101977"/>
                </a:lnTo>
                <a:lnTo>
                  <a:pt x="26" y="90204"/>
                </a:lnTo>
                <a:lnTo>
                  <a:pt x="0" y="88391"/>
                </a:lnTo>
                <a:close/>
              </a:path>
            </a:pathLst>
          </a:custGeom>
          <a:ln w="12192">
            <a:solidFill>
              <a:srgbClr val="FD5000"/>
            </a:solidFill>
          </a:ln>
        </p:spPr>
        <p:txBody>
          <a:bodyPr wrap="square" lIns="0" tIns="0" rIns="0" bIns="0" rtlCol="0">
            <a:noAutofit/>
          </a:bodyPr>
          <a:lstStyle/>
          <a:p>
            <a:endParaRPr/>
          </a:p>
        </p:txBody>
      </p:sp>
      <p:sp>
        <p:nvSpPr>
          <p:cNvPr id="17" name="object 6">
            <a:extLst>
              <a:ext uri="{FF2B5EF4-FFF2-40B4-BE49-F238E27FC236}">
                <a16:creationId xmlns:a16="http://schemas.microsoft.com/office/drawing/2014/main" id="{9F33F39B-9263-448F-AFA3-349983546F70}"/>
              </a:ext>
            </a:extLst>
          </p:cNvPr>
          <p:cNvSpPr txBox="1"/>
          <p:nvPr/>
        </p:nvSpPr>
        <p:spPr>
          <a:xfrm>
            <a:off x="10151357" y="3581400"/>
            <a:ext cx="143762" cy="202183"/>
          </a:xfrm>
          <a:prstGeom prst="rect">
            <a:avLst/>
          </a:prstGeom>
        </p:spPr>
        <p:txBody>
          <a:bodyPr wrap="square" lIns="0" tIns="9334" rIns="0" bIns="0" rtlCol="0">
            <a:noAutofit/>
          </a:bodyPr>
          <a:lstStyle/>
          <a:p>
            <a:pPr marL="12700">
              <a:lnSpc>
                <a:spcPts val="1470"/>
              </a:lnSpc>
            </a:pPr>
            <a:r>
              <a:rPr lang="en-GB" sz="1400" dirty="0">
                <a:solidFill>
                  <a:srgbClr val="FD5000"/>
                </a:solidFill>
                <a:latin typeface="Gotham Rounded Book"/>
                <a:cs typeface="Tahoma"/>
              </a:rPr>
              <a:t>4</a:t>
            </a:r>
            <a:endParaRPr sz="1400" dirty="0">
              <a:solidFill>
                <a:srgbClr val="FD5000"/>
              </a:solidFill>
              <a:latin typeface="Gotham Rounded Book"/>
              <a:cs typeface="Tahoma"/>
            </a:endParaRPr>
          </a:p>
        </p:txBody>
      </p:sp>
      <p:cxnSp>
        <p:nvCxnSpPr>
          <p:cNvPr id="22" name="Straight Arrow Connector 21">
            <a:extLst>
              <a:ext uri="{FF2B5EF4-FFF2-40B4-BE49-F238E27FC236}">
                <a16:creationId xmlns:a16="http://schemas.microsoft.com/office/drawing/2014/main" id="{42ADDDF8-B7F4-455C-8557-58AF1C706407}"/>
              </a:ext>
            </a:extLst>
          </p:cNvPr>
          <p:cNvCxnSpPr>
            <a:cxnSpLocks/>
          </p:cNvCxnSpPr>
          <p:nvPr/>
        </p:nvCxnSpPr>
        <p:spPr>
          <a:xfrm flipH="1">
            <a:off x="3975227" y="1651182"/>
            <a:ext cx="1765162" cy="560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8F971E9A-4E3A-40B2-832B-F8B0DEC62CB8}"/>
              </a:ext>
            </a:extLst>
          </p:cNvPr>
          <p:cNvCxnSpPr>
            <a:cxnSpLocks/>
          </p:cNvCxnSpPr>
          <p:nvPr/>
        </p:nvCxnSpPr>
        <p:spPr>
          <a:xfrm flipH="1">
            <a:off x="4901183" y="1733270"/>
            <a:ext cx="958098" cy="1238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9EE64316-2CAA-484C-AD0C-C8D1652D38DF}"/>
              </a:ext>
            </a:extLst>
          </p:cNvPr>
          <p:cNvCxnSpPr>
            <a:cxnSpLocks/>
            <a:endCxn id="3" idx="1"/>
          </p:cNvCxnSpPr>
          <p:nvPr/>
        </p:nvCxnSpPr>
        <p:spPr>
          <a:xfrm>
            <a:off x="6845792" y="1901175"/>
            <a:ext cx="999139" cy="9666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6847EBF8-B8F8-40AE-BA44-8874C2272627}"/>
              </a:ext>
            </a:extLst>
          </p:cNvPr>
          <p:cNvCxnSpPr>
            <a:cxnSpLocks/>
          </p:cNvCxnSpPr>
          <p:nvPr/>
        </p:nvCxnSpPr>
        <p:spPr>
          <a:xfrm flipV="1">
            <a:off x="9798379" y="2851279"/>
            <a:ext cx="1098221" cy="2834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A71CE091-CBE3-46EF-B06A-92E0E12B384D}"/>
              </a:ext>
            </a:extLst>
          </p:cNvPr>
          <p:cNvCxnSpPr/>
          <p:nvPr/>
        </p:nvCxnSpPr>
        <p:spPr>
          <a:xfrm>
            <a:off x="10211267" y="3783583"/>
            <a:ext cx="0" cy="381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7242107"/>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52577"/>
            <a:ext cx="11582400" cy="694944"/>
          </a:xfrm>
          <a:solidFill>
            <a:srgbClr val="FD5000"/>
          </a:solidFill>
        </p:spPr>
        <p:txBody>
          <a:bodyPr/>
          <a:lstStyle/>
          <a:p>
            <a:r>
              <a:rPr lang="en-US" sz="2800" b="1" dirty="0">
                <a:latin typeface="Montserrat" panose="00000500000000000000" pitchFamily="2" charset="0"/>
              </a:rPr>
              <a:t>7. </a:t>
            </a:r>
            <a:r>
              <a:rPr lang="en-US" sz="2800" dirty="0">
                <a:solidFill>
                  <a:schemeClr val="accent2"/>
                </a:solidFill>
                <a:latin typeface="Montserrat" panose="00000500000000000000" pitchFamily="2" charset="0"/>
              </a:rPr>
              <a:t>How to get an CRA &amp; SDS in other language(s) (i.e. translated)</a:t>
            </a:r>
            <a:endParaRPr lang="en-US" sz="2800" b="1" dirty="0">
              <a:latin typeface="Montserrat" panose="00000500000000000000" pitchFamily="2" charset="0"/>
            </a:endParaRPr>
          </a:p>
        </p:txBody>
      </p:sp>
      <p:sp>
        <p:nvSpPr>
          <p:cNvPr id="7" name="Content Placeholder 6"/>
          <p:cNvSpPr>
            <a:spLocks noGrp="1"/>
          </p:cNvSpPr>
          <p:nvPr>
            <p:ph sz="quarter" idx="14"/>
          </p:nvPr>
        </p:nvSpPr>
        <p:spPr>
          <a:xfrm>
            <a:off x="76200" y="1032192"/>
            <a:ext cx="8534400" cy="469265"/>
          </a:xfrm>
        </p:spPr>
        <p:txBody>
          <a:bodyPr>
            <a:noAutofit/>
          </a:bodyPr>
          <a:lstStyle/>
          <a:p>
            <a:pPr marL="457200" indent="-457200">
              <a:buAutoNum type="arabicPeriod"/>
            </a:pPr>
            <a:r>
              <a:rPr lang="en-US" sz="2400" dirty="0">
                <a:solidFill>
                  <a:schemeClr val="accent2"/>
                </a:solidFill>
                <a:latin typeface="Montserrat" panose="00000500000000000000" pitchFamily="2" charset="0"/>
              </a:rPr>
              <a:t>Print the assessments you need translated (as pdf) as per </a:t>
            </a:r>
            <a:r>
              <a:rPr lang="en-US" sz="2400" dirty="0">
                <a:solidFill>
                  <a:schemeClr val="accent1"/>
                </a:solidFill>
                <a:latin typeface="Montserrat" panose="00000500000000000000" pitchFamily="2" charset="0"/>
              </a:rPr>
              <a:t>Section 5 </a:t>
            </a:r>
            <a:r>
              <a:rPr lang="en-US" sz="2400" dirty="0">
                <a:solidFill>
                  <a:schemeClr val="accent2"/>
                </a:solidFill>
                <a:latin typeface="Montserrat" panose="00000500000000000000" pitchFamily="2" charset="0"/>
              </a:rPr>
              <a:t>of this guide </a:t>
            </a:r>
            <a:r>
              <a:rPr lang="en-US" sz="2400" dirty="0">
                <a:solidFill>
                  <a:schemeClr val="accent1"/>
                </a:solidFill>
                <a:latin typeface="Montserrat" panose="00000500000000000000" pitchFamily="2" charset="0"/>
              </a:rPr>
              <a:t>(by default they will be in English ) </a:t>
            </a:r>
            <a:r>
              <a:rPr lang="en-US" sz="2400" dirty="0">
                <a:solidFill>
                  <a:schemeClr val="accent2"/>
                </a:solidFill>
                <a:latin typeface="Montserrat" panose="00000500000000000000" pitchFamily="2" charset="0"/>
              </a:rPr>
              <a:t>if you select the SDS box this will be translated too.</a:t>
            </a:r>
          </a:p>
          <a:p>
            <a:pPr marL="457200" indent="-457200">
              <a:buAutoNum type="arabicPeriod"/>
            </a:pPr>
            <a:r>
              <a:rPr lang="en-US" sz="2400" dirty="0">
                <a:solidFill>
                  <a:schemeClr val="accent2"/>
                </a:solidFill>
                <a:latin typeface="Montserrat" panose="00000500000000000000" pitchFamily="2" charset="0"/>
              </a:rPr>
              <a:t>Email them to FieldCore Sypol CRA Support via: </a:t>
            </a:r>
            <a:r>
              <a:rPr lang="en-US" sz="2400" u="sng" dirty="0">
                <a:latin typeface="Montserrat" panose="00000500000000000000" pitchFamily="2" charset="0"/>
                <a:hlinkClick r:id="rId2"/>
              </a:rPr>
              <a:t>ross.conway@ge.com</a:t>
            </a:r>
            <a:endParaRPr lang="en-US" sz="2400" u="sng" dirty="0">
              <a:latin typeface="Montserrat" panose="00000500000000000000" pitchFamily="2" charset="0"/>
            </a:endParaRPr>
          </a:p>
          <a:p>
            <a:pPr marL="457200" indent="-457200">
              <a:buAutoNum type="arabicPeriod"/>
            </a:pPr>
            <a:r>
              <a:rPr lang="en-US" sz="2400" dirty="0">
                <a:solidFill>
                  <a:schemeClr val="accent2"/>
                </a:solidFill>
                <a:latin typeface="Montserrat" panose="00000500000000000000" pitchFamily="2" charset="0"/>
              </a:rPr>
              <a:t>Identify the language(s) that you would like the assessment in </a:t>
            </a:r>
            <a:r>
              <a:rPr lang="en-US" sz="2400" i="1" dirty="0">
                <a:solidFill>
                  <a:schemeClr val="tx2"/>
                </a:solidFill>
                <a:latin typeface="Montserrat" panose="00000500000000000000" pitchFamily="2" charset="0"/>
              </a:rPr>
              <a:t>(Over 40 languages available) </a:t>
            </a:r>
          </a:p>
          <a:p>
            <a:pPr marL="457200" indent="-457200">
              <a:buAutoNum type="arabicPeriod"/>
            </a:pPr>
            <a:r>
              <a:rPr lang="en-US" sz="2400" dirty="0">
                <a:solidFill>
                  <a:schemeClr val="accent2"/>
                </a:solidFill>
                <a:latin typeface="Montserrat" panose="00000500000000000000" pitchFamily="2" charset="0"/>
              </a:rPr>
              <a:t>The FC Team translate and send back to you.  (to be most effective, in the planning stages of an outage if you know the languages that you will need need, let the team know, to avoid any delays, a box folder can be developed, to allow wide access.</a:t>
            </a:r>
          </a:p>
        </p:txBody>
      </p:sp>
      <p:pic>
        <p:nvPicPr>
          <p:cNvPr id="9" name="Picture 2">
            <a:extLst>
              <a:ext uri="{FF2B5EF4-FFF2-40B4-BE49-F238E27FC236}">
                <a16:creationId xmlns:a16="http://schemas.microsoft.com/office/drawing/2014/main" id="{538E14B2-72C8-4189-BBB9-9EDCDC25736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224435" y="2550256"/>
            <a:ext cx="2244311" cy="2244311"/>
          </a:xfrm>
          <a:prstGeom prst="rect">
            <a:avLst/>
          </a:prstGeom>
          <a:solidFill>
            <a:srgbClr val="FFFFFF"/>
          </a:solidFill>
        </p:spPr>
      </p:pic>
      <p:sp>
        <p:nvSpPr>
          <p:cNvPr id="10" name="Content Placeholder 6">
            <a:extLst>
              <a:ext uri="{FF2B5EF4-FFF2-40B4-BE49-F238E27FC236}">
                <a16:creationId xmlns:a16="http://schemas.microsoft.com/office/drawing/2014/main" id="{1B7780CE-B3B8-4A82-A64F-0CF1F2F7D268}"/>
              </a:ext>
            </a:extLst>
          </p:cNvPr>
          <p:cNvSpPr txBox="1">
            <a:spLocks/>
          </p:cNvSpPr>
          <p:nvPr/>
        </p:nvSpPr>
        <p:spPr>
          <a:xfrm>
            <a:off x="8501182" y="1501457"/>
            <a:ext cx="3690818" cy="3401365"/>
          </a:xfrm>
          <a:prstGeom prst="rect">
            <a:avLst/>
          </a:prstGeom>
        </p:spPr>
        <p:txBody>
          <a:bodyPr vert="horz" lIns="91440" tIns="45720" rIns="91440" bIns="45720" rtlCol="0" anchor="b" anchorCtr="0">
            <a:normAutofit/>
          </a:bodyPr>
          <a:lstStyle>
            <a:lvl1pPr marL="0" indent="0" algn="l" defTabSz="914400" rtl="0" eaLnBrk="1" latinLnBrk="0" hangingPunct="1">
              <a:lnSpc>
                <a:spcPct val="90000"/>
              </a:lnSpc>
              <a:spcBef>
                <a:spcPts val="0"/>
              </a:spcBef>
              <a:spcAft>
                <a:spcPts val="300"/>
              </a:spcAft>
              <a:buClr>
                <a:schemeClr val="accent1"/>
              </a:buClr>
              <a:buFontTx/>
              <a:buNone/>
              <a:defRPr sz="1400" b="1" i="0" kern="1200" cap="all" baseline="0">
                <a:solidFill>
                  <a:schemeClr val="accent1"/>
                </a:solidFill>
                <a:latin typeface="Gotham Rounded" charset="0"/>
                <a:ea typeface="Gotham Rounded" charset="0"/>
                <a:cs typeface="Gotham Rounded" charset="0"/>
              </a:defRPr>
            </a:lvl1pPr>
            <a:lvl2pPr marL="155448" indent="0" algn="l" defTabSz="914400" rtl="0" eaLnBrk="1" latinLnBrk="0" hangingPunct="1">
              <a:lnSpc>
                <a:spcPct val="90000"/>
              </a:lnSpc>
              <a:spcBef>
                <a:spcPts val="0"/>
              </a:spcBef>
              <a:buClr>
                <a:schemeClr val="accent1"/>
              </a:buClr>
              <a:buFontTx/>
              <a:buNone/>
              <a:defRPr sz="1800" b="0" i="0" kern="1200">
                <a:solidFill>
                  <a:schemeClr val="tx1"/>
                </a:solidFill>
                <a:latin typeface="Gotham Rounded Book" charset="0"/>
                <a:ea typeface="Gotham Rounded Book" charset="0"/>
                <a:cs typeface="Gotham Rounded Book" charset="0"/>
              </a:defRPr>
            </a:lvl2pPr>
            <a:lvl3pPr marL="155448" indent="-155448" algn="l" defTabSz="914400" rtl="0" eaLnBrk="1" latinLnBrk="0" hangingPunct="1">
              <a:lnSpc>
                <a:spcPct val="90000"/>
              </a:lnSpc>
              <a:spcBef>
                <a:spcPts val="1100"/>
              </a:spcBef>
              <a:spcAft>
                <a:spcPts val="300"/>
              </a:spcAft>
              <a:buClr>
                <a:schemeClr val="accent1"/>
              </a:buClr>
              <a:buSzPct val="91000"/>
              <a:buFont typeface="Arial" charset="0"/>
              <a:buChar char="•"/>
              <a:defRPr lang="en-US" sz="1600" b="0" i="0" kern="1200" dirty="0">
                <a:solidFill>
                  <a:schemeClr val="tx1"/>
                </a:solidFill>
                <a:latin typeface="Gotham Rounded Book" charset="0"/>
                <a:ea typeface="Gotham Rounded Book" charset="0"/>
                <a:cs typeface="Gotham Rounded Book" charset="0"/>
              </a:defRPr>
            </a:lvl3pPr>
            <a:lvl4pPr marL="155448" indent="0" algn="l" defTabSz="914400" rtl="0" eaLnBrk="1" latinLnBrk="0" hangingPunct="1">
              <a:lnSpc>
                <a:spcPct val="90000"/>
              </a:lnSpc>
              <a:spcBef>
                <a:spcPts val="0"/>
              </a:spcBef>
              <a:buClr>
                <a:schemeClr val="accent1"/>
              </a:buClr>
              <a:buFontTx/>
              <a:buNone/>
              <a:defRPr sz="1400" b="0" i="0" kern="1200">
                <a:solidFill>
                  <a:schemeClr val="tx1"/>
                </a:solidFill>
                <a:latin typeface="Gotham Rounded Book" charset="0"/>
                <a:ea typeface="Gotham Rounded Book" charset="0"/>
                <a:cs typeface="Gotham Rounded Book" charset="0"/>
              </a:defRPr>
            </a:lvl4pPr>
            <a:lvl5pPr marL="155448" indent="-155448" algn="l" defTabSz="914400" rtl="0" eaLnBrk="1" latinLnBrk="0" hangingPunct="1">
              <a:lnSpc>
                <a:spcPct val="99000"/>
              </a:lnSpc>
              <a:spcBef>
                <a:spcPts val="900"/>
              </a:spcBef>
              <a:buClr>
                <a:schemeClr val="accent5"/>
              </a:buClr>
              <a:buSzPct val="91000"/>
              <a:buFont typeface="Arial" panose="020B0604020202020204" pitchFamily="34" charset="0"/>
              <a:buChar char="•"/>
              <a:defRPr sz="1800" kern="1200">
                <a:solidFill>
                  <a:schemeClr val="accent2"/>
                </a:solidFill>
                <a:latin typeface="+mn-lt"/>
                <a:ea typeface="+mn-ea"/>
                <a:cs typeface="+mn-cs"/>
              </a:defRPr>
            </a:lvl5pPr>
            <a:lvl6pPr marL="192024" indent="0" algn="l" defTabSz="914400" rtl="0" eaLnBrk="1" latinLnBrk="0" hangingPunct="1">
              <a:lnSpc>
                <a:spcPct val="99000"/>
              </a:lnSpc>
              <a:spcBef>
                <a:spcPts val="0"/>
              </a:spcBef>
              <a:buSzPct val="91000"/>
              <a:buFontTx/>
              <a:buNone/>
              <a:defRPr sz="1800" kern="1200">
                <a:solidFill>
                  <a:schemeClr val="accent2"/>
                </a:solidFill>
                <a:latin typeface="+mn-lt"/>
                <a:ea typeface="+mn-ea"/>
                <a:cs typeface="+mn-cs"/>
              </a:defRPr>
            </a:lvl6pPr>
            <a:lvl7pPr marL="0" indent="0" algn="l" defTabSz="914400" rtl="0" eaLnBrk="1" latinLnBrk="0" hangingPunct="1">
              <a:lnSpc>
                <a:spcPct val="99000"/>
              </a:lnSpc>
              <a:spcBef>
                <a:spcPts val="900"/>
              </a:spcBef>
              <a:buSzPct val="91000"/>
              <a:buFontTx/>
              <a:buNone/>
              <a:defRPr sz="1800" b="1" kern="1200">
                <a:solidFill>
                  <a:schemeClr val="accent2"/>
                </a:solidFill>
                <a:latin typeface="+mn-lt"/>
                <a:ea typeface="+mn-ea"/>
                <a:cs typeface="+mn-cs"/>
              </a:defRPr>
            </a:lvl7pPr>
            <a:lvl8pPr marL="0" indent="0" algn="l" defTabSz="914400" rtl="0" eaLnBrk="1" latinLnBrk="0" hangingPunct="1">
              <a:lnSpc>
                <a:spcPct val="99000"/>
              </a:lnSpc>
              <a:spcBef>
                <a:spcPts val="0"/>
              </a:spcBef>
              <a:buSzPct val="91000"/>
              <a:buFontTx/>
              <a:buNone/>
              <a:defRPr sz="1800" kern="1200">
                <a:solidFill>
                  <a:schemeClr val="accent2"/>
                </a:solidFill>
                <a:latin typeface="+mn-lt"/>
                <a:ea typeface="+mn-ea"/>
                <a:cs typeface="+mn-cs"/>
              </a:defRPr>
            </a:lvl8pPr>
            <a:lvl9pPr marL="0" indent="0" algn="l" defTabSz="914400" rtl="0" eaLnBrk="1" latinLnBrk="0" hangingPunct="1">
              <a:lnSpc>
                <a:spcPct val="99000"/>
              </a:lnSpc>
              <a:spcBef>
                <a:spcPts val="900"/>
              </a:spcBef>
              <a:buSzPct val="91000"/>
              <a:buFontTx/>
              <a:buNone/>
              <a:defRPr sz="1800" i="1" kern="1200">
                <a:solidFill>
                  <a:schemeClr val="accent2"/>
                </a:solidFill>
                <a:latin typeface="+mn-lt"/>
                <a:ea typeface="+mn-ea"/>
                <a:cs typeface="+mn-cs"/>
              </a:defRPr>
            </a:lvl9pPr>
          </a:lstStyle>
          <a:p>
            <a:pPr algn="ctr"/>
            <a:r>
              <a:rPr lang="en-US" sz="2000" dirty="0">
                <a:latin typeface="Montserrat" panose="00000500000000000000" pitchFamily="2" charset="0"/>
              </a:rPr>
              <a:t>1FS Chemical Risk Assessment Support</a:t>
            </a:r>
          </a:p>
          <a:p>
            <a:pPr algn="ctr"/>
            <a:endParaRPr lang="en-US" sz="3200" dirty="0">
              <a:latin typeface="Montserrat" panose="00000500000000000000" pitchFamily="2" charset="0"/>
            </a:endParaRPr>
          </a:p>
          <a:p>
            <a:pPr algn="ctr"/>
            <a:endParaRPr lang="en-US" sz="3200" dirty="0">
              <a:latin typeface="Montserrat" panose="00000500000000000000" pitchFamily="2" charset="0"/>
            </a:endParaRPr>
          </a:p>
          <a:p>
            <a:pPr algn="ctr"/>
            <a:endParaRPr lang="en-US" sz="3200" dirty="0">
              <a:latin typeface="Montserrat" panose="00000500000000000000" pitchFamily="2" charset="0"/>
            </a:endParaRPr>
          </a:p>
          <a:p>
            <a:pPr algn="ctr"/>
            <a:endParaRPr lang="en-US" sz="3200" dirty="0">
              <a:latin typeface="Montserrat" panose="00000500000000000000" pitchFamily="2" charset="0"/>
            </a:endParaRPr>
          </a:p>
          <a:p>
            <a:pPr algn="ctr"/>
            <a:endParaRPr lang="en-US" sz="3200" dirty="0">
              <a:latin typeface="Montserrat" panose="00000500000000000000" pitchFamily="2" charset="0"/>
            </a:endParaRPr>
          </a:p>
          <a:p>
            <a:pPr algn="ctr"/>
            <a:r>
              <a:rPr lang="en-US" u="sng" cap="none" dirty="0">
                <a:latin typeface="Montserrat" panose="00000500000000000000" pitchFamily="2" charset="0"/>
              </a:rPr>
              <a:t> </a:t>
            </a:r>
            <a:r>
              <a:rPr lang="en-US" cap="none" dirty="0">
                <a:latin typeface="Montserrat" panose="00000500000000000000" pitchFamily="2" charset="0"/>
              </a:rPr>
              <a:t> </a:t>
            </a:r>
          </a:p>
        </p:txBody>
      </p:sp>
      <p:sp>
        <p:nvSpPr>
          <p:cNvPr id="8" name="TextBox 7">
            <a:extLst>
              <a:ext uri="{FF2B5EF4-FFF2-40B4-BE49-F238E27FC236}">
                <a16:creationId xmlns:a16="http://schemas.microsoft.com/office/drawing/2014/main" id="{59A4C69E-3685-42AC-A0B0-0760C15847F3}"/>
              </a:ext>
            </a:extLst>
          </p:cNvPr>
          <p:cNvSpPr txBox="1"/>
          <p:nvPr/>
        </p:nvSpPr>
        <p:spPr>
          <a:xfrm>
            <a:off x="8501181" y="4794567"/>
            <a:ext cx="3690818" cy="369332"/>
          </a:xfrm>
          <a:prstGeom prst="rect">
            <a:avLst/>
          </a:prstGeom>
          <a:noFill/>
        </p:spPr>
        <p:txBody>
          <a:bodyPr wrap="square">
            <a:spAutoFit/>
          </a:bodyPr>
          <a:lstStyle/>
          <a:p>
            <a:pPr algn="ctr"/>
            <a:r>
              <a:rPr lang="en-US" sz="1800" u="sng" dirty="0">
                <a:latin typeface="Montserrat" panose="00000500000000000000" pitchFamily="2" charset="0"/>
                <a:hlinkClick r:id="rId2"/>
              </a:rPr>
              <a:t>ross.conway@ge.com</a:t>
            </a:r>
            <a:endParaRPr lang="en-US" sz="1800" u="sng" dirty="0">
              <a:latin typeface="Montserrat" panose="00000500000000000000" pitchFamily="2" charset="0"/>
            </a:endParaRPr>
          </a:p>
        </p:txBody>
      </p:sp>
    </p:spTree>
    <p:extLst>
      <p:ext uri="{BB962C8B-B14F-4D97-AF65-F5344CB8AC3E}">
        <p14:creationId xmlns:p14="http://schemas.microsoft.com/office/powerpoint/2010/main" val="882858727"/>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6">
            <a:extLst>
              <a:ext uri="{FF2B5EF4-FFF2-40B4-BE49-F238E27FC236}">
                <a16:creationId xmlns:a16="http://schemas.microsoft.com/office/drawing/2014/main" id="{1B7780CE-B3B8-4A82-A64F-0CF1F2F7D268}"/>
              </a:ext>
            </a:extLst>
          </p:cNvPr>
          <p:cNvSpPr txBox="1">
            <a:spLocks/>
          </p:cNvSpPr>
          <p:nvPr/>
        </p:nvSpPr>
        <p:spPr>
          <a:xfrm>
            <a:off x="7010400" y="2514600"/>
            <a:ext cx="5467032" cy="3429942"/>
          </a:xfrm>
          <a:prstGeom prst="rect">
            <a:avLst/>
          </a:prstGeom>
        </p:spPr>
        <p:txBody>
          <a:bodyPr vert="horz" lIns="91440" tIns="45720" rIns="91440" bIns="45720" rtlCol="0" anchor="b" anchorCtr="0">
            <a:normAutofit/>
          </a:bodyPr>
          <a:lstStyle>
            <a:lvl1pPr marL="0" indent="0" algn="l" defTabSz="914400" rtl="0" eaLnBrk="1" latinLnBrk="0" hangingPunct="1">
              <a:lnSpc>
                <a:spcPct val="90000"/>
              </a:lnSpc>
              <a:spcBef>
                <a:spcPts val="0"/>
              </a:spcBef>
              <a:spcAft>
                <a:spcPts val="300"/>
              </a:spcAft>
              <a:buClr>
                <a:schemeClr val="accent1"/>
              </a:buClr>
              <a:buFontTx/>
              <a:buNone/>
              <a:defRPr sz="1400" b="1" i="0" kern="1200" cap="all" baseline="0">
                <a:solidFill>
                  <a:schemeClr val="accent1"/>
                </a:solidFill>
                <a:latin typeface="Gotham Rounded" charset="0"/>
                <a:ea typeface="Gotham Rounded" charset="0"/>
                <a:cs typeface="Gotham Rounded" charset="0"/>
              </a:defRPr>
            </a:lvl1pPr>
            <a:lvl2pPr marL="155448" indent="0" algn="l" defTabSz="914400" rtl="0" eaLnBrk="1" latinLnBrk="0" hangingPunct="1">
              <a:lnSpc>
                <a:spcPct val="90000"/>
              </a:lnSpc>
              <a:spcBef>
                <a:spcPts val="0"/>
              </a:spcBef>
              <a:buClr>
                <a:schemeClr val="accent1"/>
              </a:buClr>
              <a:buFontTx/>
              <a:buNone/>
              <a:defRPr sz="1800" b="0" i="0" kern="1200">
                <a:solidFill>
                  <a:schemeClr val="tx1"/>
                </a:solidFill>
                <a:latin typeface="Gotham Rounded Book" charset="0"/>
                <a:ea typeface="Gotham Rounded Book" charset="0"/>
                <a:cs typeface="Gotham Rounded Book" charset="0"/>
              </a:defRPr>
            </a:lvl2pPr>
            <a:lvl3pPr marL="155448" indent="-155448" algn="l" defTabSz="914400" rtl="0" eaLnBrk="1" latinLnBrk="0" hangingPunct="1">
              <a:lnSpc>
                <a:spcPct val="90000"/>
              </a:lnSpc>
              <a:spcBef>
                <a:spcPts val="1100"/>
              </a:spcBef>
              <a:spcAft>
                <a:spcPts val="300"/>
              </a:spcAft>
              <a:buClr>
                <a:schemeClr val="accent1"/>
              </a:buClr>
              <a:buSzPct val="91000"/>
              <a:buFont typeface="Arial" charset="0"/>
              <a:buChar char="•"/>
              <a:defRPr lang="en-US" sz="1600" b="0" i="0" kern="1200" dirty="0">
                <a:solidFill>
                  <a:schemeClr val="tx1"/>
                </a:solidFill>
                <a:latin typeface="Gotham Rounded Book" charset="0"/>
                <a:ea typeface="Gotham Rounded Book" charset="0"/>
                <a:cs typeface="Gotham Rounded Book" charset="0"/>
              </a:defRPr>
            </a:lvl3pPr>
            <a:lvl4pPr marL="155448" indent="0" algn="l" defTabSz="914400" rtl="0" eaLnBrk="1" latinLnBrk="0" hangingPunct="1">
              <a:lnSpc>
                <a:spcPct val="90000"/>
              </a:lnSpc>
              <a:spcBef>
                <a:spcPts val="0"/>
              </a:spcBef>
              <a:buClr>
                <a:schemeClr val="accent1"/>
              </a:buClr>
              <a:buFontTx/>
              <a:buNone/>
              <a:defRPr sz="1400" b="0" i="0" kern="1200">
                <a:solidFill>
                  <a:schemeClr val="tx1"/>
                </a:solidFill>
                <a:latin typeface="Gotham Rounded Book" charset="0"/>
                <a:ea typeface="Gotham Rounded Book" charset="0"/>
                <a:cs typeface="Gotham Rounded Book" charset="0"/>
              </a:defRPr>
            </a:lvl4pPr>
            <a:lvl5pPr marL="155448" indent="-155448" algn="l" defTabSz="914400" rtl="0" eaLnBrk="1" latinLnBrk="0" hangingPunct="1">
              <a:lnSpc>
                <a:spcPct val="99000"/>
              </a:lnSpc>
              <a:spcBef>
                <a:spcPts val="900"/>
              </a:spcBef>
              <a:buClr>
                <a:schemeClr val="accent5"/>
              </a:buClr>
              <a:buSzPct val="91000"/>
              <a:buFont typeface="Arial" panose="020B0604020202020204" pitchFamily="34" charset="0"/>
              <a:buChar char="•"/>
              <a:defRPr sz="1800" kern="1200">
                <a:solidFill>
                  <a:schemeClr val="accent2"/>
                </a:solidFill>
                <a:latin typeface="+mn-lt"/>
                <a:ea typeface="+mn-ea"/>
                <a:cs typeface="+mn-cs"/>
              </a:defRPr>
            </a:lvl5pPr>
            <a:lvl6pPr marL="192024" indent="0" algn="l" defTabSz="914400" rtl="0" eaLnBrk="1" latinLnBrk="0" hangingPunct="1">
              <a:lnSpc>
                <a:spcPct val="99000"/>
              </a:lnSpc>
              <a:spcBef>
                <a:spcPts val="0"/>
              </a:spcBef>
              <a:buSzPct val="91000"/>
              <a:buFontTx/>
              <a:buNone/>
              <a:defRPr sz="1800" kern="1200">
                <a:solidFill>
                  <a:schemeClr val="accent2"/>
                </a:solidFill>
                <a:latin typeface="+mn-lt"/>
                <a:ea typeface="+mn-ea"/>
                <a:cs typeface="+mn-cs"/>
              </a:defRPr>
            </a:lvl6pPr>
            <a:lvl7pPr marL="0" indent="0" algn="l" defTabSz="914400" rtl="0" eaLnBrk="1" latinLnBrk="0" hangingPunct="1">
              <a:lnSpc>
                <a:spcPct val="99000"/>
              </a:lnSpc>
              <a:spcBef>
                <a:spcPts val="900"/>
              </a:spcBef>
              <a:buSzPct val="91000"/>
              <a:buFontTx/>
              <a:buNone/>
              <a:defRPr sz="1800" b="1" kern="1200">
                <a:solidFill>
                  <a:schemeClr val="accent2"/>
                </a:solidFill>
                <a:latin typeface="+mn-lt"/>
                <a:ea typeface="+mn-ea"/>
                <a:cs typeface="+mn-cs"/>
              </a:defRPr>
            </a:lvl7pPr>
            <a:lvl8pPr marL="0" indent="0" algn="l" defTabSz="914400" rtl="0" eaLnBrk="1" latinLnBrk="0" hangingPunct="1">
              <a:lnSpc>
                <a:spcPct val="99000"/>
              </a:lnSpc>
              <a:spcBef>
                <a:spcPts val="0"/>
              </a:spcBef>
              <a:buSzPct val="91000"/>
              <a:buFontTx/>
              <a:buNone/>
              <a:defRPr sz="1800" kern="1200">
                <a:solidFill>
                  <a:schemeClr val="accent2"/>
                </a:solidFill>
                <a:latin typeface="+mn-lt"/>
                <a:ea typeface="+mn-ea"/>
                <a:cs typeface="+mn-cs"/>
              </a:defRPr>
            </a:lvl8pPr>
            <a:lvl9pPr marL="0" indent="0" algn="l" defTabSz="914400" rtl="0" eaLnBrk="1" latinLnBrk="0" hangingPunct="1">
              <a:lnSpc>
                <a:spcPct val="99000"/>
              </a:lnSpc>
              <a:spcBef>
                <a:spcPts val="900"/>
              </a:spcBef>
              <a:buSzPct val="91000"/>
              <a:buFontTx/>
              <a:buNone/>
              <a:defRPr sz="1800" i="1" kern="1200">
                <a:solidFill>
                  <a:schemeClr val="accent2"/>
                </a:solidFill>
                <a:latin typeface="+mn-lt"/>
                <a:ea typeface="+mn-ea"/>
                <a:cs typeface="+mn-cs"/>
              </a:defRPr>
            </a:lvl9pPr>
          </a:lstStyle>
          <a:p>
            <a:pPr algn="ctr"/>
            <a:r>
              <a:rPr lang="en-US" sz="2400" dirty="0">
                <a:latin typeface="Montserrat" panose="00000500000000000000" pitchFamily="2" charset="0"/>
              </a:rPr>
              <a:t>FieldCore Chemical Risk Assessment Support</a:t>
            </a:r>
          </a:p>
          <a:p>
            <a:pPr algn="ctr"/>
            <a:endParaRPr lang="en-US" sz="3200" dirty="0">
              <a:latin typeface="Montserrat" panose="00000500000000000000" pitchFamily="2" charset="0"/>
            </a:endParaRPr>
          </a:p>
          <a:p>
            <a:pPr algn="ctr"/>
            <a:endParaRPr lang="en-US" sz="3200" dirty="0">
              <a:latin typeface="Montserrat" panose="00000500000000000000" pitchFamily="2" charset="0"/>
            </a:endParaRPr>
          </a:p>
          <a:p>
            <a:pPr algn="ctr"/>
            <a:endParaRPr lang="en-US" sz="3200" dirty="0">
              <a:latin typeface="Montserrat" panose="00000500000000000000" pitchFamily="2" charset="0"/>
            </a:endParaRPr>
          </a:p>
          <a:p>
            <a:pPr algn="ctr"/>
            <a:endParaRPr lang="en-US" sz="3200" dirty="0">
              <a:latin typeface="Montserrat" panose="00000500000000000000" pitchFamily="2" charset="0"/>
            </a:endParaRPr>
          </a:p>
          <a:p>
            <a:pPr algn="ctr"/>
            <a:endParaRPr lang="en-US" sz="3200" dirty="0">
              <a:latin typeface="Montserrat" panose="00000500000000000000" pitchFamily="2" charset="0"/>
            </a:endParaRPr>
          </a:p>
          <a:p>
            <a:pPr algn="ctr"/>
            <a:r>
              <a:rPr lang="en-US" u="sng" cap="none" dirty="0">
                <a:latin typeface="Montserrat" panose="00000500000000000000" pitchFamily="2" charset="0"/>
                <a:hlinkClick r:id="rId2"/>
              </a:rPr>
              <a:t>ross.conway@ge.com</a:t>
            </a:r>
            <a:r>
              <a:rPr lang="en-US" u="sng" cap="none" dirty="0">
                <a:latin typeface="Montserrat" panose="00000500000000000000" pitchFamily="2" charset="0"/>
              </a:rPr>
              <a:t> </a:t>
            </a:r>
            <a:r>
              <a:rPr lang="en-US" cap="none" dirty="0">
                <a:latin typeface="Montserrat" panose="00000500000000000000" pitchFamily="2" charset="0"/>
              </a:rPr>
              <a:t> </a:t>
            </a:r>
          </a:p>
        </p:txBody>
      </p:sp>
      <p:sp>
        <p:nvSpPr>
          <p:cNvPr id="2" name="Title 1"/>
          <p:cNvSpPr>
            <a:spLocks noGrp="1"/>
          </p:cNvSpPr>
          <p:nvPr>
            <p:ph type="title"/>
          </p:nvPr>
        </p:nvSpPr>
        <p:spPr>
          <a:xfrm>
            <a:off x="76200" y="130928"/>
            <a:ext cx="12039600" cy="694944"/>
          </a:xfrm>
          <a:solidFill>
            <a:srgbClr val="FD5000"/>
          </a:solidFill>
        </p:spPr>
        <p:txBody>
          <a:bodyPr/>
          <a:lstStyle/>
          <a:p>
            <a:r>
              <a:rPr lang="en-US" b="1" dirty="0">
                <a:latin typeface="Montserrat" panose="00000500000000000000" pitchFamily="2" charset="0"/>
              </a:rPr>
              <a:t>8. Adding/updating  a new or missing Chemical(s)</a:t>
            </a:r>
          </a:p>
        </p:txBody>
      </p:sp>
      <p:sp>
        <p:nvSpPr>
          <p:cNvPr id="7" name="Content Placeholder 6"/>
          <p:cNvSpPr>
            <a:spLocks noGrp="1"/>
          </p:cNvSpPr>
          <p:nvPr>
            <p:ph sz="quarter" idx="14"/>
          </p:nvPr>
        </p:nvSpPr>
        <p:spPr>
          <a:xfrm>
            <a:off x="381000" y="1143000"/>
            <a:ext cx="10972798" cy="469265"/>
          </a:xfrm>
        </p:spPr>
        <p:txBody>
          <a:bodyPr>
            <a:noAutofit/>
          </a:bodyPr>
          <a:lstStyle/>
          <a:p>
            <a:pPr marL="0" indent="0">
              <a:buNone/>
            </a:pPr>
            <a:r>
              <a:rPr lang="en-US" sz="2400" dirty="0">
                <a:solidFill>
                  <a:schemeClr val="accent1"/>
                </a:solidFill>
                <a:latin typeface="Montserrat" panose="00000500000000000000" pitchFamily="2" charset="0"/>
              </a:rPr>
              <a:t>1. </a:t>
            </a:r>
            <a:r>
              <a:rPr lang="en-US" sz="2400" dirty="0">
                <a:solidFill>
                  <a:schemeClr val="accent2"/>
                </a:solidFill>
                <a:latin typeface="Montserrat" panose="00000500000000000000" pitchFamily="2" charset="0"/>
              </a:rPr>
              <a:t>If new chemicals are needed on site, or the Sypol system is missing a </a:t>
            </a:r>
            <a:r>
              <a:rPr lang="en-US" sz="2400" dirty="0">
                <a:solidFill>
                  <a:schemeClr val="bg1"/>
                </a:solidFill>
                <a:latin typeface="Montserrat" panose="00000500000000000000" pitchFamily="2" charset="0"/>
              </a:rPr>
              <a:t>. </a:t>
            </a:r>
            <a:r>
              <a:rPr lang="en-US" sz="2400" dirty="0">
                <a:solidFill>
                  <a:schemeClr val="accent2"/>
                </a:solidFill>
                <a:latin typeface="Montserrat" panose="00000500000000000000" pitchFamily="2" charset="0"/>
              </a:rPr>
              <a:t>   CRA for a chemical .  Ensure you have an up-to-date PDF (digital)         </a:t>
            </a:r>
            <a:r>
              <a:rPr lang="en-US" sz="2400" dirty="0">
                <a:solidFill>
                  <a:schemeClr val="bg1"/>
                </a:solidFill>
                <a:latin typeface="Montserrat" panose="00000500000000000000" pitchFamily="2" charset="0"/>
              </a:rPr>
              <a:t>. </a:t>
            </a:r>
            <a:r>
              <a:rPr lang="en-US" sz="2400" dirty="0">
                <a:solidFill>
                  <a:schemeClr val="accent2"/>
                </a:solidFill>
                <a:latin typeface="Montserrat" panose="00000500000000000000" pitchFamily="2" charset="0"/>
              </a:rPr>
              <a:t>   version of the SDS</a:t>
            </a:r>
          </a:p>
        </p:txBody>
      </p:sp>
      <p:pic>
        <p:nvPicPr>
          <p:cNvPr id="6" name="Picture 5">
            <a:extLst>
              <a:ext uri="{FF2B5EF4-FFF2-40B4-BE49-F238E27FC236}">
                <a16:creationId xmlns:a16="http://schemas.microsoft.com/office/drawing/2014/main" id="{4C62E6D0-E3A9-4A28-A3A9-8A7B3E2A7ED3}"/>
              </a:ext>
            </a:extLst>
          </p:cNvPr>
          <p:cNvPicPr/>
          <p:nvPr/>
        </p:nvPicPr>
        <p:blipFill>
          <a:blip r:embed="rId3"/>
          <a:stretch>
            <a:fillRect/>
          </a:stretch>
        </p:blipFill>
        <p:spPr>
          <a:xfrm>
            <a:off x="1143005" y="2268528"/>
            <a:ext cx="5638795" cy="1649739"/>
          </a:xfrm>
          <a:prstGeom prst="rect">
            <a:avLst/>
          </a:prstGeom>
          <a:effectLst>
            <a:outerShdw blurRad="63500" sx="102000" sy="102000" algn="ctr" rotWithShape="0">
              <a:schemeClr val="accent1">
                <a:alpha val="40000"/>
              </a:schemeClr>
            </a:outerShdw>
          </a:effectLst>
        </p:spPr>
      </p:pic>
      <p:cxnSp>
        <p:nvCxnSpPr>
          <p:cNvPr id="8" name="Straight Arrow Connector 7">
            <a:extLst>
              <a:ext uri="{FF2B5EF4-FFF2-40B4-BE49-F238E27FC236}">
                <a16:creationId xmlns:a16="http://schemas.microsoft.com/office/drawing/2014/main" id="{4CDB6FB4-F1A5-4B1B-89C6-7D8C9765DDD0}"/>
              </a:ext>
            </a:extLst>
          </p:cNvPr>
          <p:cNvCxnSpPr>
            <a:cxnSpLocks/>
          </p:cNvCxnSpPr>
          <p:nvPr/>
        </p:nvCxnSpPr>
        <p:spPr>
          <a:xfrm>
            <a:off x="4114800" y="1905000"/>
            <a:ext cx="0" cy="228600"/>
          </a:xfrm>
          <a:prstGeom prst="straightConnector1">
            <a:avLst/>
          </a:prstGeom>
          <a:ln w="381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9" name="Picture 2">
            <a:extLst>
              <a:ext uri="{FF2B5EF4-FFF2-40B4-BE49-F238E27FC236}">
                <a16:creationId xmlns:a16="http://schemas.microsoft.com/office/drawing/2014/main" id="{538E14B2-72C8-4189-BBB9-9EDCDC257363}"/>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8628848" y="3429000"/>
            <a:ext cx="2244311" cy="2244311"/>
          </a:xfrm>
          <a:prstGeom prst="rect">
            <a:avLst/>
          </a:prstGeom>
          <a:solidFill>
            <a:srgbClr val="FFFFFF"/>
          </a:solidFill>
        </p:spPr>
      </p:pic>
      <p:sp>
        <p:nvSpPr>
          <p:cNvPr id="12" name="Content Placeholder 6">
            <a:extLst>
              <a:ext uri="{FF2B5EF4-FFF2-40B4-BE49-F238E27FC236}">
                <a16:creationId xmlns:a16="http://schemas.microsoft.com/office/drawing/2014/main" id="{D00C4162-AA1F-4F1B-827D-DDC66CA8FD45}"/>
              </a:ext>
            </a:extLst>
          </p:cNvPr>
          <p:cNvSpPr txBox="1">
            <a:spLocks/>
          </p:cNvSpPr>
          <p:nvPr/>
        </p:nvSpPr>
        <p:spPr>
          <a:xfrm>
            <a:off x="228600" y="4540874"/>
            <a:ext cx="6172199" cy="469265"/>
          </a:xfrm>
          <a:prstGeom prst="rect">
            <a:avLst/>
          </a:prstGeom>
        </p:spPr>
        <p:txBody>
          <a:bodyPr vert="horz" lIns="91440" tIns="45720" rIns="91440" bIns="45720" rtlCol="0">
            <a:noAutofit/>
          </a:bodyPr>
          <a:lstStyle>
            <a:lvl1pPr marL="155448" indent="-155448" algn="l" defTabSz="914400" rtl="0" eaLnBrk="1" latinLnBrk="0" hangingPunct="1">
              <a:lnSpc>
                <a:spcPct val="90000"/>
              </a:lnSpc>
              <a:spcBef>
                <a:spcPts val="800"/>
              </a:spcBef>
              <a:spcAft>
                <a:spcPts val="300"/>
              </a:spcAft>
              <a:buClr>
                <a:schemeClr val="accent1"/>
              </a:buClr>
              <a:buFont typeface="Arial" panose="020B0604020202020204" pitchFamily="34" charset="0"/>
              <a:buChar char="•"/>
              <a:defRPr sz="2000" b="0" i="0" kern="1200">
                <a:solidFill>
                  <a:schemeClr val="tx1"/>
                </a:solidFill>
                <a:latin typeface="Gotham Rounded Book" charset="0"/>
                <a:ea typeface="Gotham Rounded Book" charset="0"/>
                <a:cs typeface="Gotham Rounded Book" charset="0"/>
              </a:defRPr>
            </a:lvl1pPr>
            <a:lvl2pPr marL="155448" indent="0" algn="l" defTabSz="914400" rtl="0" eaLnBrk="1" latinLnBrk="0" hangingPunct="1">
              <a:lnSpc>
                <a:spcPct val="90000"/>
              </a:lnSpc>
              <a:spcBef>
                <a:spcPts val="0"/>
              </a:spcBef>
              <a:buClr>
                <a:schemeClr val="accent1"/>
              </a:buClr>
              <a:buFontTx/>
              <a:buNone/>
              <a:defRPr sz="1800" b="0" i="0" kern="1200">
                <a:solidFill>
                  <a:schemeClr val="tx1"/>
                </a:solidFill>
                <a:latin typeface="Gotham Rounded Book" charset="0"/>
                <a:ea typeface="Gotham Rounded Book" charset="0"/>
                <a:cs typeface="Gotham Rounded Book" charset="0"/>
              </a:defRPr>
            </a:lvl2pPr>
            <a:lvl3pPr marL="155448" indent="-155448" algn="l" defTabSz="914400" rtl="0" eaLnBrk="1" latinLnBrk="0" hangingPunct="1">
              <a:lnSpc>
                <a:spcPct val="90000"/>
              </a:lnSpc>
              <a:spcBef>
                <a:spcPts val="1700"/>
              </a:spcBef>
              <a:spcAft>
                <a:spcPts val="300"/>
              </a:spcAft>
              <a:buClr>
                <a:schemeClr val="accent1"/>
              </a:buClr>
              <a:buSzPct val="91000"/>
              <a:buFont typeface="Arial" charset="0"/>
              <a:buChar char="•"/>
              <a:defRPr lang="en-US" sz="1800" b="0" i="0" kern="1200">
                <a:solidFill>
                  <a:schemeClr val="tx1"/>
                </a:solidFill>
                <a:latin typeface="Gotham Rounded Book" charset="0"/>
                <a:ea typeface="Gotham Rounded Book" charset="0"/>
                <a:cs typeface="Gotham Rounded Book" charset="0"/>
              </a:defRPr>
            </a:lvl3pPr>
            <a:lvl4pPr marL="155448" indent="0" algn="l" defTabSz="914400" rtl="0" eaLnBrk="1" latinLnBrk="0" hangingPunct="1">
              <a:lnSpc>
                <a:spcPct val="90000"/>
              </a:lnSpc>
              <a:spcBef>
                <a:spcPts val="0"/>
              </a:spcBef>
              <a:buClr>
                <a:schemeClr val="accent1"/>
              </a:buClr>
              <a:buFontTx/>
              <a:buNone/>
              <a:defRPr sz="1600" b="0" i="0" kern="1200">
                <a:solidFill>
                  <a:schemeClr val="tx1"/>
                </a:solidFill>
                <a:latin typeface="Gotham Rounded Book" charset="0"/>
                <a:ea typeface="Gotham Rounded Book" charset="0"/>
                <a:cs typeface="Gotham Rounded Book" charset="0"/>
              </a:defRPr>
            </a:lvl4pPr>
            <a:lvl5pPr marL="155448" indent="-155448" algn="l" defTabSz="914400" rtl="0" eaLnBrk="1" latinLnBrk="0" hangingPunct="1">
              <a:lnSpc>
                <a:spcPct val="99000"/>
              </a:lnSpc>
              <a:spcBef>
                <a:spcPts val="1200"/>
              </a:spcBef>
              <a:buClr>
                <a:schemeClr val="accent1"/>
              </a:buClr>
              <a:buSzPct val="91000"/>
              <a:buFont typeface="Arial" panose="020B0604020202020204" pitchFamily="34" charset="0"/>
              <a:buChar char="•"/>
              <a:defRPr sz="1400" b="0" i="0" kern="1200">
                <a:solidFill>
                  <a:schemeClr val="tx1"/>
                </a:solidFill>
                <a:latin typeface="Gotham Rounded Book" charset="0"/>
                <a:ea typeface="Gotham Rounded Book" charset="0"/>
                <a:cs typeface="Gotham Rounded Book" charset="0"/>
              </a:defRPr>
            </a:lvl5pPr>
            <a:lvl6pPr marL="192024" indent="0" algn="l" defTabSz="914400" rtl="0" eaLnBrk="1" latinLnBrk="0" hangingPunct="1">
              <a:lnSpc>
                <a:spcPct val="99000"/>
              </a:lnSpc>
              <a:spcBef>
                <a:spcPts val="0"/>
              </a:spcBef>
              <a:buSzPct val="91000"/>
              <a:buFontTx/>
              <a:buNone/>
              <a:defRPr sz="1800" kern="1200">
                <a:solidFill>
                  <a:schemeClr val="accent2"/>
                </a:solidFill>
                <a:latin typeface="+mn-lt"/>
                <a:ea typeface="+mn-ea"/>
                <a:cs typeface="+mn-cs"/>
              </a:defRPr>
            </a:lvl6pPr>
            <a:lvl7pPr marL="0" indent="0" algn="l" defTabSz="914400" rtl="0" eaLnBrk="1" latinLnBrk="0" hangingPunct="1">
              <a:lnSpc>
                <a:spcPct val="99000"/>
              </a:lnSpc>
              <a:spcBef>
                <a:spcPts val="900"/>
              </a:spcBef>
              <a:buSzPct val="91000"/>
              <a:buFontTx/>
              <a:buNone/>
              <a:defRPr sz="1800" b="1" kern="1200">
                <a:solidFill>
                  <a:schemeClr val="accent2"/>
                </a:solidFill>
                <a:latin typeface="+mn-lt"/>
                <a:ea typeface="+mn-ea"/>
                <a:cs typeface="+mn-cs"/>
              </a:defRPr>
            </a:lvl7pPr>
            <a:lvl8pPr marL="0" indent="0" algn="l" defTabSz="914400" rtl="0" eaLnBrk="1" latinLnBrk="0" hangingPunct="1">
              <a:lnSpc>
                <a:spcPct val="99000"/>
              </a:lnSpc>
              <a:spcBef>
                <a:spcPts val="0"/>
              </a:spcBef>
              <a:buSzPct val="91000"/>
              <a:buFontTx/>
              <a:buNone/>
              <a:defRPr sz="1800" kern="1200">
                <a:solidFill>
                  <a:schemeClr val="accent2"/>
                </a:solidFill>
                <a:latin typeface="+mn-lt"/>
                <a:ea typeface="+mn-ea"/>
                <a:cs typeface="+mn-cs"/>
              </a:defRPr>
            </a:lvl8pPr>
            <a:lvl9pPr marL="0" indent="0" algn="l" defTabSz="914400" rtl="0" eaLnBrk="1" latinLnBrk="0" hangingPunct="1">
              <a:lnSpc>
                <a:spcPct val="99000"/>
              </a:lnSpc>
              <a:spcBef>
                <a:spcPts val="900"/>
              </a:spcBef>
              <a:buSzPct val="91000"/>
              <a:buFontTx/>
              <a:buNone/>
              <a:defRPr sz="1800" i="1" kern="1200">
                <a:solidFill>
                  <a:schemeClr val="accent2"/>
                </a:solidFill>
                <a:latin typeface="+mn-lt"/>
                <a:ea typeface="+mn-ea"/>
                <a:cs typeface="+mn-cs"/>
              </a:defRPr>
            </a:lvl9pPr>
          </a:lstStyle>
          <a:p>
            <a:pPr marL="0" indent="0" algn="ctr">
              <a:buFont typeface="Arial" panose="020B0604020202020204" pitchFamily="34" charset="0"/>
              <a:buNone/>
            </a:pPr>
            <a:r>
              <a:rPr lang="en-US" sz="2400" dirty="0">
                <a:solidFill>
                  <a:schemeClr val="accent1"/>
                </a:solidFill>
                <a:latin typeface="Montserrat" panose="00000500000000000000" pitchFamily="2" charset="0"/>
              </a:rPr>
              <a:t>2. </a:t>
            </a:r>
            <a:r>
              <a:rPr lang="en-US" sz="2400" dirty="0">
                <a:solidFill>
                  <a:schemeClr val="accent2"/>
                </a:solidFill>
                <a:latin typeface="Montserrat" panose="00000500000000000000" pitchFamily="2" charset="0"/>
              </a:rPr>
              <a:t>Email then FieldCore Support: and they will develop the CRA, </a:t>
            </a:r>
            <a:r>
              <a:rPr lang="en-US" sz="2400" i="1" dirty="0">
                <a:solidFill>
                  <a:schemeClr val="tx2"/>
                </a:solidFill>
                <a:latin typeface="Montserrat" panose="00000500000000000000" pitchFamily="2" charset="0"/>
              </a:rPr>
              <a:t>(if you need it translated into another language other than English let them know too)</a:t>
            </a:r>
          </a:p>
        </p:txBody>
      </p:sp>
      <p:cxnSp>
        <p:nvCxnSpPr>
          <p:cNvPr id="13" name="Straight Arrow Connector 12">
            <a:extLst>
              <a:ext uri="{FF2B5EF4-FFF2-40B4-BE49-F238E27FC236}">
                <a16:creationId xmlns:a16="http://schemas.microsoft.com/office/drawing/2014/main" id="{33E1D0C4-B59D-4139-82CE-6611B4EF7DF3}"/>
              </a:ext>
            </a:extLst>
          </p:cNvPr>
          <p:cNvCxnSpPr>
            <a:cxnSpLocks/>
          </p:cNvCxnSpPr>
          <p:nvPr/>
        </p:nvCxnSpPr>
        <p:spPr>
          <a:xfrm>
            <a:off x="4114800" y="4007003"/>
            <a:ext cx="0" cy="445135"/>
          </a:xfrm>
          <a:prstGeom prst="straightConnector1">
            <a:avLst/>
          </a:prstGeom>
          <a:ln w="381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2D80106-AC30-4D29-8630-7B71E7CDB635}"/>
              </a:ext>
            </a:extLst>
          </p:cNvPr>
          <p:cNvCxnSpPr>
            <a:cxnSpLocks/>
          </p:cNvCxnSpPr>
          <p:nvPr/>
        </p:nvCxnSpPr>
        <p:spPr>
          <a:xfrm>
            <a:off x="6400799" y="5334000"/>
            <a:ext cx="2228049" cy="381000"/>
          </a:xfrm>
          <a:prstGeom prst="straightConnector1">
            <a:avLst/>
          </a:prstGeom>
          <a:ln w="381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3787281"/>
      </p:ext>
    </p:extLst>
  </p:cSld>
  <p:clrMapOvr>
    <a:masterClrMapping/>
  </p:clrMapOvr>
  <p:transition spd="slow">
    <p:push dir="u"/>
  </p:transition>
</p:sld>
</file>

<file path=ppt/theme/theme1.xml><?xml version="1.0" encoding="utf-8"?>
<a:theme xmlns:a="http://schemas.openxmlformats.org/drawingml/2006/main" name="FieldCore_2017">
  <a:themeElements>
    <a:clrScheme name="GE_FieldCore_2017">
      <a:dk1>
        <a:srgbClr val="63666A"/>
      </a:dk1>
      <a:lt1>
        <a:srgbClr val="FFFFFF"/>
      </a:lt1>
      <a:dk2>
        <a:srgbClr val="B1B3B3"/>
      </a:dk2>
      <a:lt2>
        <a:srgbClr val="F0F0F0"/>
      </a:lt2>
      <a:accent1>
        <a:srgbClr val="FE5000"/>
      </a:accent1>
      <a:accent2>
        <a:srgbClr val="090936"/>
      </a:accent2>
      <a:accent3>
        <a:srgbClr val="3EAE2A"/>
      </a:accent3>
      <a:accent4>
        <a:srgbClr val="636669"/>
      </a:accent4>
      <a:accent5>
        <a:srgbClr val="00B5E2"/>
      </a:accent5>
      <a:accent6>
        <a:srgbClr val="005EB8"/>
      </a:accent6>
      <a:hlink>
        <a:srgbClr val="005CB9"/>
      </a:hlink>
      <a:folHlink>
        <a:srgbClr val="00B5E2"/>
      </a:folHlink>
    </a:clrScheme>
    <a:fontScheme name="GE">
      <a:majorFont>
        <a:latin typeface="GE Inspira Sans"/>
        <a:ea typeface=""/>
        <a:cs typeface=""/>
      </a:majorFont>
      <a:minorFont>
        <a:latin typeface="GE Inspira Sans"/>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66ED2"/>
        </a:solidFill>
      </a:spPr>
      <a:bodyPr wrap="square" rtlCol="0" anchor="ctr">
        <a:noAutofit/>
      </a:bodyPr>
      <a:lstStyle>
        <a:defPPr algn="ctr">
          <a:defRPr dirty="0" smtClean="0">
            <a:solidFill>
              <a:schemeClr val="bg1"/>
            </a:solidFill>
            <a:ea typeface="Arial" charset="0"/>
          </a:defRPr>
        </a:defPPr>
      </a:lstStyle>
    </a:spDef>
    <a:txDef>
      <a:spPr>
        <a:noFill/>
      </a:spPr>
      <a:bodyPr wrap="square" lIns="0" tIns="0" rIns="0" bIns="0" rtlCol="0">
        <a:spAutoFit/>
      </a:bodyPr>
      <a:lstStyle>
        <a:defPPr>
          <a:defRPr dirty="0" smtClean="0">
            <a:solidFill>
              <a:schemeClr val="accent2"/>
            </a:solidFill>
          </a:defRPr>
        </a:defPPr>
      </a:lstStyle>
    </a:txDef>
  </a:objectDefaults>
  <a:extraClrSchemeLst/>
  <a:extLst>
    <a:ext uri="{05A4C25C-085E-4340-85A3-A5531E510DB2}">
      <thm15:themeFamily xmlns:thm15="http://schemas.microsoft.com/office/thememl/2012/main" name="FieldCore_HD_TemplateMaster 2018 - Low" id="{3CBF5138-CB5D-4752-8C92-825969AFFC91}" vid="{5F96D164-55A9-49A5-9803-D762242DFAD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ABA2F64D6E2C740A2EFD32F6136F44B" ma:contentTypeVersion="31" ma:contentTypeDescription="Create a new document." ma:contentTypeScope="" ma:versionID="f6d5169442be2795745eeba6edf0f975">
  <xsd:schema xmlns:xsd="http://www.w3.org/2001/XMLSchema" xmlns:xs="http://www.w3.org/2001/XMLSchema" xmlns:p="http://schemas.microsoft.com/office/2006/metadata/properties" xmlns:ns2="25586fb6-ed09-4f2d-8ea7-eda1a9fd2320" xmlns:ns3="cc7fbaa3-8214-4644-99f1-d2e5a6ae9914" xmlns:ns4="f0c7a816-7a7e-42fb-b4dd-eafc20cb049d" targetNamespace="http://schemas.microsoft.com/office/2006/metadata/properties" ma:root="true" ma:fieldsID="1d6046f623722b44c576f527ef753e5d" ns2:_="" ns3:_="" ns4:_="">
    <xsd:import namespace="25586fb6-ed09-4f2d-8ea7-eda1a9fd2320"/>
    <xsd:import namespace="cc7fbaa3-8214-4644-99f1-d2e5a6ae9914"/>
    <xsd:import namespace="f0c7a816-7a7e-42fb-b4dd-eafc20cb049d"/>
    <xsd:element name="properties">
      <xsd:complexType>
        <xsd:sequence>
          <xsd:element name="documentManagement">
            <xsd:complexType>
              <xsd:all>
                <xsd:element ref="ns2:Process_x0020_Owmer"/>
                <xsd:element ref="ns2:Functional_x0020_Owner"/>
                <xsd:element ref="ns3:LastReviewDate" minOccurs="0"/>
                <xsd:element ref="ns2:Nomenclature" minOccurs="0"/>
                <xsd:element ref="ns3:RevisionNumber" minOccurs="0"/>
                <xsd:element ref="ns2:MediaServiceMetadata" minOccurs="0"/>
                <xsd:element ref="ns2:MediaServiceFastMetadata" minOccurs="0"/>
                <xsd:element ref="ns3:MediaServiceAutoKeyPoints" minOccurs="0"/>
                <xsd:element ref="ns3:MediaServiceKeyPoints" minOccurs="0"/>
                <xsd:element ref="ns4:SharedWithUsers" minOccurs="0"/>
                <xsd:element ref="ns4:SharedWithDetails" minOccurs="0"/>
                <xsd:element ref="ns3:MediaServiceDateTaken" minOccurs="0"/>
                <xsd:element ref="ns3:MediaLengthInSeconds"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586fb6-ed09-4f2d-8ea7-eda1a9fd2320" elementFormDefault="qualified">
    <xsd:import namespace="http://schemas.microsoft.com/office/2006/documentManagement/types"/>
    <xsd:import namespace="http://schemas.microsoft.com/office/infopath/2007/PartnerControls"/>
    <xsd:element name="Process_x0020_Owmer" ma:index="1" ma:displayName="Have a question? Email the Process Owner" ma:description="Discuss Audit Findings and QWI Updates with the Responsible Person" ma:list="UserInfo" ma:SharePointGroup="0" ma:internalName="Process_x0020_Owmer" ma:readOnly="false" ma:showField="NameWithPictureAndDetails">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Functional_x0020_Owner" ma:index="2" ma:displayName="Function" ma:default="Management Processes - Leadership and Commitment" ma:description="Management Processes - Leadership and Commitment" ma:format="Dropdown" ma:internalName="Functional_x0020_Owner" ma:readOnly="false">
      <xsd:simpleType>
        <xsd:restriction base="dms:Text">
          <xsd:maxLength value="255"/>
        </xsd:restriction>
      </xsd:simpleType>
    </xsd:element>
    <xsd:element name="Nomenclature" ma:index="4" nillable="true" ma:displayName="Document Number" ma:format="Dropdown" ma:internalName="Nomenclature" ma:readOnly="false">
      <xsd:simpleType>
        <xsd:restriction base="dms:Text">
          <xsd:maxLength value="255"/>
        </xsd:restriction>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c7fbaa3-8214-4644-99f1-d2e5a6ae9914" elementFormDefault="qualified">
    <xsd:import namespace="http://schemas.microsoft.com/office/2006/documentManagement/types"/>
    <xsd:import namespace="http://schemas.microsoft.com/office/infopath/2007/PartnerControls"/>
    <xsd:element name="LastReviewDate" ma:index="3" nillable="true" ma:displayName="Last Review Date" ma:description="The date the procedure was last reviewed or revised" ma:format="DateOnly" ma:internalName="LastReviewDate" ma:readOnly="false">
      <xsd:simpleType>
        <xsd:restriction base="dms:DateTime"/>
      </xsd:simpleType>
    </xsd:element>
    <xsd:element name="RevisionNumber" ma:index="5" nillable="true" ma:displayName="Revision Number" ma:decimals="1" ma:description="The current revision published" ma:format="Dropdown" ma:internalName="RevisionNumber" ma:readOnly="false" ma:percentage="FALSE">
      <xsd:simpleType>
        <xsd:restriction base="dms:Number"/>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hidden="true" ma:internalName="MediaServiceKeyPoints" ma:readOnly="true">
      <xsd:simpleType>
        <xsd:restriction base="dms:Note"/>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0c7a816-7a7e-42fb-b4dd-eafc20cb049d" elementFormDefault="qualified">
    <xsd:import namespace="http://schemas.microsoft.com/office/2006/documentManagement/types"/>
    <xsd:import namespace="http://schemas.microsoft.com/office/infopath/2007/PartnerControls"/>
    <xsd:element name="SharedWithUsers" ma:index="15"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hidden="true" ma:internalName="SharedWithDetail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displayName="QMS Lev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rocess_x0020_Owmer xmlns="25586fb6-ed09-4f2d-8ea7-eda1a9fd2320">
      <UserInfo>
        <DisplayName>Bluhm, Joyce (FieldCore)</DisplayName>
        <AccountId>72</AccountId>
        <AccountType/>
      </UserInfo>
    </Process_x0020_Owmer>
    <Functional_x0020_Owner xmlns="25586fb6-ed09-4f2d-8ea7-eda1a9fd2320">Management Processes - Leadership and Commitment</Functional_x0020_Owner>
    <Nomenclature xmlns="25586fb6-ed09-4f2d-8ea7-eda1a9fd2320">UserGuide</Nomenclature>
    <LastReviewDate xmlns="cc7fbaa3-8214-4644-99f1-d2e5a6ae9914" xsi:nil="true"/>
    <RevisionNumber xmlns="cc7fbaa3-8214-4644-99f1-d2e5a6ae9914" xsi:nil="true"/>
  </documentManagement>
</p:properties>
</file>

<file path=customXml/itemProps1.xml><?xml version="1.0" encoding="utf-8"?>
<ds:datastoreItem xmlns:ds="http://schemas.openxmlformats.org/officeDocument/2006/customXml" ds:itemID="{0196FB9E-A3BC-442C-BD85-7109EF3001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5586fb6-ed09-4f2d-8ea7-eda1a9fd2320"/>
    <ds:schemaRef ds:uri="cc7fbaa3-8214-4644-99f1-d2e5a6ae9914"/>
    <ds:schemaRef ds:uri="f0c7a816-7a7e-42fb-b4dd-eafc20cb049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14658E6-9ED7-4B57-9A6F-B22B5E9A3879}">
  <ds:schemaRefs>
    <ds:schemaRef ds:uri="http://schemas.microsoft.com/sharepoint/v3/contenttype/forms"/>
  </ds:schemaRefs>
</ds:datastoreItem>
</file>

<file path=customXml/itemProps3.xml><?xml version="1.0" encoding="utf-8"?>
<ds:datastoreItem xmlns:ds="http://schemas.openxmlformats.org/officeDocument/2006/customXml" ds:itemID="{DA5ACA72-D871-42D4-9AD4-4A89E42887B9}">
  <ds:schemaRefs>
    <ds:schemaRef ds:uri="http://purl.org/dc/elements/1.1/"/>
    <ds:schemaRef ds:uri="f0c7a816-7a7e-42fb-b4dd-eafc20cb049d"/>
    <ds:schemaRef ds:uri="http://www.w3.org/XML/1998/namespace"/>
    <ds:schemaRef ds:uri="cc7fbaa3-8214-4644-99f1-d2e5a6ae9914"/>
    <ds:schemaRef ds:uri="http://purl.org/dc/terms/"/>
    <ds:schemaRef ds:uri="http://schemas.openxmlformats.org/package/2006/metadata/core-properties"/>
    <ds:schemaRef ds:uri="http://schemas.microsoft.com/office/2006/documentManagement/types"/>
    <ds:schemaRef ds:uri="25586fb6-ed09-4f2d-8ea7-eda1a9fd2320"/>
    <ds:schemaRef ds:uri="http://schemas.microsoft.com/office/infopath/2007/PartnerControls"/>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773</TotalTime>
  <Words>1406</Words>
  <Application>Microsoft Office PowerPoint</Application>
  <PresentationFormat>Widescreen</PresentationFormat>
  <Paragraphs>138</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Arial Nova Light</vt:lpstr>
      <vt:lpstr>Calibri</vt:lpstr>
      <vt:lpstr>Gotham Rounded</vt:lpstr>
      <vt:lpstr>Gotham Rounded Book</vt:lpstr>
      <vt:lpstr>Montserrat</vt:lpstr>
      <vt:lpstr>FieldCore_2017</vt:lpstr>
      <vt:lpstr>MANAGING EXPOSURE:  CHEMICAL RISK ASSESSMENT  TOOL </vt:lpstr>
      <vt:lpstr>1: User Guide: Contents</vt:lpstr>
      <vt:lpstr>PowerPoint Presentation</vt:lpstr>
      <vt:lpstr>Chemical Risk Assessment – Managing  exposure using the Sypol Alcumus System</vt:lpstr>
      <vt:lpstr>PowerPoint Presentation</vt:lpstr>
      <vt:lpstr>3: How to LOGIN to system</vt:lpstr>
      <vt:lpstr>3: How to LOGIN to system</vt:lpstr>
      <vt:lpstr>4. How to: Locate Assessment(s)</vt:lpstr>
      <vt:lpstr>4. How to: Locate Assessment(s) cont…</vt:lpstr>
      <vt:lpstr>4. How to: Locate Assessment(s) cont…</vt:lpstr>
      <vt:lpstr>4. How To: Print Assessment(s)</vt:lpstr>
      <vt:lpstr>5. How to: Print Assessment(s) cont…</vt:lpstr>
      <vt:lpstr>6. How to quickly: Print a SDS (Only)</vt:lpstr>
      <vt:lpstr>7. How to get an CRA &amp; SDS in other language(s) (i.e. translated)</vt:lpstr>
      <vt:lpstr>8. Adding/updating  a new or missing Chemical(s)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MANAGING EXPOSURE:  CHEMICAL RISK ASSESSMENT  TOOL </dc:title>
  <dc:creator>Conway, Ross (FieldCore)</dc:creator>
  <cp:lastModifiedBy>Conway, Ross (GE Vernova)</cp:lastModifiedBy>
  <cp:revision>24</cp:revision>
  <dcterms:created xsi:type="dcterms:W3CDTF">2020-09-21T22:34:06Z</dcterms:created>
  <dcterms:modified xsi:type="dcterms:W3CDTF">2026-03-20T10:11:34Z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0x010100AABA2F64D6E2C740A2EFD32F6136F44B</vt:lpwstr>
  </property>
</Properties>
</file>