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75" r:id="rId5"/>
    <p:sldId id="2147472060" r:id="rId6"/>
    <p:sldId id="2147472054" r:id="rId7"/>
    <p:sldId id="2147472055" r:id="rId8"/>
    <p:sldId id="2147472061" r:id="rId9"/>
    <p:sldId id="2147472056" r:id="rId10"/>
    <p:sldId id="2147472057" r:id="rId11"/>
    <p:sldId id="2147472058" r:id="rId12"/>
    <p:sldId id="2147472059" r:id="rId13"/>
    <p:sldId id="2147472062" r:id="rId14"/>
    <p:sldId id="287" r:id="rId15"/>
  </p:sldIdLst>
  <p:sldSz cx="12192000" cy="6858000"/>
  <p:notesSz cx="6858000" cy="9144000"/>
  <p:embeddedFontLst>
    <p:embeddedFont>
      <p:font typeface="Inter" panose="020B0502030000000004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Sons Condensed Extrabold" panose="02060906060206060203" pitchFamily="18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6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9297"/>
    <a:srgbClr val="C7DBDB"/>
    <a:srgbClr val="96BDBD"/>
    <a:srgbClr val="458A8A"/>
    <a:srgbClr val="212121"/>
    <a:srgbClr val="58984B"/>
    <a:srgbClr val="BFA682"/>
    <a:srgbClr val="8F7D62"/>
    <a:srgbClr val="438989"/>
    <a:srgbClr val="97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859" autoAdjust="0"/>
  </p:normalViewPr>
  <p:slideViewPr>
    <p:cSldViewPr snapToGrid="0" snapToObjects="1" showGuides="1">
      <p:cViewPr varScale="1">
        <p:scale>
          <a:sx n="81" d="100"/>
          <a:sy n="81" d="100"/>
        </p:scale>
        <p:origin x="102" y="522"/>
      </p:cViewPr>
      <p:guideLst>
        <p:guide orient="horz" pos="2256"/>
        <p:guide pos="36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-13682"/>
    </p:cViewPr>
  </p:sorterViewPr>
  <p:notesViewPr>
    <p:cSldViewPr snapToGrid="0" snapToObjects="1" showGuides="1">
      <p:cViewPr varScale="1">
        <p:scale>
          <a:sx n="76" d="100"/>
          <a:sy n="76" d="100"/>
        </p:scale>
        <p:origin x="3312" y="19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BFB6B6-4E7A-A445-A373-70EB82AD09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532A8-4888-A64E-B2D1-7642670E08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45F3F-4280-4241-A55C-C635F11CFA20}" type="datetimeFigureOut">
              <a:rPr lang="en-US">
                <a:latin typeface="Inter" panose="02000503000000020004" pitchFamily="2" charset="0"/>
                <a:cs typeface="Arial" panose="020B0604020202020204" pitchFamily="34" charset="0"/>
              </a:rPr>
              <a:t>4/28/2026</a:t>
            </a:fld>
            <a:endParaRPr lang="en-US" dirty="0">
              <a:latin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E0019-9C88-8740-9DC7-43CA22CB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A7054-C658-7843-B285-432D0AAA0C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7917D-67DC-8946-9800-8E4AAAAFFC67}" type="slidenum">
              <a:rPr lang="en-US">
                <a:latin typeface="Inter" panose="02000503000000020004" pitchFamily="2" charset="0"/>
                <a:cs typeface="Arial" panose="020B0604020202020204" pitchFamily="34" charset="0"/>
              </a:rPr>
              <a:t>‹#›</a:t>
            </a:fld>
            <a:endParaRPr lang="en-US" dirty="0">
              <a:latin typeface="Inter" panose="0200050300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615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Inter" panose="02000503000000020004" pitchFamily="2" charset="0"/>
              </a:defRPr>
            </a:lvl1pPr>
          </a:lstStyle>
          <a:p>
            <a:fld id="{FAC1BD85-E95E-8D4A-AD03-7D116C880F45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Inter" panose="02000503000000020004" pitchFamily="2" charset="0"/>
              </a:defRPr>
            </a:lvl1pPr>
          </a:lstStyle>
          <a:p>
            <a:fld id="{F4BFF387-9D57-4C4A-857D-AC65074070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51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1pPr>
    <a:lvl2pPr marL="137160" indent="-137160" algn="l" defTabSz="914400" rtl="0" eaLnBrk="1" latinLnBrk="0" hangingPunct="1">
      <a:buFont typeface="Arial"/>
      <a:buChar char="–"/>
      <a:tabLst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2pPr>
    <a:lvl3pPr marL="274320" indent="-137160" algn="l" defTabSz="914400" rtl="0" eaLnBrk="1" latinLnBrk="0" hangingPunct="1">
      <a:buFont typeface="Arial"/>
      <a:buChar char="–"/>
      <a:tabLst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3pPr>
    <a:lvl4pPr marL="411480" indent="-137160" algn="l" defTabSz="914400" rtl="0" eaLnBrk="1" latinLnBrk="0" hangingPunct="1">
      <a:buFont typeface="Arial"/>
      <a:buChar char="–"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4pPr>
    <a:lvl5pPr marL="548640" indent="-137160" algn="l" defTabSz="914400" rtl="0" eaLnBrk="1" latinLnBrk="0" hangingPunct="1">
      <a:buFont typeface="Arial"/>
      <a:buChar char="–"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D752991F-DE20-9C56-71CE-00C693FCE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025" y="272267"/>
            <a:ext cx="2606040" cy="81406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6492875"/>
            <a:ext cx="55063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9100" y="2378075"/>
            <a:ext cx="10706100" cy="1965325"/>
          </a:xfrm>
        </p:spPr>
        <p:txBody>
          <a:bodyPr anchor="t" anchorCtr="0"/>
          <a:lstStyle>
            <a:lvl1pPr algn="l">
              <a:lnSpc>
                <a:spcPts val="6500"/>
              </a:lnSpc>
              <a:defRPr sz="7200" cap="all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10412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3" orient="horz" pos="27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71" y="6492875"/>
            <a:ext cx="5397112" cy="365125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6771" y="2481592"/>
            <a:ext cx="10706100" cy="1861808"/>
          </a:xfrm>
        </p:spPr>
        <p:txBody>
          <a:bodyPr anchor="t" anchorCtr="0"/>
          <a:lstStyle>
            <a:lvl1pPr algn="l">
              <a:lnSpc>
                <a:spcPts val="6500"/>
              </a:lnSpc>
              <a:defRPr sz="7200" cap="all" baseline="0">
                <a:solidFill>
                  <a:schemeClr val="tx1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771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404FB6B5-AF11-DEA2-266C-D4A71FA4E0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025" y="272267"/>
            <a:ext cx="2606040" cy="81406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EC064B-505B-2B8A-CC1B-FFEE37B6694E}"/>
              </a:ext>
            </a:extLst>
          </p:cNvPr>
          <p:cNvCxnSpPr>
            <a:cxnSpLocks/>
          </p:cNvCxnSpPr>
          <p:nvPr userDrawn="1"/>
        </p:nvCxnSpPr>
        <p:spPr>
          <a:xfrm>
            <a:off x="444366" y="2444249"/>
            <a:ext cx="0" cy="4479925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190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 Light Photo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D9E1DC37-7617-9EED-CD74-B8909A49A5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519" y="272267"/>
            <a:ext cx="2606040" cy="81406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6492875"/>
            <a:ext cx="5431618" cy="365125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9100" y="2378075"/>
            <a:ext cx="10706100" cy="1965325"/>
          </a:xfrm>
        </p:spPr>
        <p:txBody>
          <a:bodyPr anchor="t" anchorCtr="0"/>
          <a:lstStyle>
            <a:lvl1pPr algn="l">
              <a:lnSpc>
                <a:spcPts val="6500"/>
              </a:lnSpc>
              <a:defRPr sz="7200" cap="all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rgbClr val="21212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496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3" orient="horz" pos="27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Dark Photo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6492875"/>
            <a:ext cx="534535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9100" y="2378075"/>
            <a:ext cx="10706100" cy="1965325"/>
          </a:xfrm>
        </p:spPr>
        <p:txBody>
          <a:bodyPr anchor="t" anchorCtr="0"/>
          <a:lstStyle>
            <a:lvl1pPr algn="l">
              <a:lnSpc>
                <a:spcPts val="6500"/>
              </a:lnSpc>
              <a:defRPr sz="7200" cap="all" baseline="0">
                <a:solidFill>
                  <a:schemeClr val="tx1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D57314C-3D95-C279-F04B-2D532302ED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9641" y="272267"/>
            <a:ext cx="2606040" cy="81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6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3" orient="horz" pos="273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eading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ABF6-8160-8240-8064-B96381D0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78915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81922-7652-D74D-9BCA-4EBCFEFB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A052B-6959-D543-893E-8089B7EF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27CC28C8-137F-49C5-0CB3-B14B3F589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6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419101"/>
            <a:ext cx="9622047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285750" indent="-285750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 marL="517525" indent="-228600">
              <a:defRPr>
                <a:solidFill>
                  <a:srgbClr val="212121"/>
                </a:solidFill>
              </a:defRPr>
            </a:lvl3pPr>
            <a:lvl4pPr marL="685800" indent="-228600">
              <a:defRPr>
                <a:solidFill>
                  <a:srgbClr val="212121"/>
                </a:solidFill>
              </a:defRPr>
            </a:lvl4pPr>
            <a:lvl5pPr marL="914400" indent="-228600"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0C80CBD-F9C2-7B04-2F2E-A2E50A534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35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87542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B168A5-C2D7-FC4B-8832-1F289E900E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100" y="889824"/>
            <a:ext cx="11353800" cy="513526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0"/>
            <a:ext cx="11353800" cy="4114800"/>
          </a:xfrm>
        </p:spPr>
        <p:txBody>
          <a:bodyPr/>
          <a:lstStyle>
            <a:lvl1pPr>
              <a:defRPr b="0"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68E85E5-0FFC-6287-3929-5E229826C1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126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69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04794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5394960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1403349"/>
            <a:ext cx="5394960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B906FF28-9E6E-FCE7-887B-D290AB8F5D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42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8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87542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D6DDDB0A-C694-6D4F-95F6-714A8D0B4F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9099" y="1403350"/>
            <a:ext cx="5394960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926142-7B75-6D42-854B-61C11884F2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1403350"/>
            <a:ext cx="5394960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1"/>
            <a:ext cx="5394960" cy="411480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2095501"/>
            <a:ext cx="5394960" cy="4114799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F437117-8BD0-3579-70B3-FCB0F41D60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02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Asymetr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87542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1450" indent="-171450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4404" y="1403351"/>
            <a:ext cx="7290905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1450" indent="-171450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F4792C0-9FE2-4931-3650-4B59AD3104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46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Asymetrical -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6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4404" y="1403351"/>
            <a:ext cx="7290905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408C86-D3E9-F3C1-4977-859065B75513}"/>
              </a:ext>
            </a:extLst>
          </p:cNvPr>
          <p:cNvCxnSpPr>
            <a:cxnSpLocks/>
          </p:cNvCxnSpPr>
          <p:nvPr userDrawn="1"/>
        </p:nvCxnSpPr>
        <p:spPr>
          <a:xfrm>
            <a:off x="4062828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56ABEBD3-24BE-15F7-DEF9-9F5230BECA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8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symmetr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44409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7292975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0"/>
            <a:ext cx="3502152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E22151AB-5731-BAC5-7B55-0CB75965C4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89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Asymmetrical 2 -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6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7292975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0"/>
            <a:ext cx="3502152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C79C54-276E-80B9-1B8A-4B6BBAC71B29}"/>
              </a:ext>
            </a:extLst>
          </p:cNvPr>
          <p:cNvCxnSpPr>
            <a:cxnSpLocks/>
          </p:cNvCxnSpPr>
          <p:nvPr userDrawn="1"/>
        </p:nvCxnSpPr>
        <p:spPr>
          <a:xfrm>
            <a:off x="7850890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BBA13F7-1863-C7F2-A83F-768EA305A3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60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3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78915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4404" y="1403351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1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04E15B6-0BA0-84E6-A568-FC29C85E6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73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-Column - 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13418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4404" y="1403351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1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408C86-D3E9-F3C1-4977-859065B75513}"/>
              </a:ext>
            </a:extLst>
          </p:cNvPr>
          <p:cNvCxnSpPr>
            <a:cxnSpLocks/>
          </p:cNvCxnSpPr>
          <p:nvPr userDrawn="1"/>
        </p:nvCxnSpPr>
        <p:spPr>
          <a:xfrm>
            <a:off x="4062828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DC5277-B38B-BFA5-234F-37E859463D25}"/>
              </a:ext>
            </a:extLst>
          </p:cNvPr>
          <p:cNvCxnSpPr>
            <a:cxnSpLocks/>
          </p:cNvCxnSpPr>
          <p:nvPr userDrawn="1"/>
        </p:nvCxnSpPr>
        <p:spPr>
          <a:xfrm>
            <a:off x="7848132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6F06206D-1B55-79AD-7D01-D0EB3C4108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05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 userDrawn="1">
          <p15:clr>
            <a:srgbClr val="FBAE40"/>
          </p15:clr>
        </p15:guide>
        <p15:guide id="2" pos="503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8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57549" y="1403349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40F60-BBD9-9E4F-84D2-0B668EDB169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5999" y="1403350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A94E17-ACE2-234E-94FB-6DBEE6BAF77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934450" y="1403350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CB7DF46-A9CC-4BD9-D472-6BF977C642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42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56">
          <p15:clr>
            <a:srgbClr val="FBAE40"/>
          </p15:clr>
        </p15:guide>
        <p15:guide id="2" pos="5628">
          <p15:clr>
            <a:srgbClr val="FBAE40"/>
          </p15:clr>
        </p15:guide>
        <p15:guide id="3" pos="3840">
          <p15:clr>
            <a:srgbClr val="FBAE40"/>
          </p15:clr>
        </p15:guide>
        <p15:guide id="4" orient="horz" pos="8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 Column - 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87540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57549" y="1403349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40F60-BBD9-9E4F-84D2-0B668EDB169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5999" y="1403350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A94E17-ACE2-234E-94FB-6DBEE6BAF77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934450" y="1403350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E6CAA3-D2BE-B7A9-9C26-22C4F1F5EDDD}"/>
              </a:ext>
            </a:extLst>
          </p:cNvPr>
          <p:cNvCxnSpPr>
            <a:cxnSpLocks/>
          </p:cNvCxnSpPr>
          <p:nvPr userDrawn="1"/>
        </p:nvCxnSpPr>
        <p:spPr>
          <a:xfrm>
            <a:off x="3123056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865847-B1DD-F900-9C6C-8E3E630784E8}"/>
              </a:ext>
            </a:extLst>
          </p:cNvPr>
          <p:cNvCxnSpPr>
            <a:cxnSpLocks/>
          </p:cNvCxnSpPr>
          <p:nvPr userDrawn="1"/>
        </p:nvCxnSpPr>
        <p:spPr>
          <a:xfrm>
            <a:off x="5961506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BCFFAC-C9D0-7B24-E424-D791DC86FA9A}"/>
              </a:ext>
            </a:extLst>
          </p:cNvPr>
          <p:cNvCxnSpPr>
            <a:cxnSpLocks/>
          </p:cNvCxnSpPr>
          <p:nvPr userDrawn="1"/>
        </p:nvCxnSpPr>
        <p:spPr>
          <a:xfrm>
            <a:off x="8799956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F179F5EF-F643-19DD-3442-114B11F583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50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56" userDrawn="1">
          <p15:clr>
            <a:srgbClr val="FBAE40"/>
          </p15:clr>
        </p15:guide>
        <p15:guide id="2" pos="5628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and 1/3-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466769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A24B364-E635-8148-9DBE-C364F1D3BC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99" y="1403350"/>
            <a:ext cx="729691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265EA83-2EC6-BE4F-96E1-74D20B473B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00999" y="1403350"/>
            <a:ext cx="3787133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2095501"/>
            <a:ext cx="7296912" cy="4114799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00997" y="2095501"/>
            <a:ext cx="3771899" cy="411480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5C9CC5-B8DE-1A0B-AEAF-078158CE873D}"/>
              </a:ext>
            </a:extLst>
          </p:cNvPr>
          <p:cNvCxnSpPr>
            <a:cxnSpLocks/>
          </p:cNvCxnSpPr>
          <p:nvPr userDrawn="1"/>
        </p:nvCxnSpPr>
        <p:spPr>
          <a:xfrm>
            <a:off x="7850890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C287820B-9605-1150-C001-4792D5A7E4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79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40" userDrawn="1">
          <p15:clr>
            <a:srgbClr val="FBAE40"/>
          </p15:clr>
        </p15:guide>
        <p15:guide id="3" orient="horz" pos="1320" userDrawn="1">
          <p15:clr>
            <a:srgbClr val="FBAE40"/>
          </p15:clr>
        </p15:guide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-Column Phot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3C0532-DBFF-2022-5F35-01DC75E41C0E}"/>
              </a:ext>
            </a:extLst>
          </p:cNvPr>
          <p:cNvSpPr/>
          <p:nvPr userDrawn="1"/>
        </p:nvSpPr>
        <p:spPr>
          <a:xfrm>
            <a:off x="0" y="1402915"/>
            <a:ext cx="12192000" cy="5455085"/>
          </a:xfrm>
          <a:prstGeom prst="rect">
            <a:avLst/>
          </a:prstGeom>
          <a:solidFill>
            <a:srgbClr val="005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13421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11353800" cy="4806951"/>
          </a:xfrm>
          <a:noFill/>
        </p:spPr>
        <p:txBody>
          <a:bodyPr lIns="0" tIns="182880" rIns="0" b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C8FF08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DCECCD58-6B53-F6DC-FD8A-F86F07E652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61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777323" cy="45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11071860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C2A4A3E-D4B8-672E-E828-A2571A7B04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206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8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2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777323" cy="45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5394960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1403349"/>
            <a:ext cx="5394960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C2A4A3E-D4B8-672E-E828-A2571A7B04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4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8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82432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6539" y="1403351"/>
            <a:ext cx="3502152" cy="4806950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1"/>
            <a:ext cx="3502152" cy="4806950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6EE8FD0A-8C5E-E7DE-4656-7844FF431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4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 userDrawn="1">
          <p15:clr>
            <a:srgbClr val="FBAE40"/>
          </p15:clr>
        </p15:guide>
        <p15:guide id="2" pos="503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890760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2569464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63899" y="1403349"/>
            <a:ext cx="2569464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40F60-BBD9-9E4F-84D2-0B668EDB169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6000" y="1403350"/>
            <a:ext cx="2569464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A94E17-ACE2-234E-94FB-6DBEE6BAF77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934450" y="1403350"/>
            <a:ext cx="2569464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A126E61B-5B00-C74E-A14F-005A2D3E23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73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56" userDrawn="1">
          <p15:clr>
            <a:srgbClr val="FBAE40"/>
          </p15:clr>
        </p15:guide>
        <p15:guide id="2" pos="5628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Boxed Asymmetr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890760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7292975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0"/>
            <a:ext cx="3502152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1321A8AC-94BF-D6B2-1376-53BEE47F72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43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3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08260-87F5-684E-B4AE-F4EFAA65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85884-5EEF-2342-9652-061EE3FFEC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383" y="2378075"/>
            <a:ext cx="6875785" cy="1965325"/>
          </a:xfrm>
        </p:spPr>
        <p:txBody>
          <a:bodyPr anchor="t" anchorCtr="0"/>
          <a:lstStyle>
            <a:lvl1pPr>
              <a:lnSpc>
                <a:spcPts val="5400"/>
              </a:lnSpc>
              <a:defRPr sz="6000" cap="all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C821F4BE-79DE-EBCE-62E2-F24155984D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3" name="Section Number">
            <a:extLst>
              <a:ext uri="{FF2B5EF4-FFF2-40B4-BE49-F238E27FC236}">
                <a16:creationId xmlns:a16="http://schemas.microsoft.com/office/drawing/2014/main" id="{107E2ABA-1900-FC00-3E5B-96B0338B47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100" y="1922078"/>
            <a:ext cx="2660530" cy="365760"/>
          </a:xfrm>
          <a:noFill/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16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[Optional section ##]</a:t>
            </a:r>
          </a:p>
        </p:txBody>
      </p:sp>
    </p:spTree>
    <p:extLst>
      <p:ext uri="{BB962C8B-B14F-4D97-AF65-F5344CB8AC3E}">
        <p14:creationId xmlns:p14="http://schemas.microsoft.com/office/powerpoint/2010/main" val="1263291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 userDrawn="1">
          <p15:clr>
            <a:srgbClr val="FBAE40"/>
          </p15:clr>
        </p15:guide>
        <p15:guide id="4" orient="horz" pos="2736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08260-87F5-684E-B4AE-F4EFAA65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ection Number">
            <a:extLst>
              <a:ext uri="{FF2B5EF4-FFF2-40B4-BE49-F238E27FC236}">
                <a16:creationId xmlns:a16="http://schemas.microsoft.com/office/drawing/2014/main" id="{E0E81EB4-471C-3F45-B7C7-3BCA829250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100" y="1922078"/>
            <a:ext cx="2608772" cy="365760"/>
          </a:xfrm>
          <a:noFill/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16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[Optional section ##]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92B45FF-A1AE-61C0-351C-FC46C46606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449274D-327F-3626-5718-4266E3B0B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383" y="2378075"/>
            <a:ext cx="6875785" cy="1965325"/>
          </a:xfrm>
        </p:spPr>
        <p:txBody>
          <a:bodyPr anchor="t" anchorCtr="0"/>
          <a:lstStyle>
            <a:lvl1pPr>
              <a:lnSpc>
                <a:spcPts val="5400"/>
              </a:lnSpc>
              <a:defRPr sz="6000" cap="all" baseline="0">
                <a:solidFill>
                  <a:schemeClr val="tx1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8892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08260-87F5-684E-B4AE-F4EFAA65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85884-5EEF-2342-9652-061EE3FFEC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378075"/>
            <a:ext cx="6896100" cy="1965325"/>
          </a:xfrm>
        </p:spPr>
        <p:txBody>
          <a:bodyPr anchor="t" anchorCtr="0"/>
          <a:lstStyle>
            <a:lvl1pPr>
              <a:lnSpc>
                <a:spcPts val="5400"/>
              </a:lnSpc>
              <a:defRPr sz="6000" cap="all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2F5188B4-2B91-7D7A-D602-95ABB4BAA0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4" name="Section Number">
            <a:extLst>
              <a:ext uri="{FF2B5EF4-FFF2-40B4-BE49-F238E27FC236}">
                <a16:creationId xmlns:a16="http://schemas.microsoft.com/office/drawing/2014/main" id="{1C20CF72-79D7-2D57-1E9C-4C8386102C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100" y="1922078"/>
            <a:ext cx="3273006" cy="365760"/>
          </a:xfrm>
          <a:noFill/>
        </p:spPr>
        <p:txBody>
          <a:bodyPr wrap="none">
            <a:noAutofit/>
          </a:bodyPr>
          <a:lstStyle>
            <a:lvl1pPr>
              <a:spcAft>
                <a:spcPts val="0"/>
              </a:spcAft>
              <a:defRPr lang="en-US" sz="1600" kern="1200" cap="all" baseline="0" dirty="0">
                <a:solidFill>
                  <a:srgbClr val="21212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dirty="0"/>
              <a:t>[Optional section ##]</a:t>
            </a:r>
          </a:p>
        </p:txBody>
      </p:sp>
    </p:spTree>
    <p:extLst>
      <p:ext uri="{BB962C8B-B14F-4D97-AF65-F5344CB8AC3E}">
        <p14:creationId xmlns:p14="http://schemas.microsoft.com/office/powerpoint/2010/main" val="1971472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08260-87F5-684E-B4AE-F4EFAA65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92B45FF-A1AE-61C0-351C-FC46C46606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35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716938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F0CB69-A8C9-3148-BE3D-A492C022E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3263E97-D3AD-CB4D-A38F-E36DBD10B2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3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0C84B42-6275-4644-86D4-ECD146789A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3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0F8B490-4361-CC4A-9F61-79B2E81AFC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3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CABFCA-A501-7E4D-9263-58563C08AE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3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C87837-1EA6-2349-931C-E6FFFB8DBB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532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6138EAC-7695-894D-BBD4-055459A093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32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737E5CF-1F7C-5649-A592-CC25861D2D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0070BC90-9746-8846-93B3-5F5CE932FF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0960AB0-B647-2C4E-AAFE-66E5B8F1A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247BEE3-7D76-F644-BDAB-16ED5A8288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812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321EEC92-A39E-E94D-B2E6-F86BAE8543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812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05A623ED-65B4-834F-8518-DA9B1269F13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812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27D82EA8-413C-D24C-A022-A507660914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9812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37E7239D-DEAC-7F4E-BAF6-9D7D97413F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812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B11C7D85-DC2F-A745-ADB8-A7CA8256E3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581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EB74C912-DD8C-AF45-9C63-8F7BBF3C01E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581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5E8DBD9B-A278-BC4A-920C-02E36535935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581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FF9FB30C-3AED-7D45-A24D-38F4A99E19B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581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612DBE41-3DAD-064C-BC23-5C041B16A22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581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FD051AE3-C2A3-6884-82E8-0091361DC8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6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1248" userDrawn="1">
          <p15:clr>
            <a:srgbClr val="FBAE40"/>
          </p15:clr>
        </p15:guide>
        <p15:guide id="3" pos="4128" userDrawn="1">
          <p15:clr>
            <a:srgbClr val="FBAE40"/>
          </p15:clr>
        </p15:guide>
        <p15:guide id="4" pos="4824" userDrawn="1">
          <p15:clr>
            <a:srgbClr val="FBAE40"/>
          </p15:clr>
        </p15:guide>
        <p15:guide id="5" orient="horz" pos="884" userDrawn="1">
          <p15:clr>
            <a:srgbClr val="FBAE40"/>
          </p15:clr>
        </p15:guide>
        <p15:guide id="6" orient="horz" pos="1498" userDrawn="1">
          <p15:clr>
            <a:srgbClr val="FBAE40"/>
          </p15:clr>
        </p15:guide>
        <p15:guide id="7" orient="horz" pos="2116" userDrawn="1">
          <p15:clr>
            <a:srgbClr val="FBAE40"/>
          </p15:clr>
        </p15:guide>
        <p15:guide id="8" orient="horz" pos="2736" userDrawn="1">
          <p15:clr>
            <a:srgbClr val="FBAE40"/>
          </p15:clr>
        </p15:guide>
        <p15:guide id="9" orient="horz" pos="3350" userDrawn="1">
          <p15:clr>
            <a:srgbClr val="FBAE40"/>
          </p15:clr>
        </p15:guide>
        <p15:guide id="10" pos="552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F0CB69-A8C9-3148-BE3D-A492C022E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3263E97-D3AD-CB4D-A38F-E36DBD10B2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3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0C84B42-6275-4644-86D4-ECD146789A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3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0F8B490-4361-CC4A-9F61-79B2E81AFC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3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CABFCA-A501-7E4D-9263-58563C08AE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3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C87837-1EA6-2349-931C-E6FFFB8DBB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532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6138EAC-7695-894D-BBD4-055459A093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32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737E5CF-1F7C-5649-A592-CC25861D2D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0070BC90-9746-8846-93B3-5F5CE932FF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0960AB0-B647-2C4E-AAFE-66E5B8F1A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247BEE3-7D76-F644-BDAB-16ED5A8288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812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321EEC92-A39E-E94D-B2E6-F86BAE8543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812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05A623ED-65B4-834F-8518-DA9B1269F13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812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27D82EA8-413C-D24C-A022-A507660914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9812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37E7239D-DEAC-7F4E-BAF6-9D7D97413F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812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B11C7D85-DC2F-A745-ADB8-A7CA8256E3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581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EB74C912-DD8C-AF45-9C63-8F7BBF3C01E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581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5E8DBD9B-A278-BC4A-920C-02E36535935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581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FF9FB30C-3AED-7D45-A24D-38F4A99E19B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581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612DBE41-3DAD-064C-BC23-5C041B16A22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58100" y="5326751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212121"/>
                </a:solidFill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3C8E8B6-15B9-92DE-0C5F-40F6A4CCD9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04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2">
          <p15:clr>
            <a:srgbClr val="FBAE40"/>
          </p15:clr>
        </p15:guide>
        <p15:guide id="2" pos="1248">
          <p15:clr>
            <a:srgbClr val="FBAE40"/>
          </p15:clr>
        </p15:guide>
        <p15:guide id="3" pos="4128">
          <p15:clr>
            <a:srgbClr val="FBAE40"/>
          </p15:clr>
        </p15:guide>
        <p15:guide id="4" pos="4824">
          <p15:clr>
            <a:srgbClr val="FBAE40"/>
          </p15:clr>
        </p15:guide>
        <p15:guide id="5" orient="horz" pos="884">
          <p15:clr>
            <a:srgbClr val="FBAE40"/>
          </p15:clr>
        </p15:guide>
        <p15:guide id="6" orient="horz" pos="1498">
          <p15:clr>
            <a:srgbClr val="FBAE40"/>
          </p15:clr>
        </p15:guide>
        <p15:guide id="7" orient="horz" pos="2112" userDrawn="1">
          <p15:clr>
            <a:srgbClr val="FBAE40"/>
          </p15:clr>
        </p15:guide>
        <p15:guide id="8" orient="horz" pos="2736">
          <p15:clr>
            <a:srgbClr val="FBAE40"/>
          </p15:clr>
        </p15:guide>
        <p15:guide id="9" orient="horz" pos="335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03A9CFF3-144D-F242-AB37-45B8D1EA02D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01000" y="3838584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D30E5EF1-DEED-0E4E-842C-164ECBEB862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06875" y="3838584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35166569-9518-9B41-8B53-AA608D4002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19100" y="3838584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E7959487-FA6F-9442-8793-172CFAE0C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001000" y="1403350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22F3E836-EB9D-0A44-8CBF-55C02225AF9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06875" y="1403350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88ED419-5FB1-1040-9DD4-AB69170FDA9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9100" y="1403350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559BAC-92F4-B744-9836-450C4A90B3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14500" y="1403350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rgbClr val="212121"/>
                </a:solidFill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D8682B-ACC9-614A-8FC5-30E2225A026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0689" y="1403350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rgbClr val="212121"/>
                </a:solidFill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9DF087C-13B0-8044-B147-F99E711E3B8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6400" y="1403350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rgbClr val="212121"/>
                </a:solidFill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68F9AA8-58C0-BD45-A206-0D15796A4D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714500" y="3838584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rgbClr val="212121"/>
                </a:solidFill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5655B9A0-5BD5-4B4C-87A7-8A7BC98C366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00689" y="3838584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rgbClr val="212121"/>
                </a:solidFill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2FB16EA-50E6-7147-BF52-0D186E43127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96400" y="3838584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rgbClr val="212121"/>
                </a:solidFill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FDD0E8E-1442-D1CD-FDD6-6F1C4CD126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70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 userDrawn="1">
          <p15:clr>
            <a:srgbClr val="FBAE40"/>
          </p15:clr>
        </p15:guide>
        <p15:guide id="2" pos="5030" userDrawn="1">
          <p15:clr>
            <a:srgbClr val="FBAE40"/>
          </p15:clr>
        </p15:guide>
        <p15:guide id="3" orient="horz" pos="2400" userDrawn="1">
          <p15:clr>
            <a:srgbClr val="FBAE40"/>
          </p15:clr>
        </p15:guide>
        <p15:guide id="4" pos="1080" userDrawn="1">
          <p15:clr>
            <a:srgbClr val="FBAE40"/>
          </p15:clr>
        </p15:guide>
        <p15:guide id="5" pos="3465" userDrawn="1">
          <p15:clr>
            <a:srgbClr val="FBAE40"/>
          </p15:clr>
        </p15:guide>
        <p15:guide id="6" pos="5856" userDrawn="1">
          <p15:clr>
            <a:srgbClr val="FBAE40"/>
          </p15:clr>
        </p15:guide>
        <p15:guide id="7" orient="horz" pos="884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5A1687-B173-3C4B-B080-DF7BBD030F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14060" y="0"/>
            <a:ext cx="6377940" cy="6857999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400300"/>
            <a:ext cx="5155223" cy="381000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buClr>
                <a:schemeClr val="tx2"/>
              </a:buClr>
              <a:defRPr>
                <a:solidFill>
                  <a:srgbClr val="212121"/>
                </a:solidFill>
              </a:defRPr>
            </a:lvl3pPr>
            <a:lvl4pPr>
              <a:buClr>
                <a:schemeClr val="tx2"/>
              </a:buCl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4D2D73-EE0E-202C-17A0-7C9C2608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0"/>
            <a:ext cx="5155223" cy="17775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72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51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5A1687-B173-3C4B-B080-DF7BBD030F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29301" cy="6857999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62700" y="2400300"/>
            <a:ext cx="5410200" cy="381000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ClrTx/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buClrTx/>
              <a:defRPr>
                <a:solidFill>
                  <a:srgbClr val="212121"/>
                </a:solidFill>
              </a:defRPr>
            </a:lvl3pPr>
            <a:lvl4pPr>
              <a:buClrTx/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34DEC1-5B42-CB2D-AE33-3E2478036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1897" y="419100"/>
            <a:ext cx="5410200" cy="17775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974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08" userDrawn="1">
          <p15:clr>
            <a:srgbClr val="FBAE40"/>
          </p15:clr>
        </p15:guide>
        <p15:guide id="4" orient="horz" pos="1512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CBB3E71-68E9-0C42-A1F5-AAC39EAA6D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03350"/>
            <a:ext cx="12192000" cy="545465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54797B6-7C2A-BA00-35CD-550A44C0D1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26AA1CE-AC18-9C55-AAB8-CEA1D249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8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796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de-by-S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7D6BA0-372E-9EFE-3877-BEEE0D21C7B3}"/>
              </a:ext>
            </a:extLst>
          </p:cNvPr>
          <p:cNvSpPr/>
          <p:nvPr userDrawn="1"/>
        </p:nvSpPr>
        <p:spPr>
          <a:xfrm>
            <a:off x="5676900" y="1402915"/>
            <a:ext cx="6515100" cy="5455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B5E4C-27FE-36D0-B175-6C8108EB67C1}"/>
              </a:ext>
            </a:extLst>
          </p:cNvPr>
          <p:cNvSpPr/>
          <p:nvPr userDrawn="1"/>
        </p:nvSpPr>
        <p:spPr>
          <a:xfrm>
            <a:off x="0" y="1402915"/>
            <a:ext cx="5676900" cy="5455085"/>
          </a:xfrm>
          <a:prstGeom prst="rect">
            <a:avLst/>
          </a:prstGeom>
          <a:solidFill>
            <a:srgbClr val="005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8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4838700" cy="4806951"/>
          </a:xfrm>
          <a:noFill/>
        </p:spPr>
        <p:txBody>
          <a:bodyPr lIns="0" tIns="182880" rIns="182880" bIns="18288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1403349"/>
            <a:ext cx="5676900" cy="4806951"/>
          </a:xfrm>
          <a:noFill/>
        </p:spPr>
        <p:txBody>
          <a:bodyPr lIns="0" tIns="182880" rIns="182880" bIns="182880"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buClr>
                <a:schemeClr val="tx2"/>
              </a:buClr>
              <a:defRPr>
                <a:solidFill>
                  <a:srgbClr val="212121"/>
                </a:solidFill>
              </a:defRPr>
            </a:lvl3pPr>
            <a:lvl4pPr>
              <a:buClr>
                <a:schemeClr val="tx2"/>
              </a:buClr>
              <a:defRPr>
                <a:solidFill>
                  <a:srgbClr val="212121"/>
                </a:solidFill>
              </a:defRPr>
            </a:lvl4pPr>
            <a:lvl5pPr>
              <a:buClr>
                <a:schemeClr val="bg1"/>
              </a:buCl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E5F8CA6B-89DC-9D64-DE2A-574599892E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23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8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de-by-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7D6BA0-372E-9EFE-3877-BEEE0D21C7B3}"/>
              </a:ext>
            </a:extLst>
          </p:cNvPr>
          <p:cNvSpPr/>
          <p:nvPr userDrawn="1"/>
        </p:nvSpPr>
        <p:spPr>
          <a:xfrm>
            <a:off x="5676900" y="1"/>
            <a:ext cx="65151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419101"/>
            <a:ext cx="4838700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4838700" cy="4806951"/>
          </a:xfrm>
          <a:noFill/>
        </p:spPr>
        <p:txBody>
          <a:bodyPr lIns="0" tIns="182880" rIns="182880" bIns="182880"/>
          <a:lstStyle>
            <a:lvl1pPr>
              <a:buClr>
                <a:schemeClr val="bg1"/>
              </a:buClr>
              <a:defRPr>
                <a:solidFill>
                  <a:srgbClr val="212121"/>
                </a:solidFill>
              </a:defRPr>
            </a:lvl1pPr>
            <a:lvl2pPr marL="174625" indent="-174625">
              <a:buClrTx/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buClrTx/>
              <a:defRPr>
                <a:solidFill>
                  <a:srgbClr val="212121"/>
                </a:solidFill>
              </a:defRPr>
            </a:lvl3pPr>
            <a:lvl4pPr>
              <a:buClrTx/>
              <a:defRPr>
                <a:solidFill>
                  <a:srgbClr val="212121"/>
                </a:solidFill>
              </a:defRPr>
            </a:lvl4pPr>
            <a:lvl5pPr>
              <a:buClr>
                <a:schemeClr val="bg1"/>
              </a:buCl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1403349"/>
            <a:ext cx="5676900" cy="4806951"/>
          </a:xfrm>
          <a:noFill/>
        </p:spPr>
        <p:txBody>
          <a:bodyPr lIns="0" tIns="182880" rIns="182880" bIns="182880"/>
          <a:lstStyle>
            <a:lvl1pPr>
              <a:defRPr>
                <a:solidFill>
                  <a:schemeClr val="bg1"/>
                </a:solidFill>
              </a:defRPr>
            </a:lvl1pPr>
            <a:lvl2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CA04741-1558-2ADE-D887-5A37305098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359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userDrawn="1">
          <p15:clr>
            <a:srgbClr val="FBAE40"/>
          </p15:clr>
        </p15:guide>
        <p15:guide id="4" orient="horz" pos="456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tatement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2E251-1249-1447-8D56-F6A4533673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9930B-38D7-924C-B6F1-36FF815DB2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A982C6-876D-DD40-A175-F032C52F2D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001" y="615950"/>
            <a:ext cx="5494420" cy="5486400"/>
          </a:xfrm>
        </p:spPr>
        <p:txBody>
          <a:bodyPr anchor="t" anchorCtr="0"/>
          <a:lstStyle>
            <a:lvl1pPr marL="0" indent="0">
              <a:lnSpc>
                <a:spcPct val="85000"/>
              </a:lnSpc>
              <a:spcAft>
                <a:spcPts val="1000"/>
              </a:spcAft>
              <a:defRPr sz="5000" cap="all" baseline="0">
                <a:solidFill>
                  <a:schemeClr val="tx1"/>
                </a:solidFill>
                <a:latin typeface="Sons Condensed Extrabold" panose="02060906060206060203" pitchFamily="18" charset="0"/>
              </a:defRPr>
            </a:lvl1pPr>
            <a:lvl2pPr marL="0" indent="0">
              <a:lnSpc>
                <a:spcPct val="100000"/>
              </a:lnSpc>
              <a:buFont typeface="Arial"/>
              <a:buNone/>
              <a:defRPr>
                <a:solidFill>
                  <a:schemeClr val="tx1"/>
                </a:solidFill>
              </a:defRPr>
            </a:lvl2pPr>
            <a:lvl3pPr marL="0" indent="0">
              <a:lnSpc>
                <a:spcPct val="85000"/>
              </a:lnSpc>
              <a:buNone/>
              <a:defRPr sz="5000">
                <a:solidFill>
                  <a:schemeClr val="tx1"/>
                </a:solidFill>
              </a:defRPr>
            </a:lvl3pPr>
            <a:lvl4pPr marL="0" indent="0">
              <a:lnSpc>
                <a:spcPct val="90000"/>
              </a:lnSpc>
              <a:buNone/>
              <a:defRPr sz="32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Clr>
                <a:schemeClr val="accent4"/>
              </a:buClr>
              <a:buFont typeface="Arial"/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459A54-2B36-0597-98AB-2AD5027C3A5A}"/>
              </a:ext>
            </a:extLst>
          </p:cNvPr>
          <p:cNvCxnSpPr>
            <a:cxnSpLocks/>
          </p:cNvCxnSpPr>
          <p:nvPr userDrawn="1"/>
        </p:nvCxnSpPr>
        <p:spPr>
          <a:xfrm>
            <a:off x="2946446" y="640174"/>
            <a:ext cx="0" cy="5486400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3144293E-2C00-D4C2-B60A-12BE7EAB8F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88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2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tatement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2E251-1249-1447-8D56-F6A4533673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9930B-38D7-924C-B6F1-36FF815DB2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A982C6-876D-DD40-A175-F032C52F2D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000" y="615950"/>
            <a:ext cx="5313947" cy="5486400"/>
          </a:xfrm>
        </p:spPr>
        <p:txBody>
          <a:bodyPr anchor="t" anchorCtr="0"/>
          <a:lstStyle>
            <a:lvl1pPr marL="0" indent="0">
              <a:lnSpc>
                <a:spcPct val="85000"/>
              </a:lnSpc>
              <a:spcAft>
                <a:spcPts val="0"/>
              </a:spcAft>
              <a:defRPr sz="5000" cap="all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lnSpc>
                <a:spcPct val="100000"/>
              </a:lnSpc>
              <a:buFont typeface="Arial"/>
              <a:buNone/>
              <a:defRPr>
                <a:solidFill>
                  <a:srgbClr val="005E60"/>
                </a:solidFill>
              </a:defRPr>
            </a:lvl2pPr>
            <a:lvl3pPr marL="0" indent="0">
              <a:lnSpc>
                <a:spcPct val="85000"/>
              </a:lnSpc>
              <a:buNone/>
              <a:defRPr sz="5000">
                <a:solidFill>
                  <a:srgbClr val="005E60"/>
                </a:solidFill>
              </a:defRPr>
            </a:lvl3pPr>
            <a:lvl4pPr marL="0" indent="0">
              <a:lnSpc>
                <a:spcPct val="90000"/>
              </a:lnSpc>
              <a:buNone/>
              <a:defRPr sz="3200">
                <a:solidFill>
                  <a:srgbClr val="005E60"/>
                </a:solidFill>
              </a:defRPr>
            </a:lvl4pPr>
            <a:lvl5pPr marL="0" indent="0">
              <a:lnSpc>
                <a:spcPct val="100000"/>
              </a:lnSpc>
              <a:buClr>
                <a:schemeClr val="accent4"/>
              </a:buClr>
              <a:buFont typeface="Arial"/>
              <a:buNone/>
              <a:defRPr sz="1400">
                <a:solidFill>
                  <a:srgbClr val="005E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938A19-85FE-D7E0-BB2C-F157A4FE6AEC}"/>
              </a:ext>
            </a:extLst>
          </p:cNvPr>
          <p:cNvCxnSpPr>
            <a:cxnSpLocks/>
          </p:cNvCxnSpPr>
          <p:nvPr userDrawn="1"/>
        </p:nvCxnSpPr>
        <p:spPr>
          <a:xfrm>
            <a:off x="2946446" y="640174"/>
            <a:ext cx="0" cy="54864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16A940B9-7959-1BE5-1C1F-30DC7A96DB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83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atis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6C95D67-F3C4-3D4F-B32A-CBAC6F0CB3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82616C-16AA-D245-94C9-5BE602638B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068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A9A19A4-818C-F14A-B5DE-B0DB0C798C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89707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1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720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buNone/>
              <a:defRPr>
                <a:solidFill>
                  <a:srgbClr val="212121"/>
                </a:solidFill>
              </a:defRPr>
            </a:lvl2pPr>
            <a:lvl3pPr marL="174625" indent="-174625">
              <a:buClrTx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365760" indent="-182880">
              <a:buClrTx/>
              <a:buFont typeface="Arial"/>
              <a:buChar char="–"/>
              <a:defRPr>
                <a:solidFill>
                  <a:srgbClr val="212121"/>
                </a:solidFill>
              </a:defRPr>
            </a:lvl4pPr>
            <a:lvl5pPr marL="548640">
              <a:buClrTx/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BB63C1B-3209-284E-B44A-E799A58B17A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0687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720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buClrTx/>
              <a:buNone/>
              <a:defRPr>
                <a:solidFill>
                  <a:srgbClr val="212121"/>
                </a:solidFill>
              </a:defRPr>
            </a:lvl2pPr>
            <a:lvl3pPr marL="174625" indent="-174625">
              <a:buClrTx/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3pPr>
            <a:lvl4pPr marL="365760" indent="-182880">
              <a:buClrTx/>
              <a:buFont typeface="Arial"/>
              <a:buChar char="–"/>
              <a:defRPr>
                <a:solidFill>
                  <a:srgbClr val="212121"/>
                </a:solidFill>
              </a:defRPr>
            </a:lvl4pPr>
            <a:lvl5pPr marL="548640">
              <a:buClrTx/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12F81C6-976F-8E46-9726-C1199B9E693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8512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720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buClrTx/>
              <a:buNone/>
              <a:defRPr>
                <a:solidFill>
                  <a:srgbClr val="212121"/>
                </a:solidFill>
              </a:defRPr>
            </a:lvl2pPr>
            <a:lvl3pPr marL="174625" indent="-174625">
              <a:buClrTx/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3pPr>
            <a:lvl4pPr marL="365760" indent="-182880">
              <a:buClrTx/>
              <a:buFont typeface="Arial"/>
              <a:buChar char="–"/>
              <a:defRPr>
                <a:solidFill>
                  <a:srgbClr val="212121"/>
                </a:solidFill>
              </a:defRPr>
            </a:lvl4pPr>
            <a:lvl5pPr marL="548640">
              <a:buClrTx/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938AA9-AA7F-CA72-4172-840511A5C2E9}"/>
              </a:ext>
            </a:extLst>
          </p:cNvPr>
          <p:cNvCxnSpPr>
            <a:cxnSpLocks/>
          </p:cNvCxnSpPr>
          <p:nvPr userDrawn="1"/>
        </p:nvCxnSpPr>
        <p:spPr>
          <a:xfrm>
            <a:off x="4062828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76105A-C9A5-9304-6A7E-4ABF0C6AAB07}"/>
              </a:ext>
            </a:extLst>
          </p:cNvPr>
          <p:cNvCxnSpPr>
            <a:cxnSpLocks/>
          </p:cNvCxnSpPr>
          <p:nvPr userDrawn="1"/>
        </p:nvCxnSpPr>
        <p:spPr>
          <a:xfrm>
            <a:off x="7848132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B5C3D82-E702-BE2A-C612-2CB61FE36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5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650" userDrawn="1">
          <p15:clr>
            <a:srgbClr val="FBAE40"/>
          </p15:clr>
        </p15:guide>
        <p15:guide id="2" pos="5030" userDrawn="1">
          <p15:clr>
            <a:srgbClr val="FBAE40"/>
          </p15:clr>
        </p15:guide>
        <p15:guide id="3" orient="horz" pos="1320" userDrawn="1">
          <p15:clr>
            <a:srgbClr val="FBAE40"/>
          </p15:clr>
        </p15:guide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atistics - 2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6C95D67-F3C4-3D4F-B32A-CBAC6F0CB3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82616C-16AA-D245-94C9-5BE602638B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068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A9A19A4-818C-F14A-B5DE-B0DB0C798C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89707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1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buClr>
                <a:srgbClr val="C8FF08"/>
              </a:buClr>
              <a:defRPr sz="72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rgbClr val="C8FF08"/>
              </a:buClr>
              <a:buNone/>
              <a:defRPr>
                <a:solidFill>
                  <a:schemeClr val="bg1"/>
                </a:solidFill>
              </a:defRPr>
            </a:lvl2pPr>
            <a:lvl3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365760" indent="-182880">
              <a:buClr>
                <a:schemeClr val="bg1"/>
              </a:buClr>
              <a:buFont typeface="Arial"/>
              <a:buChar char="–"/>
              <a:defRPr>
                <a:solidFill>
                  <a:schemeClr val="bg1"/>
                </a:solidFill>
              </a:defRPr>
            </a:lvl4pPr>
            <a:lvl5pPr marL="54864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BB63C1B-3209-284E-B44A-E799A58B17A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0687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buClr>
                <a:srgbClr val="C8FF08"/>
              </a:buClr>
              <a:defRPr sz="72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rgbClr val="C8FF08"/>
              </a:buClr>
              <a:buNone/>
              <a:defRPr>
                <a:solidFill>
                  <a:schemeClr val="bg1"/>
                </a:solidFill>
              </a:defRPr>
            </a:lvl2pPr>
            <a:lvl3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365760" indent="-182880">
              <a:buClr>
                <a:schemeClr val="bg1"/>
              </a:buClr>
              <a:buFont typeface="Arial"/>
              <a:buChar char="–"/>
              <a:defRPr>
                <a:solidFill>
                  <a:schemeClr val="bg1"/>
                </a:solidFill>
              </a:defRPr>
            </a:lvl4pPr>
            <a:lvl5pPr marL="54864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12F81C6-976F-8E46-9726-C1199B9E693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8512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buClr>
                <a:srgbClr val="C8FF08"/>
              </a:buClr>
              <a:defRPr sz="72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rgbClr val="C8FF08"/>
              </a:buClr>
              <a:buNone/>
              <a:defRPr>
                <a:solidFill>
                  <a:schemeClr val="bg1"/>
                </a:solidFill>
              </a:defRPr>
            </a:lvl2pPr>
            <a:lvl3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365760" indent="-182880">
              <a:buClr>
                <a:schemeClr val="bg1"/>
              </a:buClr>
              <a:buFont typeface="Arial"/>
              <a:buChar char="–"/>
              <a:defRPr>
                <a:solidFill>
                  <a:schemeClr val="bg1"/>
                </a:solidFill>
              </a:defRPr>
            </a:lvl4pPr>
            <a:lvl5pPr marL="54864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938AA9-AA7F-CA72-4172-840511A5C2E9}"/>
              </a:ext>
            </a:extLst>
          </p:cNvPr>
          <p:cNvCxnSpPr>
            <a:cxnSpLocks/>
          </p:cNvCxnSpPr>
          <p:nvPr userDrawn="1"/>
        </p:nvCxnSpPr>
        <p:spPr>
          <a:xfrm>
            <a:off x="4062828" y="1402915"/>
            <a:ext cx="0" cy="4807385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76105A-C9A5-9304-6A7E-4ABF0C6AAB07}"/>
              </a:ext>
            </a:extLst>
          </p:cNvPr>
          <p:cNvCxnSpPr>
            <a:cxnSpLocks/>
          </p:cNvCxnSpPr>
          <p:nvPr userDrawn="1"/>
        </p:nvCxnSpPr>
        <p:spPr>
          <a:xfrm>
            <a:off x="7848132" y="1402915"/>
            <a:ext cx="0" cy="4807385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0D252868-F7F1-C0A1-E4BB-8630DDD875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74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8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Stat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69725" cy="4570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0675" y="2095501"/>
            <a:ext cx="3502152" cy="4114799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960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365760" indent="-182880">
              <a:buClr>
                <a:schemeClr val="bg1"/>
              </a:buClr>
              <a:buFont typeface="Arial"/>
              <a:buChar char="–"/>
              <a:defRPr>
                <a:solidFill>
                  <a:schemeClr val="bg1"/>
                </a:solidFill>
              </a:defRPr>
            </a:lvl4pPr>
            <a:lvl5pPr marL="54864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1B55D1-80E8-FE17-86A3-84686B81A692}"/>
              </a:ext>
            </a:extLst>
          </p:cNvPr>
          <p:cNvCxnSpPr>
            <a:cxnSpLocks/>
          </p:cNvCxnSpPr>
          <p:nvPr userDrawn="1"/>
        </p:nvCxnSpPr>
        <p:spPr>
          <a:xfrm>
            <a:off x="419100" y="1402915"/>
            <a:ext cx="0" cy="4807385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AFF6E11-C545-F91D-9E64-2C4D90D894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06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CC81F1F2-00A2-8A73-11A9-FF59CE240F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1A28561-E9BE-F7BE-7CA1-61B13B003A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09575" y="1403350"/>
            <a:ext cx="7363326" cy="480695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225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Sta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321247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0675" y="2095501"/>
            <a:ext cx="3502152" cy="4114799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buClr>
                <a:srgbClr val="212121"/>
              </a:buClr>
              <a:defRPr sz="960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rgbClr val="212121"/>
              </a:buClr>
              <a:buNone/>
              <a:defRPr>
                <a:solidFill>
                  <a:srgbClr val="212121"/>
                </a:solidFill>
              </a:defRPr>
            </a:lvl2pPr>
            <a:lvl3pPr marL="174625" indent="-174625">
              <a:buClr>
                <a:srgbClr val="212121"/>
              </a:buClr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3pPr>
            <a:lvl4pPr marL="365760" indent="-182880">
              <a:buClr>
                <a:srgbClr val="212121"/>
              </a:buClr>
              <a:buFont typeface="Arial"/>
              <a:buChar char="–"/>
              <a:defRPr>
                <a:solidFill>
                  <a:srgbClr val="212121"/>
                </a:solidFill>
              </a:defRPr>
            </a:lvl4pPr>
            <a:lvl5pPr marL="548640">
              <a:buClr>
                <a:srgbClr val="212121"/>
              </a:buCl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1B55D1-80E8-FE17-86A3-84686B81A692}"/>
              </a:ext>
            </a:extLst>
          </p:cNvPr>
          <p:cNvCxnSpPr>
            <a:cxnSpLocks/>
          </p:cNvCxnSpPr>
          <p:nvPr userDrawn="1"/>
        </p:nvCxnSpPr>
        <p:spPr>
          <a:xfrm>
            <a:off x="419100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AFF6E11-C545-F91D-9E64-2C4D90D894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06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rgbClr val="21212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AAF6CB12-6043-6858-0E99-4D0C63CFAB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D31B6C8E-F2DD-F24A-E739-15C9300FE4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09575" y="1403350"/>
            <a:ext cx="7363326" cy="480695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708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88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ABF08DC-CB35-0F04-05DA-1827B5142E5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29039" y="2405291"/>
            <a:ext cx="11353800" cy="4033608"/>
          </a:xfrm>
        </p:spPr>
        <p:txBody>
          <a:bodyPr anchor="t"/>
          <a:lstStyle>
            <a:lvl1pPr>
              <a:lnSpc>
                <a:spcPts val="40000"/>
              </a:lnSpc>
              <a:spcAft>
                <a:spcPts val="0"/>
              </a:spcAft>
              <a:defRPr sz="49600">
                <a:solidFill>
                  <a:schemeClr val="bg2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##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29970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1814A848-6923-A1BC-E08A-7728C5A4BC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06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88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GE Vernova and/or its affiliates. All rights reserved.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69726" cy="457020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60FA68EB-1DE5-F3BC-29A5-0AAC8831E2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005F10C-0E79-4A3F-86CA-73848D7D173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29039" y="2405291"/>
            <a:ext cx="11353800" cy="4033608"/>
          </a:xfrm>
        </p:spPr>
        <p:txBody>
          <a:bodyPr anchor="t"/>
          <a:lstStyle>
            <a:lvl1pPr>
              <a:lnSpc>
                <a:spcPts val="40000"/>
              </a:lnSpc>
              <a:spcAft>
                <a:spcPts val="0"/>
              </a:spcAft>
              <a:defRPr sz="49600">
                <a:solidFill>
                  <a:schemeClr val="bg2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276246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320">
          <p15:clr>
            <a:srgbClr val="FBAE40"/>
          </p15:clr>
        </p15:guide>
        <p15:guide id="4" orient="horz" pos="88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ign-of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7A56CA2-D329-EF33-C456-27ECDB402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98420" y="2336437"/>
            <a:ext cx="6995160" cy="21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ign-off 2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F9CD72FB-B974-3D99-2541-2871145501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98420" y="2336437"/>
            <a:ext cx="6995161" cy="21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594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6076" y="454890"/>
            <a:ext cx="2429928" cy="242502"/>
          </a:xfrm>
          <a:prstGeom prst="rect">
            <a:avLst/>
          </a:prstGeom>
        </p:spPr>
        <p:txBody>
          <a:bodyPr lIns="0" tIns="0" rIns="0" bIns="0"/>
          <a:lstStyle>
            <a:lvl1pPr>
              <a:defRPr sz="1576" b="0" i="0">
                <a:solidFill>
                  <a:srgbClr val="000000"/>
                </a:solidFill>
                <a:latin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6076" y="1219201"/>
            <a:ext cx="2622936" cy="14930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100000"/>
              </a:lnSpc>
              <a:spcBef>
                <a:spcPts val="728"/>
              </a:spcBef>
              <a:defRPr lang="en-US" sz="970" b="0">
                <a:solidFill>
                  <a:srgbClr val="212121"/>
                </a:solidFill>
                <a:latin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147EC7E-B00F-0BDE-CC52-275162BBFB8A}"/>
              </a:ext>
            </a:extLst>
          </p:cNvPr>
          <p:cNvSpPr/>
          <p:nvPr userDrawn="1"/>
        </p:nvSpPr>
        <p:spPr>
          <a:xfrm>
            <a:off x="3314701" y="0"/>
            <a:ext cx="8877517" cy="6410170"/>
          </a:xfrm>
          <a:custGeom>
            <a:avLst/>
            <a:gdLst/>
            <a:ahLst/>
            <a:cxnLst/>
            <a:rect l="l" t="t" r="r" b="b"/>
            <a:pathLst>
              <a:path w="14638655" h="10554970">
                <a:moveTo>
                  <a:pt x="14638297" y="0"/>
                </a:moveTo>
                <a:lnTo>
                  <a:pt x="0" y="0"/>
                </a:lnTo>
                <a:lnTo>
                  <a:pt x="0" y="10554652"/>
                </a:lnTo>
                <a:lnTo>
                  <a:pt x="14638297" y="10554652"/>
                </a:lnTo>
                <a:lnTo>
                  <a:pt x="14638297" y="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A64F7AF-68F6-BA14-1B39-9AC8CD6A7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1539" y="6513067"/>
            <a:ext cx="666621" cy="10772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700" b="0">
                <a:solidFill>
                  <a:srgbClr val="000000"/>
                </a:solidFill>
                <a:latin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fld id="{14719505-AD43-774F-936C-A3AE71DD4EE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1248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21D6-6421-7F41-A534-39EA22A63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9100" y="6492875"/>
            <a:ext cx="10248900" cy="24465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rgbClr val="212121"/>
                </a:solidFill>
                <a:latin typeface="Inter" panose="02000503000000020004" pitchFamily="2" charset="0"/>
              </a:defRPr>
            </a:lvl1pPr>
          </a:lstStyle>
          <a:p>
            <a:r>
              <a:rPr lang="en-US" dirty="0"/>
              <a:t>© 2023 GE Vernova and/or its affiliates.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82ED-C79F-1C4C-93EA-8B7E3CF99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2182" y="6492875"/>
            <a:ext cx="550718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rgbClr val="212121"/>
                </a:solidFill>
                <a:latin typeface="Inter" panose="02000503000000020004" pitchFamily="2" charset="0"/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201E47-C943-F44B-9CD7-62EF3F53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044077" cy="4570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42F5A-6368-8D4D-90C8-17B76FDD3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403349"/>
            <a:ext cx="11353800" cy="48069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39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649" r:id="rId2"/>
    <p:sldLayoutId id="2147483705" r:id="rId3"/>
    <p:sldLayoutId id="2147483706" r:id="rId4"/>
    <p:sldLayoutId id="2147483654" r:id="rId5"/>
    <p:sldLayoutId id="2147483650" r:id="rId6"/>
    <p:sldLayoutId id="2147483668" r:id="rId7"/>
    <p:sldLayoutId id="2147483664" r:id="rId8"/>
    <p:sldLayoutId id="2147483669" r:id="rId9"/>
    <p:sldLayoutId id="2147483739" r:id="rId10"/>
    <p:sldLayoutId id="2147483731" r:id="rId11"/>
    <p:sldLayoutId id="2147483740" r:id="rId12"/>
    <p:sldLayoutId id="2147483667" r:id="rId13"/>
    <p:sldLayoutId id="2147483738" r:id="rId14"/>
    <p:sldLayoutId id="2147483665" r:id="rId15"/>
    <p:sldLayoutId id="2147483741" r:id="rId16"/>
    <p:sldLayoutId id="2147483666" r:id="rId17"/>
    <p:sldLayoutId id="2147483672" r:id="rId18"/>
    <p:sldLayoutId id="2147483673" r:id="rId19"/>
    <p:sldLayoutId id="2147483674" r:id="rId20"/>
    <p:sldLayoutId id="2147483743" r:id="rId21"/>
    <p:sldLayoutId id="2147483675" r:id="rId22"/>
    <p:sldLayoutId id="2147483676" r:id="rId23"/>
    <p:sldLayoutId id="2147483677" r:id="rId24"/>
    <p:sldLayoutId id="2147483651" r:id="rId25"/>
    <p:sldLayoutId id="2147483715" r:id="rId26"/>
    <p:sldLayoutId id="2147483719" r:id="rId27"/>
    <p:sldLayoutId id="2147483742" r:id="rId28"/>
    <p:sldLayoutId id="2147483701" r:id="rId29"/>
    <p:sldLayoutId id="2147483720" r:id="rId30"/>
    <p:sldLayoutId id="2147483684" r:id="rId31"/>
    <p:sldLayoutId id="2147483685" r:id="rId32"/>
    <p:sldLayoutId id="2147483686" r:id="rId33"/>
    <p:sldLayoutId id="2147483689" r:id="rId34"/>
    <p:sldLayoutId id="2147483687" r:id="rId35"/>
    <p:sldLayoutId id="2147483732" r:id="rId36"/>
    <p:sldLayoutId id="2147483692" r:id="rId37"/>
    <p:sldLayoutId id="2147483726" r:id="rId38"/>
    <p:sldLayoutId id="2147483695" r:id="rId39"/>
    <p:sldLayoutId id="2147483723" r:id="rId40"/>
    <p:sldLayoutId id="2147483697" r:id="rId41"/>
    <p:sldLayoutId id="2147483724" r:id="rId42"/>
    <p:sldLayoutId id="2147483733" r:id="rId43"/>
    <p:sldLayoutId id="2147483734" r:id="rId44"/>
    <p:sldLayoutId id="2147483699" r:id="rId45"/>
    <p:sldLayoutId id="2147483725" r:id="rId46"/>
    <p:sldLayoutId id="2147483744" r:id="rId4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Inter" panose="02000503000000020004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tx1"/>
        </a:buClr>
        <a:buFont typeface="Arial" panose="020B0604020202020204" pitchFamily="34" charset="0"/>
        <a:buNone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–"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–"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–"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tabLst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 userDrawn="1">
          <p15:clr>
            <a:srgbClr val="F26B43"/>
          </p15:clr>
        </p15:guide>
        <p15:guide id="2" pos="264" userDrawn="1">
          <p15:clr>
            <a:srgbClr val="F26B43"/>
          </p15:clr>
        </p15:guide>
        <p15:guide id="3" pos="74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ms.sypol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Background pattern&#10;&#10;Description automatically generated">
            <a:extLst>
              <a:ext uri="{FF2B5EF4-FFF2-40B4-BE49-F238E27FC236}">
                <a16:creationId xmlns:a16="http://schemas.microsoft.com/office/drawing/2014/main" id="{1FB2DD49-BCEF-F684-9575-26BC407FF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8626"/>
            <a:ext cx="12197799" cy="6866626"/>
          </a:xfrm>
          <a:prstGeom prst="rect">
            <a:avLst/>
          </a:prstGeom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345FBA5-5909-6DDB-22F3-9E296045E5A4}"/>
              </a:ext>
            </a:extLst>
          </p:cNvPr>
          <p:cNvSpPr/>
          <p:nvPr/>
        </p:nvSpPr>
        <p:spPr>
          <a:xfrm>
            <a:off x="5798" y="-8626"/>
            <a:ext cx="12192000" cy="6858000"/>
          </a:xfrm>
          <a:prstGeom prst="rect">
            <a:avLst/>
          </a:prstGeom>
          <a:solidFill>
            <a:srgbClr val="21212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1C700-35F7-8B6A-270F-1B40174ADA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SypoL add chemicals  Guide v1.0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EF2BFB9-83C4-225B-0C30-B2B304808D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v03.26</a:t>
            </a:r>
          </a:p>
          <a:p>
            <a:r>
              <a:rPr lang="en-US" dirty="0"/>
              <a:t>For additional Support in GEV contact Ross Conway (ross.conway@gevernova.com)</a:t>
            </a:r>
          </a:p>
          <a:p>
            <a:endParaRPr lang="en-US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4C2C4FE-08CE-3FB5-80E0-846517BCF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41" y="272267"/>
            <a:ext cx="2606040" cy="81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9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8CEE27E-48D0-DD32-0714-5B5AFB052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455" y="1176394"/>
            <a:ext cx="2690312" cy="494111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6ED780-0198-D9FC-40F9-BFB43F16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46E301-5EDD-A007-6A77-B1F076341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Login to: Sypol CMS (</a:t>
            </a:r>
            <a:r>
              <a:rPr lang="en-GB" dirty="0">
                <a:hlinkClick r:id="rId3"/>
              </a:rPr>
              <a:t>cms.sypol.com/</a:t>
            </a:r>
            <a:r>
              <a:rPr lang="en-GB" dirty="0"/>
              <a:t> 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D322EB-3108-2D19-9491-ACDF13549B4D}"/>
              </a:ext>
            </a:extLst>
          </p:cNvPr>
          <p:cNvSpPr/>
          <p:nvPr/>
        </p:nvSpPr>
        <p:spPr>
          <a:xfrm>
            <a:off x="48048" y="218485"/>
            <a:ext cx="1889809" cy="771730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1: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0CCA1-896D-F93B-A451-6ADA7FC5CFF0}"/>
              </a:ext>
            </a:extLst>
          </p:cNvPr>
          <p:cNvSpPr txBox="1"/>
          <p:nvPr/>
        </p:nvSpPr>
        <p:spPr>
          <a:xfrm>
            <a:off x="7675926" y="4941116"/>
            <a:ext cx="3808601" cy="10234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dirty="0"/>
              <a:t>Password: </a:t>
            </a:r>
            <a:r>
              <a:rPr lang="en-GB" b="1" dirty="0"/>
              <a:t>Chemicals123!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07D54F-3C1D-2FE1-8A44-83193BFAEAEB}"/>
              </a:ext>
            </a:extLst>
          </p:cNvPr>
          <p:cNvCxnSpPr>
            <a:cxnSpLocks/>
          </p:cNvCxnSpPr>
          <p:nvPr/>
        </p:nvCxnSpPr>
        <p:spPr>
          <a:xfrm flipH="1" flipV="1">
            <a:off x="4376615" y="3860800"/>
            <a:ext cx="3008923" cy="1180123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C938085C-76DF-17AD-8987-55C52EEE951D}"/>
              </a:ext>
            </a:extLst>
          </p:cNvPr>
          <p:cNvSpPr/>
          <p:nvPr/>
        </p:nvSpPr>
        <p:spPr>
          <a:xfrm>
            <a:off x="8050745" y="1583768"/>
            <a:ext cx="3657600" cy="1767078"/>
          </a:xfrm>
          <a:prstGeom prst="wedgeRoundRectCallout">
            <a:avLst>
              <a:gd name="adj1" fmla="val 14978"/>
              <a:gd name="adj2" fmla="val 138158"/>
              <a:gd name="adj3" fmla="val 16667"/>
            </a:avLst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i="1" spc="-4" dirty="0">
                <a:solidFill>
                  <a:srgbClr val="B0B3B3"/>
                </a:solidFill>
                <a:latin typeface="Montserrat" panose="00000500000000000000" pitchFamily="2" charset="0"/>
                <a:cs typeface="Calibri"/>
              </a:rPr>
              <a:t>Tip: (remember to include the “</a:t>
            </a:r>
            <a:r>
              <a:rPr lang="en-US" sz="2400" b="1" i="1" spc="-4" dirty="0">
                <a:solidFill>
                  <a:schemeClr val="accent1"/>
                </a:solidFill>
                <a:latin typeface="Montserrat" panose="00000500000000000000" pitchFamily="2" charset="0"/>
                <a:cs typeface="Calibri"/>
              </a:rPr>
              <a:t>!</a:t>
            </a:r>
            <a:r>
              <a:rPr lang="en-US" sz="2400" b="1" i="1" spc="-4" dirty="0">
                <a:solidFill>
                  <a:srgbClr val="B0B3B3"/>
                </a:solidFill>
                <a:latin typeface="Montserrat" panose="00000500000000000000" pitchFamily="2" charset="0"/>
                <a:cs typeface="Calibri"/>
              </a:rPr>
              <a:t>” after ….</a:t>
            </a:r>
            <a:r>
              <a:rPr lang="en-US" sz="2400" b="1" i="1" spc="-4" dirty="0">
                <a:solidFill>
                  <a:schemeClr val="accent1"/>
                </a:solidFill>
                <a:latin typeface="Montserrat" panose="00000500000000000000" pitchFamily="2" charset="0"/>
                <a:cs typeface="Calibri"/>
              </a:rPr>
              <a:t>123</a:t>
            </a:r>
            <a:r>
              <a:rPr lang="en-US" sz="2400" b="1" i="1" spc="-4" dirty="0">
                <a:solidFill>
                  <a:srgbClr val="B0B3B3"/>
                </a:solidFill>
                <a:latin typeface="Montserrat" panose="00000500000000000000" pitchFamily="2" charset="0"/>
                <a:cs typeface="Calibri"/>
              </a:rPr>
              <a:t>)</a:t>
            </a:r>
            <a:endParaRPr lang="en-US" sz="2400" dirty="0">
              <a:solidFill>
                <a:schemeClr val="bg1"/>
              </a:solidFill>
              <a:ea typeface="Arial" charset="0"/>
            </a:endParaRPr>
          </a:p>
          <a:p>
            <a:pPr algn="ctr"/>
            <a:endParaRPr lang="en-US" dirty="0">
              <a:solidFill>
                <a:schemeClr val="bg1"/>
              </a:solidFill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4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A68C9A-C9AD-6EB8-68F7-B1618DB1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6492875"/>
            <a:ext cx="10248900" cy="244653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© 2023 GE Vernova and/or its affiliates.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84639A-FA10-AAB6-982F-A00B577D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2182" y="6492875"/>
            <a:ext cx="550718" cy="365125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7A7A97EF-C944-4447-B862-B593E9B4A0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FCC1B3FF-C90D-2FED-A4E7-F2A9C4EF1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13421" cy="457020"/>
          </a:xfrm>
        </p:spPr>
        <p:txBody>
          <a:bodyPr/>
          <a:lstStyle/>
          <a:p>
            <a:r>
              <a:rPr lang="en-US" dirty="0"/>
              <a:t>Add a new assessment (+)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023628-1B0D-1637-9A27-E73FED9399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37" r="2" b="11688"/>
          <a:stretch/>
        </p:blipFill>
        <p:spPr>
          <a:xfrm>
            <a:off x="-71747" y="1396888"/>
            <a:ext cx="12274745" cy="5461112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6263AF-9E87-4BD2-6842-92EB23F2E1DA}"/>
              </a:ext>
            </a:extLst>
          </p:cNvPr>
          <p:cNvSpPr/>
          <p:nvPr/>
        </p:nvSpPr>
        <p:spPr>
          <a:xfrm>
            <a:off x="9274428" y="3305263"/>
            <a:ext cx="1516185" cy="189080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1:</a:t>
            </a:r>
          </a:p>
        </p:txBody>
      </p:sp>
    </p:spTree>
    <p:extLst>
      <p:ext uri="{BB962C8B-B14F-4D97-AF65-F5344CB8AC3E}">
        <p14:creationId xmlns:p14="http://schemas.microsoft.com/office/powerpoint/2010/main" val="1151644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43D1413-4ADD-AFD8-4F16-D23497954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81" y="1660413"/>
            <a:ext cx="10888100" cy="483246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6C15DC-7C28-255B-D808-B6E7134D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2182" y="6492875"/>
            <a:ext cx="550718" cy="365125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7A7A97EF-C944-4447-B862-B593E9B4A0F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097BE15-AEA6-1FA6-73C4-F992737E0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95" y="190591"/>
            <a:ext cx="8028266" cy="457020"/>
          </a:xfrm>
        </p:spPr>
        <p:txBody>
          <a:bodyPr/>
          <a:lstStyle/>
          <a:p>
            <a:pPr algn="r"/>
            <a:r>
              <a:rPr lang="en-US" dirty="0"/>
              <a:t>First Screen (ignore if you have an SDS already              </a:t>
            </a:r>
            <a:br>
              <a:rPr lang="en-US" dirty="0"/>
            </a:br>
            <a:r>
              <a:rPr lang="en-US" dirty="0"/>
              <a:t>(Click </a:t>
            </a:r>
            <a:r>
              <a:rPr lang="en-US" b="1" dirty="0"/>
              <a:t>Next</a:t>
            </a:r>
            <a:r>
              <a:rPr lang="en-US" dirty="0"/>
              <a:t> in Top right-hand side)</a:t>
            </a:r>
            <a:br>
              <a:rPr lang="en-US" dirty="0"/>
            </a:br>
            <a:r>
              <a:rPr lang="en-US" dirty="0"/>
              <a:t>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D0C61A-43DE-044F-F27F-1356657F9315}"/>
              </a:ext>
            </a:extLst>
          </p:cNvPr>
          <p:cNvSpPr/>
          <p:nvPr/>
        </p:nvSpPr>
        <p:spPr>
          <a:xfrm>
            <a:off x="117095" y="1409351"/>
            <a:ext cx="9437966" cy="5201174"/>
          </a:xfrm>
          <a:prstGeom prst="rect">
            <a:avLst/>
          </a:prstGeom>
          <a:solidFill>
            <a:schemeClr val="bg2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50" dirty="0">
                <a:solidFill>
                  <a:schemeClr val="tx1"/>
                </a:solidFill>
              </a:rPr>
              <a:t>1: This can be used if you have no SDS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20544E-AA0B-7400-FB43-AA46453F3539}"/>
              </a:ext>
            </a:extLst>
          </p:cNvPr>
          <p:cNvSpPr/>
          <p:nvPr/>
        </p:nvSpPr>
        <p:spPr>
          <a:xfrm>
            <a:off x="10288723" y="2021747"/>
            <a:ext cx="851857" cy="25945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2: </a:t>
            </a:r>
          </a:p>
        </p:txBody>
      </p:sp>
    </p:spTree>
    <p:extLst>
      <p:ext uri="{BB962C8B-B14F-4D97-AF65-F5344CB8AC3E}">
        <p14:creationId xmlns:p14="http://schemas.microsoft.com/office/powerpoint/2010/main" val="274502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6C15DC-7C28-255B-D808-B6E7134D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2182" y="6492875"/>
            <a:ext cx="550718" cy="365125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7A7A97EF-C944-4447-B862-B593E9B4A0F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097BE15-AEA6-1FA6-73C4-F992737E0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419101"/>
            <a:ext cx="9622047" cy="457020"/>
          </a:xfrm>
        </p:spPr>
        <p:txBody>
          <a:bodyPr/>
          <a:lstStyle/>
          <a:p>
            <a:r>
              <a:rPr lang="en-US" dirty="0"/>
              <a:t>Example: CLARKE AIRLINE OIL</a:t>
            </a:r>
            <a:br>
              <a:rPr lang="en-US" dirty="0"/>
            </a:b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C407D6-75A8-E0F8-FB94-0764D2EF2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100" y="1200630"/>
            <a:ext cx="8388903" cy="480695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D0C61A-43DE-044F-F27F-1356657F9315}"/>
              </a:ext>
            </a:extLst>
          </p:cNvPr>
          <p:cNvSpPr/>
          <p:nvPr/>
        </p:nvSpPr>
        <p:spPr>
          <a:xfrm>
            <a:off x="732265" y="2969703"/>
            <a:ext cx="4334686" cy="2919369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50" dirty="0">
                <a:solidFill>
                  <a:schemeClr val="tx1"/>
                </a:solidFill>
              </a:rPr>
              <a:t>1: Fill in details from SDS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20544E-AA0B-7400-FB43-AA46453F3539}"/>
              </a:ext>
            </a:extLst>
          </p:cNvPr>
          <p:cNvSpPr/>
          <p:nvPr/>
        </p:nvSpPr>
        <p:spPr>
          <a:xfrm>
            <a:off x="8191476" y="1431106"/>
            <a:ext cx="499519" cy="620786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2: </a:t>
            </a:r>
          </a:p>
        </p:txBody>
      </p:sp>
    </p:spTree>
    <p:extLst>
      <p:ext uri="{BB962C8B-B14F-4D97-AF65-F5344CB8AC3E}">
        <p14:creationId xmlns:p14="http://schemas.microsoft.com/office/powerpoint/2010/main" val="3875159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6ED780-0198-D9FC-40F9-BFB43F16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46E301-5EDD-A007-6A77-B1F076341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Attach the SDS (downloaded to you laptop)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4AECED-9DD4-DFD7-598D-D350261F4D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099" y="1176337"/>
            <a:ext cx="6143625" cy="450532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02D02A-BA02-6086-1B25-0AFC9F430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911" y="1820731"/>
            <a:ext cx="8084568" cy="43228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7535B3-EEC8-89E1-809A-07D285D24FF7}"/>
              </a:ext>
            </a:extLst>
          </p:cNvPr>
          <p:cNvSpPr/>
          <p:nvPr/>
        </p:nvSpPr>
        <p:spPr>
          <a:xfrm>
            <a:off x="58372" y="2733023"/>
            <a:ext cx="3053944" cy="30379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3: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B73C7A-190B-609C-095B-0B33E0CE3861}"/>
              </a:ext>
            </a:extLst>
          </p:cNvPr>
          <p:cNvSpPr/>
          <p:nvPr/>
        </p:nvSpPr>
        <p:spPr>
          <a:xfrm>
            <a:off x="5846240" y="4538444"/>
            <a:ext cx="831397" cy="310393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4: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7C2B4-0E8C-6036-4BAD-FC4D670358FD}"/>
              </a:ext>
            </a:extLst>
          </p:cNvPr>
          <p:cNvSpPr/>
          <p:nvPr/>
        </p:nvSpPr>
        <p:spPr>
          <a:xfrm>
            <a:off x="3830413" y="4538765"/>
            <a:ext cx="984868" cy="310071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2: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E1AC9B-1D4E-4881-CB3C-E1FB9BD19B14}"/>
              </a:ext>
            </a:extLst>
          </p:cNvPr>
          <p:cNvSpPr/>
          <p:nvPr/>
        </p:nvSpPr>
        <p:spPr>
          <a:xfrm>
            <a:off x="3724339" y="3633216"/>
            <a:ext cx="1174832" cy="485779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1: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380F5A-1BE2-2A56-B681-1A4D4A073B55}"/>
              </a:ext>
            </a:extLst>
          </p:cNvPr>
          <p:cNvSpPr/>
          <p:nvPr/>
        </p:nvSpPr>
        <p:spPr>
          <a:xfrm>
            <a:off x="10666144" y="2358704"/>
            <a:ext cx="831397" cy="310393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5: </a:t>
            </a:r>
          </a:p>
        </p:txBody>
      </p:sp>
    </p:spTree>
    <p:extLst>
      <p:ext uri="{BB962C8B-B14F-4D97-AF65-F5344CB8AC3E}">
        <p14:creationId xmlns:p14="http://schemas.microsoft.com/office/powerpoint/2010/main" val="2056604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6ED780-0198-D9FC-40F9-BFB43F16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46E301-5EDD-A007-6A77-B1F076341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Fill in how you are using it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E10A92-0083-24EA-BA42-06061A684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21" y="1031544"/>
            <a:ext cx="10174648" cy="56438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D0EF46-3859-C453-7A02-173177B86D2A}"/>
              </a:ext>
            </a:extLst>
          </p:cNvPr>
          <p:cNvSpPr/>
          <p:nvPr/>
        </p:nvSpPr>
        <p:spPr>
          <a:xfrm>
            <a:off x="787679" y="1862356"/>
            <a:ext cx="7232196" cy="310393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1: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5A73AF-3D38-4AD2-CEF3-185055F51E7E}"/>
              </a:ext>
            </a:extLst>
          </p:cNvPr>
          <p:cNvSpPr/>
          <p:nvPr/>
        </p:nvSpPr>
        <p:spPr>
          <a:xfrm>
            <a:off x="8206517" y="1821979"/>
            <a:ext cx="1577130" cy="310393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2: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4307F8-BD40-67AF-C5C2-03EEDE60C549}"/>
              </a:ext>
            </a:extLst>
          </p:cNvPr>
          <p:cNvSpPr/>
          <p:nvPr/>
        </p:nvSpPr>
        <p:spPr>
          <a:xfrm>
            <a:off x="3474952" y="2954795"/>
            <a:ext cx="5593547" cy="1193032"/>
          </a:xfrm>
          <a:prstGeom prst="rect">
            <a:avLst/>
          </a:prstGeom>
          <a:solidFill>
            <a:schemeClr val="bg2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3: Fill in for the typical amount used g/kg ml/L etc, how often and my how many people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A308CE-E40C-FBC7-3A19-07F6BE782849}"/>
              </a:ext>
            </a:extLst>
          </p:cNvPr>
          <p:cNvSpPr/>
          <p:nvPr/>
        </p:nvSpPr>
        <p:spPr>
          <a:xfrm>
            <a:off x="3350515" y="4196933"/>
            <a:ext cx="1674491" cy="1193032"/>
          </a:xfrm>
          <a:prstGeom prst="rect">
            <a:avLst/>
          </a:prstGeom>
          <a:solidFill>
            <a:schemeClr val="bg2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5:</a:t>
            </a:r>
          </a:p>
          <a:p>
            <a:pPr algn="r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these </a:t>
            </a:r>
          </a:p>
          <a:p>
            <a:pPr algn="r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Are the</a:t>
            </a:r>
          </a:p>
          <a:p>
            <a:pPr algn="r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typical</a:t>
            </a:r>
          </a:p>
          <a:p>
            <a:pPr algn="r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answers </a:t>
            </a:r>
          </a:p>
          <a:p>
            <a:pPr algn="r">
              <a:spcAft>
                <a:spcPts val="600"/>
              </a:spcAft>
            </a:pPr>
            <a:endParaRPr lang="en-GB" sz="1000" dirty="0">
              <a:solidFill>
                <a:schemeClr val="tx1"/>
              </a:solidFill>
            </a:endParaRPr>
          </a:p>
          <a:p>
            <a:pPr algn="r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813184-F8DF-E6CC-774E-142CD524CFD0}"/>
              </a:ext>
            </a:extLst>
          </p:cNvPr>
          <p:cNvSpPr/>
          <p:nvPr/>
        </p:nvSpPr>
        <p:spPr>
          <a:xfrm>
            <a:off x="3474951" y="5499286"/>
            <a:ext cx="3630523" cy="247174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                          4: Add a short description of task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14D81B-BFDA-92C7-468F-A8AB2EDA4842}"/>
              </a:ext>
            </a:extLst>
          </p:cNvPr>
          <p:cNvSpPr/>
          <p:nvPr/>
        </p:nvSpPr>
        <p:spPr>
          <a:xfrm>
            <a:off x="3356363" y="5884790"/>
            <a:ext cx="6290976" cy="708957"/>
          </a:xfrm>
          <a:prstGeom prst="rect">
            <a:avLst/>
          </a:prstGeom>
          <a:solidFill>
            <a:schemeClr val="bg2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5: Add details if relevant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E0C043-32B4-8C7B-0B23-F9187D2E53F5}"/>
              </a:ext>
            </a:extLst>
          </p:cNvPr>
          <p:cNvSpPr/>
          <p:nvPr/>
        </p:nvSpPr>
        <p:spPr>
          <a:xfrm>
            <a:off x="10217502" y="1031544"/>
            <a:ext cx="1118109" cy="310393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5:</a:t>
            </a:r>
          </a:p>
        </p:txBody>
      </p:sp>
    </p:spTree>
    <p:extLst>
      <p:ext uri="{BB962C8B-B14F-4D97-AF65-F5344CB8AC3E}">
        <p14:creationId xmlns:p14="http://schemas.microsoft.com/office/powerpoint/2010/main" val="366388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6ED780-0198-D9FC-40F9-BFB43F16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46E301-5EDD-A007-6A77-B1F076341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 to a work area (be specific to service line)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55046-93E3-EC66-E686-C38D307A3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69" y="1326891"/>
            <a:ext cx="10086975" cy="48387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30AB00-5F90-DD67-7093-4B4C0EFA6510}"/>
              </a:ext>
            </a:extLst>
          </p:cNvPr>
          <p:cNvSpPr/>
          <p:nvPr/>
        </p:nvSpPr>
        <p:spPr>
          <a:xfrm>
            <a:off x="1089682" y="3926049"/>
            <a:ext cx="1359903" cy="22650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1: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3BF621-178C-D890-D7A3-C0F6D894DBC2}"/>
              </a:ext>
            </a:extLst>
          </p:cNvPr>
          <p:cNvSpPr/>
          <p:nvPr/>
        </p:nvSpPr>
        <p:spPr>
          <a:xfrm>
            <a:off x="10856372" y="1371632"/>
            <a:ext cx="831397" cy="310393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: 3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F94E11-DC32-518A-DA42-BBB656C93ECF}"/>
              </a:ext>
            </a:extLst>
          </p:cNvPr>
          <p:cNvSpPr/>
          <p:nvPr/>
        </p:nvSpPr>
        <p:spPr>
          <a:xfrm>
            <a:off x="1427933" y="4464342"/>
            <a:ext cx="1214599" cy="22650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2: </a:t>
            </a:r>
          </a:p>
        </p:txBody>
      </p:sp>
    </p:spTree>
    <p:extLst>
      <p:ext uri="{BB962C8B-B14F-4D97-AF65-F5344CB8AC3E}">
        <p14:creationId xmlns:p14="http://schemas.microsoft.com/office/powerpoint/2010/main" val="3360239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6ED780-0198-D9FC-40F9-BFB43F16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46E301-5EDD-A007-6A77-B1F076341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 you details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E6478C-18C2-9250-9DF7-B28C1D9DA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65" y="1200804"/>
            <a:ext cx="9320310" cy="54746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27DAB2A-CF6F-6E5E-2CDD-DCC15ACF11AD}"/>
              </a:ext>
            </a:extLst>
          </p:cNvPr>
          <p:cNvSpPr/>
          <p:nvPr/>
        </p:nvSpPr>
        <p:spPr>
          <a:xfrm>
            <a:off x="2074433" y="2902592"/>
            <a:ext cx="1359903" cy="22650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1: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D322EB-3108-2D19-9491-ACDF13549B4D}"/>
              </a:ext>
            </a:extLst>
          </p:cNvPr>
          <p:cNvSpPr/>
          <p:nvPr/>
        </p:nvSpPr>
        <p:spPr>
          <a:xfrm>
            <a:off x="2226833" y="3377270"/>
            <a:ext cx="2026385" cy="771730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2:                   Auto-fills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A64114-AA8F-4BD1-F5B6-C5AB08A29447}"/>
              </a:ext>
            </a:extLst>
          </p:cNvPr>
          <p:cNvSpPr/>
          <p:nvPr/>
        </p:nvSpPr>
        <p:spPr>
          <a:xfrm>
            <a:off x="2379233" y="4331563"/>
            <a:ext cx="2427659" cy="22650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         Ignore (write 0000)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E7CDFB-8B55-DB2D-38AF-581503062EAF}"/>
              </a:ext>
            </a:extLst>
          </p:cNvPr>
          <p:cNvSpPr/>
          <p:nvPr/>
        </p:nvSpPr>
        <p:spPr>
          <a:xfrm>
            <a:off x="2372905" y="5154085"/>
            <a:ext cx="8306280" cy="22650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                                                 add your email, you will get notified, when assessment is ready, (or if Sypol Team have any queries)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25A2D5-896A-EEE4-B69A-D897CEFFCED0}"/>
              </a:ext>
            </a:extLst>
          </p:cNvPr>
          <p:cNvSpPr/>
          <p:nvPr/>
        </p:nvSpPr>
        <p:spPr>
          <a:xfrm>
            <a:off x="2372906" y="4737971"/>
            <a:ext cx="2427659" cy="22650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         Ignore (write 0000)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BC0A00-E09C-9C0E-F741-7663B68DC946}"/>
              </a:ext>
            </a:extLst>
          </p:cNvPr>
          <p:cNvSpPr/>
          <p:nvPr/>
        </p:nvSpPr>
        <p:spPr>
          <a:xfrm>
            <a:off x="162186" y="6086055"/>
            <a:ext cx="3424549" cy="22650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3: Select Europe EHS - IH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FEAE28-AE25-44ED-4D1D-166A2862F943}"/>
              </a:ext>
            </a:extLst>
          </p:cNvPr>
          <p:cNvSpPr/>
          <p:nvPr/>
        </p:nvSpPr>
        <p:spPr>
          <a:xfrm>
            <a:off x="10838576" y="1687586"/>
            <a:ext cx="864066" cy="22650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: 4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F57455-BAB4-C4CD-044F-FBCCC2E90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734" y="5473479"/>
            <a:ext cx="6999707" cy="90404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5234B3-6935-CDBE-E299-AA733D88CF2F}"/>
              </a:ext>
            </a:extLst>
          </p:cNvPr>
          <p:cNvSpPr/>
          <p:nvPr/>
        </p:nvSpPr>
        <p:spPr>
          <a:xfrm>
            <a:off x="3992716" y="5560493"/>
            <a:ext cx="6845860" cy="40432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                    4: If you need a CRA - ASAP 24hrs Generation (normal take 5 days) Note we can only do this  x2 a week (i.e. only use if really needed)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9F1094-C47C-DEAD-DA5E-8BD877D14A18}"/>
              </a:ext>
            </a:extLst>
          </p:cNvPr>
          <p:cNvSpPr/>
          <p:nvPr/>
        </p:nvSpPr>
        <p:spPr>
          <a:xfrm>
            <a:off x="4168038" y="6051829"/>
            <a:ext cx="3424549" cy="22650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5 : Needed on site urgently</a:t>
            </a:r>
          </a:p>
        </p:txBody>
      </p:sp>
    </p:spTree>
    <p:extLst>
      <p:ext uri="{BB962C8B-B14F-4D97-AF65-F5344CB8AC3E}">
        <p14:creationId xmlns:p14="http://schemas.microsoft.com/office/powerpoint/2010/main" val="2888474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E2297DD-1FDE-84E3-2C81-CB0B0E2C8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48" y="1084895"/>
            <a:ext cx="11778143" cy="562629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6ED780-0198-D9FC-40F9-BFB43F16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46E301-5EDD-A007-6A77-B1F076341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5939756" cy="457020"/>
          </a:xfrm>
        </p:spPr>
        <p:txBody>
          <a:bodyPr/>
          <a:lstStyle/>
          <a:p>
            <a:r>
              <a:rPr lang="en-GB" dirty="0"/>
              <a:t>Final Stage: Confirm your request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E7CDFB-8B55-DB2D-38AF-581503062EAF}"/>
              </a:ext>
            </a:extLst>
          </p:cNvPr>
          <p:cNvSpPr/>
          <p:nvPr/>
        </p:nvSpPr>
        <p:spPr>
          <a:xfrm>
            <a:off x="4654710" y="4325457"/>
            <a:ext cx="6986857" cy="401644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                                                check email , you will get notified, when assessment is ready, (or if Sypol Team have any queries)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FEAE28-AE25-44ED-4D1D-166A2862F943}"/>
              </a:ext>
            </a:extLst>
          </p:cNvPr>
          <p:cNvSpPr/>
          <p:nvPr/>
        </p:nvSpPr>
        <p:spPr>
          <a:xfrm>
            <a:off x="11182525" y="1833629"/>
            <a:ext cx="864066" cy="401644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1: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5234B3-6935-CDBE-E299-AA733D88CF2F}"/>
              </a:ext>
            </a:extLst>
          </p:cNvPr>
          <p:cNvSpPr/>
          <p:nvPr/>
        </p:nvSpPr>
        <p:spPr>
          <a:xfrm>
            <a:off x="4654709" y="5325264"/>
            <a:ext cx="7118191" cy="404322"/>
          </a:xfrm>
          <a:prstGeom prst="rect">
            <a:avLst/>
          </a:prstGeom>
          <a:solidFill>
            <a:schemeClr val="bg2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</a:rPr>
              <a:t>                    4: If you need a CRA - ASAP 24hrs Generation (normal take 5 days) Note we can only do this  x2 a week (i.e. only use if really needed)</a:t>
            </a:r>
          </a:p>
        </p:txBody>
      </p:sp>
    </p:spTree>
    <p:extLst>
      <p:ext uri="{BB962C8B-B14F-4D97-AF65-F5344CB8AC3E}">
        <p14:creationId xmlns:p14="http://schemas.microsoft.com/office/powerpoint/2010/main" val="583942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C82B2-3D55-DDF1-6DBE-9F82FF3DF32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41138" y="6492875"/>
            <a:ext cx="550862" cy="365125"/>
          </a:xfrm>
        </p:spPr>
        <p:txBody>
          <a:bodyPr/>
          <a:lstStyle/>
          <a:p>
            <a:fld id="{7A7A97EF-C944-4447-B862-B593E9B4A0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188644"/>
      </p:ext>
    </p:extLst>
  </p:cSld>
  <p:clrMapOvr>
    <a:masterClrMapping/>
  </p:clrMapOvr>
</p:sld>
</file>

<file path=ppt/theme/theme1.xml><?xml version="1.0" encoding="utf-8"?>
<a:theme xmlns:a="http://schemas.openxmlformats.org/drawingml/2006/main" name="GE Vernova">
  <a:themeElements>
    <a:clrScheme name="GE Vernova Palette">
      <a:dk1>
        <a:srgbClr val="005E60"/>
      </a:dk1>
      <a:lt1>
        <a:srgbClr val="FFFFFF"/>
      </a:lt1>
      <a:dk2>
        <a:srgbClr val="212121"/>
      </a:dk2>
      <a:lt2>
        <a:srgbClr val="C8FF08"/>
      </a:lt2>
      <a:accent1>
        <a:srgbClr val="FAFAFA"/>
      </a:accent1>
      <a:accent2>
        <a:srgbClr val="E3E3E3"/>
      </a:accent2>
      <a:accent3>
        <a:srgbClr val="CCCCCC"/>
      </a:accent3>
      <a:accent4>
        <a:srgbClr val="696969"/>
      </a:accent4>
      <a:accent5>
        <a:srgbClr val="484848"/>
      </a:accent5>
      <a:accent6>
        <a:srgbClr val="59C3C9"/>
      </a:accent6>
      <a:hlink>
        <a:srgbClr val="75CA64"/>
      </a:hlink>
      <a:folHlink>
        <a:srgbClr val="BFA682"/>
      </a:folHlink>
    </a:clrScheme>
    <a:fontScheme name="GE Vernova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 anchorCtr="0"/>
      <a:lstStyle>
        <a:defPPr algn="l">
          <a:spcAft>
            <a:spcPts val="600"/>
          </a:spcAft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600"/>
          </a:spcAft>
          <a:defRPr/>
        </a:defPPr>
      </a:lstStyle>
    </a:txDef>
  </a:objectDefaults>
  <a:extraClrSchemeLst/>
  <a:custClrLst>
    <a:custClr name="Stainless Steel">
      <a:srgbClr val="D2D2D2"/>
    </a:custClr>
    <a:custClr name="Aluminum">
      <a:srgbClr val="AEAEAE"/>
    </a:custClr>
    <a:custClr name="Titanium">
      <a:srgbClr val="969696"/>
    </a:custClr>
    <a:custClr name="Yellow">
      <a:srgbClr val="FFD400"/>
    </a:custClr>
    <a:custClr name="Orange">
      <a:srgbClr val="FF8400"/>
    </a:custClr>
    <a:custClr name="Red">
      <a:srgbClr val="FF1900"/>
    </a:custClr>
    <a:custClr name="Purple">
      <a:srgbClr val="8F00FF"/>
    </a:custClr>
    <a:custClr name="Fuschia">
      <a:srgbClr val="DE00F7"/>
    </a:custClr>
    <a:custClr name="Blue">
      <a:srgbClr val="3900F8"/>
    </a:custClr>
    <a:custClr name="Teal">
      <a:srgbClr val="00D0E1"/>
    </a:custClr>
  </a:custClrLst>
  <a:extLst>
    <a:ext uri="{05A4C25C-085E-4340-85A3-A5531E510DB2}">
      <thm15:themeFamily xmlns:thm15="http://schemas.microsoft.com/office/thememl/2012/main" name="GE Vernova_PPT_Template_7.25.23.pptx" id="{516FEC3C-F444-46DB-9625-154F7F727864}" vid="{D2D9C980-E8ED-4E5D-97D7-10B54BD9CC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 xsi:nil="true"/>
    <RevisionNumber xmlns="cc7fbaa3-8214-4644-99f1-d2e5a6ae9914" xsi:nil="true"/>
    <Process_x0020_Owmer xmlns="25586fb6-ed09-4f2d-8ea7-eda1a9fd2320">
      <UserInfo>
        <DisplayName/>
        <AccountId/>
        <AccountType/>
      </UserInfo>
    </Process_x0020_Owmer>
    <Functional_x0020_Owner xmlns="25586fb6-ed09-4f2d-8ea7-eda1a9fd2320">Management Processes - Leadership and Commitment</Functional_x0020_Owner>
    <Nomenclature xmlns="25586fb6-ed09-4f2d-8ea7-eda1a9fd2320" xsi:nil="true"/>
  </documentManagement>
</p:properties>
</file>

<file path=customXml/itemProps1.xml><?xml version="1.0" encoding="utf-8"?>
<ds:datastoreItem xmlns:ds="http://schemas.openxmlformats.org/officeDocument/2006/customXml" ds:itemID="{BDE64E55-0318-435E-9885-1C7A491FCF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DD4B9D-7594-4704-9DE0-522CB763B1C1}"/>
</file>

<file path=customXml/itemProps3.xml><?xml version="1.0" encoding="utf-8"?>
<ds:datastoreItem xmlns:ds="http://schemas.openxmlformats.org/officeDocument/2006/customXml" ds:itemID="{C6A31001-A973-48D3-BF92-E4BBE4C78C38}">
  <ds:schemaRefs>
    <ds:schemaRef ds:uri="http://purl.org/dc/elements/1.1/"/>
    <ds:schemaRef ds:uri="http://schemas.microsoft.com/office/2006/metadata/properties"/>
    <ds:schemaRef ds:uri="b402df0d-8178-4802-b8b9-ef402e68d744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02d12187-754c-41a9-9e93-c3e1cfacc155"/>
    <ds:schemaRef ds:uri="http://schemas.openxmlformats.org/package/2006/metadata/core-properties"/>
    <ds:schemaRef ds:uri="660f4d75-da08-481c-93a0-a5d59f6ee71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25060</TotalTime>
  <Words>398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Inter</vt:lpstr>
      <vt:lpstr>Montserrat</vt:lpstr>
      <vt:lpstr>Sons Condensed Extrabold</vt:lpstr>
      <vt:lpstr>Arial</vt:lpstr>
      <vt:lpstr>GE Vernova</vt:lpstr>
      <vt:lpstr>SypoL add chemicals  Guide v1.0 </vt:lpstr>
      <vt:lpstr>Login to: Sypol CMS (cms.sypol.com/ )</vt:lpstr>
      <vt:lpstr>Add a new assessment (+)</vt:lpstr>
      <vt:lpstr>First Screen (ignore if you have an SDS already               (Click Next in Top right-hand side)   </vt:lpstr>
      <vt:lpstr>Example: CLARKE AIRLINE OIL </vt:lpstr>
      <vt:lpstr>Attach the SDS (downloaded to you laptop)</vt:lpstr>
      <vt:lpstr>Fill in how you are using it</vt:lpstr>
      <vt:lpstr>Assign to a work area (be specific to service line)</vt:lpstr>
      <vt:lpstr>Add you details </vt:lpstr>
      <vt:lpstr>Final Stage: Confirm your request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SLIDE, HEADLINES MAY BE 2 LINES</dc:title>
  <dc:subject/>
  <dc:creator>Conway, Ross (GE Vernova)</dc:creator>
  <cp:keywords/>
  <dc:description/>
  <cp:lastModifiedBy>Conway, Ross (GE Vernova)</cp:lastModifiedBy>
  <cp:revision>15</cp:revision>
  <dcterms:created xsi:type="dcterms:W3CDTF">2024-04-16T17:18:59Z</dcterms:created>
  <dcterms:modified xsi:type="dcterms:W3CDTF">2026-04-28T12:31:07Z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