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94712" autoAdjust="0"/>
  </p:normalViewPr>
  <p:slideViewPr>
    <p:cSldViewPr snapToGrid="0">
      <p:cViewPr>
        <p:scale>
          <a:sx n="200" d="100"/>
          <a:sy n="200" d="100"/>
        </p:scale>
        <p:origin x="144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/>
          <a:lstStyle>
            <a:lvl1pPr algn="r">
              <a:defRPr sz="1300"/>
            </a:lvl1pPr>
          </a:lstStyle>
          <a:p>
            <a:fld id="{77A12465-B93B-4C89-8962-65869DA8E1F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79525"/>
            <a:ext cx="2667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81" tIns="49240" rIns="98481" bIns="4924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562"/>
            <a:ext cx="5679440" cy="4030165"/>
          </a:xfrm>
          <a:prstGeom prst="rect">
            <a:avLst/>
          </a:prstGeom>
        </p:spPr>
        <p:txBody>
          <a:bodyPr vert="horz" lIns="98481" tIns="49240" rIns="98481" bIns="492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947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0947"/>
            <a:ext cx="3076363" cy="513666"/>
          </a:xfrm>
          <a:prstGeom prst="rect">
            <a:avLst/>
          </a:prstGeom>
        </p:spPr>
        <p:txBody>
          <a:bodyPr vert="horz" lIns="98481" tIns="49240" rIns="98481" bIns="49240" rtlCol="0" anchor="b"/>
          <a:lstStyle>
            <a:lvl1pPr algn="r">
              <a:defRPr sz="13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60680" y="3352799"/>
            <a:ext cx="7157720" cy="55299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One Field Services (OFS)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o‘z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xodimlari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mijozlari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pudratchilari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faoliyatimiz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ta’sirida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bo‘lgan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kishini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himoya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qilish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borasidagi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majburiyatiga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qat’iy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sodiqdir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Xavfsizlik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shunchaki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ustuvorlik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emas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— u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poydevor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tub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qadriyatimizdir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barcha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qonuniy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mijozlar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tegishli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talablarni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bajarish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hamda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ulardan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yuqori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natijalarga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erishish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halollik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mas’uliyat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harakat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qilamiz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; ESTX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sohasida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doimiy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takomillashuvga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erishish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aniq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maqsadlar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o‘lchanadigan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samaradorlik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ko‘rsatkichlarini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(KPI)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belgilaymiz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Bizning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maqsadimiz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oddiy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muhokama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qilinmaydi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nol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darajadagi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az-Cyrl-AZ" sz="103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Maqsadimiz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344488" lvl="1" indent="-290513" algn="l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Quyidagi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choralar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orqali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xodimlarimizga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yetkazmaslik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Kundalik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operatsiyalarimizdagi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xavflarning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oldini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oluvchi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yoki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yumshatuvchi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Hayotni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saqlovchi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qoidalarni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joriy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bog‘liq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jarohatlar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sog‘liqqa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yetishining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oldini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xavfsiz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sog‘lom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sharoitlarini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yaratish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o‘ziga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xos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xavflarga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mos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keladigan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proaktiv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lavozimga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yo‘naltirilgan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ESTX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bo‘yicha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o‘qitish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ta’lim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berish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asoslangan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Hayotni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saqlovchi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qoidalar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orqali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aniqlash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bartaraf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kamaytirish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Xodimlarni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xavfsiz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ishlashlari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to‘g‘ri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asbob-uskunalar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resurslar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yordam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ta’minlash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Har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xodimga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sharoit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xavfli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bo‘lganda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hech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qanday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ikkilanishsiz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yoki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oqibatlardan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qo‘rqmasdan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ISHNI TO‘XTATISH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vakolatini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berish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rag‘batlantirish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344488" lvl="1" indent="-290513" algn="l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Quyidagi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choralar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orqali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atrof-muhitga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yetkazmaslik</a:t>
            </a:r>
            <a:r>
              <a:rPr lang="en-US" sz="103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Operatsiyalarimizning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barcha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darajalarida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ifloslanishning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oldini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569913" lvl="2" indent="-225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Ruxsat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etilgan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ob’ektlarimiz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xizmatlarimiz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loyiha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maydonchalarimizning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atrof-muhitga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salbiy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ta’sirini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kamaytirish</a:t>
            </a:r>
            <a:r>
              <a:rPr lang="az-Cyrl-AZ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en-US" sz="103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3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kuchli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ESTX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ko‘rsatkichlari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ochiq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muloqot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hamkorlikka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bog‘liq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ekanligiga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ishonamiz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xodimlarimiz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mijozlarimiz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pudratchilarimiz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manfaatdor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tomonlar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bilan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faol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muloqot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qilamiz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hamda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Hayotni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saqlovchi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qoidalarimizni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mustahkamlashda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ESTX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xavflari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hamda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atrof-muhitga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ta’sirini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kamaytirishda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ularning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ishtirokini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rag‘batlantiramiz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3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ESTX —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OFS’dagi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shaxsning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umumiy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mas’uliyatidir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Har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birimiz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o‘zimizni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hamkasblarimizni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mijozlarimizni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tashrif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buyuruvchilarni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faoliyat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yuritayotgan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jamoalarni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atrof-muhitni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himoya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qilish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uchun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mas’ulmiz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Biz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birgalikda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xavfsizlik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har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bir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qarorning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asosi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bo‘lgan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“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nol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darajadagi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zarar”ga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erishish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mumkin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bo‘lgan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madaniyatni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yaratamiz</a:t>
            </a:r>
            <a:r>
              <a:rPr lang="en-US" sz="103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3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BFA6-A3B9-4236-91AD-6725937BC68C}"/>
              </a:ext>
            </a:extLst>
          </p:cNvPr>
          <p:cNvSpPr txBox="1"/>
          <p:nvPr/>
        </p:nvSpPr>
        <p:spPr>
          <a:xfrm>
            <a:off x="360680" y="2690143"/>
            <a:ext cx="7157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Gas Power One Field Services 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Atrof-muhitni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muhofaza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qilish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sog‘liqni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saqlash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va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mehnat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xavfsizligi</a:t>
            </a:r>
            <a:r>
              <a:rPr lang="en-US" sz="20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(ESTX) </a:t>
            </a:r>
            <a:r>
              <a:rPr lang="en-US" sz="20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siyosati</a:t>
            </a:r>
            <a:endParaRPr lang="az-Cyrl-AZ" sz="2000" dirty="0">
              <a:solidFill>
                <a:schemeClr val="bg1"/>
              </a:solidFill>
              <a:latin typeface="Sons Condensed Semibold" panose="02060706060206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CE45EC7E-91CF-4E54-A678-C1A3EB673F4F}"/>
</file>

<file path=customXml/itemProps2.xml><?xml version="1.0" encoding="utf-8"?>
<ds:datastoreItem xmlns:ds="http://schemas.openxmlformats.org/officeDocument/2006/customXml" ds:itemID="{96ACD51E-7679-4EBE-9434-718AC32A908D}"/>
</file>

<file path=customXml/itemProps3.xml><?xml version="1.0" encoding="utf-8"?>
<ds:datastoreItem xmlns:ds="http://schemas.openxmlformats.org/officeDocument/2006/customXml" ds:itemID="{8D452F88-F5DB-4BF8-9131-51171898B4D0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1091</TotalTime>
  <Words>384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Gotham Light</vt:lpstr>
      <vt:lpstr>Gotham Rounded Book</vt:lpstr>
      <vt:lpstr>Sons Condensed Semibold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Filiz, Cem (GE Vernova)</cp:lastModifiedBy>
  <cp:revision>54</cp:revision>
  <cp:lastPrinted>2026-06-01T08:48:44Z</cp:lastPrinted>
  <dcterms:created xsi:type="dcterms:W3CDTF">2018-11-14T17:47:23Z</dcterms:created>
  <dcterms:modified xsi:type="dcterms:W3CDTF">2026-06-01T08:54:57Z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