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0" r:id="rId4"/>
    <p:sldMasterId id="2147483793" r:id="rId5"/>
    <p:sldMasterId id="2147483816" r:id="rId6"/>
  </p:sldMasterIdLst>
  <p:notesMasterIdLst>
    <p:notesMasterId r:id="rId8"/>
  </p:notesMasterIdLst>
  <p:handoutMasterIdLst>
    <p:handoutMasterId r:id="rId9"/>
  </p:handoutMasterIdLst>
  <p:sldIdLst>
    <p:sldId id="4109" r:id="rId7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GE Inspira Sans" panose="020B0503060000000003" pitchFamily="34" charset="0"/>
      <p:regular r:id="rId16"/>
      <p:bold r:id="rId17"/>
      <p:italic r:id="rId18"/>
      <p:boldItalic r:id="rId19"/>
    </p:embeddedFont>
    <p:embeddedFont>
      <p:font typeface="Gotham" panose="020B0604020202020204"/>
      <p:regular r:id="rId20"/>
      <p:bold r:id="rId21"/>
      <p:italic r:id="rId22"/>
      <p:boldItalic r:id="rId23"/>
    </p:embeddedFont>
    <p:embeddedFont>
      <p:font typeface="Gotham Rounded Book" pitchFamily="50" charset="0"/>
      <p:regular r:id="rId24"/>
      <p: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Black" panose="00000A00000000000000" pitchFamily="2" charset="0"/>
      <p:bold r:id="rId30"/>
      <p:italic r:id="rId31"/>
      <p:boldItalic r:id="rId32"/>
    </p:embeddedFont>
    <p:embeddedFont>
      <p:font typeface="Montserrat Light" panose="00000400000000000000" pitchFamily="2" charset="0"/>
      <p:regular r:id="rId33"/>
      <p:italic r:id="rId34"/>
    </p:embeddedFont>
    <p:embeddedFont>
      <p:font typeface="Montserrat SemiBold" panose="00000700000000000000" pitchFamily="2" charset="0"/>
      <p:bold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19B0068E-58D5-4B0F-BF59-D31288384082}">
          <p14:sldIdLst>
            <p14:sldId id="41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77E"/>
    <a:srgbClr val="909AAA"/>
    <a:srgbClr val="3FAE2A"/>
    <a:srgbClr val="B7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0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300" y="102"/>
      </p:cViewPr>
      <p:guideLst>
        <p:guide orient="horz" pos="100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8056"/>
    </p:cViewPr>
  </p:sorterViewPr>
  <p:notesViewPr>
    <p:cSldViewPr snapToGrid="0" showGuides="1">
      <p:cViewPr varScale="1">
        <p:scale>
          <a:sx n="83" d="100"/>
          <a:sy n="83" d="100"/>
        </p:scale>
        <p:origin x="3816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12.fntdata"/><Relationship Id="rId34" Type="http://schemas.openxmlformats.org/officeDocument/2006/relationships/font" Target="fonts/font25.fntdata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font" Target="fonts/font24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font" Target="fonts/font2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36" Type="http://schemas.openxmlformats.org/officeDocument/2006/relationships/font" Target="fonts/font27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font" Target="fonts/font26.fntdata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1741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366259" y="0"/>
            <a:ext cx="2490153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Montserrat Light" panose="00000400000000000000" pitchFamily="2" charset="0"/>
              </a:rPr>
              <a:t>2021-09-23</a:t>
            </a:fld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Montserrat Light" panose="00000400000000000000" pitchFamily="2" charset="0"/>
              </a:rPr>
              <a:t>‹#›</a:t>
            </a:fld>
            <a:endParaRPr lang="en-CA" dirty="0">
              <a:latin typeface="Montserrat Light" panose="000004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852D4-37A9-4D73-BE44-8725E8DF82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1530" y="0"/>
            <a:ext cx="147494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146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 Light" panose="00000400000000000000" pitchFamily="2" charset="0"/>
              </a:defRPr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41811" y="0"/>
            <a:ext cx="2514601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 Light" panose="00000400000000000000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2021-09-23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 Light" panose="00000400000000000000" pitchFamily="2" charset="0"/>
              </a:defRPr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 Light" panose="00000400000000000000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2B339A-0230-4555-B3E7-851136367E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30" y="0"/>
            <a:ext cx="147494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1pPr>
    <a:lvl2pPr marL="2286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2pPr>
    <a:lvl3pPr marL="4572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3pPr>
    <a:lvl4pPr marL="6858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4pPr>
    <a:lvl5pPr marL="9144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CDABC8-FD09-47BC-822A-A981D494E0D7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 Inspira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 Inspira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3670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man, front, sitting&#10;&#10;Description automatically generated">
            <a:extLst>
              <a:ext uri="{FF2B5EF4-FFF2-40B4-BE49-F238E27FC236}">
                <a16:creationId xmlns:a16="http://schemas.microsoft.com/office/drawing/2014/main" id="{920F2CCE-9864-48DD-AE5F-E550B0E6D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586" b="5039"/>
          <a:stretch/>
        </p:blipFill>
        <p:spPr>
          <a:xfrm>
            <a:off x="-2" y="0"/>
            <a:ext cx="12192002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14C5BA4-310C-4DC4-AD41-5E5E0039BB76}"/>
              </a:ext>
            </a:extLst>
          </p:cNvPr>
          <p:cNvSpPr/>
          <p:nvPr userDrawn="1"/>
        </p:nvSpPr>
        <p:spPr>
          <a:xfrm>
            <a:off x="-2" y="-12699"/>
            <a:ext cx="12192002" cy="68706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  <a:alpha val="70000"/>
                </a:schemeClr>
              </a:gs>
              <a:gs pos="100000">
                <a:schemeClr val="bg2">
                  <a:lumMod val="10000"/>
                  <a:alpha val="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  <p:pic>
        <p:nvPicPr>
          <p:cNvPr id="30" name="Picture 29" descr="A picture containing food&#10;&#10;Description automatically generated">
            <a:extLst>
              <a:ext uri="{FF2B5EF4-FFF2-40B4-BE49-F238E27FC236}">
                <a16:creationId xmlns:a16="http://schemas.microsoft.com/office/drawing/2014/main" id="{E03C53F5-7F4D-4C87-A670-2F9D7A3B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447600"/>
            <a:ext cx="1762125" cy="309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rIns="0"/>
          <a:lstStyle>
            <a:lvl1pPr marL="514350" indent="0" algn="l">
              <a:defRPr sz="1200" b="0" i="0">
                <a:solidFill>
                  <a:schemeClr val="bg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02637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4314975"/>
            <a:ext cx="5426098" cy="1113575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3895902"/>
            <a:ext cx="5433777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buFontTx/>
              <a:buNone/>
              <a:defRPr sz="1600" cap="all" spc="300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F700E1-C7E8-4624-9359-7F369C999803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8845C0B-D154-49A9-8518-989B809866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B91513-8EF5-4A0C-B333-D569A2FBA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2A19DB-6145-416E-90C2-9ED2488D4D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A20843-0356-48F6-B61C-C8B66E09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CBCBCA8-D931-437C-B536-4122638668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D72DDF99-1D83-4C81-8C2B-33A8146293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39774FF-C349-46C6-9B0D-B71861578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261624F4-D3A0-405C-9313-DD8C4005C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1EDD3E9-055E-4F5E-ADC6-C8F80E5C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7B7429-7B09-45FC-A9A2-CB2BFA32D0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F5A2AEE-3C4B-44D5-A238-6FDE046CE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217AFC1-7A16-4AF1-838E-4377D012E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EE18C93A-56CD-4C7A-9564-4333115FD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31A45A9-3A8C-45C8-9A7C-865D66069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D34352C6-E6DB-49A2-957C-79CE896667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A6F7BA5-FA56-4965-84A6-F9861C8BE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86392E10-947C-4889-A457-4E45B2AE1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191402B2-0A71-49E7-B1F8-B05309C719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1889FCCF-68CE-4F40-A2CA-A78AE0B91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84A0B33F-327B-4F41-8677-F1ACABB6D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294A2BA-1CF1-4E77-8593-4213C81FD2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089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that is standing in the snow&#10;&#10;Description automatically generated">
            <a:extLst>
              <a:ext uri="{FF2B5EF4-FFF2-40B4-BE49-F238E27FC236}">
                <a16:creationId xmlns:a16="http://schemas.microsoft.com/office/drawing/2014/main" id="{C78EAB56-EB72-499C-85CD-47D3DC3E20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" t="13252" r="23642" b="22301"/>
          <a:stretch/>
        </p:blipFill>
        <p:spPr>
          <a:xfrm>
            <a:off x="0" y="-14514"/>
            <a:ext cx="12192000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14C5BA4-310C-4DC4-AD41-5E5E0039BB76}"/>
              </a:ext>
            </a:extLst>
          </p:cNvPr>
          <p:cNvSpPr/>
          <p:nvPr userDrawn="1"/>
        </p:nvSpPr>
        <p:spPr>
          <a:xfrm>
            <a:off x="-2" y="-14514"/>
            <a:ext cx="12192000" cy="687251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  <a:alpha val="83000"/>
                </a:schemeClr>
              </a:gs>
              <a:gs pos="63000">
                <a:schemeClr val="bg2">
                  <a:lumMod val="10000"/>
                  <a:alpha val="0"/>
                </a:schemeClr>
              </a:gs>
            </a:gsLst>
            <a:lin ang="18900000" scaled="1"/>
            <a:tileRect/>
          </a:gra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  <p:pic>
        <p:nvPicPr>
          <p:cNvPr id="30" name="Picture 29" descr="A picture containing food&#10;&#10;Description automatically generated">
            <a:extLst>
              <a:ext uri="{FF2B5EF4-FFF2-40B4-BE49-F238E27FC236}">
                <a16:creationId xmlns:a16="http://schemas.microsoft.com/office/drawing/2014/main" id="{E03C53F5-7F4D-4C87-A670-2F9D7A3B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447600"/>
            <a:ext cx="1762125" cy="309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rIns="0"/>
          <a:lstStyle>
            <a:lvl1pPr marL="514350" indent="0" algn="l">
              <a:defRPr sz="1200" b="0" i="0">
                <a:solidFill>
                  <a:schemeClr val="bg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02637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4314975"/>
            <a:ext cx="5426098" cy="1113575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3895902"/>
            <a:ext cx="5433777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buFontTx/>
              <a:buNone/>
              <a:defRPr sz="1600" cap="all" spc="300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F700E1-C7E8-4624-9359-7F369C999803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8845C0B-D154-49A9-8518-989B809866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B91513-8EF5-4A0C-B333-D569A2FBA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2A19DB-6145-416E-90C2-9ED2488D4D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A20843-0356-48F6-B61C-C8B66E09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CBCBCA8-D931-437C-B536-4122638668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D72DDF99-1D83-4C81-8C2B-33A8146293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39774FF-C349-46C6-9B0D-B71861578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261624F4-D3A0-405C-9313-DD8C4005C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1EDD3E9-055E-4F5E-ADC6-C8F80E5C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7B7429-7B09-45FC-A9A2-CB2BFA32D0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F5A2AEE-3C4B-44D5-A238-6FDE046CE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217AFC1-7A16-4AF1-838E-4377D012E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EE18C93A-56CD-4C7A-9564-4333115FD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31A45A9-3A8C-45C8-9A7C-865D66069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D34352C6-E6DB-49A2-957C-79CE896667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A6F7BA5-FA56-4965-84A6-F9861C8BE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86392E10-947C-4889-A457-4E45B2AE1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191402B2-0A71-49E7-B1F8-B05309C719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1889FCCF-68CE-4F40-A2CA-A78AE0B91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84A0B33F-327B-4F41-8677-F1ACABB6D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294A2BA-1CF1-4E77-8593-4213C81FD2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23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1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earing a hat&#10;&#10;Description automatically generated">
            <a:extLst>
              <a:ext uri="{FF2B5EF4-FFF2-40B4-BE49-F238E27FC236}">
                <a16:creationId xmlns:a16="http://schemas.microsoft.com/office/drawing/2014/main" id="{30BB9815-776E-4EE7-8BCE-CA0C72E045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" t="7813" r="3" b="7813"/>
          <a:stretch/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14C5BA4-310C-4DC4-AD41-5E5E0039BB76}"/>
              </a:ext>
            </a:extLst>
          </p:cNvPr>
          <p:cNvSpPr/>
          <p:nvPr userDrawn="1"/>
        </p:nvSpPr>
        <p:spPr>
          <a:xfrm>
            <a:off x="-2" y="-12699"/>
            <a:ext cx="10414813" cy="68706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  <a:alpha val="60000"/>
                </a:schemeClr>
              </a:gs>
              <a:gs pos="95000">
                <a:schemeClr val="bg2">
                  <a:lumMod val="10000"/>
                  <a:alpha val="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  <p:pic>
        <p:nvPicPr>
          <p:cNvPr id="30" name="Picture 29" descr="A picture containing food&#10;&#10;Description automatically generated">
            <a:extLst>
              <a:ext uri="{FF2B5EF4-FFF2-40B4-BE49-F238E27FC236}">
                <a16:creationId xmlns:a16="http://schemas.microsoft.com/office/drawing/2014/main" id="{E03C53F5-7F4D-4C87-A670-2F9D7A3B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447600"/>
            <a:ext cx="1762125" cy="309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rIns="0"/>
          <a:lstStyle>
            <a:lvl1pPr marL="514350" indent="0" algn="l">
              <a:defRPr sz="1200" b="0" i="0">
                <a:solidFill>
                  <a:schemeClr val="bg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02637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4314975"/>
            <a:ext cx="5426098" cy="1113575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3895902"/>
            <a:ext cx="5433777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buFontTx/>
              <a:buNone/>
              <a:defRPr sz="1600" cap="all" spc="300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F700E1-C7E8-4624-9359-7F369C999803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8845C0B-D154-49A9-8518-989B809866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B91513-8EF5-4A0C-B333-D569A2FBA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2A19DB-6145-416E-90C2-9ED2488D4D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A20843-0356-48F6-B61C-C8B66E09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CBCBCA8-D931-437C-B536-4122638668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D72DDF99-1D83-4C81-8C2B-33A8146293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39774FF-C349-46C6-9B0D-B71861578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261624F4-D3A0-405C-9313-DD8C4005C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1EDD3E9-055E-4F5E-ADC6-C8F80E5C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7B7429-7B09-45FC-A9A2-CB2BFA32D0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F5A2AEE-3C4B-44D5-A238-6FDE046CE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217AFC1-7A16-4AF1-838E-4377D012E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EE18C93A-56CD-4C7A-9564-4333115FD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31A45A9-3A8C-45C8-9A7C-865D66069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D34352C6-E6DB-49A2-957C-79CE896667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A6F7BA5-FA56-4965-84A6-F9861C8BE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86392E10-947C-4889-A457-4E45B2AE1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191402B2-0A71-49E7-B1F8-B05309C719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1889FCCF-68CE-4F40-A2CA-A78AE0B91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84A0B33F-327B-4F41-8677-F1ACABB6D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294A2BA-1CF1-4E77-8593-4213C81FD2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269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DA3D39-3C65-4C1E-A444-723F76F9E3EF}"/>
              </a:ext>
            </a:extLst>
          </p:cNvPr>
          <p:cNvGrpSpPr/>
          <p:nvPr userDrawn="1"/>
        </p:nvGrpSpPr>
        <p:grpSpPr>
          <a:xfrm>
            <a:off x="208551" y="217997"/>
            <a:ext cx="6419850" cy="6421438"/>
            <a:chOff x="265113" y="123825"/>
            <a:chExt cx="6419850" cy="6421438"/>
          </a:xfrm>
          <a:solidFill>
            <a:schemeClr val="bg1">
              <a:alpha val="10000"/>
            </a:schemeClr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7A0587D-64FB-4994-A5F0-1F2B81DA4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9AFB0BD-7C55-4143-B112-7488D30FC2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7985D47-FDB7-4091-B542-74BEA53519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52203" y="5106837"/>
            <a:ext cx="1544497" cy="309433"/>
          </a:xfrm>
          <a:prstGeom prst="rect">
            <a:avLst/>
          </a:prstGeom>
          <a:ln>
            <a:noFill/>
          </a:ln>
        </p:spPr>
        <p:txBody>
          <a:bodyPr lIns="0" rIns="0"/>
          <a:lstStyle>
            <a:lvl1pPr algn="r">
              <a:defRPr sz="1200" b="0" i="0">
                <a:solidFill>
                  <a:schemeClr val="accen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190748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bg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bg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332" y="3993262"/>
            <a:ext cx="8133368" cy="11135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71012" y="3574189"/>
            <a:ext cx="8133368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r">
              <a:buFontTx/>
              <a:buNone/>
              <a:defRPr lang="en-US" sz="1600" b="0" i="0" kern="1200" cap="all" spc="300" baseline="0" dirty="0">
                <a:solidFill>
                  <a:schemeClr val="bg1"/>
                </a:solidFill>
                <a:latin typeface="Montserrat Black" panose="00000A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1AEEC3-EBA6-4F69-95F7-A48C58765CB8}"/>
              </a:ext>
            </a:extLst>
          </p:cNvPr>
          <p:cNvGrpSpPr/>
          <p:nvPr userDrawn="1"/>
        </p:nvGrpSpPr>
        <p:grpSpPr>
          <a:xfrm>
            <a:off x="8818563" y="698500"/>
            <a:ext cx="2878137" cy="730979"/>
            <a:chOff x="2994025" y="2643188"/>
            <a:chExt cx="6188075" cy="1571625"/>
          </a:xfrm>
          <a:solidFill>
            <a:schemeClr val="bg1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086100ED-2866-4326-9DE2-D38DDAEE67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000" y="3935413"/>
              <a:ext cx="153988" cy="200025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ACD3BA09-6BB5-41F3-AA37-9274513E72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1513" y="3860801"/>
              <a:ext cx="220663" cy="274638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F319AEA4-3D44-42F5-9C70-2CEDC4C965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04088" y="3865563"/>
              <a:ext cx="157163" cy="268288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9227C5C7-4908-4C2F-ADA0-138345479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9838" y="3935413"/>
              <a:ext cx="147638" cy="200025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C17386D4-EF9B-4AF3-9682-711867E9C8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72400" y="3935413"/>
              <a:ext cx="180975" cy="200025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58173020-368B-412C-857F-B3398374A2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01000" y="3935413"/>
              <a:ext cx="273050" cy="198438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2B1FFD7-D054-4F90-AE4B-67FEC40ECC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37550" y="3935413"/>
              <a:ext cx="168275" cy="279400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BC225245-7197-47FF-BC6F-9B95449855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0750" y="3935413"/>
              <a:ext cx="155575" cy="200025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CD1B7FAF-04B0-47AE-8F5D-38573D9DD7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238" y="3935413"/>
              <a:ext cx="157163" cy="198438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F4C5DD8-4175-4DB7-8AF5-EAC6C6100D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55088" y="3938588"/>
              <a:ext cx="166688" cy="27622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A0DFC465-6D42-478B-B3AE-2376664B57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025" y="2692401"/>
              <a:ext cx="712788" cy="977900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F7CC3333-C97B-4A5B-877B-1A30B3722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2063" y="2692401"/>
              <a:ext cx="173038" cy="977900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DD081849-ABDE-400F-A022-64CD0BC815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05275" y="2916238"/>
              <a:ext cx="706438" cy="766763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8BB0BE9F-07EF-49C7-9778-4E04189819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5063" y="2643188"/>
              <a:ext cx="169863" cy="1027113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CC5C771B-3AE2-4B6A-98CB-8F359DA6F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46688" y="2643188"/>
              <a:ext cx="758825" cy="1036638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8D7717A3-2A4F-4645-9EBB-1F95AF2129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5213" y="2674938"/>
              <a:ext cx="874713" cy="1008063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56D9EF85-7F5A-41E9-B43C-DB2A41225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0363" y="2921001"/>
              <a:ext cx="434975" cy="749300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FA5E6741-5CF7-417E-86FC-710B2781C0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74075" y="2916238"/>
              <a:ext cx="708025" cy="766763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F4697563-20B4-40C1-9C05-BD713BA1D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05650" y="2914651"/>
              <a:ext cx="768350" cy="768350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84369C66-9AF8-4953-82DD-48321523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2013" y="3021013"/>
              <a:ext cx="555625" cy="557213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2BE89BB4-5A27-4042-A713-CB40AF5359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6788" y="3127376"/>
              <a:ext cx="344488" cy="338138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6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v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DA3D39-3C65-4C1E-A444-723F76F9E3EF}"/>
              </a:ext>
            </a:extLst>
          </p:cNvPr>
          <p:cNvGrpSpPr/>
          <p:nvPr userDrawn="1"/>
        </p:nvGrpSpPr>
        <p:grpSpPr>
          <a:xfrm>
            <a:off x="208551" y="217997"/>
            <a:ext cx="6419850" cy="6421438"/>
            <a:chOff x="265113" y="123825"/>
            <a:chExt cx="6419850" cy="6421438"/>
          </a:xfrm>
          <a:solidFill>
            <a:schemeClr val="tx1">
              <a:alpha val="10000"/>
            </a:schemeClr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7A0587D-64FB-4994-A5F0-1F2B81DA4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9AFB0BD-7C55-4143-B112-7488D30FC2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7985D47-FDB7-4091-B542-74BEA53519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52203" y="5106837"/>
            <a:ext cx="1544497" cy="309433"/>
          </a:xfrm>
          <a:prstGeom prst="rect">
            <a:avLst/>
          </a:prstGeom>
          <a:ln>
            <a:noFill/>
          </a:ln>
        </p:spPr>
        <p:txBody>
          <a:bodyPr lIns="0" rIns="0"/>
          <a:lstStyle>
            <a:lvl1pPr algn="r">
              <a:defRPr sz="1200" b="0" i="0">
                <a:solidFill>
                  <a:schemeClr val="accen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190748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332" y="3993262"/>
            <a:ext cx="8133368" cy="11135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400" b="0" i="0" cap="all" baseline="0">
                <a:solidFill>
                  <a:schemeClr val="tx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71012" y="3574189"/>
            <a:ext cx="8133368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r">
              <a:buFontTx/>
              <a:buNone/>
              <a:defRPr lang="en-US" sz="1600" b="0" i="0" kern="1200" cap="all" spc="300" baseline="0" dirty="0">
                <a:solidFill>
                  <a:schemeClr val="tx1"/>
                </a:solidFill>
                <a:latin typeface="Montserrat Black" panose="00000A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FB360E-9E08-4762-AC40-8CBB3C36F373}"/>
              </a:ext>
            </a:extLst>
          </p:cNvPr>
          <p:cNvGrpSpPr/>
          <p:nvPr userDrawn="1"/>
        </p:nvGrpSpPr>
        <p:grpSpPr>
          <a:xfrm>
            <a:off x="8818563" y="698500"/>
            <a:ext cx="2878137" cy="730979"/>
            <a:chOff x="8818563" y="698500"/>
            <a:chExt cx="2878137" cy="730979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B43E4FE0-41BD-429F-97ED-97EF7265E3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49E6A35F-9A1D-41AC-BF2F-AF0E5E17D3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1B6D3AB0-C27D-47E7-A937-E934C0FB81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C987DFB5-A13D-4048-9F6F-BD51EA2D41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F5640BCC-0A89-4F7D-84CF-B7061B327D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3691939-AFD3-4ADA-87F7-D94C3F186B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2F7190D9-59F6-4E47-B217-D96DA4C4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5A5B9C24-1A7F-4A32-B023-4D458F40743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0DEDA99B-A8D4-44B0-A432-68131AFC93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23E8F1C1-B552-4AD2-988F-72867E18C5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A9818FCC-155D-49CA-A2EA-CB0842B37E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ADC10686-0320-4673-B157-EAFD7419BD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4A24D91-24E8-4615-AFFC-4952DD087B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90C9EE9B-8F17-45A7-82AD-52E2CDC134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8F7CBD8F-1789-472B-83D1-728B069A30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4808030E-1032-4069-AF63-6917817B1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7E126E28-A97C-4271-B5A0-207548B6A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6D1F19E5-C006-4D70-8B74-1C7BF83D53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3B8907BC-3353-45A9-8C94-AF3A1E205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E87156A0-B482-4634-9BE6-A704562A50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5121D5DE-AB55-449F-9E52-92A81E4B4F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28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 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69988" y="2788516"/>
            <a:ext cx="9795192" cy="117074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lang="en-CA" sz="4400" b="1" i="0" kern="1200" cap="all" spc="0" baseline="0" dirty="0">
                <a:solidFill>
                  <a:schemeClr val="bg1"/>
                </a:solidFill>
                <a:latin typeface="Montserrat Light" panose="00000400000000000000" pitchFamily="2" charset="0"/>
                <a:ea typeface="Gotham Rounded" charset="0"/>
                <a:cs typeface="Gotham Rounded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CA" dirty="0"/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169988" y="2312994"/>
            <a:ext cx="9795192" cy="44504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FontTx/>
              <a:buNone/>
              <a:defRPr lang="en-US" sz="2400" b="0" i="0" kern="1200" cap="all" baseline="0" dirty="0">
                <a:solidFill>
                  <a:schemeClr val="accent1">
                    <a:lumMod val="40000"/>
                    <a:lumOff val="60000"/>
                  </a:schemeClr>
                </a:solidFill>
                <a:latin typeface="Montserrat Black" panose="00000A00000000000000" pitchFamily="2" charset="0"/>
                <a:ea typeface="Gotham Rounded Book" charset="0"/>
                <a:cs typeface="Gotham Rounded Book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6AB917-5D94-4EB1-9726-23A7F29081F1}"/>
              </a:ext>
            </a:extLst>
          </p:cNvPr>
          <p:cNvSpPr/>
          <p:nvPr userDrawn="1"/>
        </p:nvSpPr>
        <p:spPr>
          <a:xfrm>
            <a:off x="0" y="6630927"/>
            <a:ext cx="12192000" cy="227073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773621"/>
      </p:ext>
    </p:extLst>
  </p:cSld>
  <p:clrMapOvr>
    <a:masterClrMapping/>
  </p:clrMapOvr>
  <p:transition spd="slow">
    <p:push dir="u"/>
  </p:transition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69988" y="2788516"/>
            <a:ext cx="9795192" cy="117074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lang="en-CA" sz="4400" b="1" i="0" kern="1200" cap="all" spc="0" baseline="0" dirty="0">
                <a:solidFill>
                  <a:schemeClr val="bg1"/>
                </a:solidFill>
                <a:latin typeface="Montserrat Light" panose="00000400000000000000" pitchFamily="2" charset="0"/>
                <a:ea typeface="Gotham Rounded" charset="0"/>
                <a:cs typeface="Gotham Rounded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CA" dirty="0"/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169988" y="2312994"/>
            <a:ext cx="9795192" cy="44504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FontTx/>
              <a:buNone/>
              <a:defRPr lang="en-US" sz="2400" b="0" i="0" kern="1200" cap="all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 Black" panose="00000A00000000000000" pitchFamily="2" charset="0"/>
                <a:ea typeface="Gotham Rounded Book" charset="0"/>
                <a:cs typeface="Gotham Rounded Book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24393-0EE1-44E2-8C8D-A1548455DF9A}"/>
              </a:ext>
            </a:extLst>
          </p:cNvPr>
          <p:cNvSpPr/>
          <p:nvPr userDrawn="1"/>
        </p:nvSpPr>
        <p:spPr>
          <a:xfrm>
            <a:off x="0" y="6630927"/>
            <a:ext cx="12192000" cy="227073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tx2"/>
            </a:bgClr>
          </a:patt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697286"/>
      </p:ext>
    </p:extLst>
  </p:cSld>
  <p:clrMapOvr>
    <a:masterClrMapping/>
  </p:clrMapOvr>
  <p:transition spd="slow">
    <p:push dir="u"/>
  </p:transition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69988" y="1988416"/>
            <a:ext cx="9795192" cy="117074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lang="en-CA" sz="4400" b="1" i="0" kern="1200" cap="all" spc="0" baseline="0" dirty="0">
                <a:solidFill>
                  <a:schemeClr val="bg1"/>
                </a:solidFill>
                <a:latin typeface="Montserrat Light" panose="00000400000000000000" pitchFamily="2" charset="0"/>
                <a:ea typeface="Gotham Rounded" charset="0"/>
                <a:cs typeface="Gotham Rounded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CA" dirty="0"/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169988" y="1512894"/>
            <a:ext cx="9795192" cy="44504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FontTx/>
              <a:buNone/>
              <a:defRPr lang="en-US" sz="2400" b="0" i="0" kern="1200" cap="all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 Black" panose="00000A00000000000000" pitchFamily="2" charset="0"/>
                <a:ea typeface="Gotham Rounded Book" charset="0"/>
                <a:cs typeface="Gotham Rounded Book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1" name="Picture 30" descr="A picture containing food&#10;&#10;Description automatically generated">
            <a:extLst>
              <a:ext uri="{FF2B5EF4-FFF2-40B4-BE49-F238E27FC236}">
                <a16:creationId xmlns:a16="http://schemas.microsoft.com/office/drawing/2014/main" id="{384F0A70-F7BC-4AD3-9861-033F60501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7808F62-CA34-4FE9-BB20-C6962647A3F7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E6059CDB-4A6B-4211-A3B8-08A11F6228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73ABDC2C-C177-4543-99B1-4CF90B6AD2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EB127922-1128-44E5-865B-B6FA5579ED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B342F0D5-2381-45B1-87B2-50CB8A0F69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542B3183-9C7A-4891-8B2B-3BC55B4EE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3B4F1707-0F04-45D5-8BF3-8D2BEB348E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9FF97AA1-3C26-41DA-9EA2-B577FC5A8F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59A852D8-482B-4056-8F9B-1128F79737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90E9FFE-77B8-4B33-AC9C-A54ACC2682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DF2DC79-7349-4B81-B652-7CBFE99B3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05EF4EC0-1CF4-4A0C-A61E-73348AA28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A976A63F-83F3-4153-B3D0-07CB1F4450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1A7E1E33-81EA-432D-A9A4-3CF7710C11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7B56276B-0032-4B79-9575-96EF3FA1E3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231568C3-CC1D-487E-B2D3-3D0DAD941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8D544F04-3DCF-4D1A-81AD-13703265B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AA3107B-8ED2-45D8-A812-9F742DDE62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2847EE39-0DC2-4BFE-AECC-E403EBF365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4108A716-39A9-430D-910D-637CE0C8F2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861D581-1855-495A-8CEB-2907EC79E2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B605BDE-CD6A-41FD-8E55-00BF5E459C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2588202"/>
      </p:ext>
    </p:extLst>
  </p:cSld>
  <p:clrMapOvr>
    <a:masterClrMapping/>
  </p:clrMapOvr>
  <p:transition spd="slow">
    <p:push dir="u"/>
  </p:transition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BEFEEB4-1D36-4B4E-8DF1-CAB135A9A9A6}"/>
              </a:ext>
            </a:extLst>
          </p:cNvPr>
          <p:cNvGrpSpPr/>
          <p:nvPr userDrawn="1"/>
        </p:nvGrpSpPr>
        <p:grpSpPr>
          <a:xfrm>
            <a:off x="6960919" y="-1943894"/>
            <a:ext cx="6419850" cy="6421438"/>
            <a:chOff x="265113" y="123825"/>
            <a:chExt cx="6419850" cy="6421438"/>
          </a:xfrm>
          <a:solidFill>
            <a:schemeClr val="tx1">
              <a:alpha val="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563F53A-351A-4AA5-B250-D21D632FD4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135435F-F6C1-4845-91BC-AFBFA5AC46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9AA7C26-C0E7-418C-9B42-B91AC703FF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8940642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itle and Content - No Ru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9C8B12E-38E6-410F-AAA0-2B21E61D7075}"/>
              </a:ext>
            </a:extLst>
          </p:cNvPr>
          <p:cNvGrpSpPr/>
          <p:nvPr userDrawn="1"/>
        </p:nvGrpSpPr>
        <p:grpSpPr>
          <a:xfrm>
            <a:off x="6960919" y="-1943894"/>
            <a:ext cx="6419850" cy="6421438"/>
            <a:chOff x="265113" y="123825"/>
            <a:chExt cx="6419850" cy="6421438"/>
          </a:xfrm>
          <a:solidFill>
            <a:schemeClr val="tx1">
              <a:alpha val="1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0725FA63-30FD-495A-BA67-82B21CF3D2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361CBCB2-A413-4E6C-A0C3-2B61C21A80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00C03F87-ED94-40CE-AFC4-2F974A7C09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BED2B7-BDE5-481B-8520-006E396E51C7}"/>
              </a:ext>
            </a:extLst>
          </p:cNvPr>
          <p:cNvSpPr txBox="1">
            <a:spLocks/>
          </p:cNvSpPr>
          <p:nvPr userDrawn="1"/>
        </p:nvSpPr>
        <p:spPr>
          <a:xfrm>
            <a:off x="495300" y="6378815"/>
            <a:ext cx="329636" cy="182880"/>
          </a:xfrm>
          <a:prstGeom prst="rect">
            <a:avLst/>
          </a:prstGeom>
          <a:noFill/>
        </p:spPr>
        <p:txBody>
          <a:bodyPr l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0E6A5BD-C011-4A45-AA3A-201790FB7F2B}" type="slidenum">
              <a:rPr lang="en-CA" sz="800" b="0" i="0" smtClean="0">
                <a:solidFill>
                  <a:schemeClr val="bg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pPr algn="l"/>
              <a:t>‹#›</a:t>
            </a:fld>
            <a:endParaRPr lang="en-CA" sz="800" b="0" i="0" dirty="0">
              <a:solidFill>
                <a:schemeClr val="bg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17960-F6B4-4E77-A45D-4A092F7CB210}"/>
              </a:ext>
            </a:extLst>
          </p:cNvPr>
          <p:cNvSpPr txBox="1"/>
          <p:nvPr userDrawn="1"/>
        </p:nvSpPr>
        <p:spPr>
          <a:xfrm>
            <a:off x="945551" y="6417867"/>
            <a:ext cx="51572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800" b="0" i="0" dirty="0">
                <a:solidFill>
                  <a:schemeClr val="bg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C36418-2FB2-4756-90BE-F8145F250F6E}"/>
              </a:ext>
            </a:extLst>
          </p:cNvPr>
          <p:cNvGrpSpPr/>
          <p:nvPr userDrawn="1"/>
        </p:nvGrpSpPr>
        <p:grpSpPr>
          <a:xfrm>
            <a:off x="10662061" y="6245765"/>
            <a:ext cx="1034639" cy="262774"/>
            <a:chOff x="2994025" y="2643188"/>
            <a:chExt cx="6188075" cy="1571625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897010F-31CB-479C-9D0D-5332125DA5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000" y="3935413"/>
              <a:ext cx="153988" cy="200025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78CD32C-6D8D-4CBB-9DFC-4B76B9AABB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1513" y="3860801"/>
              <a:ext cx="220663" cy="274638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5277BC2-1869-40A3-8A8B-78CA00181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04088" y="3865563"/>
              <a:ext cx="157163" cy="268288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2E2A3C9D-9FA1-4214-88B9-1E9130FF29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9838" y="3935413"/>
              <a:ext cx="147638" cy="200025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3B99043A-96B5-4BA7-8171-2B549BCE71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72400" y="3935413"/>
              <a:ext cx="180975" cy="200025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3B3CE19-3DFB-4BA3-A7AD-73DE782319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01000" y="3935413"/>
              <a:ext cx="273050" cy="198438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715227B8-6412-4825-9A02-13C4C9BF58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37550" y="3935413"/>
              <a:ext cx="168275" cy="279400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736D7D42-F60E-426C-93EE-2B0C791749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0750" y="3935413"/>
              <a:ext cx="155575" cy="200025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318593B1-C487-4939-B542-C4241008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238" y="3935413"/>
              <a:ext cx="157163" cy="198438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934BA232-DE5C-499D-AC11-C012AABA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55088" y="3938588"/>
              <a:ext cx="166688" cy="27622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3725FF-65F2-44DC-9CD7-B5A1D98A2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025" y="2692401"/>
              <a:ext cx="712788" cy="977900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5172506-5292-48DE-95D3-370A419EBD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2063" y="2692401"/>
              <a:ext cx="173038" cy="977900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3B2CBF7A-24F4-4DB3-AB22-750627C82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05275" y="2916238"/>
              <a:ext cx="706438" cy="766763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F2379B1-BF14-4CF3-B48F-64E6D5453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5063" y="2643188"/>
              <a:ext cx="169863" cy="1027113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245F90E3-76DB-4E01-A288-6FD00B1367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46688" y="2643188"/>
              <a:ext cx="758825" cy="1036638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D5FF164-BD57-4963-9AC9-C07D72EE99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5213" y="2674938"/>
              <a:ext cx="874713" cy="1008063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FE5F4E-E26F-4AA5-9D03-6433757855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0363" y="2921001"/>
              <a:ext cx="434975" cy="749300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3248FB7F-F64E-449C-9945-D79995F82D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74075" y="2916238"/>
              <a:ext cx="708025" cy="766763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A62F0836-0D3D-465B-A5B0-4DE5A481B4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05650" y="2914651"/>
              <a:ext cx="768350" cy="768350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D3DB345F-09AD-434B-8EFA-788448C5B8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2013" y="3021013"/>
              <a:ext cx="555625" cy="557213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8B76CFD6-E70E-4C2F-96E9-3F9E396717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6788" y="3127376"/>
              <a:ext cx="344488" cy="338138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807611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372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13434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itle and Content - 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8690C-4DA2-4182-B23F-40912AB07720}"/>
              </a:ext>
            </a:extLst>
          </p:cNvPr>
          <p:cNvSpPr>
            <a:spLocks noGrp="1"/>
          </p:cNvSpPr>
          <p:nvPr>
            <p:ph type="body" idx="4294967295" hasCustomPrompt="1"/>
          </p:nvPr>
        </p:nvSpPr>
        <p:spPr>
          <a:xfrm>
            <a:off x="495300" y="1241425"/>
            <a:ext cx="11201400" cy="338138"/>
          </a:xfrm>
        </p:spPr>
        <p:txBody>
          <a:bodyPr>
            <a:noAutofit/>
          </a:bodyPr>
          <a:lstStyle>
            <a:lvl1pPr>
              <a:defRPr b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  <a:latin typeface="Gotham" panose="02000604040000020004" pitchFamily="2" charset="0"/>
              </a:rPr>
              <a:t>GRAPH TITLE</a:t>
            </a:r>
          </a:p>
        </p:txBody>
      </p:sp>
    </p:spTree>
    <p:extLst>
      <p:ext uri="{BB962C8B-B14F-4D97-AF65-F5344CB8AC3E}">
        <p14:creationId xmlns:p14="http://schemas.microsoft.com/office/powerpoint/2010/main" val="95212140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5241267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EB397F-41BB-4BA8-B81C-00ADE438CB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68969" y="1595887"/>
            <a:ext cx="5241267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0569839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3455599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95A8643-4DE3-4B69-9E95-E9656FE11B9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8200" y="1595887"/>
            <a:ext cx="3455599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3924439-CBD8-4B98-BC4F-B5170FC6A45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41102" y="1595887"/>
            <a:ext cx="3455599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84204436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FC647D-792F-4AAE-A8A7-F0730FCBC4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93536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D60CA26-02CC-4853-A348-B8CABD22C15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91773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C10915-1D60-459E-8D6B-89AB8AF4CAE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90010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20928331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890994" cy="6858000"/>
          </a:xfrm>
          <a:prstGeom prst="rect">
            <a:avLst/>
          </a:prstGeom>
          <a:solidFill>
            <a:schemeClr val="bg1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 dirty="0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7239000" y="491089"/>
            <a:ext cx="4457700" cy="708660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Picture with Caption Layout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38999" y="1828800"/>
            <a:ext cx="4457699" cy="3239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buFontTx/>
              <a:buNone/>
              <a:defRPr sz="1800"/>
            </a:lvl2pPr>
            <a:lvl3pPr marL="0" indent="0">
              <a:buFontTx/>
              <a:buNone/>
              <a:defRPr sz="1800"/>
            </a:lvl3pPr>
            <a:lvl4pPr>
              <a:buFontTx/>
              <a:buNone/>
              <a:defRPr sz="1800"/>
            </a:lvl4pPr>
            <a:lvl5pPr marL="0" indent="0">
              <a:buFontTx/>
              <a:buNone/>
              <a:defRPr sz="1800"/>
            </a:lvl5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Gotham" panose="02000604040000020004" pitchFamily="2" charset="0"/>
              </a:rPr>
              <a:t>1-COLUMN SUBTITLE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Text here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 dirty="0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95300" y="491089"/>
            <a:ext cx="4457700" cy="708660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Picture with Caption Layout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95299" y="1828800"/>
            <a:ext cx="4457699" cy="3239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buFontTx/>
              <a:buNone/>
              <a:defRPr sz="1800"/>
            </a:lvl2pPr>
            <a:lvl3pPr marL="0" indent="0">
              <a:buFontTx/>
              <a:buNone/>
              <a:defRPr sz="1800"/>
            </a:lvl3pPr>
            <a:lvl4pPr>
              <a:buFontTx/>
              <a:buNone/>
              <a:defRPr sz="1800"/>
            </a:lvl4pPr>
            <a:lvl5pPr marL="0" indent="0">
              <a:buFontTx/>
              <a:buNone/>
              <a:defRPr sz="1800"/>
            </a:lvl5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Gotham" panose="02000604040000020004" pitchFamily="2" charset="0"/>
              </a:rPr>
              <a:t>1-COLUMN SUBTITLE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Text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B16C67-4FDD-4580-90B8-367634C3D1E6}"/>
              </a:ext>
            </a:extLst>
          </p:cNvPr>
          <p:cNvSpPr txBox="1">
            <a:spLocks/>
          </p:cNvSpPr>
          <p:nvPr userDrawn="1"/>
        </p:nvSpPr>
        <p:spPr>
          <a:xfrm>
            <a:off x="495300" y="6378815"/>
            <a:ext cx="329636" cy="182880"/>
          </a:xfrm>
          <a:prstGeom prst="rect">
            <a:avLst/>
          </a:prstGeom>
          <a:noFill/>
        </p:spPr>
        <p:txBody>
          <a:bodyPr l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0E6A5BD-C011-4A45-AA3A-201790FB7F2B}" type="slidenum">
              <a:rPr lang="en-CA" sz="800" b="0" i="0" smtClean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pPr algn="l"/>
              <a:t>‹#›</a:t>
            </a:fld>
            <a:endParaRPr lang="en-CA" sz="800" b="0" i="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FE02D-9A52-43CA-AF82-D3944EE6EEB3}"/>
              </a:ext>
            </a:extLst>
          </p:cNvPr>
          <p:cNvSpPr txBox="1"/>
          <p:nvPr userDrawn="1"/>
        </p:nvSpPr>
        <p:spPr>
          <a:xfrm>
            <a:off x="945551" y="6417867"/>
            <a:ext cx="51572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800" b="0" i="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BB3436-5EC0-424F-8C95-2FB335E432DD}"/>
              </a:ext>
            </a:extLst>
          </p:cNvPr>
          <p:cNvGrpSpPr/>
          <p:nvPr userDrawn="1"/>
        </p:nvGrpSpPr>
        <p:grpSpPr>
          <a:xfrm>
            <a:off x="10662061" y="6245765"/>
            <a:ext cx="1034639" cy="262774"/>
            <a:chOff x="10662061" y="6245765"/>
            <a:chExt cx="1034639" cy="262774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90ECC0-6F3E-4C46-AF0D-DD6BBE82A0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86879" y="6461824"/>
              <a:ext cx="25747" cy="3344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39966BC-8A4F-4E01-90F8-96B438AFB7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35452" y="6449349"/>
              <a:ext cx="36895" cy="45919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E434117-4375-4245-BA86-971EA7CBB0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82699" y="6450145"/>
              <a:ext cx="26277" cy="44857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76458B7-D17A-460B-A132-2A3E5CA378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0476" y="6461824"/>
              <a:ext cx="24685" cy="3344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86AE33C-0FE8-4A57-A968-9BF53A65C5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1000" y="6461824"/>
              <a:ext cx="30259" cy="3344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7DB2A87-FC91-48CD-81FC-4366F97745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221" y="6461824"/>
              <a:ext cx="45654" cy="33179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0A9973B-0343-4777-BB2B-4DFDA0F7F7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55492" y="6461824"/>
              <a:ext cx="28135" cy="46715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5FFEA6E-0E7D-458A-9112-876AB1239A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89467" y="6461824"/>
              <a:ext cx="26012" cy="3344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FB21728B-75CE-4B3E-A9B0-B8B6B892C0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5831" y="6461824"/>
              <a:ext cx="26277" cy="33179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973EF725-D1D8-41AE-ACB7-9D88E45D43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58744" y="6462354"/>
              <a:ext cx="27870" cy="4618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EEC30A7A-AA19-44E2-AC65-6E54B22D92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62061" y="6253993"/>
              <a:ext cx="119177" cy="163504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0497A2C2-FDFC-483D-AB2A-FF7D0C5310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97164" y="6253993"/>
              <a:ext cx="28932" cy="163504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247CD835-7ABC-4564-A18B-177ED7C57B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47861" y="6291419"/>
              <a:ext cx="118116" cy="128202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5ECC6A6A-7025-4446-880F-9DD677E496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88272" y="6245765"/>
              <a:ext cx="28401" cy="171732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13C941A-FBDD-4AD3-9611-5D72259EED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38704" y="6245765"/>
              <a:ext cx="126875" cy="173325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E22143F7-B185-480C-AD55-5B418CBDB9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936" y="6251074"/>
              <a:ext cx="146251" cy="168547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1907F66A-269D-436A-AC55-C0BC159C48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5771" y="6292215"/>
              <a:ext cx="72727" cy="125282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7498369-DEAE-493B-B2FA-36AD7902CA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78319" y="6291419"/>
              <a:ext cx="118381" cy="128202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4D26BA63-322C-4EBF-9D69-955238868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49520" y="6291153"/>
              <a:ext cx="128467" cy="128467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18B6D75A-5DF5-4780-99CC-0B3721F92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67304" y="6308937"/>
              <a:ext cx="92900" cy="93165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8442D7C9-69E0-4EC8-98A8-AAD35EC2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84822" y="6326721"/>
              <a:ext cx="57598" cy="56536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7960055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0736311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65169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eldCore_Final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FE49BBA1-54BE-4EB5-A055-D7042B8EFD70}"/>
              </a:ext>
            </a:extLst>
          </p:cNvPr>
          <p:cNvGrpSpPr/>
          <p:nvPr userDrawn="1"/>
        </p:nvGrpSpPr>
        <p:grpSpPr>
          <a:xfrm>
            <a:off x="3002758" y="2644776"/>
            <a:ext cx="6179342" cy="1569407"/>
            <a:chOff x="8818563" y="698500"/>
            <a:chExt cx="2878137" cy="730979"/>
          </a:xfrm>
        </p:grpSpPr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2AD52C56-026D-40EB-897A-0D5AB6C8B5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3266FA3E-E8E2-413F-B5CC-5A4A931AC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90B27CC4-DFAC-4CEE-A953-E617D53F2E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CE3D3FCA-355F-42D5-BB46-572C55CC4D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9EA89E29-E226-48D8-827C-663CF08169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02E46719-650E-4F25-AAF3-F3D9B8E7B5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341C51E0-9093-4BC9-8EE5-CE486B9A3C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1542C18C-43D5-4383-9305-A75853F354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6AEEDAF5-6443-40C2-8F78-69EAFCC354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B46A3780-AF49-478F-A826-151B79AB48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5F3EDD8B-7BF9-49BF-B331-55E3C1E030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6EE98600-0EBE-4135-AC1A-CE690F4AA6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0F0F6DB6-EBD3-4DB8-96B2-BAE09D07B4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74A76757-2CBF-4DAB-94D9-81B5A06C9E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8E943734-6064-4299-8941-3CA23E30DC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34A088A1-EDC2-4878-B159-E239546CC0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97E07BCB-C78E-4C3B-ADAA-A9F3F187E0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F801D177-8243-4F8B-BBFF-77E935C92D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7E7FC0A0-468A-47CA-9CE1-00D9D8F545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DE9838E6-E615-4301-A87D-EB8CAE71FB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D57CA921-396A-4686-85A3-9FFA51456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eldCore_Final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61189003-50DD-49CB-BF0D-87F0444A99AA}"/>
              </a:ext>
            </a:extLst>
          </p:cNvPr>
          <p:cNvGrpSpPr/>
          <p:nvPr userDrawn="1"/>
        </p:nvGrpSpPr>
        <p:grpSpPr>
          <a:xfrm>
            <a:off x="2994025" y="2643188"/>
            <a:ext cx="6188075" cy="1571625"/>
            <a:chOff x="2994025" y="2643188"/>
            <a:chExt cx="6188075" cy="1571625"/>
          </a:xfrm>
          <a:solidFill>
            <a:schemeClr val="bg1"/>
          </a:solidFill>
        </p:grpSpPr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ACCEB865-46B3-4AE1-BA75-B3254301D9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000" y="3935413"/>
              <a:ext cx="153988" cy="200025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E2278C4A-11F1-45A4-A1DE-10980B255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1513" y="3860801"/>
              <a:ext cx="220663" cy="274638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39107E6B-F14E-48F9-845B-AD0FE80AE9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04088" y="3865563"/>
              <a:ext cx="157163" cy="268288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63CACCA4-DD2B-43DC-856F-39ED6DFA83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9838" y="3935413"/>
              <a:ext cx="147638" cy="200025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F85EDF94-ACEB-4DEE-B818-AAE7AEF6D9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72400" y="3935413"/>
              <a:ext cx="180975" cy="200025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7A475C8B-EDC8-496C-9A20-AAE76FD67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01000" y="3935413"/>
              <a:ext cx="273050" cy="198438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918C3F01-0764-44E6-B5A6-41F9B8838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37550" y="3935413"/>
              <a:ext cx="168275" cy="279400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5D8F6D39-64E6-4631-8789-CD38C9DC2E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0750" y="3935413"/>
              <a:ext cx="155575" cy="200025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2ABA0DDE-22B1-4CBC-92A9-C09CFB15E4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238" y="3935413"/>
              <a:ext cx="157163" cy="198438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4205D01D-5008-45B7-ABD4-C875570B1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55088" y="3938588"/>
              <a:ext cx="166688" cy="27622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F3FF65DF-6FC4-47ED-9626-32180DB5DF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025" y="2692401"/>
              <a:ext cx="712788" cy="977900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D326275B-491E-4840-BF87-F3814E62CB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2063" y="2692401"/>
              <a:ext cx="173038" cy="977900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C4A53744-7680-47B8-A1A2-04BD6FEA26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05275" y="2916238"/>
              <a:ext cx="706438" cy="766763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A79A1C8C-658D-4E0C-965D-6C1701F4B1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5063" y="2643188"/>
              <a:ext cx="169863" cy="1027113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21159E-7225-4B43-9689-29CF83F861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46688" y="2643188"/>
              <a:ext cx="758825" cy="1036638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C4BBD0F5-6B6C-434A-B287-9CBD8138A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5213" y="2674938"/>
              <a:ext cx="874713" cy="1008063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944D3D6C-FF5D-4CDC-B591-930E39FAE2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0363" y="2921001"/>
              <a:ext cx="434975" cy="749300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A06DD9DB-4BAC-43B2-A797-4E81DEE511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74075" y="2916238"/>
              <a:ext cx="708025" cy="766763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D81246AA-5655-4074-ABA6-86ED9C729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05650" y="2914651"/>
              <a:ext cx="768350" cy="768350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B50AAA64-05A9-495E-B55C-BA61FCD534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2013" y="3021013"/>
              <a:ext cx="555625" cy="557213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F78B2B71-3C84-477A-A21C-976B4F24D9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6788" y="3127376"/>
              <a:ext cx="344488" cy="338138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0425421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, man, front, sitting&#10;&#10;Description automatically generated">
            <a:extLst>
              <a:ext uri="{FF2B5EF4-FFF2-40B4-BE49-F238E27FC236}">
                <a16:creationId xmlns:a16="http://schemas.microsoft.com/office/drawing/2014/main" id="{920F2CCE-9864-48DD-AE5F-E550B0E6D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586" b="5039"/>
          <a:stretch/>
        </p:blipFill>
        <p:spPr>
          <a:xfrm>
            <a:off x="-2" y="0"/>
            <a:ext cx="12192002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14C5BA4-310C-4DC4-AD41-5E5E0039BB76}"/>
              </a:ext>
            </a:extLst>
          </p:cNvPr>
          <p:cNvSpPr/>
          <p:nvPr userDrawn="1"/>
        </p:nvSpPr>
        <p:spPr>
          <a:xfrm>
            <a:off x="-2" y="-12699"/>
            <a:ext cx="12192002" cy="68706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  <a:alpha val="70000"/>
                </a:schemeClr>
              </a:gs>
              <a:gs pos="100000">
                <a:schemeClr val="bg2">
                  <a:lumMod val="10000"/>
                  <a:alpha val="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  <p:pic>
        <p:nvPicPr>
          <p:cNvPr id="30" name="Picture 29" descr="A picture containing food&#10;&#10;Description automatically generated">
            <a:extLst>
              <a:ext uri="{FF2B5EF4-FFF2-40B4-BE49-F238E27FC236}">
                <a16:creationId xmlns:a16="http://schemas.microsoft.com/office/drawing/2014/main" id="{E03C53F5-7F4D-4C87-A670-2F9D7A3B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447600"/>
            <a:ext cx="1762125" cy="309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rIns="0"/>
          <a:lstStyle>
            <a:lvl1pPr marL="514350" indent="0" algn="l">
              <a:defRPr sz="1200" b="0" i="0">
                <a:solidFill>
                  <a:schemeClr val="bg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02637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4314975"/>
            <a:ext cx="5426098" cy="1113575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3895902"/>
            <a:ext cx="5433777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buFontTx/>
              <a:buNone/>
              <a:defRPr sz="1600" cap="all" spc="300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F700E1-C7E8-4624-9359-7F369C999803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8845C0B-D154-49A9-8518-989B809866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B91513-8EF5-4A0C-B333-D569A2FBA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2A19DB-6145-416E-90C2-9ED2488D4D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A20843-0356-48F6-B61C-C8B66E09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CBCBCA8-D931-437C-B536-4122638668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D72DDF99-1D83-4C81-8C2B-33A8146293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39774FF-C349-46C6-9B0D-B71861578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261624F4-D3A0-405C-9313-DD8C4005C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1EDD3E9-055E-4F5E-ADC6-C8F80E5C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7B7429-7B09-45FC-A9A2-CB2BFA32D0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F5A2AEE-3C4B-44D5-A238-6FDE046CE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217AFC1-7A16-4AF1-838E-4377D012E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EE18C93A-56CD-4C7A-9564-4333115FD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31A45A9-3A8C-45C8-9A7C-865D66069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D34352C6-E6DB-49A2-957C-79CE896667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A6F7BA5-FA56-4965-84A6-F9861C8BE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86392E10-947C-4889-A457-4E45B2AE1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191402B2-0A71-49E7-B1F8-B05309C719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1889FCCF-68CE-4F40-A2CA-A78AE0B91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84A0B33F-327B-4F41-8677-F1ACABB6D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294A2BA-1CF1-4E77-8593-4213C81FD2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177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1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that is standing in the snow&#10;&#10;Description automatically generated">
            <a:extLst>
              <a:ext uri="{FF2B5EF4-FFF2-40B4-BE49-F238E27FC236}">
                <a16:creationId xmlns:a16="http://schemas.microsoft.com/office/drawing/2014/main" id="{C78EAB56-EB72-499C-85CD-47D3DC3E20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" t="13252" r="23642" b="22301"/>
          <a:stretch/>
        </p:blipFill>
        <p:spPr>
          <a:xfrm>
            <a:off x="0" y="-14514"/>
            <a:ext cx="12192000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14C5BA4-310C-4DC4-AD41-5E5E0039BB76}"/>
              </a:ext>
            </a:extLst>
          </p:cNvPr>
          <p:cNvSpPr/>
          <p:nvPr userDrawn="1"/>
        </p:nvSpPr>
        <p:spPr>
          <a:xfrm>
            <a:off x="-2" y="-14514"/>
            <a:ext cx="12192000" cy="6872514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  <a:alpha val="83000"/>
                </a:schemeClr>
              </a:gs>
              <a:gs pos="63000">
                <a:schemeClr val="bg2">
                  <a:lumMod val="10000"/>
                  <a:alpha val="0"/>
                </a:schemeClr>
              </a:gs>
            </a:gsLst>
            <a:lin ang="18900000" scaled="1"/>
            <a:tileRect/>
          </a:gra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  <p:pic>
        <p:nvPicPr>
          <p:cNvPr id="30" name="Picture 29" descr="A picture containing food&#10;&#10;Description automatically generated">
            <a:extLst>
              <a:ext uri="{FF2B5EF4-FFF2-40B4-BE49-F238E27FC236}">
                <a16:creationId xmlns:a16="http://schemas.microsoft.com/office/drawing/2014/main" id="{E03C53F5-7F4D-4C87-A670-2F9D7A3B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447600"/>
            <a:ext cx="1762125" cy="309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rIns="0"/>
          <a:lstStyle>
            <a:lvl1pPr marL="514350" indent="0" algn="l">
              <a:defRPr sz="1200" b="0" i="0">
                <a:solidFill>
                  <a:schemeClr val="bg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02637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4314975"/>
            <a:ext cx="5426098" cy="1113575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3895902"/>
            <a:ext cx="5433777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buFontTx/>
              <a:buNone/>
              <a:defRPr sz="1600" cap="all" spc="300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F700E1-C7E8-4624-9359-7F369C999803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8845C0B-D154-49A9-8518-989B809866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B91513-8EF5-4A0C-B333-D569A2FBA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2A19DB-6145-416E-90C2-9ED2488D4D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A20843-0356-48F6-B61C-C8B66E09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CBCBCA8-D931-437C-B536-4122638668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D72DDF99-1D83-4C81-8C2B-33A8146293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39774FF-C349-46C6-9B0D-B71861578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261624F4-D3A0-405C-9313-DD8C4005C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1EDD3E9-055E-4F5E-ADC6-C8F80E5C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7B7429-7B09-45FC-A9A2-CB2BFA32D0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F5A2AEE-3C4B-44D5-A238-6FDE046CE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217AFC1-7A16-4AF1-838E-4377D012E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EE18C93A-56CD-4C7A-9564-4333115FD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31A45A9-3A8C-45C8-9A7C-865D66069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D34352C6-E6DB-49A2-957C-79CE896667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A6F7BA5-FA56-4965-84A6-F9861C8BE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86392E10-947C-4889-A457-4E45B2AE1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191402B2-0A71-49E7-B1F8-B05309C719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1889FCCF-68CE-4F40-A2CA-A78AE0B91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84A0B33F-327B-4F41-8677-F1ACABB6D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294A2BA-1CF1-4E77-8593-4213C81FD2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00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1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earing a hat&#10;&#10;Description automatically generated">
            <a:extLst>
              <a:ext uri="{FF2B5EF4-FFF2-40B4-BE49-F238E27FC236}">
                <a16:creationId xmlns:a16="http://schemas.microsoft.com/office/drawing/2014/main" id="{30BB9815-776E-4EE7-8BCE-CA0C72E045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" t="7813" r="3" b="7813"/>
          <a:stretch/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14C5BA4-310C-4DC4-AD41-5E5E0039BB76}"/>
              </a:ext>
            </a:extLst>
          </p:cNvPr>
          <p:cNvSpPr/>
          <p:nvPr userDrawn="1"/>
        </p:nvSpPr>
        <p:spPr>
          <a:xfrm>
            <a:off x="-2" y="-12699"/>
            <a:ext cx="10414813" cy="68706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"/>
                  <a:alpha val="60000"/>
                </a:schemeClr>
              </a:gs>
              <a:gs pos="95000">
                <a:schemeClr val="bg2">
                  <a:lumMod val="10000"/>
                  <a:alpha val="0"/>
                </a:schemeClr>
              </a:gs>
            </a:gsLst>
            <a:lin ang="0" scaled="1"/>
            <a:tileRect/>
          </a:gradFill>
        </p:spPr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  <p:pic>
        <p:nvPicPr>
          <p:cNvPr id="30" name="Picture 29" descr="A picture containing food&#10;&#10;Description automatically generated">
            <a:extLst>
              <a:ext uri="{FF2B5EF4-FFF2-40B4-BE49-F238E27FC236}">
                <a16:creationId xmlns:a16="http://schemas.microsoft.com/office/drawing/2014/main" id="{E03C53F5-7F4D-4C87-A670-2F9D7A3B10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5447600"/>
            <a:ext cx="1762125" cy="309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rIns="0"/>
          <a:lstStyle>
            <a:lvl1pPr marL="514350" indent="0" algn="l">
              <a:defRPr sz="1200" b="0" i="0">
                <a:solidFill>
                  <a:schemeClr val="bg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02637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4314975"/>
            <a:ext cx="5426098" cy="1113575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3895902"/>
            <a:ext cx="5433777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buFontTx/>
              <a:buNone/>
              <a:defRPr sz="1600" cap="all" spc="300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F700E1-C7E8-4624-9359-7F369C999803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8845C0B-D154-49A9-8518-989B809866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3B91513-8EF5-4A0C-B333-D569A2FBA5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2A19DB-6145-416E-90C2-9ED2488D4D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ACA20843-0356-48F6-B61C-C8B66E09CF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ACBCBCA8-D931-437C-B536-4122638668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D72DDF99-1D83-4C81-8C2B-33A8146293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739774FF-C349-46C6-9B0D-B71861578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261624F4-D3A0-405C-9313-DD8C4005C7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91EDD3E9-055E-4F5E-ADC6-C8F80E5C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F77B7429-7B09-45FC-A9A2-CB2BFA32D0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7F5A2AEE-3C4B-44D5-A238-6FDE046CE3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0217AFC1-7A16-4AF1-838E-4377D012E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EE18C93A-56CD-4C7A-9564-4333115FD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531A45A9-3A8C-45C8-9A7C-865D66069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D34352C6-E6DB-49A2-957C-79CE896667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A6F7BA5-FA56-4965-84A6-F9861C8BE5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86392E10-947C-4889-A457-4E45B2AE1B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191402B2-0A71-49E7-B1F8-B05309C719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1889FCCF-68CE-4F40-A2CA-A78AE0B910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84A0B33F-327B-4F41-8677-F1ACABB6D4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C294A2BA-1CF1-4E77-8593-4213C81FD2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046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DA3D39-3C65-4C1E-A444-723F76F9E3EF}"/>
              </a:ext>
            </a:extLst>
          </p:cNvPr>
          <p:cNvGrpSpPr/>
          <p:nvPr userDrawn="1"/>
        </p:nvGrpSpPr>
        <p:grpSpPr>
          <a:xfrm>
            <a:off x="208551" y="217997"/>
            <a:ext cx="6419850" cy="6421438"/>
            <a:chOff x="265113" y="123825"/>
            <a:chExt cx="6419850" cy="6421438"/>
          </a:xfrm>
          <a:solidFill>
            <a:schemeClr val="bg1">
              <a:alpha val="10000"/>
            </a:schemeClr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7A0587D-64FB-4994-A5F0-1F2B81DA4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9AFB0BD-7C55-4143-B112-7488D30FC2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7985D47-FDB7-4091-B542-74BEA53519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52203" y="5106837"/>
            <a:ext cx="1544497" cy="309433"/>
          </a:xfrm>
          <a:prstGeom prst="rect">
            <a:avLst/>
          </a:prstGeom>
          <a:ln>
            <a:noFill/>
          </a:ln>
        </p:spPr>
        <p:txBody>
          <a:bodyPr lIns="0" rIns="0"/>
          <a:lstStyle>
            <a:lvl1pPr algn="r">
              <a:defRPr sz="1200" b="0" i="0">
                <a:solidFill>
                  <a:schemeClr val="accen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190748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bg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bg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332" y="3993262"/>
            <a:ext cx="8133368" cy="11135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400" b="0" i="0" cap="all" baseline="0">
                <a:solidFill>
                  <a:schemeClr val="bg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71012" y="3574189"/>
            <a:ext cx="8133368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r">
              <a:buFontTx/>
              <a:buNone/>
              <a:defRPr lang="en-US" sz="1600" b="0" i="0" kern="1200" cap="all" spc="300" baseline="0" dirty="0">
                <a:solidFill>
                  <a:schemeClr val="bg1"/>
                </a:solidFill>
                <a:latin typeface="Montserrat Black" panose="00000A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01AEEC3-EBA6-4F69-95F7-A48C58765CB8}"/>
              </a:ext>
            </a:extLst>
          </p:cNvPr>
          <p:cNvGrpSpPr/>
          <p:nvPr userDrawn="1"/>
        </p:nvGrpSpPr>
        <p:grpSpPr>
          <a:xfrm>
            <a:off x="8818563" y="698500"/>
            <a:ext cx="2878137" cy="730979"/>
            <a:chOff x="2994025" y="2643188"/>
            <a:chExt cx="6188075" cy="1571625"/>
          </a:xfrm>
          <a:solidFill>
            <a:schemeClr val="bg1"/>
          </a:solidFill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086100ED-2866-4326-9DE2-D38DDAEE67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000" y="3935413"/>
              <a:ext cx="153988" cy="200025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ACD3BA09-6BB5-41F3-AA37-9274513E72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1513" y="3860801"/>
              <a:ext cx="220663" cy="274638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F319AEA4-3D44-42F5-9C70-2CEDC4C965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04088" y="3865563"/>
              <a:ext cx="157163" cy="268288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9227C5C7-4908-4C2F-ADA0-138345479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9838" y="3935413"/>
              <a:ext cx="147638" cy="200025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C17386D4-EF9B-4AF3-9682-711867E9C8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72400" y="3935413"/>
              <a:ext cx="180975" cy="200025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58173020-368B-412C-857F-B3398374A2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01000" y="3935413"/>
              <a:ext cx="273050" cy="198438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E2B1FFD7-D054-4F90-AE4B-67FEC40ECC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37550" y="3935413"/>
              <a:ext cx="168275" cy="279400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BC225245-7197-47FF-BC6F-9B95449855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0750" y="3935413"/>
              <a:ext cx="155575" cy="200025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CD1B7FAF-04B0-47AE-8F5D-38573D9DD7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238" y="3935413"/>
              <a:ext cx="157163" cy="198438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F4C5DD8-4175-4DB7-8AF5-EAC6C6100D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55088" y="3938588"/>
              <a:ext cx="166688" cy="27622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A0DFC465-6D42-478B-B3AE-2376664B57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025" y="2692401"/>
              <a:ext cx="712788" cy="977900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F7CC3333-C97B-4A5B-877B-1A30B3722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2063" y="2692401"/>
              <a:ext cx="173038" cy="977900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DD081849-ABDE-400F-A022-64CD0BC815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05275" y="2916238"/>
              <a:ext cx="706438" cy="766763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8BB0BE9F-07EF-49C7-9778-4E04189819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5063" y="2643188"/>
              <a:ext cx="169863" cy="1027113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CC5C771B-3AE2-4B6A-98CB-8F359DA6F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46688" y="2643188"/>
              <a:ext cx="758825" cy="1036638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8D7717A3-2A4F-4645-9EBB-1F95AF2129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5213" y="2674938"/>
              <a:ext cx="874713" cy="1008063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56D9EF85-7F5A-41E9-B43C-DB2A41225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0363" y="2921001"/>
              <a:ext cx="434975" cy="749300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FA5E6741-5CF7-417E-86FC-710B2781C0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74075" y="2916238"/>
              <a:ext cx="708025" cy="766763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F4697563-20B4-40C1-9C05-BD713BA1D8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05650" y="2914651"/>
              <a:ext cx="768350" cy="768350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84369C66-9AF8-4953-82DD-483215234C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2013" y="3021013"/>
              <a:ext cx="555625" cy="557213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2BE89BB4-5A27-4042-A713-CB40AF5359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6788" y="3127376"/>
              <a:ext cx="344488" cy="338138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048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Cov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DA3D39-3C65-4C1E-A444-723F76F9E3EF}"/>
              </a:ext>
            </a:extLst>
          </p:cNvPr>
          <p:cNvGrpSpPr/>
          <p:nvPr userDrawn="1"/>
        </p:nvGrpSpPr>
        <p:grpSpPr>
          <a:xfrm>
            <a:off x="208551" y="217997"/>
            <a:ext cx="6419850" cy="6421438"/>
            <a:chOff x="265113" y="123825"/>
            <a:chExt cx="6419850" cy="6421438"/>
          </a:xfrm>
          <a:solidFill>
            <a:schemeClr val="tx1">
              <a:alpha val="10000"/>
            </a:schemeClr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7A0587D-64FB-4994-A5F0-1F2B81DA4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9AFB0BD-7C55-4143-B112-7488D30FC2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7985D47-FDB7-4091-B542-74BEA53519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52203" y="5106837"/>
            <a:ext cx="1544497" cy="309433"/>
          </a:xfrm>
          <a:prstGeom prst="rect">
            <a:avLst/>
          </a:prstGeom>
          <a:ln>
            <a:noFill/>
          </a:ln>
        </p:spPr>
        <p:txBody>
          <a:bodyPr lIns="0" rIns="0"/>
          <a:lstStyle>
            <a:lvl1pPr algn="r">
              <a:defRPr sz="1200" b="0" i="0">
                <a:solidFill>
                  <a:schemeClr val="accent1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fld id="{9A587841-310F-2844-BBE1-2990194B9448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5190748" y="6409605"/>
            <a:ext cx="650595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b="0" i="0" dirty="0">
                <a:solidFill>
                  <a:schemeClr val="tx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*Trademark of General Electric Company</a:t>
            </a: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800" b="0" i="0" dirty="0">
              <a:solidFill>
                <a:schemeClr val="tx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15" name="Title 17">
            <a:extLst>
              <a:ext uri="{FF2B5EF4-FFF2-40B4-BE49-F238E27FC236}">
                <a16:creationId xmlns:a16="http://schemas.microsoft.com/office/drawing/2014/main" id="{263B0556-1757-4154-90F8-FF9BF61C6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63332" y="3993262"/>
            <a:ext cx="8133368" cy="1113575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400" b="0" i="0" cap="all" baseline="0">
                <a:solidFill>
                  <a:schemeClr val="tx1"/>
                </a:solidFill>
                <a:latin typeface="Montserrat Light" panose="000004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E77AA6FA-374B-4EED-A29F-107805BE5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71012" y="3574189"/>
            <a:ext cx="8133368" cy="445042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r">
              <a:buFontTx/>
              <a:buNone/>
              <a:defRPr lang="en-US" sz="1600" b="0" i="0" kern="1200" cap="all" spc="300" baseline="0" dirty="0">
                <a:solidFill>
                  <a:schemeClr val="tx1"/>
                </a:solidFill>
                <a:latin typeface="Montserrat Black" panose="00000A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DFB360E-9E08-4762-AC40-8CBB3C36F373}"/>
              </a:ext>
            </a:extLst>
          </p:cNvPr>
          <p:cNvGrpSpPr/>
          <p:nvPr userDrawn="1"/>
        </p:nvGrpSpPr>
        <p:grpSpPr>
          <a:xfrm>
            <a:off x="8818563" y="698500"/>
            <a:ext cx="2878137" cy="730979"/>
            <a:chOff x="8818563" y="698500"/>
            <a:chExt cx="2878137" cy="730979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B43E4FE0-41BD-429F-97ED-97EF7265E3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49E6A35F-9A1D-41AC-BF2F-AF0E5E17D3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1B6D3AB0-C27D-47E7-A937-E934C0FB81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C987DFB5-A13D-4048-9F6F-BD51EA2D41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F5640BCC-0A89-4F7D-84CF-B7061B327D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3691939-AFD3-4ADA-87F7-D94C3F186B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2F7190D9-59F6-4E47-B217-D96DA4C4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5A5B9C24-1A7F-4A32-B023-4D458F40743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0DEDA99B-A8D4-44B0-A432-68131AFC93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23E8F1C1-B552-4AD2-988F-72867E18C5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A9818FCC-155D-49CA-A2EA-CB0842B37E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ADC10686-0320-4673-B157-EAFD7419BD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4A24D91-24E8-4615-AFFC-4952DD087B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90C9EE9B-8F17-45A7-82AD-52E2CDC134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8F7CBD8F-1789-472B-83D1-728B069A30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4808030E-1032-4069-AF63-6917817B1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7E126E28-A97C-4271-B5A0-207548B6AC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6D1F19E5-C006-4D70-8B74-1C7BF83D53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3B8907BC-3353-45A9-8C94-AF3A1E2050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E87156A0-B482-4634-9BE6-A704562A50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5121D5DE-AB55-449F-9E52-92A81E4B4F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16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 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69988" y="2788516"/>
            <a:ext cx="9795192" cy="117074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lang="en-CA" sz="4400" b="1" i="0" kern="1200" cap="all" spc="0" baseline="0" dirty="0">
                <a:solidFill>
                  <a:schemeClr val="bg1"/>
                </a:solidFill>
                <a:latin typeface="Montserrat Light" panose="00000400000000000000" pitchFamily="2" charset="0"/>
                <a:ea typeface="Gotham Rounded" charset="0"/>
                <a:cs typeface="Gotham Rounded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CA" dirty="0"/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169988" y="2312994"/>
            <a:ext cx="9795192" cy="44504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FontTx/>
              <a:buNone/>
              <a:defRPr lang="en-US" sz="2400" b="0" i="0" kern="1200" cap="all" baseline="0" dirty="0">
                <a:solidFill>
                  <a:schemeClr val="accent1">
                    <a:lumMod val="40000"/>
                    <a:lumOff val="60000"/>
                  </a:schemeClr>
                </a:solidFill>
                <a:latin typeface="Montserrat Black" panose="00000A00000000000000" pitchFamily="2" charset="0"/>
                <a:ea typeface="Gotham Rounded Book" charset="0"/>
                <a:cs typeface="Gotham Rounded Book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6AB917-5D94-4EB1-9726-23A7F29081F1}"/>
              </a:ext>
            </a:extLst>
          </p:cNvPr>
          <p:cNvSpPr/>
          <p:nvPr userDrawn="1"/>
        </p:nvSpPr>
        <p:spPr>
          <a:xfrm>
            <a:off x="0" y="6630927"/>
            <a:ext cx="12192000" cy="227073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273342"/>
      </p:ext>
    </p:extLst>
  </p:cSld>
  <p:clrMapOvr>
    <a:masterClrMapping/>
  </p:clrMapOvr>
  <p:transition spd="slow">
    <p:push dir="u"/>
  </p:transition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69988" y="2788516"/>
            <a:ext cx="9795192" cy="117074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lang="en-CA" sz="4400" b="1" i="0" kern="1200" cap="all" spc="0" baseline="0" dirty="0">
                <a:solidFill>
                  <a:schemeClr val="bg1"/>
                </a:solidFill>
                <a:latin typeface="Montserrat Light" panose="00000400000000000000" pitchFamily="2" charset="0"/>
                <a:ea typeface="Gotham Rounded" charset="0"/>
                <a:cs typeface="Gotham Rounded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CA" dirty="0"/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169988" y="2312994"/>
            <a:ext cx="9795192" cy="44504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FontTx/>
              <a:buNone/>
              <a:defRPr lang="en-US" sz="2400" b="0" i="0" kern="1200" cap="all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 Black" panose="00000A00000000000000" pitchFamily="2" charset="0"/>
                <a:ea typeface="Gotham Rounded Book" charset="0"/>
                <a:cs typeface="Gotham Rounded Book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24393-0EE1-44E2-8C8D-A1548455DF9A}"/>
              </a:ext>
            </a:extLst>
          </p:cNvPr>
          <p:cNvSpPr/>
          <p:nvPr userDrawn="1"/>
        </p:nvSpPr>
        <p:spPr>
          <a:xfrm>
            <a:off x="0" y="6630927"/>
            <a:ext cx="12192000" cy="227073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tx2"/>
            </a:bgClr>
          </a:patt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latin typeface="Montserrat Light" panose="00000400000000000000" pitchFamily="2" charset="0"/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988638"/>
      </p:ext>
    </p:extLst>
  </p:cSld>
  <p:clrMapOvr>
    <a:masterClrMapping/>
  </p:clrMapOvr>
  <p:transition spd="slow">
    <p:push dir="u"/>
  </p:transition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169988" y="1988416"/>
            <a:ext cx="9795192" cy="1170742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lang="en-CA" sz="4400" b="1" i="0" kern="1200" cap="all" spc="0" baseline="0" dirty="0">
                <a:solidFill>
                  <a:schemeClr val="bg1"/>
                </a:solidFill>
                <a:latin typeface="Montserrat Light" panose="00000400000000000000" pitchFamily="2" charset="0"/>
                <a:ea typeface="Gotham Rounded" charset="0"/>
                <a:cs typeface="Gotham Rounded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endParaRPr lang="en-CA" dirty="0"/>
          </a:p>
        </p:txBody>
      </p:sp>
      <p:sp>
        <p:nvSpPr>
          <p:cNvPr id="7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1169988" y="1512894"/>
            <a:ext cx="9795192" cy="44504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buFontTx/>
              <a:buNone/>
              <a:defRPr lang="en-US" sz="2400" b="0" i="0" kern="1200" cap="all" baseline="0" dirty="0">
                <a:solidFill>
                  <a:schemeClr val="tx2">
                    <a:lumMod val="10000"/>
                    <a:lumOff val="90000"/>
                  </a:schemeClr>
                </a:solidFill>
                <a:latin typeface="Montserrat Black" panose="00000A00000000000000" pitchFamily="2" charset="0"/>
                <a:ea typeface="Gotham Rounded Book" charset="0"/>
                <a:cs typeface="Gotham Rounded Book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1" name="Picture 30" descr="A picture containing food&#10;&#10;Description automatically generated">
            <a:extLst>
              <a:ext uri="{FF2B5EF4-FFF2-40B4-BE49-F238E27FC236}">
                <a16:creationId xmlns:a16="http://schemas.microsoft.com/office/drawing/2014/main" id="{384F0A70-F7BC-4AD3-9861-033F60501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" b="13668"/>
          <a:stretch/>
        </p:blipFill>
        <p:spPr>
          <a:xfrm>
            <a:off x="0" y="5059959"/>
            <a:ext cx="12192000" cy="179804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7808F62-CA34-4FE9-BB20-C6962647A3F7}"/>
              </a:ext>
            </a:extLst>
          </p:cNvPr>
          <p:cNvGrpSpPr/>
          <p:nvPr userDrawn="1"/>
        </p:nvGrpSpPr>
        <p:grpSpPr>
          <a:xfrm>
            <a:off x="9060657" y="6137434"/>
            <a:ext cx="1568180" cy="398281"/>
            <a:chOff x="8818563" y="698500"/>
            <a:chExt cx="2878137" cy="730979"/>
          </a:xfrm>
        </p:grpSpPr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E6059CDB-4A6B-4211-A3B8-08A11F6228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4" name="Freeform 6">
              <a:extLst>
                <a:ext uri="{FF2B5EF4-FFF2-40B4-BE49-F238E27FC236}">
                  <a16:creationId xmlns:a16="http://schemas.microsoft.com/office/drawing/2014/main" id="{73ABDC2C-C177-4543-99B1-4CF90B6AD2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EB127922-1128-44E5-865B-B6FA5579ED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B342F0D5-2381-45B1-87B2-50CB8A0F69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542B3183-9C7A-4891-8B2B-3BC55B4EE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3B4F1707-0F04-45D5-8BF3-8D2BEB348E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9" name="Freeform 11">
              <a:extLst>
                <a:ext uri="{FF2B5EF4-FFF2-40B4-BE49-F238E27FC236}">
                  <a16:creationId xmlns:a16="http://schemas.microsoft.com/office/drawing/2014/main" id="{9FF97AA1-3C26-41DA-9EA2-B577FC5A8F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0" name="Freeform 12">
              <a:extLst>
                <a:ext uri="{FF2B5EF4-FFF2-40B4-BE49-F238E27FC236}">
                  <a16:creationId xmlns:a16="http://schemas.microsoft.com/office/drawing/2014/main" id="{59A852D8-482B-4056-8F9B-1128F79737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D90E9FFE-77B8-4B33-AC9C-A54ACC2682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0DF2DC79-7349-4B81-B652-7CBFE99B3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05EF4EC0-1CF4-4A0C-A61E-73348AA28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A976A63F-83F3-4153-B3D0-07CB1F4450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5" name="Freeform 17">
              <a:extLst>
                <a:ext uri="{FF2B5EF4-FFF2-40B4-BE49-F238E27FC236}">
                  <a16:creationId xmlns:a16="http://schemas.microsoft.com/office/drawing/2014/main" id="{1A7E1E33-81EA-432D-A9A4-3CF7710C11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7B56276B-0032-4B79-9575-96EF3FA1E3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7" name="Freeform 19">
              <a:extLst>
                <a:ext uri="{FF2B5EF4-FFF2-40B4-BE49-F238E27FC236}">
                  <a16:creationId xmlns:a16="http://schemas.microsoft.com/office/drawing/2014/main" id="{231568C3-CC1D-487E-B2D3-3D0DAD941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20">
              <a:extLst>
                <a:ext uri="{FF2B5EF4-FFF2-40B4-BE49-F238E27FC236}">
                  <a16:creationId xmlns:a16="http://schemas.microsoft.com/office/drawing/2014/main" id="{8D544F04-3DCF-4D1A-81AD-13703265B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EAA3107B-8ED2-45D8-A812-9F742DDE62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2847EE39-0DC2-4BFE-AECC-E403EBF365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23">
              <a:extLst>
                <a:ext uri="{FF2B5EF4-FFF2-40B4-BE49-F238E27FC236}">
                  <a16:creationId xmlns:a16="http://schemas.microsoft.com/office/drawing/2014/main" id="{4108A716-39A9-430D-910D-637CE0C8F2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A861D581-1855-495A-8CEB-2907EC79E2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25">
              <a:extLst>
                <a:ext uri="{FF2B5EF4-FFF2-40B4-BE49-F238E27FC236}">
                  <a16:creationId xmlns:a16="http://schemas.microsoft.com/office/drawing/2014/main" id="{7B605BDE-CD6A-41FD-8E55-00BF5E459C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2819202"/>
      </p:ext>
    </p:extLst>
  </p:cSld>
  <p:clrMapOvr>
    <a:masterClrMapping/>
  </p:clrMapOvr>
  <p:transition spd="slow">
    <p:push dir="u"/>
  </p:transition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656922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BEFEEB4-1D36-4B4E-8DF1-CAB135A9A9A6}"/>
              </a:ext>
            </a:extLst>
          </p:cNvPr>
          <p:cNvGrpSpPr/>
          <p:nvPr userDrawn="1"/>
        </p:nvGrpSpPr>
        <p:grpSpPr>
          <a:xfrm>
            <a:off x="6960919" y="-1943894"/>
            <a:ext cx="6419850" cy="6421438"/>
            <a:chOff x="265113" y="123825"/>
            <a:chExt cx="6419850" cy="6421438"/>
          </a:xfrm>
          <a:solidFill>
            <a:schemeClr val="tx1">
              <a:alpha val="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563F53A-351A-4AA5-B250-D21D632FD4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0135435F-F6C1-4845-91BC-AFBFA5AC46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9AA7C26-C0E7-418C-9B42-B91AC703FF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5251304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Title and Content - No Ru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A9C8B12E-38E6-410F-AAA0-2B21E61D7075}"/>
              </a:ext>
            </a:extLst>
          </p:cNvPr>
          <p:cNvGrpSpPr/>
          <p:nvPr userDrawn="1"/>
        </p:nvGrpSpPr>
        <p:grpSpPr>
          <a:xfrm>
            <a:off x="6960919" y="-1943894"/>
            <a:ext cx="6419850" cy="6421438"/>
            <a:chOff x="265113" y="123825"/>
            <a:chExt cx="6419850" cy="6421438"/>
          </a:xfrm>
          <a:solidFill>
            <a:schemeClr val="tx1">
              <a:alpha val="10000"/>
            </a:schemeClr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0725FA63-30FD-495A-BA67-82B21CF3D2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13" y="123825"/>
              <a:ext cx="6419850" cy="6421438"/>
            </a:xfrm>
            <a:custGeom>
              <a:avLst/>
              <a:gdLst>
                <a:gd name="T0" fmla="*/ 3429 w 8088"/>
                <a:gd name="T1" fmla="*/ 8043 h 8090"/>
                <a:gd name="T2" fmla="*/ 2654 w 8088"/>
                <a:gd name="T3" fmla="*/ 7844 h 8090"/>
                <a:gd name="T4" fmla="*/ 1948 w 8088"/>
                <a:gd name="T5" fmla="*/ 7503 h 8090"/>
                <a:gd name="T6" fmla="*/ 1326 w 8088"/>
                <a:gd name="T7" fmla="*/ 7038 h 8090"/>
                <a:gd name="T8" fmla="*/ 804 w 8088"/>
                <a:gd name="T9" fmla="*/ 6464 h 8090"/>
                <a:gd name="T10" fmla="*/ 399 w 8088"/>
                <a:gd name="T11" fmla="*/ 5798 h 8090"/>
                <a:gd name="T12" fmla="*/ 126 w 8088"/>
                <a:gd name="T13" fmla="*/ 5055 h 8090"/>
                <a:gd name="T14" fmla="*/ 5 w 8088"/>
                <a:gd name="T15" fmla="*/ 4252 h 8090"/>
                <a:gd name="T16" fmla="*/ 32 w 8088"/>
                <a:gd name="T17" fmla="*/ 3531 h 8090"/>
                <a:gd name="T18" fmla="*/ 212 w 8088"/>
                <a:gd name="T19" fmla="*/ 2749 h 8090"/>
                <a:gd name="T20" fmla="*/ 536 w 8088"/>
                <a:gd name="T21" fmla="*/ 2033 h 8090"/>
                <a:gd name="T22" fmla="*/ 987 w 8088"/>
                <a:gd name="T23" fmla="*/ 1399 h 8090"/>
                <a:gd name="T24" fmla="*/ 1549 w 8088"/>
                <a:gd name="T25" fmla="*/ 865 h 8090"/>
                <a:gd name="T26" fmla="*/ 2204 w 8088"/>
                <a:gd name="T27" fmla="*/ 443 h 8090"/>
                <a:gd name="T28" fmla="*/ 2937 w 8088"/>
                <a:gd name="T29" fmla="*/ 153 h 8090"/>
                <a:gd name="T30" fmla="*/ 3732 w 8088"/>
                <a:gd name="T31" fmla="*/ 12 h 8090"/>
                <a:gd name="T32" fmla="*/ 4453 w 8088"/>
                <a:gd name="T33" fmla="*/ 20 h 8090"/>
                <a:gd name="T34" fmla="*/ 4934 w 8088"/>
                <a:gd name="T35" fmla="*/ 110 h 8090"/>
                <a:gd name="T36" fmla="*/ 5062 w 8088"/>
                <a:gd name="T37" fmla="*/ 268 h 8090"/>
                <a:gd name="T38" fmla="*/ 5052 w 8088"/>
                <a:gd name="T39" fmla="*/ 453 h 8090"/>
                <a:gd name="T40" fmla="*/ 4907 w 8088"/>
                <a:gd name="T41" fmla="*/ 597 h 8090"/>
                <a:gd name="T42" fmla="*/ 4662 w 8088"/>
                <a:gd name="T43" fmla="*/ 595 h 8090"/>
                <a:gd name="T44" fmla="*/ 4044 w 8088"/>
                <a:gd name="T45" fmla="*/ 539 h 8090"/>
                <a:gd name="T46" fmla="*/ 3338 w 8088"/>
                <a:gd name="T47" fmla="*/ 612 h 8090"/>
                <a:gd name="T48" fmla="*/ 2681 w 8088"/>
                <a:gd name="T49" fmla="*/ 816 h 8090"/>
                <a:gd name="T50" fmla="*/ 2086 w 8088"/>
                <a:gd name="T51" fmla="*/ 1139 h 8090"/>
                <a:gd name="T52" fmla="*/ 1567 w 8088"/>
                <a:gd name="T53" fmla="*/ 1567 h 8090"/>
                <a:gd name="T54" fmla="*/ 1139 w 8088"/>
                <a:gd name="T55" fmla="*/ 2087 h 8090"/>
                <a:gd name="T56" fmla="*/ 816 w 8088"/>
                <a:gd name="T57" fmla="*/ 2681 h 8090"/>
                <a:gd name="T58" fmla="*/ 610 w 8088"/>
                <a:gd name="T59" fmla="*/ 3339 h 8090"/>
                <a:gd name="T60" fmla="*/ 539 w 8088"/>
                <a:gd name="T61" fmla="*/ 4045 h 8090"/>
                <a:gd name="T62" fmla="*/ 593 w 8088"/>
                <a:gd name="T63" fmla="*/ 4665 h 8090"/>
                <a:gd name="T64" fmla="*/ 782 w 8088"/>
                <a:gd name="T65" fmla="*/ 5329 h 8090"/>
                <a:gd name="T66" fmla="*/ 1092 w 8088"/>
                <a:gd name="T67" fmla="*/ 5933 h 8090"/>
                <a:gd name="T68" fmla="*/ 1508 w 8088"/>
                <a:gd name="T69" fmla="*/ 6462 h 8090"/>
                <a:gd name="T70" fmla="*/ 2015 w 8088"/>
                <a:gd name="T71" fmla="*/ 6903 h 8090"/>
                <a:gd name="T72" fmla="*/ 2602 w 8088"/>
                <a:gd name="T73" fmla="*/ 7241 h 8090"/>
                <a:gd name="T74" fmla="*/ 3252 w 8088"/>
                <a:gd name="T75" fmla="*/ 7460 h 8090"/>
                <a:gd name="T76" fmla="*/ 3953 w 8088"/>
                <a:gd name="T77" fmla="*/ 7549 h 8090"/>
                <a:gd name="T78" fmla="*/ 4576 w 8088"/>
                <a:gd name="T79" fmla="*/ 7510 h 8090"/>
                <a:gd name="T80" fmla="*/ 5247 w 8088"/>
                <a:gd name="T81" fmla="*/ 7337 h 8090"/>
                <a:gd name="T82" fmla="*/ 5859 w 8088"/>
                <a:gd name="T83" fmla="*/ 7042 h 8090"/>
                <a:gd name="T84" fmla="*/ 6398 w 8088"/>
                <a:gd name="T85" fmla="*/ 6639 h 8090"/>
                <a:gd name="T86" fmla="*/ 6851 w 8088"/>
                <a:gd name="T87" fmla="*/ 6142 h 8090"/>
                <a:gd name="T88" fmla="*/ 7202 w 8088"/>
                <a:gd name="T89" fmla="*/ 5564 h 8090"/>
                <a:gd name="T90" fmla="*/ 7438 w 8088"/>
                <a:gd name="T91" fmla="*/ 4920 h 8090"/>
                <a:gd name="T92" fmla="*/ 7544 w 8088"/>
                <a:gd name="T93" fmla="*/ 4225 h 8090"/>
                <a:gd name="T94" fmla="*/ 7581 w 8088"/>
                <a:gd name="T95" fmla="*/ 3917 h 8090"/>
                <a:gd name="T96" fmla="*/ 7738 w 8088"/>
                <a:gd name="T97" fmla="*/ 3787 h 8090"/>
                <a:gd name="T98" fmla="*/ 7923 w 8088"/>
                <a:gd name="T99" fmla="*/ 3796 h 8090"/>
                <a:gd name="T100" fmla="*/ 8066 w 8088"/>
                <a:gd name="T101" fmla="*/ 3941 h 8090"/>
                <a:gd name="T102" fmla="*/ 8076 w 8088"/>
                <a:gd name="T103" fmla="*/ 4355 h 8090"/>
                <a:gd name="T104" fmla="*/ 7933 w 8088"/>
                <a:gd name="T105" fmla="*/ 5151 h 8090"/>
                <a:gd name="T106" fmla="*/ 7645 w 8088"/>
                <a:gd name="T107" fmla="*/ 5885 h 8090"/>
                <a:gd name="T108" fmla="*/ 7224 w 8088"/>
                <a:gd name="T109" fmla="*/ 6541 h 8090"/>
                <a:gd name="T110" fmla="*/ 6688 w 8088"/>
                <a:gd name="T111" fmla="*/ 7102 h 8090"/>
                <a:gd name="T112" fmla="*/ 6054 w 8088"/>
                <a:gd name="T113" fmla="*/ 7554 h 8090"/>
                <a:gd name="T114" fmla="*/ 5338 w 8088"/>
                <a:gd name="T115" fmla="*/ 7878 h 8090"/>
                <a:gd name="T116" fmla="*/ 4558 w 8088"/>
                <a:gd name="T117" fmla="*/ 8058 h 8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088" h="8090">
                  <a:moveTo>
                    <a:pt x="4044" y="8090"/>
                  </a:moveTo>
                  <a:lnTo>
                    <a:pt x="4044" y="8090"/>
                  </a:lnTo>
                  <a:lnTo>
                    <a:pt x="3940" y="8088"/>
                  </a:lnTo>
                  <a:lnTo>
                    <a:pt x="3835" y="8085"/>
                  </a:lnTo>
                  <a:lnTo>
                    <a:pt x="3732" y="8078"/>
                  </a:lnTo>
                  <a:lnTo>
                    <a:pt x="3631" y="8070"/>
                  </a:lnTo>
                  <a:lnTo>
                    <a:pt x="3528" y="8058"/>
                  </a:lnTo>
                  <a:lnTo>
                    <a:pt x="3429" y="8043"/>
                  </a:lnTo>
                  <a:lnTo>
                    <a:pt x="3328" y="8026"/>
                  </a:lnTo>
                  <a:lnTo>
                    <a:pt x="3228" y="8007"/>
                  </a:lnTo>
                  <a:lnTo>
                    <a:pt x="3131" y="7986"/>
                  </a:lnTo>
                  <a:lnTo>
                    <a:pt x="3033" y="7962"/>
                  </a:lnTo>
                  <a:lnTo>
                    <a:pt x="2937" y="7937"/>
                  </a:lnTo>
                  <a:lnTo>
                    <a:pt x="2843" y="7908"/>
                  </a:lnTo>
                  <a:lnTo>
                    <a:pt x="2748" y="7878"/>
                  </a:lnTo>
                  <a:lnTo>
                    <a:pt x="2654" y="7844"/>
                  </a:lnTo>
                  <a:lnTo>
                    <a:pt x="2561" y="7809"/>
                  </a:lnTo>
                  <a:lnTo>
                    <a:pt x="2470" y="7771"/>
                  </a:lnTo>
                  <a:lnTo>
                    <a:pt x="2381" y="7733"/>
                  </a:lnTo>
                  <a:lnTo>
                    <a:pt x="2292" y="7691"/>
                  </a:lnTo>
                  <a:lnTo>
                    <a:pt x="2204" y="7647"/>
                  </a:lnTo>
                  <a:lnTo>
                    <a:pt x="2118" y="7601"/>
                  </a:lnTo>
                  <a:lnTo>
                    <a:pt x="2032" y="7554"/>
                  </a:lnTo>
                  <a:lnTo>
                    <a:pt x="1948" y="7503"/>
                  </a:lnTo>
                  <a:lnTo>
                    <a:pt x="1865" y="7451"/>
                  </a:lnTo>
                  <a:lnTo>
                    <a:pt x="1784" y="7399"/>
                  </a:lnTo>
                  <a:lnTo>
                    <a:pt x="1704" y="7343"/>
                  </a:lnTo>
                  <a:lnTo>
                    <a:pt x="1626" y="7286"/>
                  </a:lnTo>
                  <a:lnTo>
                    <a:pt x="1549" y="7225"/>
                  </a:lnTo>
                  <a:lnTo>
                    <a:pt x="1473" y="7165"/>
                  </a:lnTo>
                  <a:lnTo>
                    <a:pt x="1399" y="7102"/>
                  </a:lnTo>
                  <a:lnTo>
                    <a:pt x="1326" y="7038"/>
                  </a:lnTo>
                  <a:lnTo>
                    <a:pt x="1255" y="6973"/>
                  </a:lnTo>
                  <a:lnTo>
                    <a:pt x="1185" y="6903"/>
                  </a:lnTo>
                  <a:lnTo>
                    <a:pt x="1117" y="6834"/>
                  </a:lnTo>
                  <a:lnTo>
                    <a:pt x="1051" y="6764"/>
                  </a:lnTo>
                  <a:lnTo>
                    <a:pt x="987" y="6691"/>
                  </a:lnTo>
                  <a:lnTo>
                    <a:pt x="923" y="6617"/>
                  </a:lnTo>
                  <a:lnTo>
                    <a:pt x="863" y="6541"/>
                  </a:lnTo>
                  <a:lnTo>
                    <a:pt x="804" y="6464"/>
                  </a:lnTo>
                  <a:lnTo>
                    <a:pt x="746" y="6384"/>
                  </a:lnTo>
                  <a:lnTo>
                    <a:pt x="691" y="6305"/>
                  </a:lnTo>
                  <a:lnTo>
                    <a:pt x="637" y="6224"/>
                  </a:lnTo>
                  <a:lnTo>
                    <a:pt x="586" y="6142"/>
                  </a:lnTo>
                  <a:lnTo>
                    <a:pt x="536" y="6057"/>
                  </a:lnTo>
                  <a:lnTo>
                    <a:pt x="489" y="5971"/>
                  </a:lnTo>
                  <a:lnTo>
                    <a:pt x="443" y="5885"/>
                  </a:lnTo>
                  <a:lnTo>
                    <a:pt x="399" y="5798"/>
                  </a:lnTo>
                  <a:lnTo>
                    <a:pt x="357" y="5709"/>
                  </a:lnTo>
                  <a:lnTo>
                    <a:pt x="317" y="5617"/>
                  </a:lnTo>
                  <a:lnTo>
                    <a:pt x="280" y="5526"/>
                  </a:lnTo>
                  <a:lnTo>
                    <a:pt x="244" y="5434"/>
                  </a:lnTo>
                  <a:lnTo>
                    <a:pt x="212" y="5341"/>
                  </a:lnTo>
                  <a:lnTo>
                    <a:pt x="182" y="5247"/>
                  </a:lnTo>
                  <a:lnTo>
                    <a:pt x="153" y="5151"/>
                  </a:lnTo>
                  <a:lnTo>
                    <a:pt x="126" y="5055"/>
                  </a:lnTo>
                  <a:lnTo>
                    <a:pt x="103" y="4957"/>
                  </a:lnTo>
                  <a:lnTo>
                    <a:pt x="81" y="4859"/>
                  </a:lnTo>
                  <a:lnTo>
                    <a:pt x="62" y="4760"/>
                  </a:lnTo>
                  <a:lnTo>
                    <a:pt x="45" y="4660"/>
                  </a:lnTo>
                  <a:lnTo>
                    <a:pt x="32" y="4559"/>
                  </a:lnTo>
                  <a:lnTo>
                    <a:pt x="20" y="4458"/>
                  </a:lnTo>
                  <a:lnTo>
                    <a:pt x="12" y="4355"/>
                  </a:lnTo>
                  <a:lnTo>
                    <a:pt x="5" y="4252"/>
                  </a:lnTo>
                  <a:lnTo>
                    <a:pt x="0" y="4149"/>
                  </a:lnTo>
                  <a:lnTo>
                    <a:pt x="0" y="4045"/>
                  </a:lnTo>
                  <a:lnTo>
                    <a:pt x="0" y="4045"/>
                  </a:lnTo>
                  <a:lnTo>
                    <a:pt x="0" y="3941"/>
                  </a:lnTo>
                  <a:lnTo>
                    <a:pt x="5" y="3838"/>
                  </a:lnTo>
                  <a:lnTo>
                    <a:pt x="12" y="3735"/>
                  </a:lnTo>
                  <a:lnTo>
                    <a:pt x="20" y="3632"/>
                  </a:lnTo>
                  <a:lnTo>
                    <a:pt x="32" y="3531"/>
                  </a:lnTo>
                  <a:lnTo>
                    <a:pt x="45" y="3430"/>
                  </a:lnTo>
                  <a:lnTo>
                    <a:pt x="62" y="3330"/>
                  </a:lnTo>
                  <a:lnTo>
                    <a:pt x="81" y="3231"/>
                  </a:lnTo>
                  <a:lnTo>
                    <a:pt x="103" y="3133"/>
                  </a:lnTo>
                  <a:lnTo>
                    <a:pt x="126" y="3035"/>
                  </a:lnTo>
                  <a:lnTo>
                    <a:pt x="153" y="2939"/>
                  </a:lnTo>
                  <a:lnTo>
                    <a:pt x="182" y="2843"/>
                  </a:lnTo>
                  <a:lnTo>
                    <a:pt x="212" y="2749"/>
                  </a:lnTo>
                  <a:lnTo>
                    <a:pt x="244" y="2656"/>
                  </a:lnTo>
                  <a:lnTo>
                    <a:pt x="280" y="2564"/>
                  </a:lnTo>
                  <a:lnTo>
                    <a:pt x="317" y="2473"/>
                  </a:lnTo>
                  <a:lnTo>
                    <a:pt x="357" y="2381"/>
                  </a:lnTo>
                  <a:lnTo>
                    <a:pt x="399" y="2292"/>
                  </a:lnTo>
                  <a:lnTo>
                    <a:pt x="443" y="2205"/>
                  </a:lnTo>
                  <a:lnTo>
                    <a:pt x="489" y="2119"/>
                  </a:lnTo>
                  <a:lnTo>
                    <a:pt x="536" y="2033"/>
                  </a:lnTo>
                  <a:lnTo>
                    <a:pt x="586" y="1948"/>
                  </a:lnTo>
                  <a:lnTo>
                    <a:pt x="637" y="1866"/>
                  </a:lnTo>
                  <a:lnTo>
                    <a:pt x="691" y="1785"/>
                  </a:lnTo>
                  <a:lnTo>
                    <a:pt x="746" y="1706"/>
                  </a:lnTo>
                  <a:lnTo>
                    <a:pt x="804" y="1626"/>
                  </a:lnTo>
                  <a:lnTo>
                    <a:pt x="863" y="1549"/>
                  </a:lnTo>
                  <a:lnTo>
                    <a:pt x="923" y="1473"/>
                  </a:lnTo>
                  <a:lnTo>
                    <a:pt x="987" y="1399"/>
                  </a:lnTo>
                  <a:lnTo>
                    <a:pt x="1051" y="1326"/>
                  </a:lnTo>
                  <a:lnTo>
                    <a:pt x="1117" y="1256"/>
                  </a:lnTo>
                  <a:lnTo>
                    <a:pt x="1185" y="1187"/>
                  </a:lnTo>
                  <a:lnTo>
                    <a:pt x="1255" y="1117"/>
                  </a:lnTo>
                  <a:lnTo>
                    <a:pt x="1326" y="1052"/>
                  </a:lnTo>
                  <a:lnTo>
                    <a:pt x="1399" y="988"/>
                  </a:lnTo>
                  <a:lnTo>
                    <a:pt x="1473" y="925"/>
                  </a:lnTo>
                  <a:lnTo>
                    <a:pt x="1549" y="865"/>
                  </a:lnTo>
                  <a:lnTo>
                    <a:pt x="1626" y="804"/>
                  </a:lnTo>
                  <a:lnTo>
                    <a:pt x="1704" y="747"/>
                  </a:lnTo>
                  <a:lnTo>
                    <a:pt x="1784" y="691"/>
                  </a:lnTo>
                  <a:lnTo>
                    <a:pt x="1865" y="639"/>
                  </a:lnTo>
                  <a:lnTo>
                    <a:pt x="1948" y="587"/>
                  </a:lnTo>
                  <a:lnTo>
                    <a:pt x="2032" y="536"/>
                  </a:lnTo>
                  <a:lnTo>
                    <a:pt x="2118" y="489"/>
                  </a:lnTo>
                  <a:lnTo>
                    <a:pt x="2204" y="443"/>
                  </a:lnTo>
                  <a:lnTo>
                    <a:pt x="2292" y="399"/>
                  </a:lnTo>
                  <a:lnTo>
                    <a:pt x="2381" y="357"/>
                  </a:lnTo>
                  <a:lnTo>
                    <a:pt x="2470" y="319"/>
                  </a:lnTo>
                  <a:lnTo>
                    <a:pt x="2561" y="281"/>
                  </a:lnTo>
                  <a:lnTo>
                    <a:pt x="2654" y="246"/>
                  </a:lnTo>
                  <a:lnTo>
                    <a:pt x="2748" y="212"/>
                  </a:lnTo>
                  <a:lnTo>
                    <a:pt x="2843" y="182"/>
                  </a:lnTo>
                  <a:lnTo>
                    <a:pt x="2937" y="153"/>
                  </a:lnTo>
                  <a:lnTo>
                    <a:pt x="3033" y="128"/>
                  </a:lnTo>
                  <a:lnTo>
                    <a:pt x="3131" y="104"/>
                  </a:lnTo>
                  <a:lnTo>
                    <a:pt x="3228" y="83"/>
                  </a:lnTo>
                  <a:lnTo>
                    <a:pt x="3328" y="64"/>
                  </a:lnTo>
                  <a:lnTo>
                    <a:pt x="3429" y="47"/>
                  </a:lnTo>
                  <a:lnTo>
                    <a:pt x="3528" y="32"/>
                  </a:lnTo>
                  <a:lnTo>
                    <a:pt x="3631" y="20"/>
                  </a:lnTo>
                  <a:lnTo>
                    <a:pt x="3732" y="12"/>
                  </a:lnTo>
                  <a:lnTo>
                    <a:pt x="3835" y="5"/>
                  </a:lnTo>
                  <a:lnTo>
                    <a:pt x="3940" y="2"/>
                  </a:lnTo>
                  <a:lnTo>
                    <a:pt x="4044" y="0"/>
                  </a:lnTo>
                  <a:lnTo>
                    <a:pt x="4044" y="0"/>
                  </a:lnTo>
                  <a:lnTo>
                    <a:pt x="4147" y="2"/>
                  </a:lnTo>
                  <a:lnTo>
                    <a:pt x="4250" y="5"/>
                  </a:lnTo>
                  <a:lnTo>
                    <a:pt x="4351" y="12"/>
                  </a:lnTo>
                  <a:lnTo>
                    <a:pt x="4453" y="20"/>
                  </a:lnTo>
                  <a:lnTo>
                    <a:pt x="4556" y="32"/>
                  </a:lnTo>
                  <a:lnTo>
                    <a:pt x="4657" y="46"/>
                  </a:lnTo>
                  <a:lnTo>
                    <a:pt x="4758" y="62"/>
                  </a:lnTo>
                  <a:lnTo>
                    <a:pt x="4858" y="83"/>
                  </a:lnTo>
                  <a:lnTo>
                    <a:pt x="4858" y="83"/>
                  </a:lnTo>
                  <a:lnTo>
                    <a:pt x="4885" y="89"/>
                  </a:lnTo>
                  <a:lnTo>
                    <a:pt x="4910" y="98"/>
                  </a:lnTo>
                  <a:lnTo>
                    <a:pt x="4934" y="110"/>
                  </a:lnTo>
                  <a:lnTo>
                    <a:pt x="4957" y="125"/>
                  </a:lnTo>
                  <a:lnTo>
                    <a:pt x="4977" y="140"/>
                  </a:lnTo>
                  <a:lnTo>
                    <a:pt x="4996" y="158"/>
                  </a:lnTo>
                  <a:lnTo>
                    <a:pt x="5015" y="177"/>
                  </a:lnTo>
                  <a:lnTo>
                    <a:pt x="5030" y="197"/>
                  </a:lnTo>
                  <a:lnTo>
                    <a:pt x="5042" y="221"/>
                  </a:lnTo>
                  <a:lnTo>
                    <a:pt x="5053" y="244"/>
                  </a:lnTo>
                  <a:lnTo>
                    <a:pt x="5062" y="268"/>
                  </a:lnTo>
                  <a:lnTo>
                    <a:pt x="5068" y="293"/>
                  </a:lnTo>
                  <a:lnTo>
                    <a:pt x="5072" y="320"/>
                  </a:lnTo>
                  <a:lnTo>
                    <a:pt x="5074" y="346"/>
                  </a:lnTo>
                  <a:lnTo>
                    <a:pt x="5072" y="374"/>
                  </a:lnTo>
                  <a:lnTo>
                    <a:pt x="5068" y="401"/>
                  </a:lnTo>
                  <a:lnTo>
                    <a:pt x="5068" y="401"/>
                  </a:lnTo>
                  <a:lnTo>
                    <a:pt x="5062" y="428"/>
                  </a:lnTo>
                  <a:lnTo>
                    <a:pt x="5052" y="453"/>
                  </a:lnTo>
                  <a:lnTo>
                    <a:pt x="5040" y="477"/>
                  </a:lnTo>
                  <a:lnTo>
                    <a:pt x="5026" y="499"/>
                  </a:lnTo>
                  <a:lnTo>
                    <a:pt x="5011" y="521"/>
                  </a:lnTo>
                  <a:lnTo>
                    <a:pt x="4993" y="539"/>
                  </a:lnTo>
                  <a:lnTo>
                    <a:pt x="4972" y="556"/>
                  </a:lnTo>
                  <a:lnTo>
                    <a:pt x="4952" y="571"/>
                  </a:lnTo>
                  <a:lnTo>
                    <a:pt x="4930" y="585"/>
                  </a:lnTo>
                  <a:lnTo>
                    <a:pt x="4907" y="597"/>
                  </a:lnTo>
                  <a:lnTo>
                    <a:pt x="4881" y="605"/>
                  </a:lnTo>
                  <a:lnTo>
                    <a:pt x="4856" y="612"/>
                  </a:lnTo>
                  <a:lnTo>
                    <a:pt x="4831" y="615"/>
                  </a:lnTo>
                  <a:lnTo>
                    <a:pt x="4804" y="617"/>
                  </a:lnTo>
                  <a:lnTo>
                    <a:pt x="4777" y="615"/>
                  </a:lnTo>
                  <a:lnTo>
                    <a:pt x="4750" y="612"/>
                  </a:lnTo>
                  <a:lnTo>
                    <a:pt x="4750" y="612"/>
                  </a:lnTo>
                  <a:lnTo>
                    <a:pt x="4662" y="595"/>
                  </a:lnTo>
                  <a:lnTo>
                    <a:pt x="4575" y="580"/>
                  </a:lnTo>
                  <a:lnTo>
                    <a:pt x="4487" y="568"/>
                  </a:lnTo>
                  <a:lnTo>
                    <a:pt x="4400" y="558"/>
                  </a:lnTo>
                  <a:lnTo>
                    <a:pt x="4310" y="549"/>
                  </a:lnTo>
                  <a:lnTo>
                    <a:pt x="4221" y="544"/>
                  </a:lnTo>
                  <a:lnTo>
                    <a:pt x="4133" y="541"/>
                  </a:lnTo>
                  <a:lnTo>
                    <a:pt x="4044" y="539"/>
                  </a:lnTo>
                  <a:lnTo>
                    <a:pt x="4044" y="539"/>
                  </a:lnTo>
                  <a:lnTo>
                    <a:pt x="3953" y="541"/>
                  </a:lnTo>
                  <a:lnTo>
                    <a:pt x="3864" y="544"/>
                  </a:lnTo>
                  <a:lnTo>
                    <a:pt x="3774" y="549"/>
                  </a:lnTo>
                  <a:lnTo>
                    <a:pt x="3685" y="558"/>
                  </a:lnTo>
                  <a:lnTo>
                    <a:pt x="3597" y="568"/>
                  </a:lnTo>
                  <a:lnTo>
                    <a:pt x="3510" y="580"/>
                  </a:lnTo>
                  <a:lnTo>
                    <a:pt x="3424" y="595"/>
                  </a:lnTo>
                  <a:lnTo>
                    <a:pt x="3338" y="612"/>
                  </a:lnTo>
                  <a:lnTo>
                    <a:pt x="3252" y="630"/>
                  </a:lnTo>
                  <a:lnTo>
                    <a:pt x="3168" y="651"/>
                  </a:lnTo>
                  <a:lnTo>
                    <a:pt x="3085" y="672"/>
                  </a:lnTo>
                  <a:lnTo>
                    <a:pt x="3003" y="698"/>
                  </a:lnTo>
                  <a:lnTo>
                    <a:pt x="2920" y="725"/>
                  </a:lnTo>
                  <a:lnTo>
                    <a:pt x="2839" y="753"/>
                  </a:lnTo>
                  <a:lnTo>
                    <a:pt x="2760" y="784"/>
                  </a:lnTo>
                  <a:lnTo>
                    <a:pt x="2681" y="816"/>
                  </a:lnTo>
                  <a:lnTo>
                    <a:pt x="2602" y="849"/>
                  </a:lnTo>
                  <a:lnTo>
                    <a:pt x="2526" y="887"/>
                  </a:lnTo>
                  <a:lnTo>
                    <a:pt x="2450" y="924"/>
                  </a:lnTo>
                  <a:lnTo>
                    <a:pt x="2374" y="964"/>
                  </a:lnTo>
                  <a:lnTo>
                    <a:pt x="2300" y="1005"/>
                  </a:lnTo>
                  <a:lnTo>
                    <a:pt x="2228" y="1048"/>
                  </a:lnTo>
                  <a:lnTo>
                    <a:pt x="2155" y="1092"/>
                  </a:lnTo>
                  <a:lnTo>
                    <a:pt x="2086" y="1139"/>
                  </a:lnTo>
                  <a:lnTo>
                    <a:pt x="2015" y="1187"/>
                  </a:lnTo>
                  <a:lnTo>
                    <a:pt x="1948" y="1237"/>
                  </a:lnTo>
                  <a:lnTo>
                    <a:pt x="1880" y="1288"/>
                  </a:lnTo>
                  <a:lnTo>
                    <a:pt x="1815" y="1342"/>
                  </a:lnTo>
                  <a:lnTo>
                    <a:pt x="1751" y="1396"/>
                  </a:lnTo>
                  <a:lnTo>
                    <a:pt x="1688" y="1451"/>
                  </a:lnTo>
                  <a:lnTo>
                    <a:pt x="1626" y="1508"/>
                  </a:lnTo>
                  <a:lnTo>
                    <a:pt x="1567" y="1567"/>
                  </a:lnTo>
                  <a:lnTo>
                    <a:pt x="1508" y="1628"/>
                  </a:lnTo>
                  <a:lnTo>
                    <a:pt x="1451" y="1689"/>
                  </a:lnTo>
                  <a:lnTo>
                    <a:pt x="1395" y="1753"/>
                  </a:lnTo>
                  <a:lnTo>
                    <a:pt x="1340" y="1817"/>
                  </a:lnTo>
                  <a:lnTo>
                    <a:pt x="1287" y="1883"/>
                  </a:lnTo>
                  <a:lnTo>
                    <a:pt x="1237" y="1948"/>
                  </a:lnTo>
                  <a:lnTo>
                    <a:pt x="1186" y="2017"/>
                  </a:lnTo>
                  <a:lnTo>
                    <a:pt x="1139" y="2087"/>
                  </a:lnTo>
                  <a:lnTo>
                    <a:pt x="1092" y="2157"/>
                  </a:lnTo>
                  <a:lnTo>
                    <a:pt x="1046" y="2228"/>
                  </a:lnTo>
                  <a:lnTo>
                    <a:pt x="1004" y="2302"/>
                  </a:lnTo>
                  <a:lnTo>
                    <a:pt x="962" y="2375"/>
                  </a:lnTo>
                  <a:lnTo>
                    <a:pt x="923" y="2451"/>
                  </a:lnTo>
                  <a:lnTo>
                    <a:pt x="885" y="2526"/>
                  </a:lnTo>
                  <a:lnTo>
                    <a:pt x="849" y="2604"/>
                  </a:lnTo>
                  <a:lnTo>
                    <a:pt x="816" y="2681"/>
                  </a:lnTo>
                  <a:lnTo>
                    <a:pt x="782" y="2761"/>
                  </a:lnTo>
                  <a:lnTo>
                    <a:pt x="752" y="2842"/>
                  </a:lnTo>
                  <a:lnTo>
                    <a:pt x="723" y="2923"/>
                  </a:lnTo>
                  <a:lnTo>
                    <a:pt x="698" y="3003"/>
                  </a:lnTo>
                  <a:lnTo>
                    <a:pt x="672" y="3086"/>
                  </a:lnTo>
                  <a:lnTo>
                    <a:pt x="649" y="3170"/>
                  </a:lnTo>
                  <a:lnTo>
                    <a:pt x="629" y="3255"/>
                  </a:lnTo>
                  <a:lnTo>
                    <a:pt x="610" y="3339"/>
                  </a:lnTo>
                  <a:lnTo>
                    <a:pt x="593" y="3425"/>
                  </a:lnTo>
                  <a:lnTo>
                    <a:pt x="580" y="3512"/>
                  </a:lnTo>
                  <a:lnTo>
                    <a:pt x="568" y="3598"/>
                  </a:lnTo>
                  <a:lnTo>
                    <a:pt x="558" y="3688"/>
                  </a:lnTo>
                  <a:lnTo>
                    <a:pt x="549" y="3775"/>
                  </a:lnTo>
                  <a:lnTo>
                    <a:pt x="544" y="3865"/>
                  </a:lnTo>
                  <a:lnTo>
                    <a:pt x="541" y="3954"/>
                  </a:lnTo>
                  <a:lnTo>
                    <a:pt x="539" y="4045"/>
                  </a:lnTo>
                  <a:lnTo>
                    <a:pt x="539" y="4045"/>
                  </a:lnTo>
                  <a:lnTo>
                    <a:pt x="541" y="4136"/>
                  </a:lnTo>
                  <a:lnTo>
                    <a:pt x="544" y="4225"/>
                  </a:lnTo>
                  <a:lnTo>
                    <a:pt x="549" y="4315"/>
                  </a:lnTo>
                  <a:lnTo>
                    <a:pt x="558" y="4402"/>
                  </a:lnTo>
                  <a:lnTo>
                    <a:pt x="568" y="4492"/>
                  </a:lnTo>
                  <a:lnTo>
                    <a:pt x="580" y="4578"/>
                  </a:lnTo>
                  <a:lnTo>
                    <a:pt x="593" y="4665"/>
                  </a:lnTo>
                  <a:lnTo>
                    <a:pt x="610" y="4751"/>
                  </a:lnTo>
                  <a:lnTo>
                    <a:pt x="629" y="4835"/>
                  </a:lnTo>
                  <a:lnTo>
                    <a:pt x="649" y="4920"/>
                  </a:lnTo>
                  <a:lnTo>
                    <a:pt x="672" y="5004"/>
                  </a:lnTo>
                  <a:lnTo>
                    <a:pt x="698" y="5087"/>
                  </a:lnTo>
                  <a:lnTo>
                    <a:pt x="723" y="5167"/>
                  </a:lnTo>
                  <a:lnTo>
                    <a:pt x="752" y="5248"/>
                  </a:lnTo>
                  <a:lnTo>
                    <a:pt x="782" y="5329"/>
                  </a:lnTo>
                  <a:lnTo>
                    <a:pt x="816" y="5409"/>
                  </a:lnTo>
                  <a:lnTo>
                    <a:pt x="849" y="5486"/>
                  </a:lnTo>
                  <a:lnTo>
                    <a:pt x="885" y="5564"/>
                  </a:lnTo>
                  <a:lnTo>
                    <a:pt x="923" y="5639"/>
                  </a:lnTo>
                  <a:lnTo>
                    <a:pt x="962" y="5714"/>
                  </a:lnTo>
                  <a:lnTo>
                    <a:pt x="1004" y="5788"/>
                  </a:lnTo>
                  <a:lnTo>
                    <a:pt x="1046" y="5862"/>
                  </a:lnTo>
                  <a:lnTo>
                    <a:pt x="1092" y="5933"/>
                  </a:lnTo>
                  <a:lnTo>
                    <a:pt x="1139" y="6003"/>
                  </a:lnTo>
                  <a:lnTo>
                    <a:pt x="1186" y="6073"/>
                  </a:lnTo>
                  <a:lnTo>
                    <a:pt x="1237" y="6142"/>
                  </a:lnTo>
                  <a:lnTo>
                    <a:pt x="1287" y="6207"/>
                  </a:lnTo>
                  <a:lnTo>
                    <a:pt x="1340" y="6273"/>
                  </a:lnTo>
                  <a:lnTo>
                    <a:pt x="1395" y="6337"/>
                  </a:lnTo>
                  <a:lnTo>
                    <a:pt x="1451" y="6401"/>
                  </a:lnTo>
                  <a:lnTo>
                    <a:pt x="1508" y="6462"/>
                  </a:lnTo>
                  <a:lnTo>
                    <a:pt x="1567" y="6523"/>
                  </a:lnTo>
                  <a:lnTo>
                    <a:pt x="1626" y="6582"/>
                  </a:lnTo>
                  <a:lnTo>
                    <a:pt x="1688" y="6639"/>
                  </a:lnTo>
                  <a:lnTo>
                    <a:pt x="1751" y="6694"/>
                  </a:lnTo>
                  <a:lnTo>
                    <a:pt x="1815" y="6748"/>
                  </a:lnTo>
                  <a:lnTo>
                    <a:pt x="1880" y="6802"/>
                  </a:lnTo>
                  <a:lnTo>
                    <a:pt x="1948" y="6853"/>
                  </a:lnTo>
                  <a:lnTo>
                    <a:pt x="2015" y="6903"/>
                  </a:lnTo>
                  <a:lnTo>
                    <a:pt x="2086" y="6951"/>
                  </a:lnTo>
                  <a:lnTo>
                    <a:pt x="2155" y="6998"/>
                  </a:lnTo>
                  <a:lnTo>
                    <a:pt x="2228" y="7042"/>
                  </a:lnTo>
                  <a:lnTo>
                    <a:pt x="2300" y="7085"/>
                  </a:lnTo>
                  <a:lnTo>
                    <a:pt x="2374" y="7126"/>
                  </a:lnTo>
                  <a:lnTo>
                    <a:pt x="2450" y="7166"/>
                  </a:lnTo>
                  <a:lnTo>
                    <a:pt x="2526" y="7203"/>
                  </a:lnTo>
                  <a:lnTo>
                    <a:pt x="2602" y="7241"/>
                  </a:lnTo>
                  <a:lnTo>
                    <a:pt x="2681" y="7274"/>
                  </a:lnTo>
                  <a:lnTo>
                    <a:pt x="2760" y="7306"/>
                  </a:lnTo>
                  <a:lnTo>
                    <a:pt x="2839" y="7337"/>
                  </a:lnTo>
                  <a:lnTo>
                    <a:pt x="2920" y="7365"/>
                  </a:lnTo>
                  <a:lnTo>
                    <a:pt x="3003" y="7392"/>
                  </a:lnTo>
                  <a:lnTo>
                    <a:pt x="3085" y="7418"/>
                  </a:lnTo>
                  <a:lnTo>
                    <a:pt x="3168" y="7439"/>
                  </a:lnTo>
                  <a:lnTo>
                    <a:pt x="3252" y="7460"/>
                  </a:lnTo>
                  <a:lnTo>
                    <a:pt x="3338" y="7478"/>
                  </a:lnTo>
                  <a:lnTo>
                    <a:pt x="3424" y="7495"/>
                  </a:lnTo>
                  <a:lnTo>
                    <a:pt x="3510" y="7510"/>
                  </a:lnTo>
                  <a:lnTo>
                    <a:pt x="3597" y="7522"/>
                  </a:lnTo>
                  <a:lnTo>
                    <a:pt x="3685" y="7532"/>
                  </a:lnTo>
                  <a:lnTo>
                    <a:pt x="3774" y="7541"/>
                  </a:lnTo>
                  <a:lnTo>
                    <a:pt x="3864" y="7546"/>
                  </a:lnTo>
                  <a:lnTo>
                    <a:pt x="3953" y="7549"/>
                  </a:lnTo>
                  <a:lnTo>
                    <a:pt x="4044" y="7551"/>
                  </a:lnTo>
                  <a:lnTo>
                    <a:pt x="4044" y="7551"/>
                  </a:lnTo>
                  <a:lnTo>
                    <a:pt x="4133" y="7549"/>
                  </a:lnTo>
                  <a:lnTo>
                    <a:pt x="4223" y="7546"/>
                  </a:lnTo>
                  <a:lnTo>
                    <a:pt x="4312" y="7541"/>
                  </a:lnTo>
                  <a:lnTo>
                    <a:pt x="4401" y="7532"/>
                  </a:lnTo>
                  <a:lnTo>
                    <a:pt x="4489" y="7522"/>
                  </a:lnTo>
                  <a:lnTo>
                    <a:pt x="4576" y="7510"/>
                  </a:lnTo>
                  <a:lnTo>
                    <a:pt x="4662" y="7495"/>
                  </a:lnTo>
                  <a:lnTo>
                    <a:pt x="4748" y="7478"/>
                  </a:lnTo>
                  <a:lnTo>
                    <a:pt x="4834" y="7460"/>
                  </a:lnTo>
                  <a:lnTo>
                    <a:pt x="4919" y="7439"/>
                  </a:lnTo>
                  <a:lnTo>
                    <a:pt x="5001" y="7418"/>
                  </a:lnTo>
                  <a:lnTo>
                    <a:pt x="5084" y="7392"/>
                  </a:lnTo>
                  <a:lnTo>
                    <a:pt x="5166" y="7365"/>
                  </a:lnTo>
                  <a:lnTo>
                    <a:pt x="5247" y="7337"/>
                  </a:lnTo>
                  <a:lnTo>
                    <a:pt x="5326" y="7306"/>
                  </a:lnTo>
                  <a:lnTo>
                    <a:pt x="5405" y="7274"/>
                  </a:lnTo>
                  <a:lnTo>
                    <a:pt x="5485" y="7241"/>
                  </a:lnTo>
                  <a:lnTo>
                    <a:pt x="5561" y="7203"/>
                  </a:lnTo>
                  <a:lnTo>
                    <a:pt x="5638" y="7166"/>
                  </a:lnTo>
                  <a:lnTo>
                    <a:pt x="5712" y="7126"/>
                  </a:lnTo>
                  <a:lnTo>
                    <a:pt x="5786" y="7085"/>
                  </a:lnTo>
                  <a:lnTo>
                    <a:pt x="5859" y="7042"/>
                  </a:lnTo>
                  <a:lnTo>
                    <a:pt x="5931" y="6998"/>
                  </a:lnTo>
                  <a:lnTo>
                    <a:pt x="6002" y="6951"/>
                  </a:lnTo>
                  <a:lnTo>
                    <a:pt x="6071" y="6903"/>
                  </a:lnTo>
                  <a:lnTo>
                    <a:pt x="6138" y="6853"/>
                  </a:lnTo>
                  <a:lnTo>
                    <a:pt x="6206" y="6802"/>
                  </a:lnTo>
                  <a:lnTo>
                    <a:pt x="6272" y="6748"/>
                  </a:lnTo>
                  <a:lnTo>
                    <a:pt x="6336" y="6694"/>
                  </a:lnTo>
                  <a:lnTo>
                    <a:pt x="6398" y="6639"/>
                  </a:lnTo>
                  <a:lnTo>
                    <a:pt x="6460" y="6582"/>
                  </a:lnTo>
                  <a:lnTo>
                    <a:pt x="6519" y="6523"/>
                  </a:lnTo>
                  <a:lnTo>
                    <a:pt x="6578" y="6462"/>
                  </a:lnTo>
                  <a:lnTo>
                    <a:pt x="6636" y="6401"/>
                  </a:lnTo>
                  <a:lnTo>
                    <a:pt x="6693" y="6337"/>
                  </a:lnTo>
                  <a:lnTo>
                    <a:pt x="6747" y="6273"/>
                  </a:lnTo>
                  <a:lnTo>
                    <a:pt x="6799" y="6207"/>
                  </a:lnTo>
                  <a:lnTo>
                    <a:pt x="6851" y="6142"/>
                  </a:lnTo>
                  <a:lnTo>
                    <a:pt x="6900" y="6073"/>
                  </a:lnTo>
                  <a:lnTo>
                    <a:pt x="6949" y="6003"/>
                  </a:lnTo>
                  <a:lnTo>
                    <a:pt x="6994" y="5933"/>
                  </a:lnTo>
                  <a:lnTo>
                    <a:pt x="7040" y="5862"/>
                  </a:lnTo>
                  <a:lnTo>
                    <a:pt x="7082" y="5788"/>
                  </a:lnTo>
                  <a:lnTo>
                    <a:pt x="7124" y="5714"/>
                  </a:lnTo>
                  <a:lnTo>
                    <a:pt x="7163" y="5639"/>
                  </a:lnTo>
                  <a:lnTo>
                    <a:pt x="7202" y="5564"/>
                  </a:lnTo>
                  <a:lnTo>
                    <a:pt x="7237" y="5486"/>
                  </a:lnTo>
                  <a:lnTo>
                    <a:pt x="7272" y="5409"/>
                  </a:lnTo>
                  <a:lnTo>
                    <a:pt x="7304" y="5329"/>
                  </a:lnTo>
                  <a:lnTo>
                    <a:pt x="7335" y="5248"/>
                  </a:lnTo>
                  <a:lnTo>
                    <a:pt x="7363" y="5167"/>
                  </a:lnTo>
                  <a:lnTo>
                    <a:pt x="7390" y="5087"/>
                  </a:lnTo>
                  <a:lnTo>
                    <a:pt x="7414" y="5004"/>
                  </a:lnTo>
                  <a:lnTo>
                    <a:pt x="7438" y="4920"/>
                  </a:lnTo>
                  <a:lnTo>
                    <a:pt x="7458" y="4835"/>
                  </a:lnTo>
                  <a:lnTo>
                    <a:pt x="7476" y="4751"/>
                  </a:lnTo>
                  <a:lnTo>
                    <a:pt x="7493" y="4665"/>
                  </a:lnTo>
                  <a:lnTo>
                    <a:pt x="7507" y="4578"/>
                  </a:lnTo>
                  <a:lnTo>
                    <a:pt x="7520" y="4492"/>
                  </a:lnTo>
                  <a:lnTo>
                    <a:pt x="7530" y="4402"/>
                  </a:lnTo>
                  <a:lnTo>
                    <a:pt x="7537" y="4315"/>
                  </a:lnTo>
                  <a:lnTo>
                    <a:pt x="7544" y="4225"/>
                  </a:lnTo>
                  <a:lnTo>
                    <a:pt x="7547" y="4136"/>
                  </a:lnTo>
                  <a:lnTo>
                    <a:pt x="7547" y="4045"/>
                  </a:lnTo>
                  <a:lnTo>
                    <a:pt x="7547" y="4045"/>
                  </a:lnTo>
                  <a:lnTo>
                    <a:pt x="7549" y="4018"/>
                  </a:lnTo>
                  <a:lnTo>
                    <a:pt x="7554" y="3991"/>
                  </a:lnTo>
                  <a:lnTo>
                    <a:pt x="7561" y="3964"/>
                  </a:lnTo>
                  <a:lnTo>
                    <a:pt x="7569" y="3941"/>
                  </a:lnTo>
                  <a:lnTo>
                    <a:pt x="7581" y="3917"/>
                  </a:lnTo>
                  <a:lnTo>
                    <a:pt x="7594" y="3893"/>
                  </a:lnTo>
                  <a:lnTo>
                    <a:pt x="7609" y="3873"/>
                  </a:lnTo>
                  <a:lnTo>
                    <a:pt x="7626" y="3855"/>
                  </a:lnTo>
                  <a:lnTo>
                    <a:pt x="7647" y="3836"/>
                  </a:lnTo>
                  <a:lnTo>
                    <a:pt x="7667" y="3821"/>
                  </a:lnTo>
                  <a:lnTo>
                    <a:pt x="7689" y="3807"/>
                  </a:lnTo>
                  <a:lnTo>
                    <a:pt x="7712" y="3796"/>
                  </a:lnTo>
                  <a:lnTo>
                    <a:pt x="7738" y="3787"/>
                  </a:lnTo>
                  <a:lnTo>
                    <a:pt x="7763" y="3780"/>
                  </a:lnTo>
                  <a:lnTo>
                    <a:pt x="7790" y="3777"/>
                  </a:lnTo>
                  <a:lnTo>
                    <a:pt x="7817" y="3775"/>
                  </a:lnTo>
                  <a:lnTo>
                    <a:pt x="7817" y="3775"/>
                  </a:lnTo>
                  <a:lnTo>
                    <a:pt x="7845" y="3777"/>
                  </a:lnTo>
                  <a:lnTo>
                    <a:pt x="7872" y="3780"/>
                  </a:lnTo>
                  <a:lnTo>
                    <a:pt x="7898" y="3787"/>
                  </a:lnTo>
                  <a:lnTo>
                    <a:pt x="7923" y="3796"/>
                  </a:lnTo>
                  <a:lnTo>
                    <a:pt x="7946" y="3807"/>
                  </a:lnTo>
                  <a:lnTo>
                    <a:pt x="7968" y="3821"/>
                  </a:lnTo>
                  <a:lnTo>
                    <a:pt x="7989" y="3836"/>
                  </a:lnTo>
                  <a:lnTo>
                    <a:pt x="8009" y="3855"/>
                  </a:lnTo>
                  <a:lnTo>
                    <a:pt x="8026" y="3873"/>
                  </a:lnTo>
                  <a:lnTo>
                    <a:pt x="8041" y="3893"/>
                  </a:lnTo>
                  <a:lnTo>
                    <a:pt x="8054" y="3917"/>
                  </a:lnTo>
                  <a:lnTo>
                    <a:pt x="8066" y="3941"/>
                  </a:lnTo>
                  <a:lnTo>
                    <a:pt x="8075" y="3964"/>
                  </a:lnTo>
                  <a:lnTo>
                    <a:pt x="8081" y="3991"/>
                  </a:lnTo>
                  <a:lnTo>
                    <a:pt x="8086" y="4018"/>
                  </a:lnTo>
                  <a:lnTo>
                    <a:pt x="8088" y="4045"/>
                  </a:lnTo>
                  <a:lnTo>
                    <a:pt x="8088" y="4045"/>
                  </a:lnTo>
                  <a:lnTo>
                    <a:pt x="8086" y="4149"/>
                  </a:lnTo>
                  <a:lnTo>
                    <a:pt x="8081" y="4252"/>
                  </a:lnTo>
                  <a:lnTo>
                    <a:pt x="8076" y="4355"/>
                  </a:lnTo>
                  <a:lnTo>
                    <a:pt x="8066" y="4458"/>
                  </a:lnTo>
                  <a:lnTo>
                    <a:pt x="8054" y="4559"/>
                  </a:lnTo>
                  <a:lnTo>
                    <a:pt x="8041" y="4660"/>
                  </a:lnTo>
                  <a:lnTo>
                    <a:pt x="8024" y="4760"/>
                  </a:lnTo>
                  <a:lnTo>
                    <a:pt x="8005" y="4859"/>
                  </a:lnTo>
                  <a:lnTo>
                    <a:pt x="7984" y="4957"/>
                  </a:lnTo>
                  <a:lnTo>
                    <a:pt x="7960" y="5055"/>
                  </a:lnTo>
                  <a:lnTo>
                    <a:pt x="7933" y="5151"/>
                  </a:lnTo>
                  <a:lnTo>
                    <a:pt x="7904" y="5247"/>
                  </a:lnTo>
                  <a:lnTo>
                    <a:pt x="7874" y="5341"/>
                  </a:lnTo>
                  <a:lnTo>
                    <a:pt x="7842" y="5434"/>
                  </a:lnTo>
                  <a:lnTo>
                    <a:pt x="7807" y="5526"/>
                  </a:lnTo>
                  <a:lnTo>
                    <a:pt x="7770" y="5617"/>
                  </a:lnTo>
                  <a:lnTo>
                    <a:pt x="7729" y="5709"/>
                  </a:lnTo>
                  <a:lnTo>
                    <a:pt x="7689" y="5798"/>
                  </a:lnTo>
                  <a:lnTo>
                    <a:pt x="7645" y="5885"/>
                  </a:lnTo>
                  <a:lnTo>
                    <a:pt x="7598" y="5971"/>
                  </a:lnTo>
                  <a:lnTo>
                    <a:pt x="7550" y="6057"/>
                  </a:lnTo>
                  <a:lnTo>
                    <a:pt x="7502" y="6142"/>
                  </a:lnTo>
                  <a:lnTo>
                    <a:pt x="7449" y="6224"/>
                  </a:lnTo>
                  <a:lnTo>
                    <a:pt x="7395" y="6305"/>
                  </a:lnTo>
                  <a:lnTo>
                    <a:pt x="7340" y="6384"/>
                  </a:lnTo>
                  <a:lnTo>
                    <a:pt x="7283" y="6464"/>
                  </a:lnTo>
                  <a:lnTo>
                    <a:pt x="7224" y="6541"/>
                  </a:lnTo>
                  <a:lnTo>
                    <a:pt x="7163" y="6617"/>
                  </a:lnTo>
                  <a:lnTo>
                    <a:pt x="7101" y="6691"/>
                  </a:lnTo>
                  <a:lnTo>
                    <a:pt x="7035" y="6764"/>
                  </a:lnTo>
                  <a:lnTo>
                    <a:pt x="6969" y="6834"/>
                  </a:lnTo>
                  <a:lnTo>
                    <a:pt x="6902" y="6903"/>
                  </a:lnTo>
                  <a:lnTo>
                    <a:pt x="6833" y="6973"/>
                  </a:lnTo>
                  <a:lnTo>
                    <a:pt x="6760" y="7038"/>
                  </a:lnTo>
                  <a:lnTo>
                    <a:pt x="6688" y="7102"/>
                  </a:lnTo>
                  <a:lnTo>
                    <a:pt x="6614" y="7165"/>
                  </a:lnTo>
                  <a:lnTo>
                    <a:pt x="6538" y="7225"/>
                  </a:lnTo>
                  <a:lnTo>
                    <a:pt x="6462" y="7286"/>
                  </a:lnTo>
                  <a:lnTo>
                    <a:pt x="6383" y="7343"/>
                  </a:lnTo>
                  <a:lnTo>
                    <a:pt x="6302" y="7399"/>
                  </a:lnTo>
                  <a:lnTo>
                    <a:pt x="6221" y="7451"/>
                  </a:lnTo>
                  <a:lnTo>
                    <a:pt x="6138" y="7503"/>
                  </a:lnTo>
                  <a:lnTo>
                    <a:pt x="6054" y="7554"/>
                  </a:lnTo>
                  <a:lnTo>
                    <a:pt x="5970" y="7601"/>
                  </a:lnTo>
                  <a:lnTo>
                    <a:pt x="5882" y="7647"/>
                  </a:lnTo>
                  <a:lnTo>
                    <a:pt x="5795" y="7691"/>
                  </a:lnTo>
                  <a:lnTo>
                    <a:pt x="5705" y="7733"/>
                  </a:lnTo>
                  <a:lnTo>
                    <a:pt x="5616" y="7771"/>
                  </a:lnTo>
                  <a:lnTo>
                    <a:pt x="5525" y="7809"/>
                  </a:lnTo>
                  <a:lnTo>
                    <a:pt x="5432" y="7844"/>
                  </a:lnTo>
                  <a:lnTo>
                    <a:pt x="5338" y="7878"/>
                  </a:lnTo>
                  <a:lnTo>
                    <a:pt x="5244" y="7908"/>
                  </a:lnTo>
                  <a:lnTo>
                    <a:pt x="5149" y="7937"/>
                  </a:lnTo>
                  <a:lnTo>
                    <a:pt x="5053" y="7962"/>
                  </a:lnTo>
                  <a:lnTo>
                    <a:pt x="4956" y="7986"/>
                  </a:lnTo>
                  <a:lnTo>
                    <a:pt x="4858" y="8007"/>
                  </a:lnTo>
                  <a:lnTo>
                    <a:pt x="4758" y="8026"/>
                  </a:lnTo>
                  <a:lnTo>
                    <a:pt x="4659" y="8043"/>
                  </a:lnTo>
                  <a:lnTo>
                    <a:pt x="4558" y="8058"/>
                  </a:lnTo>
                  <a:lnTo>
                    <a:pt x="4457" y="8070"/>
                  </a:lnTo>
                  <a:lnTo>
                    <a:pt x="4354" y="8078"/>
                  </a:lnTo>
                  <a:lnTo>
                    <a:pt x="4251" y="8085"/>
                  </a:lnTo>
                  <a:lnTo>
                    <a:pt x="4147" y="8088"/>
                  </a:lnTo>
                  <a:lnTo>
                    <a:pt x="4044" y="8090"/>
                  </a:lnTo>
                  <a:lnTo>
                    <a:pt x="4044" y="80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361CBCB2-A413-4E6C-A0C3-2B61C21A80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351" y="1009650"/>
              <a:ext cx="4649788" cy="4649788"/>
            </a:xfrm>
            <a:custGeom>
              <a:avLst/>
              <a:gdLst>
                <a:gd name="T0" fmla="*/ 2411 w 5859"/>
                <a:gd name="T1" fmla="*/ 5813 h 5858"/>
                <a:gd name="T2" fmla="*/ 1791 w 5859"/>
                <a:gd name="T3" fmla="*/ 5627 h 5858"/>
                <a:gd name="T4" fmla="*/ 1235 w 5859"/>
                <a:gd name="T5" fmla="*/ 5317 h 5858"/>
                <a:gd name="T6" fmla="*/ 763 w 5859"/>
                <a:gd name="T7" fmla="*/ 4898 h 5858"/>
                <a:gd name="T8" fmla="*/ 389 w 5859"/>
                <a:gd name="T9" fmla="*/ 4385 h 5858"/>
                <a:gd name="T10" fmla="*/ 133 w 5859"/>
                <a:gd name="T11" fmla="*/ 3799 h 5858"/>
                <a:gd name="T12" fmla="*/ 10 w 5859"/>
                <a:gd name="T13" fmla="*/ 3155 h 5858"/>
                <a:gd name="T14" fmla="*/ 17 w 5859"/>
                <a:gd name="T15" fmla="*/ 2617 h 5858"/>
                <a:gd name="T16" fmla="*/ 130 w 5859"/>
                <a:gd name="T17" fmla="*/ 2071 h 5858"/>
                <a:gd name="T18" fmla="*/ 263 w 5859"/>
                <a:gd name="T19" fmla="*/ 1825 h 5858"/>
                <a:gd name="T20" fmla="*/ 487 w 5859"/>
                <a:gd name="T21" fmla="*/ 1780 h 5858"/>
                <a:gd name="T22" fmla="*/ 654 w 5859"/>
                <a:gd name="T23" fmla="*/ 1904 h 5858"/>
                <a:gd name="T24" fmla="*/ 677 w 5859"/>
                <a:gd name="T25" fmla="*/ 2133 h 5858"/>
                <a:gd name="T26" fmla="*/ 574 w 5859"/>
                <a:gd name="T27" fmla="*/ 2525 h 5858"/>
                <a:gd name="T28" fmla="*/ 541 w 5859"/>
                <a:gd name="T29" fmla="*/ 2929 h 5858"/>
                <a:gd name="T30" fmla="*/ 601 w 5859"/>
                <a:gd name="T31" fmla="*/ 3468 h 5858"/>
                <a:gd name="T32" fmla="*/ 777 w 5859"/>
                <a:gd name="T33" fmla="*/ 3964 h 5858"/>
                <a:gd name="T34" fmla="*/ 1051 w 5859"/>
                <a:gd name="T35" fmla="*/ 4404 h 5858"/>
                <a:gd name="T36" fmla="*/ 1410 w 5859"/>
                <a:gd name="T37" fmla="*/ 4773 h 5858"/>
                <a:gd name="T38" fmla="*/ 1843 w 5859"/>
                <a:gd name="T39" fmla="*/ 5056 h 5858"/>
                <a:gd name="T40" fmla="*/ 2334 w 5859"/>
                <a:gd name="T41" fmla="*/ 5243 h 5858"/>
                <a:gd name="T42" fmla="*/ 2868 w 5859"/>
                <a:gd name="T43" fmla="*/ 5317 h 5858"/>
                <a:gd name="T44" fmla="*/ 3351 w 5859"/>
                <a:gd name="T45" fmla="*/ 5282 h 5858"/>
                <a:gd name="T46" fmla="*/ 3858 w 5859"/>
                <a:gd name="T47" fmla="*/ 5130 h 5858"/>
                <a:gd name="T48" fmla="*/ 4312 w 5859"/>
                <a:gd name="T49" fmla="*/ 4877 h 5858"/>
                <a:gd name="T50" fmla="*/ 4698 w 5859"/>
                <a:gd name="T51" fmla="*/ 4535 h 5858"/>
                <a:gd name="T52" fmla="*/ 5001 w 5859"/>
                <a:gd name="T53" fmla="*/ 4117 h 5858"/>
                <a:gd name="T54" fmla="*/ 5211 w 5859"/>
                <a:gd name="T55" fmla="*/ 3639 h 5858"/>
                <a:gd name="T56" fmla="*/ 5311 w 5859"/>
                <a:gd name="T57" fmla="*/ 3113 h 5858"/>
                <a:gd name="T58" fmla="*/ 5299 w 5859"/>
                <a:gd name="T59" fmla="*/ 2626 h 5858"/>
                <a:gd name="T60" fmla="*/ 5173 w 5859"/>
                <a:gd name="T61" fmla="*/ 2108 h 5858"/>
                <a:gd name="T62" fmla="*/ 4942 w 5859"/>
                <a:gd name="T63" fmla="*/ 1641 h 5858"/>
                <a:gd name="T64" fmla="*/ 4618 w 5859"/>
                <a:gd name="T65" fmla="*/ 1240 h 5858"/>
                <a:gd name="T66" fmla="*/ 4216 w 5859"/>
                <a:gd name="T67" fmla="*/ 917 h 5858"/>
                <a:gd name="T68" fmla="*/ 3751 w 5859"/>
                <a:gd name="T69" fmla="*/ 684 h 5858"/>
                <a:gd name="T70" fmla="*/ 3233 w 5859"/>
                <a:gd name="T71" fmla="*/ 559 h 5858"/>
                <a:gd name="T72" fmla="*/ 2777 w 5859"/>
                <a:gd name="T73" fmla="*/ 544 h 5858"/>
                <a:gd name="T74" fmla="*/ 2328 w 5859"/>
                <a:gd name="T75" fmla="*/ 615 h 5858"/>
                <a:gd name="T76" fmla="*/ 2030 w 5859"/>
                <a:gd name="T77" fmla="*/ 689 h 5858"/>
                <a:gd name="T78" fmla="*/ 1830 w 5859"/>
                <a:gd name="T79" fmla="*/ 581 h 5858"/>
                <a:gd name="T80" fmla="*/ 1779 w 5859"/>
                <a:gd name="T81" fmla="*/ 377 h 5858"/>
                <a:gd name="T82" fmla="*/ 1907 w 5859"/>
                <a:gd name="T83" fmla="*/ 189 h 5858"/>
                <a:gd name="T84" fmla="*/ 2313 w 5859"/>
                <a:gd name="T85" fmla="*/ 65 h 5858"/>
                <a:gd name="T86" fmla="*/ 2866 w 5859"/>
                <a:gd name="T87" fmla="*/ 0 h 5858"/>
                <a:gd name="T88" fmla="*/ 3447 w 5859"/>
                <a:gd name="T89" fmla="*/ 45 h 5858"/>
                <a:gd name="T90" fmla="*/ 4067 w 5859"/>
                <a:gd name="T91" fmla="*/ 231 h 5858"/>
                <a:gd name="T92" fmla="*/ 4623 w 5859"/>
                <a:gd name="T93" fmla="*/ 541 h 5858"/>
                <a:gd name="T94" fmla="*/ 5097 w 5859"/>
                <a:gd name="T95" fmla="*/ 960 h 5858"/>
                <a:gd name="T96" fmla="*/ 5469 w 5859"/>
                <a:gd name="T97" fmla="*/ 1473 h 5858"/>
                <a:gd name="T98" fmla="*/ 5725 w 5859"/>
                <a:gd name="T99" fmla="*/ 2059 h 5858"/>
                <a:gd name="T100" fmla="*/ 5850 w 5859"/>
                <a:gd name="T101" fmla="*/ 2703 h 5858"/>
                <a:gd name="T102" fmla="*/ 5835 w 5859"/>
                <a:gd name="T103" fmla="*/ 3301 h 5858"/>
                <a:gd name="T104" fmla="*/ 5680 w 5859"/>
                <a:gd name="T105" fmla="*/ 3935 h 5858"/>
                <a:gd name="T106" fmla="*/ 5395 w 5859"/>
                <a:gd name="T107" fmla="*/ 4507 h 5858"/>
                <a:gd name="T108" fmla="*/ 4999 w 5859"/>
                <a:gd name="T109" fmla="*/ 4999 h 5858"/>
                <a:gd name="T110" fmla="*/ 4507 w 5859"/>
                <a:gd name="T111" fmla="*/ 5396 h 5858"/>
                <a:gd name="T112" fmla="*/ 3936 w 5859"/>
                <a:gd name="T113" fmla="*/ 5680 h 5858"/>
                <a:gd name="T114" fmla="*/ 3302 w 5859"/>
                <a:gd name="T115" fmla="*/ 5835 h 58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9" h="5858">
                  <a:moveTo>
                    <a:pt x="2930" y="5858"/>
                  </a:moveTo>
                  <a:lnTo>
                    <a:pt x="2930" y="5858"/>
                  </a:lnTo>
                  <a:lnTo>
                    <a:pt x="2854" y="5858"/>
                  </a:lnTo>
                  <a:lnTo>
                    <a:pt x="2778" y="5855"/>
                  </a:lnTo>
                  <a:lnTo>
                    <a:pt x="2704" y="5850"/>
                  </a:lnTo>
                  <a:lnTo>
                    <a:pt x="2630" y="5843"/>
                  </a:lnTo>
                  <a:lnTo>
                    <a:pt x="2556" y="5835"/>
                  </a:lnTo>
                  <a:lnTo>
                    <a:pt x="2483" y="5825"/>
                  </a:lnTo>
                  <a:lnTo>
                    <a:pt x="2411" y="5813"/>
                  </a:lnTo>
                  <a:lnTo>
                    <a:pt x="2340" y="5799"/>
                  </a:lnTo>
                  <a:lnTo>
                    <a:pt x="2269" y="5782"/>
                  </a:lnTo>
                  <a:lnTo>
                    <a:pt x="2199" y="5766"/>
                  </a:lnTo>
                  <a:lnTo>
                    <a:pt x="2128" y="5747"/>
                  </a:lnTo>
                  <a:lnTo>
                    <a:pt x="2059" y="5727"/>
                  </a:lnTo>
                  <a:lnTo>
                    <a:pt x="1991" y="5705"/>
                  </a:lnTo>
                  <a:lnTo>
                    <a:pt x="1924" y="5680"/>
                  </a:lnTo>
                  <a:lnTo>
                    <a:pt x="1857" y="5654"/>
                  </a:lnTo>
                  <a:lnTo>
                    <a:pt x="1791" y="5627"/>
                  </a:lnTo>
                  <a:lnTo>
                    <a:pt x="1725" y="5599"/>
                  </a:lnTo>
                  <a:lnTo>
                    <a:pt x="1661" y="5568"/>
                  </a:lnTo>
                  <a:lnTo>
                    <a:pt x="1597" y="5538"/>
                  </a:lnTo>
                  <a:lnTo>
                    <a:pt x="1535" y="5504"/>
                  </a:lnTo>
                  <a:lnTo>
                    <a:pt x="1472" y="5469"/>
                  </a:lnTo>
                  <a:lnTo>
                    <a:pt x="1412" y="5434"/>
                  </a:lnTo>
                  <a:lnTo>
                    <a:pt x="1351" y="5396"/>
                  </a:lnTo>
                  <a:lnTo>
                    <a:pt x="1292" y="5358"/>
                  </a:lnTo>
                  <a:lnTo>
                    <a:pt x="1235" y="5317"/>
                  </a:lnTo>
                  <a:lnTo>
                    <a:pt x="1178" y="5275"/>
                  </a:lnTo>
                  <a:lnTo>
                    <a:pt x="1122" y="5233"/>
                  </a:lnTo>
                  <a:lnTo>
                    <a:pt x="1068" y="5189"/>
                  </a:lnTo>
                  <a:lnTo>
                    <a:pt x="1014" y="5144"/>
                  </a:lnTo>
                  <a:lnTo>
                    <a:pt x="962" y="5096"/>
                  </a:lnTo>
                  <a:lnTo>
                    <a:pt x="910" y="5049"/>
                  </a:lnTo>
                  <a:lnTo>
                    <a:pt x="859" y="4999"/>
                  </a:lnTo>
                  <a:lnTo>
                    <a:pt x="810" y="4950"/>
                  </a:lnTo>
                  <a:lnTo>
                    <a:pt x="763" y="4898"/>
                  </a:lnTo>
                  <a:lnTo>
                    <a:pt x="716" y="4845"/>
                  </a:lnTo>
                  <a:lnTo>
                    <a:pt x="670" y="4791"/>
                  </a:lnTo>
                  <a:lnTo>
                    <a:pt x="627" y="4736"/>
                  </a:lnTo>
                  <a:lnTo>
                    <a:pt x="583" y="4680"/>
                  </a:lnTo>
                  <a:lnTo>
                    <a:pt x="542" y="4623"/>
                  </a:lnTo>
                  <a:lnTo>
                    <a:pt x="502" y="4566"/>
                  </a:lnTo>
                  <a:lnTo>
                    <a:pt x="463" y="4507"/>
                  </a:lnTo>
                  <a:lnTo>
                    <a:pt x="424" y="4448"/>
                  </a:lnTo>
                  <a:lnTo>
                    <a:pt x="389" y="4385"/>
                  </a:lnTo>
                  <a:lnTo>
                    <a:pt x="355" y="4325"/>
                  </a:lnTo>
                  <a:lnTo>
                    <a:pt x="322" y="4262"/>
                  </a:lnTo>
                  <a:lnTo>
                    <a:pt x="290" y="4198"/>
                  </a:lnTo>
                  <a:lnTo>
                    <a:pt x="259" y="4134"/>
                  </a:lnTo>
                  <a:lnTo>
                    <a:pt x="231" y="4068"/>
                  </a:lnTo>
                  <a:lnTo>
                    <a:pt x="204" y="4003"/>
                  </a:lnTo>
                  <a:lnTo>
                    <a:pt x="178" y="3935"/>
                  </a:lnTo>
                  <a:lnTo>
                    <a:pt x="155" y="3868"/>
                  </a:lnTo>
                  <a:lnTo>
                    <a:pt x="133" y="3799"/>
                  </a:lnTo>
                  <a:lnTo>
                    <a:pt x="113" y="3730"/>
                  </a:lnTo>
                  <a:lnTo>
                    <a:pt x="92" y="3660"/>
                  </a:lnTo>
                  <a:lnTo>
                    <a:pt x="76" y="3590"/>
                  </a:lnTo>
                  <a:lnTo>
                    <a:pt x="60" y="3519"/>
                  </a:lnTo>
                  <a:lnTo>
                    <a:pt x="47" y="3446"/>
                  </a:lnTo>
                  <a:lnTo>
                    <a:pt x="35" y="3374"/>
                  </a:lnTo>
                  <a:lnTo>
                    <a:pt x="23" y="3301"/>
                  </a:lnTo>
                  <a:lnTo>
                    <a:pt x="15" y="3227"/>
                  </a:lnTo>
                  <a:lnTo>
                    <a:pt x="10" y="3155"/>
                  </a:lnTo>
                  <a:lnTo>
                    <a:pt x="5" y="3079"/>
                  </a:lnTo>
                  <a:lnTo>
                    <a:pt x="1" y="3005"/>
                  </a:lnTo>
                  <a:lnTo>
                    <a:pt x="0" y="2929"/>
                  </a:lnTo>
                  <a:lnTo>
                    <a:pt x="0" y="2929"/>
                  </a:lnTo>
                  <a:lnTo>
                    <a:pt x="1" y="2867"/>
                  </a:lnTo>
                  <a:lnTo>
                    <a:pt x="3" y="2804"/>
                  </a:lnTo>
                  <a:lnTo>
                    <a:pt x="7" y="2742"/>
                  </a:lnTo>
                  <a:lnTo>
                    <a:pt x="12" y="2680"/>
                  </a:lnTo>
                  <a:lnTo>
                    <a:pt x="17" y="2617"/>
                  </a:lnTo>
                  <a:lnTo>
                    <a:pt x="25" y="2555"/>
                  </a:lnTo>
                  <a:lnTo>
                    <a:pt x="33" y="2494"/>
                  </a:lnTo>
                  <a:lnTo>
                    <a:pt x="42" y="2432"/>
                  </a:lnTo>
                  <a:lnTo>
                    <a:pt x="54" y="2371"/>
                  </a:lnTo>
                  <a:lnTo>
                    <a:pt x="66" y="2310"/>
                  </a:lnTo>
                  <a:lnTo>
                    <a:pt x="81" y="2250"/>
                  </a:lnTo>
                  <a:lnTo>
                    <a:pt x="96" y="2189"/>
                  </a:lnTo>
                  <a:lnTo>
                    <a:pt x="111" y="2130"/>
                  </a:lnTo>
                  <a:lnTo>
                    <a:pt x="130" y="2071"/>
                  </a:lnTo>
                  <a:lnTo>
                    <a:pt x="148" y="2010"/>
                  </a:lnTo>
                  <a:lnTo>
                    <a:pt x="168" y="1951"/>
                  </a:lnTo>
                  <a:lnTo>
                    <a:pt x="168" y="1951"/>
                  </a:lnTo>
                  <a:lnTo>
                    <a:pt x="178" y="1926"/>
                  </a:lnTo>
                  <a:lnTo>
                    <a:pt x="192" y="1903"/>
                  </a:lnTo>
                  <a:lnTo>
                    <a:pt x="207" y="1881"/>
                  </a:lnTo>
                  <a:lnTo>
                    <a:pt x="224" y="1860"/>
                  </a:lnTo>
                  <a:lnTo>
                    <a:pt x="242" y="1842"/>
                  </a:lnTo>
                  <a:lnTo>
                    <a:pt x="263" y="1825"/>
                  </a:lnTo>
                  <a:lnTo>
                    <a:pt x="283" y="1812"/>
                  </a:lnTo>
                  <a:lnTo>
                    <a:pt x="306" y="1798"/>
                  </a:lnTo>
                  <a:lnTo>
                    <a:pt x="330" y="1788"/>
                  </a:lnTo>
                  <a:lnTo>
                    <a:pt x="355" y="1781"/>
                  </a:lnTo>
                  <a:lnTo>
                    <a:pt x="381" y="1776"/>
                  </a:lnTo>
                  <a:lnTo>
                    <a:pt x="406" y="1773"/>
                  </a:lnTo>
                  <a:lnTo>
                    <a:pt x="433" y="1773"/>
                  </a:lnTo>
                  <a:lnTo>
                    <a:pt x="460" y="1774"/>
                  </a:lnTo>
                  <a:lnTo>
                    <a:pt x="487" y="1780"/>
                  </a:lnTo>
                  <a:lnTo>
                    <a:pt x="512" y="1788"/>
                  </a:lnTo>
                  <a:lnTo>
                    <a:pt x="512" y="1788"/>
                  </a:lnTo>
                  <a:lnTo>
                    <a:pt x="539" y="1798"/>
                  </a:lnTo>
                  <a:lnTo>
                    <a:pt x="563" y="1812"/>
                  </a:lnTo>
                  <a:lnTo>
                    <a:pt x="584" y="1827"/>
                  </a:lnTo>
                  <a:lnTo>
                    <a:pt x="605" y="1844"/>
                  </a:lnTo>
                  <a:lnTo>
                    <a:pt x="623" y="1862"/>
                  </a:lnTo>
                  <a:lnTo>
                    <a:pt x="640" y="1882"/>
                  </a:lnTo>
                  <a:lnTo>
                    <a:pt x="654" y="1904"/>
                  </a:lnTo>
                  <a:lnTo>
                    <a:pt x="665" y="1926"/>
                  </a:lnTo>
                  <a:lnTo>
                    <a:pt x="675" y="1950"/>
                  </a:lnTo>
                  <a:lnTo>
                    <a:pt x="684" y="1975"/>
                  </a:lnTo>
                  <a:lnTo>
                    <a:pt x="689" y="2000"/>
                  </a:lnTo>
                  <a:lnTo>
                    <a:pt x="692" y="2027"/>
                  </a:lnTo>
                  <a:lnTo>
                    <a:pt x="692" y="2053"/>
                  </a:lnTo>
                  <a:lnTo>
                    <a:pt x="689" y="2080"/>
                  </a:lnTo>
                  <a:lnTo>
                    <a:pt x="684" y="2107"/>
                  </a:lnTo>
                  <a:lnTo>
                    <a:pt x="677" y="2133"/>
                  </a:lnTo>
                  <a:lnTo>
                    <a:pt x="677" y="2133"/>
                  </a:lnTo>
                  <a:lnTo>
                    <a:pt x="660" y="2181"/>
                  </a:lnTo>
                  <a:lnTo>
                    <a:pt x="645" y="2230"/>
                  </a:lnTo>
                  <a:lnTo>
                    <a:pt x="630" y="2277"/>
                  </a:lnTo>
                  <a:lnTo>
                    <a:pt x="616" y="2326"/>
                  </a:lnTo>
                  <a:lnTo>
                    <a:pt x="605" y="2376"/>
                  </a:lnTo>
                  <a:lnTo>
                    <a:pt x="593" y="2425"/>
                  </a:lnTo>
                  <a:lnTo>
                    <a:pt x="583" y="2474"/>
                  </a:lnTo>
                  <a:lnTo>
                    <a:pt x="574" y="2525"/>
                  </a:lnTo>
                  <a:lnTo>
                    <a:pt x="566" y="2573"/>
                  </a:lnTo>
                  <a:lnTo>
                    <a:pt x="559" y="2624"/>
                  </a:lnTo>
                  <a:lnTo>
                    <a:pt x="554" y="2675"/>
                  </a:lnTo>
                  <a:lnTo>
                    <a:pt x="549" y="2725"/>
                  </a:lnTo>
                  <a:lnTo>
                    <a:pt x="546" y="2776"/>
                  </a:lnTo>
                  <a:lnTo>
                    <a:pt x="542" y="2826"/>
                  </a:lnTo>
                  <a:lnTo>
                    <a:pt x="541" y="2878"/>
                  </a:lnTo>
                  <a:lnTo>
                    <a:pt x="541" y="2929"/>
                  </a:lnTo>
                  <a:lnTo>
                    <a:pt x="541" y="2929"/>
                  </a:lnTo>
                  <a:lnTo>
                    <a:pt x="541" y="2991"/>
                  </a:lnTo>
                  <a:lnTo>
                    <a:pt x="544" y="3052"/>
                  </a:lnTo>
                  <a:lnTo>
                    <a:pt x="547" y="3113"/>
                  </a:lnTo>
                  <a:lnTo>
                    <a:pt x="552" y="3173"/>
                  </a:lnTo>
                  <a:lnTo>
                    <a:pt x="559" y="3232"/>
                  </a:lnTo>
                  <a:lnTo>
                    <a:pt x="568" y="3293"/>
                  </a:lnTo>
                  <a:lnTo>
                    <a:pt x="578" y="3352"/>
                  </a:lnTo>
                  <a:lnTo>
                    <a:pt x="590" y="3409"/>
                  </a:lnTo>
                  <a:lnTo>
                    <a:pt x="601" y="3468"/>
                  </a:lnTo>
                  <a:lnTo>
                    <a:pt x="615" y="3526"/>
                  </a:lnTo>
                  <a:lnTo>
                    <a:pt x="632" y="3583"/>
                  </a:lnTo>
                  <a:lnTo>
                    <a:pt x="649" y="3639"/>
                  </a:lnTo>
                  <a:lnTo>
                    <a:pt x="665" y="3694"/>
                  </a:lnTo>
                  <a:lnTo>
                    <a:pt x="686" y="3750"/>
                  </a:lnTo>
                  <a:lnTo>
                    <a:pt x="706" y="3804"/>
                  </a:lnTo>
                  <a:lnTo>
                    <a:pt x="728" y="3858"/>
                  </a:lnTo>
                  <a:lnTo>
                    <a:pt x="751" y="3912"/>
                  </a:lnTo>
                  <a:lnTo>
                    <a:pt x="777" y="3964"/>
                  </a:lnTo>
                  <a:lnTo>
                    <a:pt x="802" y="4016"/>
                  </a:lnTo>
                  <a:lnTo>
                    <a:pt x="829" y="4067"/>
                  </a:lnTo>
                  <a:lnTo>
                    <a:pt x="857" y="4117"/>
                  </a:lnTo>
                  <a:lnTo>
                    <a:pt x="886" y="4168"/>
                  </a:lnTo>
                  <a:lnTo>
                    <a:pt x="916" y="4217"/>
                  </a:lnTo>
                  <a:lnTo>
                    <a:pt x="948" y="4264"/>
                  </a:lnTo>
                  <a:lnTo>
                    <a:pt x="982" y="4311"/>
                  </a:lnTo>
                  <a:lnTo>
                    <a:pt x="1016" y="4358"/>
                  </a:lnTo>
                  <a:lnTo>
                    <a:pt x="1051" y="4404"/>
                  </a:lnTo>
                  <a:lnTo>
                    <a:pt x="1087" y="4448"/>
                  </a:lnTo>
                  <a:lnTo>
                    <a:pt x="1124" y="4491"/>
                  </a:lnTo>
                  <a:lnTo>
                    <a:pt x="1161" y="4535"/>
                  </a:lnTo>
                  <a:lnTo>
                    <a:pt x="1201" y="4577"/>
                  </a:lnTo>
                  <a:lnTo>
                    <a:pt x="1240" y="4618"/>
                  </a:lnTo>
                  <a:lnTo>
                    <a:pt x="1282" y="4658"/>
                  </a:lnTo>
                  <a:lnTo>
                    <a:pt x="1324" y="4697"/>
                  </a:lnTo>
                  <a:lnTo>
                    <a:pt x="1366" y="4736"/>
                  </a:lnTo>
                  <a:lnTo>
                    <a:pt x="1410" y="4773"/>
                  </a:lnTo>
                  <a:lnTo>
                    <a:pt x="1456" y="4808"/>
                  </a:lnTo>
                  <a:lnTo>
                    <a:pt x="1501" y="4844"/>
                  </a:lnTo>
                  <a:lnTo>
                    <a:pt x="1547" y="4877"/>
                  </a:lnTo>
                  <a:lnTo>
                    <a:pt x="1594" y="4909"/>
                  </a:lnTo>
                  <a:lnTo>
                    <a:pt x="1643" y="4941"/>
                  </a:lnTo>
                  <a:lnTo>
                    <a:pt x="1692" y="4972"/>
                  </a:lnTo>
                  <a:lnTo>
                    <a:pt x="1740" y="5002"/>
                  </a:lnTo>
                  <a:lnTo>
                    <a:pt x="1791" y="5029"/>
                  </a:lnTo>
                  <a:lnTo>
                    <a:pt x="1843" y="5056"/>
                  </a:lnTo>
                  <a:lnTo>
                    <a:pt x="1894" y="5083"/>
                  </a:lnTo>
                  <a:lnTo>
                    <a:pt x="1948" y="5107"/>
                  </a:lnTo>
                  <a:lnTo>
                    <a:pt x="2000" y="5130"/>
                  </a:lnTo>
                  <a:lnTo>
                    <a:pt x="2054" y="5152"/>
                  </a:lnTo>
                  <a:lnTo>
                    <a:pt x="2109" y="5174"/>
                  </a:lnTo>
                  <a:lnTo>
                    <a:pt x="2163" y="5193"/>
                  </a:lnTo>
                  <a:lnTo>
                    <a:pt x="2219" y="5211"/>
                  </a:lnTo>
                  <a:lnTo>
                    <a:pt x="2276" y="5228"/>
                  </a:lnTo>
                  <a:lnTo>
                    <a:pt x="2334" y="5243"/>
                  </a:lnTo>
                  <a:lnTo>
                    <a:pt x="2391" y="5257"/>
                  </a:lnTo>
                  <a:lnTo>
                    <a:pt x="2448" y="5270"/>
                  </a:lnTo>
                  <a:lnTo>
                    <a:pt x="2507" y="5282"/>
                  </a:lnTo>
                  <a:lnTo>
                    <a:pt x="2566" y="5290"/>
                  </a:lnTo>
                  <a:lnTo>
                    <a:pt x="2625" y="5299"/>
                  </a:lnTo>
                  <a:lnTo>
                    <a:pt x="2686" y="5305"/>
                  </a:lnTo>
                  <a:lnTo>
                    <a:pt x="2746" y="5312"/>
                  </a:lnTo>
                  <a:lnTo>
                    <a:pt x="2807" y="5316"/>
                  </a:lnTo>
                  <a:lnTo>
                    <a:pt x="2868" y="5317"/>
                  </a:lnTo>
                  <a:lnTo>
                    <a:pt x="2930" y="5319"/>
                  </a:lnTo>
                  <a:lnTo>
                    <a:pt x="2930" y="5319"/>
                  </a:lnTo>
                  <a:lnTo>
                    <a:pt x="2991" y="5317"/>
                  </a:lnTo>
                  <a:lnTo>
                    <a:pt x="3051" y="5316"/>
                  </a:lnTo>
                  <a:lnTo>
                    <a:pt x="3112" y="5312"/>
                  </a:lnTo>
                  <a:lnTo>
                    <a:pt x="3173" y="5305"/>
                  </a:lnTo>
                  <a:lnTo>
                    <a:pt x="3233" y="5299"/>
                  </a:lnTo>
                  <a:lnTo>
                    <a:pt x="3292" y="5290"/>
                  </a:lnTo>
                  <a:lnTo>
                    <a:pt x="3351" y="5282"/>
                  </a:lnTo>
                  <a:lnTo>
                    <a:pt x="3410" y="5270"/>
                  </a:lnTo>
                  <a:lnTo>
                    <a:pt x="3468" y="5257"/>
                  </a:lnTo>
                  <a:lnTo>
                    <a:pt x="3525" y="5243"/>
                  </a:lnTo>
                  <a:lnTo>
                    <a:pt x="3582" y="5228"/>
                  </a:lnTo>
                  <a:lnTo>
                    <a:pt x="3639" y="5211"/>
                  </a:lnTo>
                  <a:lnTo>
                    <a:pt x="3695" y="5193"/>
                  </a:lnTo>
                  <a:lnTo>
                    <a:pt x="3751" y="5174"/>
                  </a:lnTo>
                  <a:lnTo>
                    <a:pt x="3805" y="5152"/>
                  </a:lnTo>
                  <a:lnTo>
                    <a:pt x="3858" y="5130"/>
                  </a:lnTo>
                  <a:lnTo>
                    <a:pt x="3911" y="5107"/>
                  </a:lnTo>
                  <a:lnTo>
                    <a:pt x="3965" y="5083"/>
                  </a:lnTo>
                  <a:lnTo>
                    <a:pt x="4015" y="5056"/>
                  </a:lnTo>
                  <a:lnTo>
                    <a:pt x="4067" y="5029"/>
                  </a:lnTo>
                  <a:lnTo>
                    <a:pt x="4118" y="5002"/>
                  </a:lnTo>
                  <a:lnTo>
                    <a:pt x="4167" y="4972"/>
                  </a:lnTo>
                  <a:lnTo>
                    <a:pt x="4216" y="4941"/>
                  </a:lnTo>
                  <a:lnTo>
                    <a:pt x="4265" y="4909"/>
                  </a:lnTo>
                  <a:lnTo>
                    <a:pt x="4312" y="4877"/>
                  </a:lnTo>
                  <a:lnTo>
                    <a:pt x="4357" y="4844"/>
                  </a:lnTo>
                  <a:lnTo>
                    <a:pt x="4403" y="4808"/>
                  </a:lnTo>
                  <a:lnTo>
                    <a:pt x="4448" y="4773"/>
                  </a:lnTo>
                  <a:lnTo>
                    <a:pt x="4492" y="4736"/>
                  </a:lnTo>
                  <a:lnTo>
                    <a:pt x="4534" y="4697"/>
                  </a:lnTo>
                  <a:lnTo>
                    <a:pt x="4576" y="4658"/>
                  </a:lnTo>
                  <a:lnTo>
                    <a:pt x="4618" y="4618"/>
                  </a:lnTo>
                  <a:lnTo>
                    <a:pt x="4657" y="4577"/>
                  </a:lnTo>
                  <a:lnTo>
                    <a:pt x="4698" y="4535"/>
                  </a:lnTo>
                  <a:lnTo>
                    <a:pt x="4735" y="4491"/>
                  </a:lnTo>
                  <a:lnTo>
                    <a:pt x="4772" y="4448"/>
                  </a:lnTo>
                  <a:lnTo>
                    <a:pt x="4809" y="4404"/>
                  </a:lnTo>
                  <a:lnTo>
                    <a:pt x="4842" y="4358"/>
                  </a:lnTo>
                  <a:lnTo>
                    <a:pt x="4876" y="4311"/>
                  </a:lnTo>
                  <a:lnTo>
                    <a:pt x="4910" y="4264"/>
                  </a:lnTo>
                  <a:lnTo>
                    <a:pt x="4942" y="4217"/>
                  </a:lnTo>
                  <a:lnTo>
                    <a:pt x="4972" y="4168"/>
                  </a:lnTo>
                  <a:lnTo>
                    <a:pt x="5001" y="4117"/>
                  </a:lnTo>
                  <a:lnTo>
                    <a:pt x="5030" y="4067"/>
                  </a:lnTo>
                  <a:lnTo>
                    <a:pt x="5056" y="4016"/>
                  </a:lnTo>
                  <a:lnTo>
                    <a:pt x="5082" y="3964"/>
                  </a:lnTo>
                  <a:lnTo>
                    <a:pt x="5107" y="3912"/>
                  </a:lnTo>
                  <a:lnTo>
                    <a:pt x="5131" y="3858"/>
                  </a:lnTo>
                  <a:lnTo>
                    <a:pt x="5153" y="3804"/>
                  </a:lnTo>
                  <a:lnTo>
                    <a:pt x="5173" y="3750"/>
                  </a:lnTo>
                  <a:lnTo>
                    <a:pt x="5193" y="3694"/>
                  </a:lnTo>
                  <a:lnTo>
                    <a:pt x="5211" y="3639"/>
                  </a:lnTo>
                  <a:lnTo>
                    <a:pt x="5228" y="3583"/>
                  </a:lnTo>
                  <a:lnTo>
                    <a:pt x="5244" y="3526"/>
                  </a:lnTo>
                  <a:lnTo>
                    <a:pt x="5257" y="3468"/>
                  </a:lnTo>
                  <a:lnTo>
                    <a:pt x="5270" y="3409"/>
                  </a:lnTo>
                  <a:lnTo>
                    <a:pt x="5281" y="3352"/>
                  </a:lnTo>
                  <a:lnTo>
                    <a:pt x="5291" y="3293"/>
                  </a:lnTo>
                  <a:lnTo>
                    <a:pt x="5299" y="3232"/>
                  </a:lnTo>
                  <a:lnTo>
                    <a:pt x="5306" y="3173"/>
                  </a:lnTo>
                  <a:lnTo>
                    <a:pt x="5311" y="3113"/>
                  </a:lnTo>
                  <a:lnTo>
                    <a:pt x="5316" y="3052"/>
                  </a:lnTo>
                  <a:lnTo>
                    <a:pt x="5318" y="2991"/>
                  </a:lnTo>
                  <a:lnTo>
                    <a:pt x="5318" y="2929"/>
                  </a:lnTo>
                  <a:lnTo>
                    <a:pt x="5318" y="2929"/>
                  </a:lnTo>
                  <a:lnTo>
                    <a:pt x="5318" y="2867"/>
                  </a:lnTo>
                  <a:lnTo>
                    <a:pt x="5316" y="2806"/>
                  </a:lnTo>
                  <a:lnTo>
                    <a:pt x="5311" y="2745"/>
                  </a:lnTo>
                  <a:lnTo>
                    <a:pt x="5306" y="2685"/>
                  </a:lnTo>
                  <a:lnTo>
                    <a:pt x="5299" y="2626"/>
                  </a:lnTo>
                  <a:lnTo>
                    <a:pt x="5291" y="2565"/>
                  </a:lnTo>
                  <a:lnTo>
                    <a:pt x="5281" y="2506"/>
                  </a:lnTo>
                  <a:lnTo>
                    <a:pt x="5270" y="2449"/>
                  </a:lnTo>
                  <a:lnTo>
                    <a:pt x="5257" y="2390"/>
                  </a:lnTo>
                  <a:lnTo>
                    <a:pt x="5244" y="2332"/>
                  </a:lnTo>
                  <a:lnTo>
                    <a:pt x="5228" y="2275"/>
                  </a:lnTo>
                  <a:lnTo>
                    <a:pt x="5211" y="2219"/>
                  </a:lnTo>
                  <a:lnTo>
                    <a:pt x="5193" y="2164"/>
                  </a:lnTo>
                  <a:lnTo>
                    <a:pt x="5173" y="2108"/>
                  </a:lnTo>
                  <a:lnTo>
                    <a:pt x="5153" y="2054"/>
                  </a:lnTo>
                  <a:lnTo>
                    <a:pt x="5131" y="2000"/>
                  </a:lnTo>
                  <a:lnTo>
                    <a:pt x="5107" y="1946"/>
                  </a:lnTo>
                  <a:lnTo>
                    <a:pt x="5082" y="1894"/>
                  </a:lnTo>
                  <a:lnTo>
                    <a:pt x="5056" y="1842"/>
                  </a:lnTo>
                  <a:lnTo>
                    <a:pt x="5030" y="1791"/>
                  </a:lnTo>
                  <a:lnTo>
                    <a:pt x="5001" y="1741"/>
                  </a:lnTo>
                  <a:lnTo>
                    <a:pt x="4972" y="1690"/>
                  </a:lnTo>
                  <a:lnTo>
                    <a:pt x="4942" y="1641"/>
                  </a:lnTo>
                  <a:lnTo>
                    <a:pt x="4910" y="1594"/>
                  </a:lnTo>
                  <a:lnTo>
                    <a:pt x="4876" y="1547"/>
                  </a:lnTo>
                  <a:lnTo>
                    <a:pt x="4842" y="1500"/>
                  </a:lnTo>
                  <a:lnTo>
                    <a:pt x="4809" y="1454"/>
                  </a:lnTo>
                  <a:lnTo>
                    <a:pt x="4772" y="1410"/>
                  </a:lnTo>
                  <a:lnTo>
                    <a:pt x="4735" y="1367"/>
                  </a:lnTo>
                  <a:lnTo>
                    <a:pt x="4698" y="1323"/>
                  </a:lnTo>
                  <a:lnTo>
                    <a:pt x="4657" y="1281"/>
                  </a:lnTo>
                  <a:lnTo>
                    <a:pt x="4618" y="1240"/>
                  </a:lnTo>
                  <a:lnTo>
                    <a:pt x="4576" y="1200"/>
                  </a:lnTo>
                  <a:lnTo>
                    <a:pt x="4534" y="1161"/>
                  </a:lnTo>
                  <a:lnTo>
                    <a:pt x="4492" y="1122"/>
                  </a:lnTo>
                  <a:lnTo>
                    <a:pt x="4448" y="1085"/>
                  </a:lnTo>
                  <a:lnTo>
                    <a:pt x="4403" y="1050"/>
                  </a:lnTo>
                  <a:lnTo>
                    <a:pt x="4357" y="1014"/>
                  </a:lnTo>
                  <a:lnTo>
                    <a:pt x="4312" y="981"/>
                  </a:lnTo>
                  <a:lnTo>
                    <a:pt x="4265" y="949"/>
                  </a:lnTo>
                  <a:lnTo>
                    <a:pt x="4216" y="917"/>
                  </a:lnTo>
                  <a:lnTo>
                    <a:pt x="4167" y="886"/>
                  </a:lnTo>
                  <a:lnTo>
                    <a:pt x="4118" y="856"/>
                  </a:lnTo>
                  <a:lnTo>
                    <a:pt x="4067" y="829"/>
                  </a:lnTo>
                  <a:lnTo>
                    <a:pt x="4015" y="802"/>
                  </a:lnTo>
                  <a:lnTo>
                    <a:pt x="3965" y="775"/>
                  </a:lnTo>
                  <a:lnTo>
                    <a:pt x="3911" y="751"/>
                  </a:lnTo>
                  <a:lnTo>
                    <a:pt x="3858" y="728"/>
                  </a:lnTo>
                  <a:lnTo>
                    <a:pt x="3805" y="706"/>
                  </a:lnTo>
                  <a:lnTo>
                    <a:pt x="3751" y="684"/>
                  </a:lnTo>
                  <a:lnTo>
                    <a:pt x="3695" y="665"/>
                  </a:lnTo>
                  <a:lnTo>
                    <a:pt x="3639" y="647"/>
                  </a:lnTo>
                  <a:lnTo>
                    <a:pt x="3582" y="630"/>
                  </a:lnTo>
                  <a:lnTo>
                    <a:pt x="3525" y="615"/>
                  </a:lnTo>
                  <a:lnTo>
                    <a:pt x="3468" y="601"/>
                  </a:lnTo>
                  <a:lnTo>
                    <a:pt x="3410" y="588"/>
                  </a:lnTo>
                  <a:lnTo>
                    <a:pt x="3351" y="576"/>
                  </a:lnTo>
                  <a:lnTo>
                    <a:pt x="3292" y="568"/>
                  </a:lnTo>
                  <a:lnTo>
                    <a:pt x="3233" y="559"/>
                  </a:lnTo>
                  <a:lnTo>
                    <a:pt x="3173" y="553"/>
                  </a:lnTo>
                  <a:lnTo>
                    <a:pt x="3112" y="546"/>
                  </a:lnTo>
                  <a:lnTo>
                    <a:pt x="3051" y="542"/>
                  </a:lnTo>
                  <a:lnTo>
                    <a:pt x="2991" y="541"/>
                  </a:lnTo>
                  <a:lnTo>
                    <a:pt x="2930" y="539"/>
                  </a:lnTo>
                  <a:lnTo>
                    <a:pt x="2930" y="539"/>
                  </a:lnTo>
                  <a:lnTo>
                    <a:pt x="2878" y="541"/>
                  </a:lnTo>
                  <a:lnTo>
                    <a:pt x="2827" y="541"/>
                  </a:lnTo>
                  <a:lnTo>
                    <a:pt x="2777" y="544"/>
                  </a:lnTo>
                  <a:lnTo>
                    <a:pt x="2726" y="548"/>
                  </a:lnTo>
                  <a:lnTo>
                    <a:pt x="2676" y="553"/>
                  </a:lnTo>
                  <a:lnTo>
                    <a:pt x="2625" y="559"/>
                  </a:lnTo>
                  <a:lnTo>
                    <a:pt x="2576" y="566"/>
                  </a:lnTo>
                  <a:lnTo>
                    <a:pt x="2526" y="573"/>
                  </a:lnTo>
                  <a:lnTo>
                    <a:pt x="2477" y="583"/>
                  </a:lnTo>
                  <a:lnTo>
                    <a:pt x="2428" y="593"/>
                  </a:lnTo>
                  <a:lnTo>
                    <a:pt x="2377" y="603"/>
                  </a:lnTo>
                  <a:lnTo>
                    <a:pt x="2328" y="615"/>
                  </a:lnTo>
                  <a:lnTo>
                    <a:pt x="2280" y="628"/>
                  </a:lnTo>
                  <a:lnTo>
                    <a:pt x="2232" y="644"/>
                  </a:lnTo>
                  <a:lnTo>
                    <a:pt x="2184" y="659"/>
                  </a:lnTo>
                  <a:lnTo>
                    <a:pt x="2136" y="676"/>
                  </a:lnTo>
                  <a:lnTo>
                    <a:pt x="2136" y="676"/>
                  </a:lnTo>
                  <a:lnTo>
                    <a:pt x="2109" y="682"/>
                  </a:lnTo>
                  <a:lnTo>
                    <a:pt x="2082" y="687"/>
                  </a:lnTo>
                  <a:lnTo>
                    <a:pt x="2055" y="689"/>
                  </a:lnTo>
                  <a:lnTo>
                    <a:pt x="2030" y="689"/>
                  </a:lnTo>
                  <a:lnTo>
                    <a:pt x="2003" y="687"/>
                  </a:lnTo>
                  <a:lnTo>
                    <a:pt x="1978" y="681"/>
                  </a:lnTo>
                  <a:lnTo>
                    <a:pt x="1954" y="674"/>
                  </a:lnTo>
                  <a:lnTo>
                    <a:pt x="1929" y="664"/>
                  </a:lnTo>
                  <a:lnTo>
                    <a:pt x="1907" y="652"/>
                  </a:lnTo>
                  <a:lnTo>
                    <a:pt x="1885" y="637"/>
                  </a:lnTo>
                  <a:lnTo>
                    <a:pt x="1865" y="620"/>
                  </a:lnTo>
                  <a:lnTo>
                    <a:pt x="1847" y="601"/>
                  </a:lnTo>
                  <a:lnTo>
                    <a:pt x="1830" y="581"/>
                  </a:lnTo>
                  <a:lnTo>
                    <a:pt x="1815" y="559"/>
                  </a:lnTo>
                  <a:lnTo>
                    <a:pt x="1803" y="536"/>
                  </a:lnTo>
                  <a:lnTo>
                    <a:pt x="1791" y="510"/>
                  </a:lnTo>
                  <a:lnTo>
                    <a:pt x="1791" y="510"/>
                  </a:lnTo>
                  <a:lnTo>
                    <a:pt x="1784" y="483"/>
                  </a:lnTo>
                  <a:lnTo>
                    <a:pt x="1779" y="456"/>
                  </a:lnTo>
                  <a:lnTo>
                    <a:pt x="1776" y="430"/>
                  </a:lnTo>
                  <a:lnTo>
                    <a:pt x="1777" y="404"/>
                  </a:lnTo>
                  <a:lnTo>
                    <a:pt x="1779" y="377"/>
                  </a:lnTo>
                  <a:lnTo>
                    <a:pt x="1784" y="352"/>
                  </a:lnTo>
                  <a:lnTo>
                    <a:pt x="1793" y="328"/>
                  </a:lnTo>
                  <a:lnTo>
                    <a:pt x="1803" y="303"/>
                  </a:lnTo>
                  <a:lnTo>
                    <a:pt x="1815" y="281"/>
                  </a:lnTo>
                  <a:lnTo>
                    <a:pt x="1830" y="259"/>
                  </a:lnTo>
                  <a:lnTo>
                    <a:pt x="1847" y="239"/>
                  </a:lnTo>
                  <a:lnTo>
                    <a:pt x="1865" y="221"/>
                  </a:lnTo>
                  <a:lnTo>
                    <a:pt x="1885" y="204"/>
                  </a:lnTo>
                  <a:lnTo>
                    <a:pt x="1907" y="189"/>
                  </a:lnTo>
                  <a:lnTo>
                    <a:pt x="1931" y="177"/>
                  </a:lnTo>
                  <a:lnTo>
                    <a:pt x="1956" y="165"/>
                  </a:lnTo>
                  <a:lnTo>
                    <a:pt x="1956" y="165"/>
                  </a:lnTo>
                  <a:lnTo>
                    <a:pt x="2015" y="146"/>
                  </a:lnTo>
                  <a:lnTo>
                    <a:pt x="2074" y="126"/>
                  </a:lnTo>
                  <a:lnTo>
                    <a:pt x="2133" y="109"/>
                  </a:lnTo>
                  <a:lnTo>
                    <a:pt x="2194" y="92"/>
                  </a:lnTo>
                  <a:lnTo>
                    <a:pt x="2253" y="79"/>
                  </a:lnTo>
                  <a:lnTo>
                    <a:pt x="2313" y="65"/>
                  </a:lnTo>
                  <a:lnTo>
                    <a:pt x="2374" y="52"/>
                  </a:lnTo>
                  <a:lnTo>
                    <a:pt x="2435" y="42"/>
                  </a:lnTo>
                  <a:lnTo>
                    <a:pt x="2495" y="32"/>
                  </a:lnTo>
                  <a:lnTo>
                    <a:pt x="2558" y="23"/>
                  </a:lnTo>
                  <a:lnTo>
                    <a:pt x="2618" y="17"/>
                  </a:lnTo>
                  <a:lnTo>
                    <a:pt x="2681" y="10"/>
                  </a:lnTo>
                  <a:lnTo>
                    <a:pt x="2743" y="5"/>
                  </a:lnTo>
                  <a:lnTo>
                    <a:pt x="2805" y="1"/>
                  </a:lnTo>
                  <a:lnTo>
                    <a:pt x="2866" y="0"/>
                  </a:lnTo>
                  <a:lnTo>
                    <a:pt x="2930" y="0"/>
                  </a:lnTo>
                  <a:lnTo>
                    <a:pt x="2930" y="0"/>
                  </a:lnTo>
                  <a:lnTo>
                    <a:pt x="3004" y="0"/>
                  </a:lnTo>
                  <a:lnTo>
                    <a:pt x="3080" y="3"/>
                  </a:lnTo>
                  <a:lnTo>
                    <a:pt x="3154" y="8"/>
                  </a:lnTo>
                  <a:lnTo>
                    <a:pt x="3228" y="15"/>
                  </a:lnTo>
                  <a:lnTo>
                    <a:pt x="3302" y="23"/>
                  </a:lnTo>
                  <a:lnTo>
                    <a:pt x="3375" y="33"/>
                  </a:lnTo>
                  <a:lnTo>
                    <a:pt x="3447" y="45"/>
                  </a:lnTo>
                  <a:lnTo>
                    <a:pt x="3518" y="59"/>
                  </a:lnTo>
                  <a:lnTo>
                    <a:pt x="3591" y="76"/>
                  </a:lnTo>
                  <a:lnTo>
                    <a:pt x="3660" y="92"/>
                  </a:lnTo>
                  <a:lnTo>
                    <a:pt x="3730" y="111"/>
                  </a:lnTo>
                  <a:lnTo>
                    <a:pt x="3799" y="131"/>
                  </a:lnTo>
                  <a:lnTo>
                    <a:pt x="3867" y="153"/>
                  </a:lnTo>
                  <a:lnTo>
                    <a:pt x="3936" y="178"/>
                  </a:lnTo>
                  <a:lnTo>
                    <a:pt x="4002" y="204"/>
                  </a:lnTo>
                  <a:lnTo>
                    <a:pt x="4067" y="231"/>
                  </a:lnTo>
                  <a:lnTo>
                    <a:pt x="4133" y="259"/>
                  </a:lnTo>
                  <a:lnTo>
                    <a:pt x="4197" y="290"/>
                  </a:lnTo>
                  <a:lnTo>
                    <a:pt x="4261" y="320"/>
                  </a:lnTo>
                  <a:lnTo>
                    <a:pt x="4323" y="354"/>
                  </a:lnTo>
                  <a:lnTo>
                    <a:pt x="4386" y="389"/>
                  </a:lnTo>
                  <a:lnTo>
                    <a:pt x="4447" y="424"/>
                  </a:lnTo>
                  <a:lnTo>
                    <a:pt x="4507" y="462"/>
                  </a:lnTo>
                  <a:lnTo>
                    <a:pt x="4566" y="500"/>
                  </a:lnTo>
                  <a:lnTo>
                    <a:pt x="4623" y="541"/>
                  </a:lnTo>
                  <a:lnTo>
                    <a:pt x="4681" y="583"/>
                  </a:lnTo>
                  <a:lnTo>
                    <a:pt x="4736" y="625"/>
                  </a:lnTo>
                  <a:lnTo>
                    <a:pt x="4792" y="669"/>
                  </a:lnTo>
                  <a:lnTo>
                    <a:pt x="4844" y="714"/>
                  </a:lnTo>
                  <a:lnTo>
                    <a:pt x="4898" y="762"/>
                  </a:lnTo>
                  <a:lnTo>
                    <a:pt x="4949" y="809"/>
                  </a:lnTo>
                  <a:lnTo>
                    <a:pt x="4999" y="859"/>
                  </a:lnTo>
                  <a:lnTo>
                    <a:pt x="5048" y="908"/>
                  </a:lnTo>
                  <a:lnTo>
                    <a:pt x="5097" y="960"/>
                  </a:lnTo>
                  <a:lnTo>
                    <a:pt x="5142" y="1013"/>
                  </a:lnTo>
                  <a:lnTo>
                    <a:pt x="5188" y="1067"/>
                  </a:lnTo>
                  <a:lnTo>
                    <a:pt x="5232" y="1122"/>
                  </a:lnTo>
                  <a:lnTo>
                    <a:pt x="5276" y="1178"/>
                  </a:lnTo>
                  <a:lnTo>
                    <a:pt x="5318" y="1235"/>
                  </a:lnTo>
                  <a:lnTo>
                    <a:pt x="5356" y="1292"/>
                  </a:lnTo>
                  <a:lnTo>
                    <a:pt x="5395" y="1351"/>
                  </a:lnTo>
                  <a:lnTo>
                    <a:pt x="5434" y="1410"/>
                  </a:lnTo>
                  <a:lnTo>
                    <a:pt x="5469" y="1473"/>
                  </a:lnTo>
                  <a:lnTo>
                    <a:pt x="5505" y="1533"/>
                  </a:lnTo>
                  <a:lnTo>
                    <a:pt x="5537" y="1596"/>
                  </a:lnTo>
                  <a:lnTo>
                    <a:pt x="5569" y="1660"/>
                  </a:lnTo>
                  <a:lnTo>
                    <a:pt x="5599" y="1724"/>
                  </a:lnTo>
                  <a:lnTo>
                    <a:pt x="5628" y="1790"/>
                  </a:lnTo>
                  <a:lnTo>
                    <a:pt x="5655" y="1855"/>
                  </a:lnTo>
                  <a:lnTo>
                    <a:pt x="5680" y="1923"/>
                  </a:lnTo>
                  <a:lnTo>
                    <a:pt x="5704" y="1990"/>
                  </a:lnTo>
                  <a:lnTo>
                    <a:pt x="5725" y="2059"/>
                  </a:lnTo>
                  <a:lnTo>
                    <a:pt x="5747" y="2128"/>
                  </a:lnTo>
                  <a:lnTo>
                    <a:pt x="5766" y="2198"/>
                  </a:lnTo>
                  <a:lnTo>
                    <a:pt x="5783" y="2268"/>
                  </a:lnTo>
                  <a:lnTo>
                    <a:pt x="5798" y="2339"/>
                  </a:lnTo>
                  <a:lnTo>
                    <a:pt x="5811" y="2412"/>
                  </a:lnTo>
                  <a:lnTo>
                    <a:pt x="5825" y="2484"/>
                  </a:lnTo>
                  <a:lnTo>
                    <a:pt x="5835" y="2557"/>
                  </a:lnTo>
                  <a:lnTo>
                    <a:pt x="5843" y="2631"/>
                  </a:lnTo>
                  <a:lnTo>
                    <a:pt x="5850" y="2703"/>
                  </a:lnTo>
                  <a:lnTo>
                    <a:pt x="5853" y="2779"/>
                  </a:lnTo>
                  <a:lnTo>
                    <a:pt x="5857" y="2853"/>
                  </a:lnTo>
                  <a:lnTo>
                    <a:pt x="5859" y="2929"/>
                  </a:lnTo>
                  <a:lnTo>
                    <a:pt x="5859" y="2929"/>
                  </a:lnTo>
                  <a:lnTo>
                    <a:pt x="5857" y="3005"/>
                  </a:lnTo>
                  <a:lnTo>
                    <a:pt x="5853" y="3079"/>
                  </a:lnTo>
                  <a:lnTo>
                    <a:pt x="5850" y="3155"/>
                  </a:lnTo>
                  <a:lnTo>
                    <a:pt x="5843" y="3227"/>
                  </a:lnTo>
                  <a:lnTo>
                    <a:pt x="5835" y="3301"/>
                  </a:lnTo>
                  <a:lnTo>
                    <a:pt x="5825" y="3374"/>
                  </a:lnTo>
                  <a:lnTo>
                    <a:pt x="5811" y="3446"/>
                  </a:lnTo>
                  <a:lnTo>
                    <a:pt x="5798" y="3519"/>
                  </a:lnTo>
                  <a:lnTo>
                    <a:pt x="5783" y="3590"/>
                  </a:lnTo>
                  <a:lnTo>
                    <a:pt x="5766" y="3660"/>
                  </a:lnTo>
                  <a:lnTo>
                    <a:pt x="5747" y="3730"/>
                  </a:lnTo>
                  <a:lnTo>
                    <a:pt x="5725" y="3799"/>
                  </a:lnTo>
                  <a:lnTo>
                    <a:pt x="5704" y="3868"/>
                  </a:lnTo>
                  <a:lnTo>
                    <a:pt x="5680" y="3935"/>
                  </a:lnTo>
                  <a:lnTo>
                    <a:pt x="5655" y="4003"/>
                  </a:lnTo>
                  <a:lnTo>
                    <a:pt x="5628" y="4068"/>
                  </a:lnTo>
                  <a:lnTo>
                    <a:pt x="5599" y="4134"/>
                  </a:lnTo>
                  <a:lnTo>
                    <a:pt x="5569" y="4198"/>
                  </a:lnTo>
                  <a:lnTo>
                    <a:pt x="5537" y="4262"/>
                  </a:lnTo>
                  <a:lnTo>
                    <a:pt x="5505" y="4325"/>
                  </a:lnTo>
                  <a:lnTo>
                    <a:pt x="5469" y="4385"/>
                  </a:lnTo>
                  <a:lnTo>
                    <a:pt x="5434" y="4448"/>
                  </a:lnTo>
                  <a:lnTo>
                    <a:pt x="5395" y="4507"/>
                  </a:lnTo>
                  <a:lnTo>
                    <a:pt x="5356" y="4566"/>
                  </a:lnTo>
                  <a:lnTo>
                    <a:pt x="5318" y="4623"/>
                  </a:lnTo>
                  <a:lnTo>
                    <a:pt x="5276" y="4680"/>
                  </a:lnTo>
                  <a:lnTo>
                    <a:pt x="5232" y="4736"/>
                  </a:lnTo>
                  <a:lnTo>
                    <a:pt x="5188" y="4791"/>
                  </a:lnTo>
                  <a:lnTo>
                    <a:pt x="5142" y="4845"/>
                  </a:lnTo>
                  <a:lnTo>
                    <a:pt x="5097" y="4898"/>
                  </a:lnTo>
                  <a:lnTo>
                    <a:pt x="5048" y="4950"/>
                  </a:lnTo>
                  <a:lnTo>
                    <a:pt x="4999" y="4999"/>
                  </a:lnTo>
                  <a:lnTo>
                    <a:pt x="4949" y="5049"/>
                  </a:lnTo>
                  <a:lnTo>
                    <a:pt x="4898" y="5096"/>
                  </a:lnTo>
                  <a:lnTo>
                    <a:pt x="4844" y="5144"/>
                  </a:lnTo>
                  <a:lnTo>
                    <a:pt x="4792" y="5189"/>
                  </a:lnTo>
                  <a:lnTo>
                    <a:pt x="4736" y="5233"/>
                  </a:lnTo>
                  <a:lnTo>
                    <a:pt x="4681" y="5275"/>
                  </a:lnTo>
                  <a:lnTo>
                    <a:pt x="4623" y="5317"/>
                  </a:lnTo>
                  <a:lnTo>
                    <a:pt x="4566" y="5358"/>
                  </a:lnTo>
                  <a:lnTo>
                    <a:pt x="4507" y="5396"/>
                  </a:lnTo>
                  <a:lnTo>
                    <a:pt x="4447" y="5434"/>
                  </a:lnTo>
                  <a:lnTo>
                    <a:pt x="4386" y="5469"/>
                  </a:lnTo>
                  <a:lnTo>
                    <a:pt x="4323" y="5504"/>
                  </a:lnTo>
                  <a:lnTo>
                    <a:pt x="4261" y="5538"/>
                  </a:lnTo>
                  <a:lnTo>
                    <a:pt x="4197" y="5568"/>
                  </a:lnTo>
                  <a:lnTo>
                    <a:pt x="4133" y="5599"/>
                  </a:lnTo>
                  <a:lnTo>
                    <a:pt x="4067" y="5627"/>
                  </a:lnTo>
                  <a:lnTo>
                    <a:pt x="4002" y="5654"/>
                  </a:lnTo>
                  <a:lnTo>
                    <a:pt x="3936" y="5680"/>
                  </a:lnTo>
                  <a:lnTo>
                    <a:pt x="3867" y="5705"/>
                  </a:lnTo>
                  <a:lnTo>
                    <a:pt x="3799" y="5727"/>
                  </a:lnTo>
                  <a:lnTo>
                    <a:pt x="3730" y="5747"/>
                  </a:lnTo>
                  <a:lnTo>
                    <a:pt x="3660" y="5766"/>
                  </a:lnTo>
                  <a:lnTo>
                    <a:pt x="3591" y="5782"/>
                  </a:lnTo>
                  <a:lnTo>
                    <a:pt x="3518" y="5799"/>
                  </a:lnTo>
                  <a:lnTo>
                    <a:pt x="3447" y="5813"/>
                  </a:lnTo>
                  <a:lnTo>
                    <a:pt x="3375" y="5825"/>
                  </a:lnTo>
                  <a:lnTo>
                    <a:pt x="3302" y="5835"/>
                  </a:lnTo>
                  <a:lnTo>
                    <a:pt x="3228" y="5843"/>
                  </a:lnTo>
                  <a:lnTo>
                    <a:pt x="3154" y="5850"/>
                  </a:lnTo>
                  <a:lnTo>
                    <a:pt x="3080" y="5855"/>
                  </a:lnTo>
                  <a:lnTo>
                    <a:pt x="3004" y="5858"/>
                  </a:lnTo>
                  <a:lnTo>
                    <a:pt x="2930" y="5858"/>
                  </a:lnTo>
                  <a:lnTo>
                    <a:pt x="2930" y="58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00C03F87-ED94-40CE-AFC4-2F974A7C09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5176" y="1895475"/>
              <a:ext cx="2879725" cy="2822575"/>
            </a:xfrm>
            <a:custGeom>
              <a:avLst/>
              <a:gdLst>
                <a:gd name="T0" fmla="*/ 2196 w 3628"/>
                <a:gd name="T1" fmla="*/ 3543 h 3557"/>
                <a:gd name="T2" fmla="*/ 2090 w 3628"/>
                <a:gd name="T3" fmla="*/ 3478 h 3557"/>
                <a:gd name="T4" fmla="*/ 2022 w 3628"/>
                <a:gd name="T5" fmla="*/ 3368 h 3557"/>
                <a:gd name="T6" fmla="*/ 2014 w 3628"/>
                <a:gd name="T7" fmla="*/ 3235 h 3557"/>
                <a:gd name="T8" fmla="*/ 2085 w 3628"/>
                <a:gd name="T9" fmla="*/ 3098 h 3557"/>
                <a:gd name="T10" fmla="*/ 2197 w 3628"/>
                <a:gd name="T11" fmla="*/ 3029 h 3557"/>
                <a:gd name="T12" fmla="*/ 2477 w 3628"/>
                <a:gd name="T13" fmla="*/ 2903 h 3557"/>
                <a:gd name="T14" fmla="*/ 2713 w 3628"/>
                <a:gd name="T15" fmla="*/ 2717 h 3557"/>
                <a:gd name="T16" fmla="*/ 2898 w 3628"/>
                <a:gd name="T17" fmla="*/ 2485 h 3557"/>
                <a:gd name="T18" fmla="*/ 3023 w 3628"/>
                <a:gd name="T19" fmla="*/ 2215 h 3557"/>
                <a:gd name="T20" fmla="*/ 3084 w 3628"/>
                <a:gd name="T21" fmla="*/ 1918 h 3557"/>
                <a:gd name="T22" fmla="*/ 3074 w 3628"/>
                <a:gd name="T23" fmla="*/ 1620 h 3557"/>
                <a:gd name="T24" fmla="*/ 2962 w 3628"/>
                <a:gd name="T25" fmla="*/ 1263 h 3557"/>
                <a:gd name="T26" fmla="*/ 2757 w 3628"/>
                <a:gd name="T27" fmla="*/ 958 h 3557"/>
                <a:gd name="T28" fmla="*/ 2474 w 3628"/>
                <a:gd name="T29" fmla="*/ 725 h 3557"/>
                <a:gd name="T30" fmla="*/ 2132 w 3628"/>
                <a:gd name="T31" fmla="*/ 580 h 3557"/>
                <a:gd name="T32" fmla="*/ 1815 w 3628"/>
                <a:gd name="T33" fmla="*/ 540 h 3557"/>
                <a:gd name="T34" fmla="*/ 1436 w 3628"/>
                <a:gd name="T35" fmla="*/ 597 h 3557"/>
                <a:gd name="T36" fmla="*/ 1102 w 3628"/>
                <a:gd name="T37" fmla="*/ 757 h 3557"/>
                <a:gd name="T38" fmla="*/ 831 w 3628"/>
                <a:gd name="T39" fmla="*/ 1003 h 3557"/>
                <a:gd name="T40" fmla="*/ 641 w 3628"/>
                <a:gd name="T41" fmla="*/ 1318 h 3557"/>
                <a:gd name="T42" fmla="*/ 548 w 3628"/>
                <a:gd name="T43" fmla="*/ 1684 h 3557"/>
                <a:gd name="T44" fmla="*/ 546 w 3628"/>
                <a:gd name="T45" fmla="*/ 1937 h 3557"/>
                <a:gd name="T46" fmla="*/ 593 w 3628"/>
                <a:gd name="T47" fmla="*/ 2178 h 3557"/>
                <a:gd name="T48" fmla="*/ 686 w 3628"/>
                <a:gd name="T49" fmla="*/ 2406 h 3557"/>
                <a:gd name="T50" fmla="*/ 740 w 3628"/>
                <a:gd name="T51" fmla="*/ 2544 h 3557"/>
                <a:gd name="T52" fmla="*/ 713 w 3628"/>
                <a:gd name="T53" fmla="*/ 2695 h 3557"/>
                <a:gd name="T54" fmla="*/ 605 w 3628"/>
                <a:gd name="T55" fmla="*/ 2810 h 3557"/>
                <a:gd name="T56" fmla="*/ 477 w 3628"/>
                <a:gd name="T57" fmla="*/ 2845 h 3557"/>
                <a:gd name="T58" fmla="*/ 329 w 3628"/>
                <a:gd name="T59" fmla="*/ 2803 h 3557"/>
                <a:gd name="T60" fmla="*/ 238 w 3628"/>
                <a:gd name="T61" fmla="*/ 2709 h 3557"/>
                <a:gd name="T62" fmla="*/ 95 w 3628"/>
                <a:gd name="T63" fmla="*/ 2389 h 3557"/>
                <a:gd name="T64" fmla="*/ 15 w 3628"/>
                <a:gd name="T65" fmla="*/ 2048 h 3557"/>
                <a:gd name="T66" fmla="*/ 2 w 3628"/>
                <a:gd name="T67" fmla="*/ 1767 h 3557"/>
                <a:gd name="T68" fmla="*/ 29 w 3628"/>
                <a:gd name="T69" fmla="*/ 1494 h 3557"/>
                <a:gd name="T70" fmla="*/ 96 w 3628"/>
                <a:gd name="T71" fmla="*/ 1233 h 3557"/>
                <a:gd name="T72" fmla="*/ 199 w 3628"/>
                <a:gd name="T73" fmla="*/ 988 h 3557"/>
                <a:gd name="T74" fmla="*/ 336 w 3628"/>
                <a:gd name="T75" fmla="*/ 764 h 3557"/>
                <a:gd name="T76" fmla="*/ 502 w 3628"/>
                <a:gd name="T77" fmla="*/ 563 h 3557"/>
                <a:gd name="T78" fmla="*/ 696 w 3628"/>
                <a:gd name="T79" fmla="*/ 388 h 3557"/>
                <a:gd name="T80" fmla="*/ 912 w 3628"/>
                <a:gd name="T81" fmla="*/ 242 h 3557"/>
                <a:gd name="T82" fmla="*/ 1149 w 3628"/>
                <a:gd name="T83" fmla="*/ 127 h 3557"/>
                <a:gd name="T84" fmla="*/ 1406 w 3628"/>
                <a:gd name="T85" fmla="*/ 46 h 3557"/>
                <a:gd name="T86" fmla="*/ 1675 w 3628"/>
                <a:gd name="T87" fmla="*/ 6 h 3557"/>
                <a:gd name="T88" fmla="*/ 1908 w 3628"/>
                <a:gd name="T89" fmla="*/ 2 h 3557"/>
                <a:gd name="T90" fmla="*/ 2179 w 3628"/>
                <a:gd name="T91" fmla="*/ 38 h 3557"/>
                <a:gd name="T92" fmla="*/ 2437 w 3628"/>
                <a:gd name="T93" fmla="*/ 110 h 3557"/>
                <a:gd name="T94" fmla="*/ 2678 w 3628"/>
                <a:gd name="T95" fmla="*/ 220 h 3557"/>
                <a:gd name="T96" fmla="*/ 2898 w 3628"/>
                <a:gd name="T97" fmla="*/ 361 h 3557"/>
                <a:gd name="T98" fmla="*/ 3096 w 3628"/>
                <a:gd name="T99" fmla="*/ 531 h 3557"/>
                <a:gd name="T100" fmla="*/ 3267 w 3628"/>
                <a:gd name="T101" fmla="*/ 730 h 3557"/>
                <a:gd name="T102" fmla="*/ 3409 w 3628"/>
                <a:gd name="T103" fmla="*/ 949 h 3557"/>
                <a:gd name="T104" fmla="*/ 3517 w 3628"/>
                <a:gd name="T105" fmla="*/ 1190 h 3557"/>
                <a:gd name="T106" fmla="*/ 3591 w 3628"/>
                <a:gd name="T107" fmla="*/ 1448 h 3557"/>
                <a:gd name="T108" fmla="*/ 3625 w 3628"/>
                <a:gd name="T109" fmla="*/ 1721 h 3557"/>
                <a:gd name="T110" fmla="*/ 3615 w 3628"/>
                <a:gd name="T111" fmla="*/ 2035 h 3557"/>
                <a:gd name="T112" fmla="*/ 3512 w 3628"/>
                <a:gd name="T113" fmla="*/ 2453 h 3557"/>
                <a:gd name="T114" fmla="*/ 3318 w 3628"/>
                <a:gd name="T115" fmla="*/ 2829 h 3557"/>
                <a:gd name="T116" fmla="*/ 3043 w 3628"/>
                <a:gd name="T117" fmla="*/ 3149 h 3557"/>
                <a:gd name="T118" fmla="*/ 2696 w 3628"/>
                <a:gd name="T119" fmla="*/ 3400 h 3557"/>
                <a:gd name="T120" fmla="*/ 2361 w 3628"/>
                <a:gd name="T121" fmla="*/ 3543 h 3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628" h="3557">
                  <a:moveTo>
                    <a:pt x="2278" y="3557"/>
                  </a:moveTo>
                  <a:lnTo>
                    <a:pt x="2278" y="3557"/>
                  </a:lnTo>
                  <a:lnTo>
                    <a:pt x="2258" y="3555"/>
                  </a:lnTo>
                  <a:lnTo>
                    <a:pt x="2236" y="3553"/>
                  </a:lnTo>
                  <a:lnTo>
                    <a:pt x="2216" y="3548"/>
                  </a:lnTo>
                  <a:lnTo>
                    <a:pt x="2196" y="3543"/>
                  </a:lnTo>
                  <a:lnTo>
                    <a:pt x="2176" y="3536"/>
                  </a:lnTo>
                  <a:lnTo>
                    <a:pt x="2157" y="3526"/>
                  </a:lnTo>
                  <a:lnTo>
                    <a:pt x="2139" y="3516"/>
                  </a:lnTo>
                  <a:lnTo>
                    <a:pt x="2122" y="3504"/>
                  </a:lnTo>
                  <a:lnTo>
                    <a:pt x="2105" y="3493"/>
                  </a:lnTo>
                  <a:lnTo>
                    <a:pt x="2090" y="3478"/>
                  </a:lnTo>
                  <a:lnTo>
                    <a:pt x="2074" y="3462"/>
                  </a:lnTo>
                  <a:lnTo>
                    <a:pt x="2061" y="3445"/>
                  </a:lnTo>
                  <a:lnTo>
                    <a:pt x="2049" y="3429"/>
                  </a:lnTo>
                  <a:lnTo>
                    <a:pt x="2039" y="3408"/>
                  </a:lnTo>
                  <a:lnTo>
                    <a:pt x="2029" y="3388"/>
                  </a:lnTo>
                  <a:lnTo>
                    <a:pt x="2022" y="3368"/>
                  </a:lnTo>
                  <a:lnTo>
                    <a:pt x="2022" y="3368"/>
                  </a:lnTo>
                  <a:lnTo>
                    <a:pt x="2016" y="3341"/>
                  </a:lnTo>
                  <a:lnTo>
                    <a:pt x="2010" y="3314"/>
                  </a:lnTo>
                  <a:lnTo>
                    <a:pt x="2009" y="3287"/>
                  </a:lnTo>
                  <a:lnTo>
                    <a:pt x="2010" y="3262"/>
                  </a:lnTo>
                  <a:lnTo>
                    <a:pt x="2014" y="3235"/>
                  </a:lnTo>
                  <a:lnTo>
                    <a:pt x="2021" y="3210"/>
                  </a:lnTo>
                  <a:lnTo>
                    <a:pt x="2029" y="3186"/>
                  </a:lnTo>
                  <a:lnTo>
                    <a:pt x="2039" y="3162"/>
                  </a:lnTo>
                  <a:lnTo>
                    <a:pt x="2053" y="3140"/>
                  </a:lnTo>
                  <a:lnTo>
                    <a:pt x="2068" y="3119"/>
                  </a:lnTo>
                  <a:lnTo>
                    <a:pt x="2085" y="3098"/>
                  </a:lnTo>
                  <a:lnTo>
                    <a:pt x="2103" y="3081"/>
                  </a:lnTo>
                  <a:lnTo>
                    <a:pt x="2125" y="3065"/>
                  </a:lnTo>
                  <a:lnTo>
                    <a:pt x="2147" y="3051"/>
                  </a:lnTo>
                  <a:lnTo>
                    <a:pt x="2172" y="3039"/>
                  </a:lnTo>
                  <a:lnTo>
                    <a:pt x="2197" y="3029"/>
                  </a:lnTo>
                  <a:lnTo>
                    <a:pt x="2197" y="3029"/>
                  </a:lnTo>
                  <a:lnTo>
                    <a:pt x="2246" y="3012"/>
                  </a:lnTo>
                  <a:lnTo>
                    <a:pt x="2295" y="2994"/>
                  </a:lnTo>
                  <a:lnTo>
                    <a:pt x="2342" y="2974"/>
                  </a:lnTo>
                  <a:lnTo>
                    <a:pt x="2390" y="2952"/>
                  </a:lnTo>
                  <a:lnTo>
                    <a:pt x="2433" y="2928"/>
                  </a:lnTo>
                  <a:lnTo>
                    <a:pt x="2477" y="2903"/>
                  </a:lnTo>
                  <a:lnTo>
                    <a:pt x="2519" y="2876"/>
                  </a:lnTo>
                  <a:lnTo>
                    <a:pt x="2561" y="2847"/>
                  </a:lnTo>
                  <a:lnTo>
                    <a:pt x="2602" y="2817"/>
                  </a:lnTo>
                  <a:lnTo>
                    <a:pt x="2641" y="2785"/>
                  </a:lnTo>
                  <a:lnTo>
                    <a:pt x="2678" y="2753"/>
                  </a:lnTo>
                  <a:lnTo>
                    <a:pt x="2713" y="2717"/>
                  </a:lnTo>
                  <a:lnTo>
                    <a:pt x="2748" y="2682"/>
                  </a:lnTo>
                  <a:lnTo>
                    <a:pt x="2781" y="2645"/>
                  </a:lnTo>
                  <a:lnTo>
                    <a:pt x="2813" y="2606"/>
                  </a:lnTo>
                  <a:lnTo>
                    <a:pt x="2843" y="2567"/>
                  </a:lnTo>
                  <a:lnTo>
                    <a:pt x="2871" y="2527"/>
                  </a:lnTo>
                  <a:lnTo>
                    <a:pt x="2898" y="2485"/>
                  </a:lnTo>
                  <a:lnTo>
                    <a:pt x="2924" y="2443"/>
                  </a:lnTo>
                  <a:lnTo>
                    <a:pt x="2947" y="2399"/>
                  </a:lnTo>
                  <a:lnTo>
                    <a:pt x="2969" y="2355"/>
                  </a:lnTo>
                  <a:lnTo>
                    <a:pt x="2989" y="2310"/>
                  </a:lnTo>
                  <a:lnTo>
                    <a:pt x="3006" y="2262"/>
                  </a:lnTo>
                  <a:lnTo>
                    <a:pt x="3023" y="2215"/>
                  </a:lnTo>
                  <a:lnTo>
                    <a:pt x="3038" y="2168"/>
                  </a:lnTo>
                  <a:lnTo>
                    <a:pt x="3052" y="2119"/>
                  </a:lnTo>
                  <a:lnTo>
                    <a:pt x="3062" y="2070"/>
                  </a:lnTo>
                  <a:lnTo>
                    <a:pt x="3072" y="2020"/>
                  </a:lnTo>
                  <a:lnTo>
                    <a:pt x="3079" y="1969"/>
                  </a:lnTo>
                  <a:lnTo>
                    <a:pt x="3084" y="1918"/>
                  </a:lnTo>
                  <a:lnTo>
                    <a:pt x="3087" y="1866"/>
                  </a:lnTo>
                  <a:lnTo>
                    <a:pt x="3087" y="1814"/>
                  </a:lnTo>
                  <a:lnTo>
                    <a:pt x="3087" y="1814"/>
                  </a:lnTo>
                  <a:lnTo>
                    <a:pt x="3085" y="1748"/>
                  </a:lnTo>
                  <a:lnTo>
                    <a:pt x="3082" y="1684"/>
                  </a:lnTo>
                  <a:lnTo>
                    <a:pt x="3074" y="1620"/>
                  </a:lnTo>
                  <a:lnTo>
                    <a:pt x="3062" y="1558"/>
                  </a:lnTo>
                  <a:lnTo>
                    <a:pt x="3048" y="1495"/>
                  </a:lnTo>
                  <a:lnTo>
                    <a:pt x="3030" y="1435"/>
                  </a:lnTo>
                  <a:lnTo>
                    <a:pt x="3011" y="1376"/>
                  </a:lnTo>
                  <a:lnTo>
                    <a:pt x="2988" y="1318"/>
                  </a:lnTo>
                  <a:lnTo>
                    <a:pt x="2962" y="1263"/>
                  </a:lnTo>
                  <a:lnTo>
                    <a:pt x="2934" y="1207"/>
                  </a:lnTo>
                  <a:lnTo>
                    <a:pt x="2904" y="1153"/>
                  </a:lnTo>
                  <a:lnTo>
                    <a:pt x="2870" y="1103"/>
                  </a:lnTo>
                  <a:lnTo>
                    <a:pt x="2834" y="1052"/>
                  </a:lnTo>
                  <a:lnTo>
                    <a:pt x="2797" y="1003"/>
                  </a:lnTo>
                  <a:lnTo>
                    <a:pt x="2757" y="958"/>
                  </a:lnTo>
                  <a:lnTo>
                    <a:pt x="2715" y="914"/>
                  </a:lnTo>
                  <a:lnTo>
                    <a:pt x="2671" y="872"/>
                  </a:lnTo>
                  <a:lnTo>
                    <a:pt x="2624" y="831"/>
                  </a:lnTo>
                  <a:lnTo>
                    <a:pt x="2577" y="793"/>
                  </a:lnTo>
                  <a:lnTo>
                    <a:pt x="2526" y="757"/>
                  </a:lnTo>
                  <a:lnTo>
                    <a:pt x="2474" y="725"/>
                  </a:lnTo>
                  <a:lnTo>
                    <a:pt x="2422" y="693"/>
                  </a:lnTo>
                  <a:lnTo>
                    <a:pt x="2366" y="666"/>
                  </a:lnTo>
                  <a:lnTo>
                    <a:pt x="2309" y="641"/>
                  </a:lnTo>
                  <a:lnTo>
                    <a:pt x="2251" y="617"/>
                  </a:lnTo>
                  <a:lnTo>
                    <a:pt x="2192" y="597"/>
                  </a:lnTo>
                  <a:lnTo>
                    <a:pt x="2132" y="580"/>
                  </a:lnTo>
                  <a:lnTo>
                    <a:pt x="2071" y="565"/>
                  </a:lnTo>
                  <a:lnTo>
                    <a:pt x="2007" y="555"/>
                  </a:lnTo>
                  <a:lnTo>
                    <a:pt x="1945" y="547"/>
                  </a:lnTo>
                  <a:lnTo>
                    <a:pt x="1879" y="542"/>
                  </a:lnTo>
                  <a:lnTo>
                    <a:pt x="1815" y="540"/>
                  </a:lnTo>
                  <a:lnTo>
                    <a:pt x="1815" y="540"/>
                  </a:lnTo>
                  <a:lnTo>
                    <a:pt x="1749" y="542"/>
                  </a:lnTo>
                  <a:lnTo>
                    <a:pt x="1684" y="547"/>
                  </a:lnTo>
                  <a:lnTo>
                    <a:pt x="1621" y="555"/>
                  </a:lnTo>
                  <a:lnTo>
                    <a:pt x="1557" y="565"/>
                  </a:lnTo>
                  <a:lnTo>
                    <a:pt x="1497" y="580"/>
                  </a:lnTo>
                  <a:lnTo>
                    <a:pt x="1436" y="597"/>
                  </a:lnTo>
                  <a:lnTo>
                    <a:pt x="1377" y="617"/>
                  </a:lnTo>
                  <a:lnTo>
                    <a:pt x="1320" y="641"/>
                  </a:lnTo>
                  <a:lnTo>
                    <a:pt x="1262" y="666"/>
                  </a:lnTo>
                  <a:lnTo>
                    <a:pt x="1208" y="693"/>
                  </a:lnTo>
                  <a:lnTo>
                    <a:pt x="1154" y="725"/>
                  </a:lnTo>
                  <a:lnTo>
                    <a:pt x="1102" y="757"/>
                  </a:lnTo>
                  <a:lnTo>
                    <a:pt x="1053" y="793"/>
                  </a:lnTo>
                  <a:lnTo>
                    <a:pt x="1005" y="831"/>
                  </a:lnTo>
                  <a:lnTo>
                    <a:pt x="959" y="872"/>
                  </a:lnTo>
                  <a:lnTo>
                    <a:pt x="914" y="914"/>
                  </a:lnTo>
                  <a:lnTo>
                    <a:pt x="871" y="958"/>
                  </a:lnTo>
                  <a:lnTo>
                    <a:pt x="831" y="1003"/>
                  </a:lnTo>
                  <a:lnTo>
                    <a:pt x="794" y="1052"/>
                  </a:lnTo>
                  <a:lnTo>
                    <a:pt x="759" y="1103"/>
                  </a:lnTo>
                  <a:lnTo>
                    <a:pt x="725" y="1153"/>
                  </a:lnTo>
                  <a:lnTo>
                    <a:pt x="694" y="1207"/>
                  </a:lnTo>
                  <a:lnTo>
                    <a:pt x="666" y="1263"/>
                  </a:lnTo>
                  <a:lnTo>
                    <a:pt x="641" y="1318"/>
                  </a:lnTo>
                  <a:lnTo>
                    <a:pt x="619" y="1376"/>
                  </a:lnTo>
                  <a:lnTo>
                    <a:pt x="598" y="1435"/>
                  </a:lnTo>
                  <a:lnTo>
                    <a:pt x="582" y="1495"/>
                  </a:lnTo>
                  <a:lnTo>
                    <a:pt x="566" y="1558"/>
                  </a:lnTo>
                  <a:lnTo>
                    <a:pt x="555" y="1620"/>
                  </a:lnTo>
                  <a:lnTo>
                    <a:pt x="548" y="1684"/>
                  </a:lnTo>
                  <a:lnTo>
                    <a:pt x="543" y="1748"/>
                  </a:lnTo>
                  <a:lnTo>
                    <a:pt x="541" y="1814"/>
                  </a:lnTo>
                  <a:lnTo>
                    <a:pt x="541" y="1814"/>
                  </a:lnTo>
                  <a:lnTo>
                    <a:pt x="541" y="1854"/>
                  </a:lnTo>
                  <a:lnTo>
                    <a:pt x="543" y="1897"/>
                  </a:lnTo>
                  <a:lnTo>
                    <a:pt x="546" y="1937"/>
                  </a:lnTo>
                  <a:lnTo>
                    <a:pt x="551" y="1977"/>
                  </a:lnTo>
                  <a:lnTo>
                    <a:pt x="558" y="2018"/>
                  </a:lnTo>
                  <a:lnTo>
                    <a:pt x="565" y="2058"/>
                  </a:lnTo>
                  <a:lnTo>
                    <a:pt x="573" y="2099"/>
                  </a:lnTo>
                  <a:lnTo>
                    <a:pt x="583" y="2139"/>
                  </a:lnTo>
                  <a:lnTo>
                    <a:pt x="593" y="2178"/>
                  </a:lnTo>
                  <a:lnTo>
                    <a:pt x="607" y="2217"/>
                  </a:lnTo>
                  <a:lnTo>
                    <a:pt x="620" y="2256"/>
                  </a:lnTo>
                  <a:lnTo>
                    <a:pt x="634" y="2294"/>
                  </a:lnTo>
                  <a:lnTo>
                    <a:pt x="651" y="2331"/>
                  </a:lnTo>
                  <a:lnTo>
                    <a:pt x="668" y="2369"/>
                  </a:lnTo>
                  <a:lnTo>
                    <a:pt x="686" y="2406"/>
                  </a:lnTo>
                  <a:lnTo>
                    <a:pt x="706" y="2441"/>
                  </a:lnTo>
                  <a:lnTo>
                    <a:pt x="706" y="2441"/>
                  </a:lnTo>
                  <a:lnTo>
                    <a:pt x="718" y="2466"/>
                  </a:lnTo>
                  <a:lnTo>
                    <a:pt x="728" y="2492"/>
                  </a:lnTo>
                  <a:lnTo>
                    <a:pt x="735" y="2517"/>
                  </a:lnTo>
                  <a:lnTo>
                    <a:pt x="740" y="2544"/>
                  </a:lnTo>
                  <a:lnTo>
                    <a:pt x="742" y="2569"/>
                  </a:lnTo>
                  <a:lnTo>
                    <a:pt x="740" y="2596"/>
                  </a:lnTo>
                  <a:lnTo>
                    <a:pt x="737" y="2621"/>
                  </a:lnTo>
                  <a:lnTo>
                    <a:pt x="732" y="2647"/>
                  </a:lnTo>
                  <a:lnTo>
                    <a:pt x="723" y="2672"/>
                  </a:lnTo>
                  <a:lnTo>
                    <a:pt x="713" y="2695"/>
                  </a:lnTo>
                  <a:lnTo>
                    <a:pt x="701" y="2717"/>
                  </a:lnTo>
                  <a:lnTo>
                    <a:pt x="686" y="2739"/>
                  </a:lnTo>
                  <a:lnTo>
                    <a:pt x="669" y="2760"/>
                  </a:lnTo>
                  <a:lnTo>
                    <a:pt x="649" y="2778"/>
                  </a:lnTo>
                  <a:lnTo>
                    <a:pt x="629" y="2795"/>
                  </a:lnTo>
                  <a:lnTo>
                    <a:pt x="605" y="2810"/>
                  </a:lnTo>
                  <a:lnTo>
                    <a:pt x="605" y="2810"/>
                  </a:lnTo>
                  <a:lnTo>
                    <a:pt x="580" y="2822"/>
                  </a:lnTo>
                  <a:lnTo>
                    <a:pt x="555" y="2832"/>
                  </a:lnTo>
                  <a:lnTo>
                    <a:pt x="529" y="2839"/>
                  </a:lnTo>
                  <a:lnTo>
                    <a:pt x="502" y="2842"/>
                  </a:lnTo>
                  <a:lnTo>
                    <a:pt x="477" y="2845"/>
                  </a:lnTo>
                  <a:lnTo>
                    <a:pt x="450" y="2844"/>
                  </a:lnTo>
                  <a:lnTo>
                    <a:pt x="425" y="2840"/>
                  </a:lnTo>
                  <a:lnTo>
                    <a:pt x="400" y="2835"/>
                  </a:lnTo>
                  <a:lnTo>
                    <a:pt x="376" y="2827"/>
                  </a:lnTo>
                  <a:lnTo>
                    <a:pt x="352" y="2817"/>
                  </a:lnTo>
                  <a:lnTo>
                    <a:pt x="329" y="2803"/>
                  </a:lnTo>
                  <a:lnTo>
                    <a:pt x="307" y="2790"/>
                  </a:lnTo>
                  <a:lnTo>
                    <a:pt x="287" y="2771"/>
                  </a:lnTo>
                  <a:lnTo>
                    <a:pt x="268" y="2753"/>
                  </a:lnTo>
                  <a:lnTo>
                    <a:pt x="251" y="2731"/>
                  </a:lnTo>
                  <a:lnTo>
                    <a:pt x="238" y="2709"/>
                  </a:lnTo>
                  <a:lnTo>
                    <a:pt x="238" y="2709"/>
                  </a:lnTo>
                  <a:lnTo>
                    <a:pt x="209" y="2657"/>
                  </a:lnTo>
                  <a:lnTo>
                    <a:pt x="182" y="2604"/>
                  </a:lnTo>
                  <a:lnTo>
                    <a:pt x="159" y="2552"/>
                  </a:lnTo>
                  <a:lnTo>
                    <a:pt x="135" y="2498"/>
                  </a:lnTo>
                  <a:lnTo>
                    <a:pt x="113" y="2443"/>
                  </a:lnTo>
                  <a:lnTo>
                    <a:pt x="95" y="2389"/>
                  </a:lnTo>
                  <a:lnTo>
                    <a:pt x="76" y="2333"/>
                  </a:lnTo>
                  <a:lnTo>
                    <a:pt x="61" y="2277"/>
                  </a:lnTo>
                  <a:lnTo>
                    <a:pt x="47" y="2220"/>
                  </a:lnTo>
                  <a:lnTo>
                    <a:pt x="36" y="2163"/>
                  </a:lnTo>
                  <a:lnTo>
                    <a:pt x="24" y="2106"/>
                  </a:lnTo>
                  <a:lnTo>
                    <a:pt x="15" y="2048"/>
                  </a:lnTo>
                  <a:lnTo>
                    <a:pt x="9" y="1989"/>
                  </a:lnTo>
                  <a:lnTo>
                    <a:pt x="5" y="1932"/>
                  </a:lnTo>
                  <a:lnTo>
                    <a:pt x="2" y="1873"/>
                  </a:lnTo>
                  <a:lnTo>
                    <a:pt x="0" y="1814"/>
                  </a:lnTo>
                  <a:lnTo>
                    <a:pt x="0" y="1814"/>
                  </a:lnTo>
                  <a:lnTo>
                    <a:pt x="2" y="1767"/>
                  </a:lnTo>
                  <a:lnTo>
                    <a:pt x="4" y="1721"/>
                  </a:lnTo>
                  <a:lnTo>
                    <a:pt x="7" y="1674"/>
                  </a:lnTo>
                  <a:lnTo>
                    <a:pt x="10" y="1629"/>
                  </a:lnTo>
                  <a:lnTo>
                    <a:pt x="15" y="1583"/>
                  </a:lnTo>
                  <a:lnTo>
                    <a:pt x="22" y="1538"/>
                  </a:lnTo>
                  <a:lnTo>
                    <a:pt x="29" y="1494"/>
                  </a:lnTo>
                  <a:lnTo>
                    <a:pt x="37" y="1448"/>
                  </a:lnTo>
                  <a:lnTo>
                    <a:pt x="47" y="1404"/>
                  </a:lnTo>
                  <a:lnTo>
                    <a:pt x="58" y="1361"/>
                  </a:lnTo>
                  <a:lnTo>
                    <a:pt x="69" y="1318"/>
                  </a:lnTo>
                  <a:lnTo>
                    <a:pt x="83" y="1275"/>
                  </a:lnTo>
                  <a:lnTo>
                    <a:pt x="96" y="1233"/>
                  </a:lnTo>
                  <a:lnTo>
                    <a:pt x="111" y="1190"/>
                  </a:lnTo>
                  <a:lnTo>
                    <a:pt x="127" y="1150"/>
                  </a:lnTo>
                  <a:lnTo>
                    <a:pt x="143" y="1108"/>
                  </a:lnTo>
                  <a:lnTo>
                    <a:pt x="162" y="1069"/>
                  </a:lnTo>
                  <a:lnTo>
                    <a:pt x="181" y="1029"/>
                  </a:lnTo>
                  <a:lnTo>
                    <a:pt x="199" y="988"/>
                  </a:lnTo>
                  <a:lnTo>
                    <a:pt x="219" y="949"/>
                  </a:lnTo>
                  <a:lnTo>
                    <a:pt x="241" y="912"/>
                  </a:lnTo>
                  <a:lnTo>
                    <a:pt x="263" y="874"/>
                  </a:lnTo>
                  <a:lnTo>
                    <a:pt x="287" y="836"/>
                  </a:lnTo>
                  <a:lnTo>
                    <a:pt x="310" y="801"/>
                  </a:lnTo>
                  <a:lnTo>
                    <a:pt x="336" y="764"/>
                  </a:lnTo>
                  <a:lnTo>
                    <a:pt x="361" y="730"/>
                  </a:lnTo>
                  <a:lnTo>
                    <a:pt x="388" y="695"/>
                  </a:lnTo>
                  <a:lnTo>
                    <a:pt x="415" y="661"/>
                  </a:lnTo>
                  <a:lnTo>
                    <a:pt x="443" y="627"/>
                  </a:lnTo>
                  <a:lnTo>
                    <a:pt x="472" y="595"/>
                  </a:lnTo>
                  <a:lnTo>
                    <a:pt x="502" y="563"/>
                  </a:lnTo>
                  <a:lnTo>
                    <a:pt x="533" y="531"/>
                  </a:lnTo>
                  <a:lnTo>
                    <a:pt x="563" y="501"/>
                  </a:lnTo>
                  <a:lnTo>
                    <a:pt x="595" y="472"/>
                  </a:lnTo>
                  <a:lnTo>
                    <a:pt x="629" y="444"/>
                  </a:lnTo>
                  <a:lnTo>
                    <a:pt x="661" y="415"/>
                  </a:lnTo>
                  <a:lnTo>
                    <a:pt x="696" y="388"/>
                  </a:lnTo>
                  <a:lnTo>
                    <a:pt x="730" y="361"/>
                  </a:lnTo>
                  <a:lnTo>
                    <a:pt x="765" y="336"/>
                  </a:lnTo>
                  <a:lnTo>
                    <a:pt x="801" y="311"/>
                  </a:lnTo>
                  <a:lnTo>
                    <a:pt x="838" y="287"/>
                  </a:lnTo>
                  <a:lnTo>
                    <a:pt x="875" y="263"/>
                  </a:lnTo>
                  <a:lnTo>
                    <a:pt x="912" y="242"/>
                  </a:lnTo>
                  <a:lnTo>
                    <a:pt x="951" y="220"/>
                  </a:lnTo>
                  <a:lnTo>
                    <a:pt x="989" y="199"/>
                  </a:lnTo>
                  <a:lnTo>
                    <a:pt x="1028" y="179"/>
                  </a:lnTo>
                  <a:lnTo>
                    <a:pt x="1069" y="161"/>
                  </a:lnTo>
                  <a:lnTo>
                    <a:pt x="1109" y="144"/>
                  </a:lnTo>
                  <a:lnTo>
                    <a:pt x="1149" y="127"/>
                  </a:lnTo>
                  <a:lnTo>
                    <a:pt x="1192" y="110"/>
                  </a:lnTo>
                  <a:lnTo>
                    <a:pt x="1234" y="95"/>
                  </a:lnTo>
                  <a:lnTo>
                    <a:pt x="1276" y="81"/>
                  </a:lnTo>
                  <a:lnTo>
                    <a:pt x="1318" y="70"/>
                  </a:lnTo>
                  <a:lnTo>
                    <a:pt x="1362" y="58"/>
                  </a:lnTo>
                  <a:lnTo>
                    <a:pt x="1406" y="46"/>
                  </a:lnTo>
                  <a:lnTo>
                    <a:pt x="1449" y="38"/>
                  </a:lnTo>
                  <a:lnTo>
                    <a:pt x="1493" y="29"/>
                  </a:lnTo>
                  <a:lnTo>
                    <a:pt x="1539" y="21"/>
                  </a:lnTo>
                  <a:lnTo>
                    <a:pt x="1584" y="14"/>
                  </a:lnTo>
                  <a:lnTo>
                    <a:pt x="1630" y="9"/>
                  </a:lnTo>
                  <a:lnTo>
                    <a:pt x="1675" y="6"/>
                  </a:lnTo>
                  <a:lnTo>
                    <a:pt x="1721" y="2"/>
                  </a:lnTo>
                  <a:lnTo>
                    <a:pt x="1768" y="0"/>
                  </a:lnTo>
                  <a:lnTo>
                    <a:pt x="1815" y="0"/>
                  </a:lnTo>
                  <a:lnTo>
                    <a:pt x="1815" y="0"/>
                  </a:lnTo>
                  <a:lnTo>
                    <a:pt x="1860" y="0"/>
                  </a:lnTo>
                  <a:lnTo>
                    <a:pt x="1908" y="2"/>
                  </a:lnTo>
                  <a:lnTo>
                    <a:pt x="1953" y="6"/>
                  </a:lnTo>
                  <a:lnTo>
                    <a:pt x="1999" y="9"/>
                  </a:lnTo>
                  <a:lnTo>
                    <a:pt x="2044" y="14"/>
                  </a:lnTo>
                  <a:lnTo>
                    <a:pt x="2090" y="21"/>
                  </a:lnTo>
                  <a:lnTo>
                    <a:pt x="2135" y="29"/>
                  </a:lnTo>
                  <a:lnTo>
                    <a:pt x="2179" y="38"/>
                  </a:lnTo>
                  <a:lnTo>
                    <a:pt x="2223" y="46"/>
                  </a:lnTo>
                  <a:lnTo>
                    <a:pt x="2267" y="58"/>
                  </a:lnTo>
                  <a:lnTo>
                    <a:pt x="2310" y="70"/>
                  </a:lnTo>
                  <a:lnTo>
                    <a:pt x="2353" y="81"/>
                  </a:lnTo>
                  <a:lnTo>
                    <a:pt x="2395" y="95"/>
                  </a:lnTo>
                  <a:lnTo>
                    <a:pt x="2437" y="110"/>
                  </a:lnTo>
                  <a:lnTo>
                    <a:pt x="2479" y="127"/>
                  </a:lnTo>
                  <a:lnTo>
                    <a:pt x="2519" y="144"/>
                  </a:lnTo>
                  <a:lnTo>
                    <a:pt x="2560" y="161"/>
                  </a:lnTo>
                  <a:lnTo>
                    <a:pt x="2600" y="179"/>
                  </a:lnTo>
                  <a:lnTo>
                    <a:pt x="2639" y="199"/>
                  </a:lnTo>
                  <a:lnTo>
                    <a:pt x="2678" y="220"/>
                  </a:lnTo>
                  <a:lnTo>
                    <a:pt x="2716" y="242"/>
                  </a:lnTo>
                  <a:lnTo>
                    <a:pt x="2754" y="263"/>
                  </a:lnTo>
                  <a:lnTo>
                    <a:pt x="2791" y="287"/>
                  </a:lnTo>
                  <a:lnTo>
                    <a:pt x="2828" y="311"/>
                  </a:lnTo>
                  <a:lnTo>
                    <a:pt x="2863" y="336"/>
                  </a:lnTo>
                  <a:lnTo>
                    <a:pt x="2898" y="361"/>
                  </a:lnTo>
                  <a:lnTo>
                    <a:pt x="2934" y="388"/>
                  </a:lnTo>
                  <a:lnTo>
                    <a:pt x="2968" y="415"/>
                  </a:lnTo>
                  <a:lnTo>
                    <a:pt x="3000" y="444"/>
                  </a:lnTo>
                  <a:lnTo>
                    <a:pt x="3033" y="472"/>
                  </a:lnTo>
                  <a:lnTo>
                    <a:pt x="3065" y="501"/>
                  </a:lnTo>
                  <a:lnTo>
                    <a:pt x="3096" y="531"/>
                  </a:lnTo>
                  <a:lnTo>
                    <a:pt x="3126" y="563"/>
                  </a:lnTo>
                  <a:lnTo>
                    <a:pt x="3156" y="595"/>
                  </a:lnTo>
                  <a:lnTo>
                    <a:pt x="3185" y="627"/>
                  </a:lnTo>
                  <a:lnTo>
                    <a:pt x="3214" y="661"/>
                  </a:lnTo>
                  <a:lnTo>
                    <a:pt x="3241" y="695"/>
                  </a:lnTo>
                  <a:lnTo>
                    <a:pt x="3267" y="730"/>
                  </a:lnTo>
                  <a:lnTo>
                    <a:pt x="3293" y="764"/>
                  </a:lnTo>
                  <a:lnTo>
                    <a:pt x="3318" y="801"/>
                  </a:lnTo>
                  <a:lnTo>
                    <a:pt x="3342" y="836"/>
                  </a:lnTo>
                  <a:lnTo>
                    <a:pt x="3365" y="874"/>
                  </a:lnTo>
                  <a:lnTo>
                    <a:pt x="3387" y="912"/>
                  </a:lnTo>
                  <a:lnTo>
                    <a:pt x="3409" y="949"/>
                  </a:lnTo>
                  <a:lnTo>
                    <a:pt x="3429" y="988"/>
                  </a:lnTo>
                  <a:lnTo>
                    <a:pt x="3448" y="1029"/>
                  </a:lnTo>
                  <a:lnTo>
                    <a:pt x="3468" y="1069"/>
                  </a:lnTo>
                  <a:lnTo>
                    <a:pt x="3485" y="1108"/>
                  </a:lnTo>
                  <a:lnTo>
                    <a:pt x="3502" y="1150"/>
                  </a:lnTo>
                  <a:lnTo>
                    <a:pt x="3517" y="1190"/>
                  </a:lnTo>
                  <a:lnTo>
                    <a:pt x="3532" y="1233"/>
                  </a:lnTo>
                  <a:lnTo>
                    <a:pt x="3545" y="1275"/>
                  </a:lnTo>
                  <a:lnTo>
                    <a:pt x="3559" y="1318"/>
                  </a:lnTo>
                  <a:lnTo>
                    <a:pt x="3571" y="1361"/>
                  </a:lnTo>
                  <a:lnTo>
                    <a:pt x="3581" y="1404"/>
                  </a:lnTo>
                  <a:lnTo>
                    <a:pt x="3591" y="1448"/>
                  </a:lnTo>
                  <a:lnTo>
                    <a:pt x="3599" y="1494"/>
                  </a:lnTo>
                  <a:lnTo>
                    <a:pt x="3606" y="1538"/>
                  </a:lnTo>
                  <a:lnTo>
                    <a:pt x="3613" y="1583"/>
                  </a:lnTo>
                  <a:lnTo>
                    <a:pt x="3618" y="1629"/>
                  </a:lnTo>
                  <a:lnTo>
                    <a:pt x="3623" y="1674"/>
                  </a:lnTo>
                  <a:lnTo>
                    <a:pt x="3625" y="1721"/>
                  </a:lnTo>
                  <a:lnTo>
                    <a:pt x="3626" y="1767"/>
                  </a:lnTo>
                  <a:lnTo>
                    <a:pt x="3628" y="1814"/>
                  </a:lnTo>
                  <a:lnTo>
                    <a:pt x="3628" y="1814"/>
                  </a:lnTo>
                  <a:lnTo>
                    <a:pt x="3626" y="1888"/>
                  </a:lnTo>
                  <a:lnTo>
                    <a:pt x="3621" y="1962"/>
                  </a:lnTo>
                  <a:lnTo>
                    <a:pt x="3615" y="2035"/>
                  </a:lnTo>
                  <a:lnTo>
                    <a:pt x="3604" y="2107"/>
                  </a:lnTo>
                  <a:lnTo>
                    <a:pt x="3591" y="2178"/>
                  </a:lnTo>
                  <a:lnTo>
                    <a:pt x="3576" y="2249"/>
                  </a:lnTo>
                  <a:lnTo>
                    <a:pt x="3557" y="2318"/>
                  </a:lnTo>
                  <a:lnTo>
                    <a:pt x="3535" y="2385"/>
                  </a:lnTo>
                  <a:lnTo>
                    <a:pt x="3512" y="2453"/>
                  </a:lnTo>
                  <a:lnTo>
                    <a:pt x="3487" y="2519"/>
                  </a:lnTo>
                  <a:lnTo>
                    <a:pt x="3458" y="2584"/>
                  </a:lnTo>
                  <a:lnTo>
                    <a:pt x="3426" y="2647"/>
                  </a:lnTo>
                  <a:lnTo>
                    <a:pt x="3392" y="2709"/>
                  </a:lnTo>
                  <a:lnTo>
                    <a:pt x="3357" y="2770"/>
                  </a:lnTo>
                  <a:lnTo>
                    <a:pt x="3318" y="2829"/>
                  </a:lnTo>
                  <a:lnTo>
                    <a:pt x="3278" y="2888"/>
                  </a:lnTo>
                  <a:lnTo>
                    <a:pt x="3235" y="2943"/>
                  </a:lnTo>
                  <a:lnTo>
                    <a:pt x="3190" y="2997"/>
                  </a:lnTo>
                  <a:lnTo>
                    <a:pt x="3143" y="3049"/>
                  </a:lnTo>
                  <a:lnTo>
                    <a:pt x="3094" y="3100"/>
                  </a:lnTo>
                  <a:lnTo>
                    <a:pt x="3043" y="3149"/>
                  </a:lnTo>
                  <a:lnTo>
                    <a:pt x="2989" y="3196"/>
                  </a:lnTo>
                  <a:lnTo>
                    <a:pt x="2936" y="3242"/>
                  </a:lnTo>
                  <a:lnTo>
                    <a:pt x="2878" y="3284"/>
                  </a:lnTo>
                  <a:lnTo>
                    <a:pt x="2819" y="3324"/>
                  </a:lnTo>
                  <a:lnTo>
                    <a:pt x="2759" y="3363"/>
                  </a:lnTo>
                  <a:lnTo>
                    <a:pt x="2696" y="3400"/>
                  </a:lnTo>
                  <a:lnTo>
                    <a:pt x="2632" y="3434"/>
                  </a:lnTo>
                  <a:lnTo>
                    <a:pt x="2567" y="3464"/>
                  </a:lnTo>
                  <a:lnTo>
                    <a:pt x="2499" y="3493"/>
                  </a:lnTo>
                  <a:lnTo>
                    <a:pt x="2430" y="3520"/>
                  </a:lnTo>
                  <a:lnTo>
                    <a:pt x="2361" y="3543"/>
                  </a:lnTo>
                  <a:lnTo>
                    <a:pt x="2361" y="3543"/>
                  </a:lnTo>
                  <a:lnTo>
                    <a:pt x="2341" y="3550"/>
                  </a:lnTo>
                  <a:lnTo>
                    <a:pt x="2319" y="3553"/>
                  </a:lnTo>
                  <a:lnTo>
                    <a:pt x="2299" y="3555"/>
                  </a:lnTo>
                  <a:lnTo>
                    <a:pt x="2278" y="3557"/>
                  </a:lnTo>
                  <a:lnTo>
                    <a:pt x="2278" y="35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BED2B7-BDE5-481B-8520-006E396E51C7}"/>
              </a:ext>
            </a:extLst>
          </p:cNvPr>
          <p:cNvSpPr txBox="1">
            <a:spLocks/>
          </p:cNvSpPr>
          <p:nvPr userDrawn="1"/>
        </p:nvSpPr>
        <p:spPr>
          <a:xfrm>
            <a:off x="495300" y="6378815"/>
            <a:ext cx="329636" cy="182880"/>
          </a:xfrm>
          <a:prstGeom prst="rect">
            <a:avLst/>
          </a:prstGeom>
          <a:noFill/>
        </p:spPr>
        <p:txBody>
          <a:bodyPr l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0E6A5BD-C011-4A45-AA3A-201790FB7F2B}" type="slidenum">
              <a:rPr lang="en-CA" sz="800" b="0" i="0" smtClean="0">
                <a:solidFill>
                  <a:schemeClr val="bg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pPr algn="l"/>
              <a:t>‹#›</a:t>
            </a:fld>
            <a:endParaRPr lang="en-CA" sz="800" b="0" i="0" dirty="0">
              <a:solidFill>
                <a:schemeClr val="bg1"/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17960-F6B4-4E77-A45D-4A092F7CB210}"/>
              </a:ext>
            </a:extLst>
          </p:cNvPr>
          <p:cNvSpPr txBox="1"/>
          <p:nvPr userDrawn="1"/>
        </p:nvSpPr>
        <p:spPr>
          <a:xfrm>
            <a:off x="945551" y="6417867"/>
            <a:ext cx="51572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800" b="0" i="0" dirty="0">
                <a:solidFill>
                  <a:schemeClr val="bg1"/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C36418-2FB2-4756-90BE-F8145F250F6E}"/>
              </a:ext>
            </a:extLst>
          </p:cNvPr>
          <p:cNvGrpSpPr/>
          <p:nvPr userDrawn="1"/>
        </p:nvGrpSpPr>
        <p:grpSpPr>
          <a:xfrm>
            <a:off x="10662061" y="6245765"/>
            <a:ext cx="1034639" cy="262774"/>
            <a:chOff x="2994025" y="2643188"/>
            <a:chExt cx="6188075" cy="1571625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897010F-31CB-479C-9D0D-5332125DA5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000" y="3935413"/>
              <a:ext cx="153988" cy="200025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78CD32C-6D8D-4CBB-9DFC-4B76B9AABB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1513" y="3860801"/>
              <a:ext cx="220663" cy="274638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5277BC2-1869-40A3-8A8B-78CA00181E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04088" y="3865563"/>
              <a:ext cx="157163" cy="268288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2E2A3C9D-9FA1-4214-88B9-1E9130FF29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9838" y="3935413"/>
              <a:ext cx="147638" cy="200025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3B99043A-96B5-4BA7-8171-2B549BCE71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72400" y="3935413"/>
              <a:ext cx="180975" cy="200025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3B3CE19-3DFB-4BA3-A7AD-73DE782319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01000" y="3935413"/>
              <a:ext cx="273050" cy="198438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715227B8-6412-4825-9A02-13C4C9BF58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37550" y="3935413"/>
              <a:ext cx="168275" cy="279400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736D7D42-F60E-426C-93EE-2B0C791749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0750" y="3935413"/>
              <a:ext cx="155575" cy="200025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318593B1-C487-4939-B542-C4241008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238" y="3935413"/>
              <a:ext cx="157163" cy="198438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934BA232-DE5C-499D-AC11-C012AABA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55088" y="3938588"/>
              <a:ext cx="166688" cy="27622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73725FF-65F2-44DC-9CD7-B5A1D98A2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025" y="2692401"/>
              <a:ext cx="712788" cy="977900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85172506-5292-48DE-95D3-370A419EBD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2063" y="2692401"/>
              <a:ext cx="173038" cy="977900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3B2CBF7A-24F4-4DB3-AB22-750627C82F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05275" y="2916238"/>
              <a:ext cx="706438" cy="766763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F2379B1-BF14-4CF3-B48F-64E6D54537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5063" y="2643188"/>
              <a:ext cx="169863" cy="1027113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245F90E3-76DB-4E01-A288-6FD00B1367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46688" y="2643188"/>
              <a:ext cx="758825" cy="1036638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D5FF164-BD57-4963-9AC9-C07D72EE99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5213" y="2674938"/>
              <a:ext cx="874713" cy="1008063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EFE5F4E-E26F-4AA5-9D03-6433757855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0363" y="2921001"/>
              <a:ext cx="434975" cy="749300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3248FB7F-F64E-449C-9945-D79995F82D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74075" y="2916238"/>
              <a:ext cx="708025" cy="766763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A62F0836-0D3D-465B-A5B0-4DE5A481B4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05650" y="2914651"/>
              <a:ext cx="768350" cy="768350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D3DB345F-09AD-434B-8EFA-788448C5B8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2013" y="3021013"/>
              <a:ext cx="555625" cy="557213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8B76CFD6-E70E-4C2F-96E9-3F9E396717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6788" y="3127376"/>
              <a:ext cx="344488" cy="338138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/>
                </a:solidFill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4491987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11201402" cy="372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9145794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itle and Content - 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8690C-4DA2-4182-B23F-40912AB07720}"/>
              </a:ext>
            </a:extLst>
          </p:cNvPr>
          <p:cNvSpPr>
            <a:spLocks noGrp="1"/>
          </p:cNvSpPr>
          <p:nvPr>
            <p:ph type="body" idx="4294967295" hasCustomPrompt="1"/>
          </p:nvPr>
        </p:nvSpPr>
        <p:spPr>
          <a:xfrm>
            <a:off x="495300" y="1241425"/>
            <a:ext cx="11201400" cy="338138"/>
          </a:xfrm>
        </p:spPr>
        <p:txBody>
          <a:bodyPr>
            <a:noAutofit/>
          </a:bodyPr>
          <a:lstStyle>
            <a:lvl1pPr>
              <a:defRPr b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</a:lstStyle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  <a:latin typeface="Gotham" panose="02000604040000020004" pitchFamily="2" charset="0"/>
              </a:rPr>
              <a:t>GRAPH TITLE</a:t>
            </a:r>
          </a:p>
        </p:txBody>
      </p:sp>
    </p:spTree>
    <p:extLst>
      <p:ext uri="{BB962C8B-B14F-4D97-AF65-F5344CB8AC3E}">
        <p14:creationId xmlns:p14="http://schemas.microsoft.com/office/powerpoint/2010/main" val="3845704477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5241267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9EB397F-41BB-4BA8-B81C-00ADE438CB5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68969" y="1595887"/>
            <a:ext cx="5241267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3200112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3455599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95A8643-4DE3-4B69-9E95-E9656FE11B9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8200" y="1595887"/>
            <a:ext cx="3455599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3924439-CBD8-4B98-BC4F-B5170FC6A45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41102" y="1595887"/>
            <a:ext cx="3455599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8893968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ECBAE64-E128-4D9B-8F54-5CCA4280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FC647D-792F-4AAE-A8A7-F0730FCBC4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93536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D60CA26-02CC-4853-A348-B8CABD22C15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91773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C10915-1D60-459E-8D6B-89AB8AF4CAE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90010" y="1595887"/>
            <a:ext cx="2506693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8516138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890994" cy="6858000"/>
          </a:xfrm>
          <a:prstGeom prst="rect">
            <a:avLst/>
          </a:prstGeom>
          <a:solidFill>
            <a:schemeClr val="bg1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 dirty="0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7239000" y="491089"/>
            <a:ext cx="4457700" cy="708660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Picture with Caption Layout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238999" y="1828800"/>
            <a:ext cx="4457699" cy="3239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buFontTx/>
              <a:buNone/>
              <a:defRPr sz="1800"/>
            </a:lvl2pPr>
            <a:lvl3pPr marL="0" indent="0">
              <a:buFontTx/>
              <a:buNone/>
              <a:defRPr sz="1800"/>
            </a:lvl3pPr>
            <a:lvl4pPr>
              <a:buFontTx/>
              <a:buNone/>
              <a:defRPr sz="1800"/>
            </a:lvl4pPr>
            <a:lvl5pPr marL="0" indent="0">
              <a:buFontTx/>
              <a:buNone/>
              <a:defRPr sz="1800"/>
            </a:lvl5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Gotham" panose="02000604040000020004" pitchFamily="2" charset="0"/>
              </a:rPr>
              <a:t>1-COLUMN SUBTITLE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3543310586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effectLst>
            <a:outerShdw blurRad="63500" sx="101000" sy="101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 dirty="0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95300" y="491089"/>
            <a:ext cx="4457700" cy="708660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 dirty="0"/>
              <a:t>Picture with Caption Layout</a:t>
            </a:r>
            <a:endParaRPr lang="en-C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95299" y="1828800"/>
            <a:ext cx="4457699" cy="32393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buFontTx/>
              <a:buNone/>
              <a:defRPr sz="1800"/>
            </a:lvl2pPr>
            <a:lvl3pPr marL="0" indent="0">
              <a:buFontTx/>
              <a:buNone/>
              <a:defRPr sz="1800"/>
            </a:lvl3pPr>
            <a:lvl4pPr>
              <a:buFontTx/>
              <a:buNone/>
              <a:defRPr sz="1800"/>
            </a:lvl4pPr>
            <a:lvl5pPr marL="0" indent="0">
              <a:buFontTx/>
              <a:buNone/>
              <a:defRPr sz="1800"/>
            </a:lvl5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Gotham" panose="02000604040000020004" pitchFamily="2" charset="0"/>
              </a:rPr>
              <a:t>1-COLUMN SUBTITLE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Text here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3B16C67-4FDD-4580-90B8-367634C3D1E6}"/>
              </a:ext>
            </a:extLst>
          </p:cNvPr>
          <p:cNvSpPr txBox="1">
            <a:spLocks/>
          </p:cNvSpPr>
          <p:nvPr userDrawn="1"/>
        </p:nvSpPr>
        <p:spPr>
          <a:xfrm>
            <a:off x="495300" y="6378815"/>
            <a:ext cx="329636" cy="182880"/>
          </a:xfrm>
          <a:prstGeom prst="rect">
            <a:avLst/>
          </a:prstGeom>
          <a:noFill/>
        </p:spPr>
        <p:txBody>
          <a:bodyPr l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0E6A5BD-C011-4A45-AA3A-201790FB7F2B}" type="slidenum">
              <a:rPr lang="en-CA" sz="800" b="0" i="0" smtClean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pPr algn="l"/>
              <a:t>‹#›</a:t>
            </a:fld>
            <a:endParaRPr lang="en-CA" sz="800" b="0" i="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2FE02D-9A52-43CA-AF82-D3944EE6EEB3}"/>
              </a:ext>
            </a:extLst>
          </p:cNvPr>
          <p:cNvSpPr txBox="1"/>
          <p:nvPr userDrawn="1"/>
        </p:nvSpPr>
        <p:spPr>
          <a:xfrm>
            <a:off x="945551" y="6417867"/>
            <a:ext cx="51572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CA" sz="800" b="0" i="0" dirty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BB3436-5EC0-424F-8C95-2FB335E432DD}"/>
              </a:ext>
            </a:extLst>
          </p:cNvPr>
          <p:cNvGrpSpPr/>
          <p:nvPr userDrawn="1"/>
        </p:nvGrpSpPr>
        <p:grpSpPr>
          <a:xfrm>
            <a:off x="10662061" y="6245765"/>
            <a:ext cx="1034639" cy="262774"/>
            <a:chOff x="10662061" y="6245765"/>
            <a:chExt cx="1034639" cy="262774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90ECC0-6F3E-4C46-AF0D-DD6BBE82A0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86879" y="6461824"/>
              <a:ext cx="25747" cy="3344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39966BC-8A4F-4E01-90F8-96B438AFB7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35452" y="6449349"/>
              <a:ext cx="36895" cy="45919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E434117-4375-4245-BA86-971EA7CBB0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82699" y="6450145"/>
              <a:ext cx="26277" cy="44857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76458B7-D17A-460B-A132-2A3E5CA378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0476" y="6461824"/>
              <a:ext cx="24685" cy="3344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86AE33C-0FE8-4A57-A968-9BF53A65C5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1000" y="6461824"/>
              <a:ext cx="30259" cy="3344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C7DB2A87-FC91-48CD-81FC-4366F97745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221" y="6461824"/>
              <a:ext cx="45654" cy="33179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40A9973B-0343-4777-BB2B-4DFDA0F7F7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55492" y="6461824"/>
              <a:ext cx="28135" cy="46715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05FFEA6E-0E7D-458A-9112-876AB1239A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89467" y="6461824"/>
              <a:ext cx="26012" cy="3344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FB21728B-75CE-4B3E-A9B0-B8B6B892C0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5831" y="6461824"/>
              <a:ext cx="26277" cy="33179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973EF725-D1D8-41AE-ACB7-9D88E45D43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58744" y="6462354"/>
              <a:ext cx="27870" cy="4618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EEC30A7A-AA19-44E2-AC65-6E54B22D92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62061" y="6253993"/>
              <a:ext cx="119177" cy="163504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0497A2C2-FDFC-483D-AB2A-FF7D0C5310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97164" y="6253993"/>
              <a:ext cx="28932" cy="163504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247CD835-7ABC-4564-A18B-177ED7C57B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47861" y="6291419"/>
              <a:ext cx="118116" cy="128202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5ECC6A6A-7025-4446-880F-9DD677E496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88272" y="6245765"/>
              <a:ext cx="28401" cy="171732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13C941A-FBDD-4AD3-9611-5D72259EED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38704" y="6245765"/>
              <a:ext cx="126875" cy="173325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E22143F7-B185-480C-AD55-5B418CBDB9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936" y="6251074"/>
              <a:ext cx="146251" cy="168547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1907F66A-269D-436A-AC55-C0BC159C48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5771" y="6292215"/>
              <a:ext cx="72727" cy="125282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C7498369-DEAE-493B-B2FA-36AD7902CA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78319" y="6291419"/>
              <a:ext cx="118381" cy="128202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4D26BA63-322C-4EBF-9D69-955238868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49520" y="6291153"/>
              <a:ext cx="128467" cy="128467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18B6D75A-5DF5-4780-99CC-0B3721F92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67304" y="6308937"/>
              <a:ext cx="92900" cy="93165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8442D7C9-69E0-4EC8-98A8-AAD35EC2D2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84822" y="6326721"/>
              <a:ext cx="57598" cy="56536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2860034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5D7DC32-2AE3-46AD-8E71-D79C874B6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345594"/>
            <a:ext cx="11214937" cy="6895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4470614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905175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eldCore_Final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FE49BBA1-54BE-4EB5-A055-D7042B8EFD70}"/>
              </a:ext>
            </a:extLst>
          </p:cNvPr>
          <p:cNvGrpSpPr/>
          <p:nvPr userDrawn="1"/>
        </p:nvGrpSpPr>
        <p:grpSpPr>
          <a:xfrm>
            <a:off x="3002758" y="2644776"/>
            <a:ext cx="6179342" cy="1569407"/>
            <a:chOff x="8818563" y="698500"/>
            <a:chExt cx="2878137" cy="730979"/>
          </a:xfrm>
        </p:grpSpPr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2AD52C56-026D-40EB-897A-0D5AB6C8B5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56668" y="1299527"/>
              <a:ext cx="71621" cy="93034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3266FA3E-E8E2-413F-B5CC-5A4A931AC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91789" y="1264824"/>
              <a:ext cx="102633" cy="127737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90B27CC4-DFAC-4CEE-A953-E617D53F2E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3217" y="1267039"/>
              <a:ext cx="73098" cy="124784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CE3D3FCA-355F-42D5-BB46-572C55CC4D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56123" y="1299527"/>
              <a:ext cx="68668" cy="93034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9EA89E29-E226-48D8-827C-663CF08169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041034" y="1299527"/>
              <a:ext cx="84173" cy="93034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02E46719-650E-4F25-AAF3-F3D9B8E7B5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47358" y="1299527"/>
              <a:ext cx="126998" cy="92296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341C51E0-9093-4BC9-8EE5-CE486B9A3C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3891" y="1299527"/>
              <a:ext cx="78266" cy="129952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1542C18C-43D5-4383-9305-A75853F354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98402" y="1299527"/>
              <a:ext cx="72360" cy="93034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6AEEDAF5-6443-40C2-8F78-69EAFCC354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99557" y="1299527"/>
              <a:ext cx="73098" cy="92296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B46A3780-AF49-478F-A826-151B79AB48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91114" y="1301004"/>
              <a:ext cx="77528" cy="12847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5F3EDD8B-7BF9-49BF-B331-55E3C1E030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18563" y="721389"/>
              <a:ext cx="331525" cy="454831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6EE98600-0EBE-4135-AC1A-CE690F4AA6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94390" y="721389"/>
              <a:ext cx="80482" cy="454831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0F0F6DB6-EBD3-4DB8-96B2-BAE09D07B4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335417" y="825498"/>
              <a:ext cx="328572" cy="356629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74A76757-2CBF-4DAB-94D9-81B5A06C9E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6011" y="698500"/>
              <a:ext cx="79005" cy="477721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8E943734-6064-4299-8941-3CA23E30DC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66300" y="698500"/>
              <a:ext cx="352937" cy="482151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34A088A1-EDC2-4878-B159-E239546CC0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84213" y="713267"/>
              <a:ext cx="406838" cy="468861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5" name="Freeform 21">
              <a:extLst>
                <a:ext uri="{FF2B5EF4-FFF2-40B4-BE49-F238E27FC236}">
                  <a16:creationId xmlns:a16="http://schemas.microsoft.com/office/drawing/2014/main" id="{97E07BCB-C78E-4C3B-ADAA-A9F3F187E0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37760" y="827714"/>
              <a:ext cx="202311" cy="348507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6" name="Freeform 22">
              <a:extLst>
                <a:ext uri="{FF2B5EF4-FFF2-40B4-BE49-F238E27FC236}">
                  <a16:creationId xmlns:a16="http://schemas.microsoft.com/office/drawing/2014/main" id="{F801D177-8243-4F8B-BBFF-77E935C92D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67390" y="825498"/>
              <a:ext cx="329310" cy="356629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7" name="Freeform 23">
              <a:extLst>
                <a:ext uri="{FF2B5EF4-FFF2-40B4-BE49-F238E27FC236}">
                  <a16:creationId xmlns:a16="http://schemas.microsoft.com/office/drawing/2014/main" id="{7E7FC0A0-468A-47CA-9CE1-00D9D8F545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30922" y="824760"/>
              <a:ext cx="357367" cy="357368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8" name="Freeform 24">
              <a:extLst>
                <a:ext uri="{FF2B5EF4-FFF2-40B4-BE49-F238E27FC236}">
                  <a16:creationId xmlns:a16="http://schemas.microsoft.com/office/drawing/2014/main" id="{DE9838E6-E615-4301-A87D-EB8CAE71FB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80392" y="874230"/>
              <a:ext cx="258427" cy="259166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89" name="Freeform 25">
              <a:extLst>
                <a:ext uri="{FF2B5EF4-FFF2-40B4-BE49-F238E27FC236}">
                  <a16:creationId xmlns:a16="http://schemas.microsoft.com/office/drawing/2014/main" id="{D57CA921-396A-4686-85A3-9FFA514560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29124" y="923701"/>
              <a:ext cx="160225" cy="157271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7769963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eldCore_Final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61189003-50DD-49CB-BF0D-87F0444A99AA}"/>
              </a:ext>
            </a:extLst>
          </p:cNvPr>
          <p:cNvGrpSpPr/>
          <p:nvPr userDrawn="1"/>
        </p:nvGrpSpPr>
        <p:grpSpPr>
          <a:xfrm>
            <a:off x="2994025" y="2643188"/>
            <a:ext cx="6188075" cy="1571625"/>
            <a:chOff x="2994025" y="2643188"/>
            <a:chExt cx="6188075" cy="1571625"/>
          </a:xfrm>
          <a:solidFill>
            <a:schemeClr val="bg1"/>
          </a:solidFill>
        </p:grpSpPr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ACCEB865-46B3-4AE1-BA75-B3254301D9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731000" y="3935413"/>
              <a:ext cx="153988" cy="200025"/>
            </a:xfrm>
            <a:custGeom>
              <a:avLst/>
              <a:gdLst>
                <a:gd name="T0" fmla="*/ 83 w 97"/>
                <a:gd name="T1" fmla="*/ 125 h 126"/>
                <a:gd name="T2" fmla="*/ 78 w 97"/>
                <a:gd name="T3" fmla="*/ 121 h 126"/>
                <a:gd name="T4" fmla="*/ 78 w 97"/>
                <a:gd name="T5" fmla="*/ 109 h 126"/>
                <a:gd name="T6" fmla="*/ 64 w 97"/>
                <a:gd name="T7" fmla="*/ 121 h 126"/>
                <a:gd name="T8" fmla="*/ 48 w 97"/>
                <a:gd name="T9" fmla="*/ 126 h 126"/>
                <a:gd name="T10" fmla="*/ 41 w 97"/>
                <a:gd name="T11" fmla="*/ 126 h 126"/>
                <a:gd name="T12" fmla="*/ 23 w 97"/>
                <a:gd name="T13" fmla="*/ 125 h 126"/>
                <a:gd name="T14" fmla="*/ 10 w 97"/>
                <a:gd name="T15" fmla="*/ 116 h 126"/>
                <a:gd name="T16" fmla="*/ 3 w 97"/>
                <a:gd name="T17" fmla="*/ 105 h 126"/>
                <a:gd name="T18" fmla="*/ 0 w 97"/>
                <a:gd name="T19" fmla="*/ 90 h 126"/>
                <a:gd name="T20" fmla="*/ 0 w 97"/>
                <a:gd name="T21" fmla="*/ 83 h 126"/>
                <a:gd name="T22" fmla="*/ 6 w 97"/>
                <a:gd name="T23" fmla="*/ 68 h 126"/>
                <a:gd name="T24" fmla="*/ 19 w 97"/>
                <a:gd name="T25" fmla="*/ 58 h 126"/>
                <a:gd name="T26" fmla="*/ 36 w 97"/>
                <a:gd name="T27" fmla="*/ 54 h 126"/>
                <a:gd name="T28" fmla="*/ 48 w 97"/>
                <a:gd name="T29" fmla="*/ 52 h 126"/>
                <a:gd name="T30" fmla="*/ 77 w 97"/>
                <a:gd name="T31" fmla="*/ 56 h 126"/>
                <a:gd name="T32" fmla="*/ 77 w 97"/>
                <a:gd name="T33" fmla="*/ 46 h 126"/>
                <a:gd name="T34" fmla="*/ 74 w 97"/>
                <a:gd name="T35" fmla="*/ 30 h 126"/>
                <a:gd name="T36" fmla="*/ 68 w 97"/>
                <a:gd name="T37" fmla="*/ 21 h 126"/>
                <a:gd name="T38" fmla="*/ 57 w 97"/>
                <a:gd name="T39" fmla="*/ 17 h 126"/>
                <a:gd name="T40" fmla="*/ 48 w 97"/>
                <a:gd name="T41" fmla="*/ 16 h 126"/>
                <a:gd name="T42" fmla="*/ 32 w 97"/>
                <a:gd name="T43" fmla="*/ 19 h 126"/>
                <a:gd name="T44" fmla="*/ 16 w 97"/>
                <a:gd name="T45" fmla="*/ 26 h 126"/>
                <a:gd name="T46" fmla="*/ 13 w 97"/>
                <a:gd name="T47" fmla="*/ 27 h 126"/>
                <a:gd name="T48" fmla="*/ 6 w 97"/>
                <a:gd name="T49" fmla="*/ 20 h 126"/>
                <a:gd name="T50" fmla="*/ 6 w 97"/>
                <a:gd name="T51" fmla="*/ 16 h 126"/>
                <a:gd name="T52" fmla="*/ 7 w 97"/>
                <a:gd name="T53" fmla="*/ 13 h 126"/>
                <a:gd name="T54" fmla="*/ 26 w 97"/>
                <a:gd name="T55" fmla="*/ 2 h 126"/>
                <a:gd name="T56" fmla="*/ 51 w 97"/>
                <a:gd name="T57" fmla="*/ 0 h 126"/>
                <a:gd name="T58" fmla="*/ 61 w 97"/>
                <a:gd name="T59" fmla="*/ 0 h 126"/>
                <a:gd name="T60" fmla="*/ 80 w 97"/>
                <a:gd name="T61" fmla="*/ 7 h 126"/>
                <a:gd name="T62" fmla="*/ 92 w 97"/>
                <a:gd name="T63" fmla="*/ 19 h 126"/>
                <a:gd name="T64" fmla="*/ 96 w 97"/>
                <a:gd name="T65" fmla="*/ 35 h 126"/>
                <a:gd name="T66" fmla="*/ 97 w 97"/>
                <a:gd name="T67" fmla="*/ 121 h 126"/>
                <a:gd name="T68" fmla="*/ 96 w 97"/>
                <a:gd name="T69" fmla="*/ 124 h 126"/>
                <a:gd name="T70" fmla="*/ 83 w 97"/>
                <a:gd name="T71" fmla="*/ 125 h 126"/>
                <a:gd name="T72" fmla="*/ 77 w 97"/>
                <a:gd name="T73" fmla="*/ 71 h 126"/>
                <a:gd name="T74" fmla="*/ 71 w 97"/>
                <a:gd name="T75" fmla="*/ 70 h 126"/>
                <a:gd name="T76" fmla="*/ 51 w 97"/>
                <a:gd name="T77" fmla="*/ 68 h 126"/>
                <a:gd name="T78" fmla="*/ 43 w 97"/>
                <a:gd name="T79" fmla="*/ 68 h 126"/>
                <a:gd name="T80" fmla="*/ 30 w 97"/>
                <a:gd name="T81" fmla="*/ 71 h 126"/>
                <a:gd name="T82" fmla="*/ 23 w 97"/>
                <a:gd name="T83" fmla="*/ 77 h 126"/>
                <a:gd name="T84" fmla="*/ 20 w 97"/>
                <a:gd name="T85" fmla="*/ 84 h 126"/>
                <a:gd name="T86" fmla="*/ 20 w 97"/>
                <a:gd name="T87" fmla="*/ 90 h 126"/>
                <a:gd name="T88" fmla="*/ 22 w 97"/>
                <a:gd name="T89" fmla="*/ 100 h 126"/>
                <a:gd name="T90" fmla="*/ 27 w 97"/>
                <a:gd name="T91" fmla="*/ 107 h 126"/>
                <a:gd name="T92" fmla="*/ 38 w 97"/>
                <a:gd name="T93" fmla="*/ 110 h 126"/>
                <a:gd name="T94" fmla="*/ 43 w 97"/>
                <a:gd name="T95" fmla="*/ 110 h 126"/>
                <a:gd name="T96" fmla="*/ 62 w 97"/>
                <a:gd name="T97" fmla="*/ 107 h 126"/>
                <a:gd name="T98" fmla="*/ 77 w 97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7" h="126">
                  <a:moveTo>
                    <a:pt x="83" y="125"/>
                  </a:moveTo>
                  <a:lnTo>
                    <a:pt x="83" y="125"/>
                  </a:lnTo>
                  <a:lnTo>
                    <a:pt x="80" y="124"/>
                  </a:lnTo>
                  <a:lnTo>
                    <a:pt x="78" y="121"/>
                  </a:lnTo>
                  <a:lnTo>
                    <a:pt x="78" y="109"/>
                  </a:lnTo>
                  <a:lnTo>
                    <a:pt x="78" y="109"/>
                  </a:lnTo>
                  <a:lnTo>
                    <a:pt x="73" y="115"/>
                  </a:lnTo>
                  <a:lnTo>
                    <a:pt x="64" y="121"/>
                  </a:lnTo>
                  <a:lnTo>
                    <a:pt x="54" y="125"/>
                  </a:lnTo>
                  <a:lnTo>
                    <a:pt x="48" y="126"/>
                  </a:lnTo>
                  <a:lnTo>
                    <a:pt x="41" y="126"/>
                  </a:lnTo>
                  <a:lnTo>
                    <a:pt x="41" y="126"/>
                  </a:lnTo>
                  <a:lnTo>
                    <a:pt x="30" y="126"/>
                  </a:lnTo>
                  <a:lnTo>
                    <a:pt x="23" y="125"/>
                  </a:lnTo>
                  <a:lnTo>
                    <a:pt x="16" y="121"/>
                  </a:lnTo>
                  <a:lnTo>
                    <a:pt x="10" y="116"/>
                  </a:lnTo>
                  <a:lnTo>
                    <a:pt x="6" y="110"/>
                  </a:lnTo>
                  <a:lnTo>
                    <a:pt x="3" y="105"/>
                  </a:lnTo>
                  <a:lnTo>
                    <a:pt x="0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3"/>
                  </a:lnTo>
                  <a:lnTo>
                    <a:pt x="3" y="75"/>
                  </a:lnTo>
                  <a:lnTo>
                    <a:pt x="6" y="68"/>
                  </a:lnTo>
                  <a:lnTo>
                    <a:pt x="11" y="64"/>
                  </a:lnTo>
                  <a:lnTo>
                    <a:pt x="19" y="58"/>
                  </a:lnTo>
                  <a:lnTo>
                    <a:pt x="26" y="55"/>
                  </a:lnTo>
                  <a:lnTo>
                    <a:pt x="36" y="54"/>
                  </a:lnTo>
                  <a:lnTo>
                    <a:pt x="48" y="52"/>
                  </a:lnTo>
                  <a:lnTo>
                    <a:pt x="48" y="52"/>
                  </a:lnTo>
                  <a:lnTo>
                    <a:pt x="65" y="54"/>
                  </a:lnTo>
                  <a:lnTo>
                    <a:pt x="77" y="56"/>
                  </a:lnTo>
                  <a:lnTo>
                    <a:pt x="77" y="46"/>
                  </a:lnTo>
                  <a:lnTo>
                    <a:pt x="77" y="46"/>
                  </a:lnTo>
                  <a:lnTo>
                    <a:pt x="76" y="36"/>
                  </a:lnTo>
                  <a:lnTo>
                    <a:pt x="74" y="30"/>
                  </a:lnTo>
                  <a:lnTo>
                    <a:pt x="71" y="26"/>
                  </a:lnTo>
                  <a:lnTo>
                    <a:pt x="68" y="21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39" y="17"/>
                  </a:lnTo>
                  <a:lnTo>
                    <a:pt x="32" y="19"/>
                  </a:lnTo>
                  <a:lnTo>
                    <a:pt x="23" y="21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3" y="27"/>
                  </a:lnTo>
                  <a:lnTo>
                    <a:pt x="10" y="26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6" y="16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6" y="7"/>
                  </a:lnTo>
                  <a:lnTo>
                    <a:pt x="26" y="2"/>
                  </a:lnTo>
                  <a:lnTo>
                    <a:pt x="38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1" y="0"/>
                  </a:lnTo>
                  <a:lnTo>
                    <a:pt x="71" y="2"/>
                  </a:lnTo>
                  <a:lnTo>
                    <a:pt x="80" y="7"/>
                  </a:lnTo>
                  <a:lnTo>
                    <a:pt x="86" y="11"/>
                  </a:lnTo>
                  <a:lnTo>
                    <a:pt x="92" y="19"/>
                  </a:lnTo>
                  <a:lnTo>
                    <a:pt x="94" y="26"/>
                  </a:lnTo>
                  <a:lnTo>
                    <a:pt x="96" y="35"/>
                  </a:lnTo>
                  <a:lnTo>
                    <a:pt x="97" y="43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6" y="124"/>
                  </a:lnTo>
                  <a:lnTo>
                    <a:pt x="93" y="125"/>
                  </a:lnTo>
                  <a:lnTo>
                    <a:pt x="83" y="125"/>
                  </a:lnTo>
                  <a:close/>
                  <a:moveTo>
                    <a:pt x="77" y="93"/>
                  </a:moveTo>
                  <a:lnTo>
                    <a:pt x="77" y="71"/>
                  </a:lnTo>
                  <a:lnTo>
                    <a:pt x="77" y="71"/>
                  </a:lnTo>
                  <a:lnTo>
                    <a:pt x="71" y="70"/>
                  </a:lnTo>
                  <a:lnTo>
                    <a:pt x="64" y="68"/>
                  </a:lnTo>
                  <a:lnTo>
                    <a:pt x="51" y="68"/>
                  </a:lnTo>
                  <a:lnTo>
                    <a:pt x="51" y="68"/>
                  </a:lnTo>
                  <a:lnTo>
                    <a:pt x="43" y="68"/>
                  </a:lnTo>
                  <a:lnTo>
                    <a:pt x="36" y="70"/>
                  </a:lnTo>
                  <a:lnTo>
                    <a:pt x="30" y="71"/>
                  </a:lnTo>
                  <a:lnTo>
                    <a:pt x="26" y="74"/>
                  </a:lnTo>
                  <a:lnTo>
                    <a:pt x="23" y="77"/>
                  </a:lnTo>
                  <a:lnTo>
                    <a:pt x="22" y="81"/>
                  </a:lnTo>
                  <a:lnTo>
                    <a:pt x="20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0" y="97"/>
                  </a:lnTo>
                  <a:lnTo>
                    <a:pt x="22" y="100"/>
                  </a:lnTo>
                  <a:lnTo>
                    <a:pt x="24" y="105"/>
                  </a:lnTo>
                  <a:lnTo>
                    <a:pt x="27" y="107"/>
                  </a:lnTo>
                  <a:lnTo>
                    <a:pt x="32" y="109"/>
                  </a:lnTo>
                  <a:lnTo>
                    <a:pt x="38" y="110"/>
                  </a:lnTo>
                  <a:lnTo>
                    <a:pt x="43" y="110"/>
                  </a:lnTo>
                  <a:lnTo>
                    <a:pt x="43" y="110"/>
                  </a:lnTo>
                  <a:lnTo>
                    <a:pt x="54" y="110"/>
                  </a:lnTo>
                  <a:lnTo>
                    <a:pt x="62" y="107"/>
                  </a:lnTo>
                  <a:lnTo>
                    <a:pt x="70" y="102"/>
                  </a:lnTo>
                  <a:lnTo>
                    <a:pt x="77" y="93"/>
                  </a:lnTo>
                  <a:lnTo>
                    <a:pt x="77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6" name="Freeform 6">
              <a:extLst>
                <a:ext uri="{FF2B5EF4-FFF2-40B4-BE49-F238E27FC236}">
                  <a16:creationId xmlns:a16="http://schemas.microsoft.com/office/drawing/2014/main" id="{E2278C4A-11F1-45A4-A1DE-10980B255F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21513" y="3860801"/>
              <a:ext cx="220663" cy="274638"/>
            </a:xfrm>
            <a:custGeom>
              <a:avLst/>
              <a:gdLst>
                <a:gd name="T0" fmla="*/ 79 w 139"/>
                <a:gd name="T1" fmla="*/ 173 h 173"/>
                <a:gd name="T2" fmla="*/ 59 w 139"/>
                <a:gd name="T3" fmla="*/ 172 h 173"/>
                <a:gd name="T4" fmla="*/ 41 w 139"/>
                <a:gd name="T5" fmla="*/ 166 h 173"/>
                <a:gd name="T6" fmla="*/ 28 w 139"/>
                <a:gd name="T7" fmla="*/ 159 h 173"/>
                <a:gd name="T8" fmla="*/ 18 w 139"/>
                <a:gd name="T9" fmla="*/ 147 h 173"/>
                <a:gd name="T10" fmla="*/ 5 w 139"/>
                <a:gd name="T11" fmla="*/ 119 h 173"/>
                <a:gd name="T12" fmla="*/ 0 w 139"/>
                <a:gd name="T13" fmla="*/ 89 h 173"/>
                <a:gd name="T14" fmla="*/ 2 w 139"/>
                <a:gd name="T15" fmla="*/ 71 h 173"/>
                <a:gd name="T16" fmla="*/ 9 w 139"/>
                <a:gd name="T17" fmla="*/ 41 h 173"/>
                <a:gd name="T18" fmla="*/ 22 w 139"/>
                <a:gd name="T19" fmla="*/ 22 h 173"/>
                <a:gd name="T20" fmla="*/ 34 w 139"/>
                <a:gd name="T21" fmla="*/ 12 h 173"/>
                <a:gd name="T22" fmla="*/ 49 w 139"/>
                <a:gd name="T23" fmla="*/ 4 h 173"/>
                <a:gd name="T24" fmla="*/ 66 w 139"/>
                <a:gd name="T25" fmla="*/ 0 h 173"/>
                <a:gd name="T26" fmla="*/ 76 w 139"/>
                <a:gd name="T27" fmla="*/ 0 h 173"/>
                <a:gd name="T28" fmla="*/ 105 w 139"/>
                <a:gd name="T29" fmla="*/ 4 h 173"/>
                <a:gd name="T30" fmla="*/ 130 w 139"/>
                <a:gd name="T31" fmla="*/ 19 h 173"/>
                <a:gd name="T32" fmla="*/ 132 w 139"/>
                <a:gd name="T33" fmla="*/ 22 h 173"/>
                <a:gd name="T34" fmla="*/ 124 w 139"/>
                <a:gd name="T35" fmla="*/ 32 h 173"/>
                <a:gd name="T36" fmla="*/ 121 w 139"/>
                <a:gd name="T37" fmla="*/ 35 h 173"/>
                <a:gd name="T38" fmla="*/ 119 w 139"/>
                <a:gd name="T39" fmla="*/ 33 h 173"/>
                <a:gd name="T40" fmla="*/ 100 w 139"/>
                <a:gd name="T41" fmla="*/ 22 h 173"/>
                <a:gd name="T42" fmla="*/ 76 w 139"/>
                <a:gd name="T43" fmla="*/ 17 h 173"/>
                <a:gd name="T44" fmla="*/ 62 w 139"/>
                <a:gd name="T45" fmla="*/ 19 h 173"/>
                <a:gd name="T46" fmla="*/ 41 w 139"/>
                <a:gd name="T47" fmla="*/ 31 h 173"/>
                <a:gd name="T48" fmla="*/ 28 w 139"/>
                <a:gd name="T49" fmla="*/ 48 h 173"/>
                <a:gd name="T50" fmla="*/ 22 w 139"/>
                <a:gd name="T51" fmla="*/ 74 h 173"/>
                <a:gd name="T52" fmla="*/ 22 w 139"/>
                <a:gd name="T53" fmla="*/ 89 h 173"/>
                <a:gd name="T54" fmla="*/ 25 w 139"/>
                <a:gd name="T55" fmla="*/ 115 h 173"/>
                <a:gd name="T56" fmla="*/ 35 w 139"/>
                <a:gd name="T57" fmla="*/ 137 h 173"/>
                <a:gd name="T58" fmla="*/ 53 w 139"/>
                <a:gd name="T59" fmla="*/ 152 h 173"/>
                <a:gd name="T60" fmla="*/ 79 w 139"/>
                <a:gd name="T61" fmla="*/ 157 h 173"/>
                <a:gd name="T62" fmla="*/ 88 w 139"/>
                <a:gd name="T63" fmla="*/ 156 h 173"/>
                <a:gd name="T64" fmla="*/ 108 w 139"/>
                <a:gd name="T65" fmla="*/ 152 h 173"/>
                <a:gd name="T66" fmla="*/ 117 w 139"/>
                <a:gd name="T67" fmla="*/ 99 h 173"/>
                <a:gd name="T68" fmla="*/ 82 w 139"/>
                <a:gd name="T69" fmla="*/ 99 h 173"/>
                <a:gd name="T70" fmla="*/ 78 w 139"/>
                <a:gd name="T71" fmla="*/ 95 h 173"/>
                <a:gd name="T72" fmla="*/ 78 w 139"/>
                <a:gd name="T73" fmla="*/ 86 h 173"/>
                <a:gd name="T74" fmla="*/ 82 w 139"/>
                <a:gd name="T75" fmla="*/ 82 h 173"/>
                <a:gd name="T76" fmla="*/ 133 w 139"/>
                <a:gd name="T77" fmla="*/ 82 h 173"/>
                <a:gd name="T78" fmla="*/ 139 w 139"/>
                <a:gd name="T79" fmla="*/ 86 h 173"/>
                <a:gd name="T80" fmla="*/ 139 w 139"/>
                <a:gd name="T81" fmla="*/ 153 h 173"/>
                <a:gd name="T82" fmla="*/ 135 w 139"/>
                <a:gd name="T83" fmla="*/ 160 h 173"/>
                <a:gd name="T84" fmla="*/ 121 w 139"/>
                <a:gd name="T85" fmla="*/ 166 h 173"/>
                <a:gd name="T86" fmla="*/ 94 w 139"/>
                <a:gd name="T87" fmla="*/ 173 h 173"/>
                <a:gd name="T88" fmla="*/ 79 w 139"/>
                <a:gd name="T8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9" h="173">
                  <a:moveTo>
                    <a:pt x="79" y="173"/>
                  </a:moveTo>
                  <a:lnTo>
                    <a:pt x="79" y="173"/>
                  </a:lnTo>
                  <a:lnTo>
                    <a:pt x="67" y="173"/>
                  </a:lnTo>
                  <a:lnTo>
                    <a:pt x="59" y="172"/>
                  </a:lnTo>
                  <a:lnTo>
                    <a:pt x="50" y="171"/>
                  </a:lnTo>
                  <a:lnTo>
                    <a:pt x="41" y="166"/>
                  </a:lnTo>
                  <a:lnTo>
                    <a:pt x="34" y="163"/>
                  </a:lnTo>
                  <a:lnTo>
                    <a:pt x="28" y="159"/>
                  </a:lnTo>
                  <a:lnTo>
                    <a:pt x="22" y="153"/>
                  </a:lnTo>
                  <a:lnTo>
                    <a:pt x="18" y="147"/>
                  </a:lnTo>
                  <a:lnTo>
                    <a:pt x="9" y="134"/>
                  </a:lnTo>
                  <a:lnTo>
                    <a:pt x="5" y="119"/>
                  </a:lnTo>
                  <a:lnTo>
                    <a:pt x="2" y="10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2" y="71"/>
                  </a:lnTo>
                  <a:lnTo>
                    <a:pt x="5" y="55"/>
                  </a:lnTo>
                  <a:lnTo>
                    <a:pt x="9" y="41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28" y="16"/>
                  </a:lnTo>
                  <a:lnTo>
                    <a:pt x="34" y="12"/>
                  </a:lnTo>
                  <a:lnTo>
                    <a:pt x="41" y="7"/>
                  </a:lnTo>
                  <a:lnTo>
                    <a:pt x="49" y="4"/>
                  </a:lnTo>
                  <a:lnTo>
                    <a:pt x="57" y="1"/>
                  </a:lnTo>
                  <a:lnTo>
                    <a:pt x="6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91" y="1"/>
                  </a:lnTo>
                  <a:lnTo>
                    <a:pt x="105" y="4"/>
                  </a:lnTo>
                  <a:lnTo>
                    <a:pt x="119" y="10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2" y="22"/>
                  </a:lnTo>
                  <a:lnTo>
                    <a:pt x="130" y="25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21" y="35"/>
                  </a:lnTo>
                  <a:lnTo>
                    <a:pt x="119" y="33"/>
                  </a:lnTo>
                  <a:lnTo>
                    <a:pt x="119" y="33"/>
                  </a:lnTo>
                  <a:lnTo>
                    <a:pt x="110" y="28"/>
                  </a:lnTo>
                  <a:lnTo>
                    <a:pt x="100" y="22"/>
                  </a:lnTo>
                  <a:lnTo>
                    <a:pt x="88" y="19"/>
                  </a:lnTo>
                  <a:lnTo>
                    <a:pt x="76" y="17"/>
                  </a:lnTo>
                  <a:lnTo>
                    <a:pt x="76" y="17"/>
                  </a:lnTo>
                  <a:lnTo>
                    <a:pt x="62" y="19"/>
                  </a:lnTo>
                  <a:lnTo>
                    <a:pt x="51" y="23"/>
                  </a:lnTo>
                  <a:lnTo>
                    <a:pt x="41" y="31"/>
                  </a:lnTo>
                  <a:lnTo>
                    <a:pt x="34" y="38"/>
                  </a:lnTo>
                  <a:lnTo>
                    <a:pt x="28" y="48"/>
                  </a:lnTo>
                  <a:lnTo>
                    <a:pt x="25" y="61"/>
                  </a:lnTo>
                  <a:lnTo>
                    <a:pt x="22" y="74"/>
                  </a:lnTo>
                  <a:lnTo>
                    <a:pt x="22" y="89"/>
                  </a:lnTo>
                  <a:lnTo>
                    <a:pt x="22" y="89"/>
                  </a:lnTo>
                  <a:lnTo>
                    <a:pt x="22" y="102"/>
                  </a:lnTo>
                  <a:lnTo>
                    <a:pt x="25" y="115"/>
                  </a:lnTo>
                  <a:lnTo>
                    <a:pt x="30" y="127"/>
                  </a:lnTo>
                  <a:lnTo>
                    <a:pt x="35" y="137"/>
                  </a:lnTo>
                  <a:lnTo>
                    <a:pt x="43" y="146"/>
                  </a:lnTo>
                  <a:lnTo>
                    <a:pt x="53" y="152"/>
                  </a:lnTo>
                  <a:lnTo>
                    <a:pt x="65" y="156"/>
                  </a:lnTo>
                  <a:lnTo>
                    <a:pt x="79" y="157"/>
                  </a:lnTo>
                  <a:lnTo>
                    <a:pt x="79" y="157"/>
                  </a:lnTo>
                  <a:lnTo>
                    <a:pt x="88" y="156"/>
                  </a:lnTo>
                  <a:lnTo>
                    <a:pt x="98" y="154"/>
                  </a:lnTo>
                  <a:lnTo>
                    <a:pt x="108" y="152"/>
                  </a:lnTo>
                  <a:lnTo>
                    <a:pt x="117" y="147"/>
                  </a:lnTo>
                  <a:lnTo>
                    <a:pt x="117" y="99"/>
                  </a:lnTo>
                  <a:lnTo>
                    <a:pt x="82" y="99"/>
                  </a:lnTo>
                  <a:lnTo>
                    <a:pt x="82" y="99"/>
                  </a:lnTo>
                  <a:lnTo>
                    <a:pt x="79" y="98"/>
                  </a:lnTo>
                  <a:lnTo>
                    <a:pt x="78" y="95"/>
                  </a:lnTo>
                  <a:lnTo>
                    <a:pt x="78" y="86"/>
                  </a:lnTo>
                  <a:lnTo>
                    <a:pt x="78" y="86"/>
                  </a:lnTo>
                  <a:lnTo>
                    <a:pt x="79" y="83"/>
                  </a:lnTo>
                  <a:lnTo>
                    <a:pt x="82" y="82"/>
                  </a:lnTo>
                  <a:lnTo>
                    <a:pt x="133" y="82"/>
                  </a:lnTo>
                  <a:lnTo>
                    <a:pt x="133" y="82"/>
                  </a:lnTo>
                  <a:lnTo>
                    <a:pt x="137" y="83"/>
                  </a:lnTo>
                  <a:lnTo>
                    <a:pt x="139" y="86"/>
                  </a:lnTo>
                  <a:lnTo>
                    <a:pt x="139" y="153"/>
                  </a:lnTo>
                  <a:lnTo>
                    <a:pt x="139" y="153"/>
                  </a:lnTo>
                  <a:lnTo>
                    <a:pt x="137" y="157"/>
                  </a:lnTo>
                  <a:lnTo>
                    <a:pt x="135" y="160"/>
                  </a:lnTo>
                  <a:lnTo>
                    <a:pt x="135" y="160"/>
                  </a:lnTo>
                  <a:lnTo>
                    <a:pt x="121" y="166"/>
                  </a:lnTo>
                  <a:lnTo>
                    <a:pt x="108" y="171"/>
                  </a:lnTo>
                  <a:lnTo>
                    <a:pt x="94" y="173"/>
                  </a:lnTo>
                  <a:lnTo>
                    <a:pt x="79" y="173"/>
                  </a:lnTo>
                  <a:lnTo>
                    <a:pt x="79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7" name="Freeform 7">
              <a:extLst>
                <a:ext uri="{FF2B5EF4-FFF2-40B4-BE49-F238E27FC236}">
                  <a16:creationId xmlns:a16="http://schemas.microsoft.com/office/drawing/2014/main" id="{39107E6B-F14E-48F9-845B-AD0FE80AE9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04088" y="3865563"/>
              <a:ext cx="157163" cy="268288"/>
            </a:xfrm>
            <a:custGeom>
              <a:avLst/>
              <a:gdLst>
                <a:gd name="T0" fmla="*/ 5 w 99"/>
                <a:gd name="T1" fmla="*/ 169 h 169"/>
                <a:gd name="T2" fmla="*/ 5 w 99"/>
                <a:gd name="T3" fmla="*/ 169 h 169"/>
                <a:gd name="T4" fmla="*/ 0 w 99"/>
                <a:gd name="T5" fmla="*/ 168 h 169"/>
                <a:gd name="T6" fmla="*/ 0 w 99"/>
                <a:gd name="T7" fmla="*/ 165 h 169"/>
                <a:gd name="T8" fmla="*/ 0 w 99"/>
                <a:gd name="T9" fmla="*/ 4 h 169"/>
                <a:gd name="T10" fmla="*/ 0 w 99"/>
                <a:gd name="T11" fmla="*/ 4 h 169"/>
                <a:gd name="T12" fmla="*/ 0 w 99"/>
                <a:gd name="T13" fmla="*/ 0 h 169"/>
                <a:gd name="T14" fmla="*/ 5 w 99"/>
                <a:gd name="T15" fmla="*/ 0 h 169"/>
                <a:gd name="T16" fmla="*/ 95 w 99"/>
                <a:gd name="T17" fmla="*/ 0 h 169"/>
                <a:gd name="T18" fmla="*/ 95 w 99"/>
                <a:gd name="T19" fmla="*/ 0 h 169"/>
                <a:gd name="T20" fmla="*/ 98 w 99"/>
                <a:gd name="T21" fmla="*/ 0 h 169"/>
                <a:gd name="T22" fmla="*/ 99 w 99"/>
                <a:gd name="T23" fmla="*/ 4 h 169"/>
                <a:gd name="T24" fmla="*/ 99 w 99"/>
                <a:gd name="T25" fmla="*/ 12 h 169"/>
                <a:gd name="T26" fmla="*/ 99 w 99"/>
                <a:gd name="T27" fmla="*/ 12 h 169"/>
                <a:gd name="T28" fmla="*/ 98 w 99"/>
                <a:gd name="T29" fmla="*/ 16 h 169"/>
                <a:gd name="T30" fmla="*/ 95 w 99"/>
                <a:gd name="T31" fmla="*/ 17 h 169"/>
                <a:gd name="T32" fmla="*/ 21 w 99"/>
                <a:gd name="T33" fmla="*/ 17 h 169"/>
                <a:gd name="T34" fmla="*/ 21 w 99"/>
                <a:gd name="T35" fmla="*/ 71 h 169"/>
                <a:gd name="T36" fmla="*/ 86 w 99"/>
                <a:gd name="T37" fmla="*/ 71 h 169"/>
                <a:gd name="T38" fmla="*/ 86 w 99"/>
                <a:gd name="T39" fmla="*/ 71 h 169"/>
                <a:gd name="T40" fmla="*/ 91 w 99"/>
                <a:gd name="T41" fmla="*/ 73 h 169"/>
                <a:gd name="T42" fmla="*/ 91 w 99"/>
                <a:gd name="T43" fmla="*/ 77 h 169"/>
                <a:gd name="T44" fmla="*/ 91 w 99"/>
                <a:gd name="T45" fmla="*/ 84 h 169"/>
                <a:gd name="T46" fmla="*/ 91 w 99"/>
                <a:gd name="T47" fmla="*/ 84 h 169"/>
                <a:gd name="T48" fmla="*/ 91 w 99"/>
                <a:gd name="T49" fmla="*/ 89 h 169"/>
                <a:gd name="T50" fmla="*/ 86 w 99"/>
                <a:gd name="T51" fmla="*/ 89 h 169"/>
                <a:gd name="T52" fmla="*/ 21 w 99"/>
                <a:gd name="T53" fmla="*/ 89 h 169"/>
                <a:gd name="T54" fmla="*/ 21 w 99"/>
                <a:gd name="T55" fmla="*/ 151 h 169"/>
                <a:gd name="T56" fmla="*/ 95 w 99"/>
                <a:gd name="T57" fmla="*/ 151 h 169"/>
                <a:gd name="T58" fmla="*/ 95 w 99"/>
                <a:gd name="T59" fmla="*/ 151 h 169"/>
                <a:gd name="T60" fmla="*/ 98 w 99"/>
                <a:gd name="T61" fmla="*/ 151 h 169"/>
                <a:gd name="T62" fmla="*/ 99 w 99"/>
                <a:gd name="T63" fmla="*/ 156 h 169"/>
                <a:gd name="T64" fmla="*/ 99 w 99"/>
                <a:gd name="T65" fmla="*/ 165 h 169"/>
                <a:gd name="T66" fmla="*/ 99 w 99"/>
                <a:gd name="T67" fmla="*/ 165 h 169"/>
                <a:gd name="T68" fmla="*/ 98 w 99"/>
                <a:gd name="T69" fmla="*/ 168 h 169"/>
                <a:gd name="T70" fmla="*/ 95 w 99"/>
                <a:gd name="T71" fmla="*/ 169 h 169"/>
                <a:gd name="T72" fmla="*/ 5 w 99"/>
                <a:gd name="T7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169">
                  <a:moveTo>
                    <a:pt x="5" y="169"/>
                  </a:moveTo>
                  <a:lnTo>
                    <a:pt x="5" y="169"/>
                  </a:lnTo>
                  <a:lnTo>
                    <a:pt x="0" y="168"/>
                  </a:lnTo>
                  <a:lnTo>
                    <a:pt x="0" y="16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5" y="0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98" y="0"/>
                  </a:lnTo>
                  <a:lnTo>
                    <a:pt x="99" y="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8" y="16"/>
                  </a:lnTo>
                  <a:lnTo>
                    <a:pt x="95" y="17"/>
                  </a:lnTo>
                  <a:lnTo>
                    <a:pt x="21" y="17"/>
                  </a:lnTo>
                  <a:lnTo>
                    <a:pt x="21" y="71"/>
                  </a:lnTo>
                  <a:lnTo>
                    <a:pt x="86" y="71"/>
                  </a:lnTo>
                  <a:lnTo>
                    <a:pt x="86" y="71"/>
                  </a:lnTo>
                  <a:lnTo>
                    <a:pt x="91" y="73"/>
                  </a:lnTo>
                  <a:lnTo>
                    <a:pt x="91" y="77"/>
                  </a:lnTo>
                  <a:lnTo>
                    <a:pt x="91" y="84"/>
                  </a:lnTo>
                  <a:lnTo>
                    <a:pt x="91" y="84"/>
                  </a:lnTo>
                  <a:lnTo>
                    <a:pt x="91" y="89"/>
                  </a:lnTo>
                  <a:lnTo>
                    <a:pt x="86" y="89"/>
                  </a:lnTo>
                  <a:lnTo>
                    <a:pt x="21" y="89"/>
                  </a:lnTo>
                  <a:lnTo>
                    <a:pt x="21" y="151"/>
                  </a:lnTo>
                  <a:lnTo>
                    <a:pt x="95" y="151"/>
                  </a:lnTo>
                  <a:lnTo>
                    <a:pt x="95" y="151"/>
                  </a:lnTo>
                  <a:lnTo>
                    <a:pt x="98" y="151"/>
                  </a:lnTo>
                  <a:lnTo>
                    <a:pt x="99" y="156"/>
                  </a:lnTo>
                  <a:lnTo>
                    <a:pt x="99" y="165"/>
                  </a:lnTo>
                  <a:lnTo>
                    <a:pt x="99" y="165"/>
                  </a:lnTo>
                  <a:lnTo>
                    <a:pt x="98" y="168"/>
                  </a:lnTo>
                  <a:lnTo>
                    <a:pt x="95" y="169"/>
                  </a:lnTo>
                  <a:lnTo>
                    <a:pt x="5" y="1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63CACCA4-DD2B-43DC-856F-39ED6DFA83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89838" y="3935413"/>
              <a:ext cx="147638" cy="200025"/>
            </a:xfrm>
            <a:custGeom>
              <a:avLst/>
              <a:gdLst>
                <a:gd name="T0" fmla="*/ 55 w 93"/>
                <a:gd name="T1" fmla="*/ 126 h 126"/>
                <a:gd name="T2" fmla="*/ 30 w 93"/>
                <a:gd name="T3" fmla="*/ 122 h 126"/>
                <a:gd name="T4" fmla="*/ 13 w 93"/>
                <a:gd name="T5" fmla="*/ 107 h 126"/>
                <a:gd name="T6" fmla="*/ 3 w 93"/>
                <a:gd name="T7" fmla="*/ 87 h 126"/>
                <a:gd name="T8" fmla="*/ 0 w 93"/>
                <a:gd name="T9" fmla="*/ 64 h 126"/>
                <a:gd name="T10" fmla="*/ 1 w 93"/>
                <a:gd name="T11" fmla="*/ 52 h 126"/>
                <a:gd name="T12" fmla="*/ 7 w 93"/>
                <a:gd name="T13" fmla="*/ 29 h 126"/>
                <a:gd name="T14" fmla="*/ 20 w 93"/>
                <a:gd name="T15" fmla="*/ 11 h 126"/>
                <a:gd name="T16" fmla="*/ 42 w 93"/>
                <a:gd name="T17" fmla="*/ 1 h 126"/>
                <a:gd name="T18" fmla="*/ 57 w 93"/>
                <a:gd name="T19" fmla="*/ 0 h 126"/>
                <a:gd name="T20" fmla="*/ 76 w 93"/>
                <a:gd name="T21" fmla="*/ 1 h 126"/>
                <a:gd name="T22" fmla="*/ 92 w 93"/>
                <a:gd name="T23" fmla="*/ 10 h 126"/>
                <a:gd name="T24" fmla="*/ 93 w 93"/>
                <a:gd name="T25" fmla="*/ 13 h 126"/>
                <a:gd name="T26" fmla="*/ 87 w 93"/>
                <a:gd name="T27" fmla="*/ 23 h 126"/>
                <a:gd name="T28" fmla="*/ 86 w 93"/>
                <a:gd name="T29" fmla="*/ 26 h 126"/>
                <a:gd name="T30" fmla="*/ 81 w 93"/>
                <a:gd name="T31" fmla="*/ 24 h 126"/>
                <a:gd name="T32" fmla="*/ 70 w 93"/>
                <a:gd name="T33" fmla="*/ 19 h 126"/>
                <a:gd name="T34" fmla="*/ 57 w 93"/>
                <a:gd name="T35" fmla="*/ 16 h 126"/>
                <a:gd name="T36" fmla="*/ 48 w 93"/>
                <a:gd name="T37" fmla="*/ 17 h 126"/>
                <a:gd name="T38" fmla="*/ 33 w 93"/>
                <a:gd name="T39" fmla="*/ 24 h 126"/>
                <a:gd name="T40" fmla="*/ 26 w 93"/>
                <a:gd name="T41" fmla="*/ 37 h 126"/>
                <a:gd name="T42" fmla="*/ 22 w 93"/>
                <a:gd name="T43" fmla="*/ 54 h 126"/>
                <a:gd name="T44" fmla="*/ 20 w 93"/>
                <a:gd name="T45" fmla="*/ 64 h 126"/>
                <a:gd name="T46" fmla="*/ 23 w 93"/>
                <a:gd name="T47" fmla="*/ 81 h 126"/>
                <a:gd name="T48" fmla="*/ 29 w 93"/>
                <a:gd name="T49" fmla="*/ 96 h 126"/>
                <a:gd name="T50" fmla="*/ 39 w 93"/>
                <a:gd name="T51" fmla="*/ 106 h 126"/>
                <a:gd name="T52" fmla="*/ 55 w 93"/>
                <a:gd name="T53" fmla="*/ 110 h 126"/>
                <a:gd name="T54" fmla="*/ 62 w 93"/>
                <a:gd name="T55" fmla="*/ 110 h 126"/>
                <a:gd name="T56" fmla="*/ 76 w 93"/>
                <a:gd name="T57" fmla="*/ 106 h 126"/>
                <a:gd name="T58" fmla="*/ 81 w 93"/>
                <a:gd name="T59" fmla="*/ 102 h 126"/>
                <a:gd name="T60" fmla="*/ 89 w 93"/>
                <a:gd name="T61" fmla="*/ 102 h 126"/>
                <a:gd name="T62" fmla="*/ 93 w 93"/>
                <a:gd name="T63" fmla="*/ 109 h 126"/>
                <a:gd name="T64" fmla="*/ 92 w 93"/>
                <a:gd name="T65" fmla="*/ 115 h 126"/>
                <a:gd name="T66" fmla="*/ 83 w 93"/>
                <a:gd name="T67" fmla="*/ 121 h 126"/>
                <a:gd name="T68" fmla="*/ 65 w 93"/>
                <a:gd name="T69" fmla="*/ 126 h 126"/>
                <a:gd name="T70" fmla="*/ 55 w 93"/>
                <a:gd name="T71" fmla="*/ 12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3" h="126">
                  <a:moveTo>
                    <a:pt x="55" y="126"/>
                  </a:moveTo>
                  <a:lnTo>
                    <a:pt x="55" y="126"/>
                  </a:lnTo>
                  <a:lnTo>
                    <a:pt x="41" y="125"/>
                  </a:lnTo>
                  <a:lnTo>
                    <a:pt x="30" y="122"/>
                  </a:lnTo>
                  <a:lnTo>
                    <a:pt x="20" y="116"/>
                  </a:lnTo>
                  <a:lnTo>
                    <a:pt x="13" y="107"/>
                  </a:lnTo>
                  <a:lnTo>
                    <a:pt x="7" y="99"/>
                  </a:lnTo>
                  <a:lnTo>
                    <a:pt x="3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2"/>
                  </a:lnTo>
                  <a:lnTo>
                    <a:pt x="3" y="40"/>
                  </a:lnTo>
                  <a:lnTo>
                    <a:pt x="7" y="29"/>
                  </a:lnTo>
                  <a:lnTo>
                    <a:pt x="13" y="20"/>
                  </a:lnTo>
                  <a:lnTo>
                    <a:pt x="20" y="11"/>
                  </a:lnTo>
                  <a:lnTo>
                    <a:pt x="30" y="5"/>
                  </a:lnTo>
                  <a:lnTo>
                    <a:pt x="42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5" y="0"/>
                  </a:lnTo>
                  <a:lnTo>
                    <a:pt x="76" y="1"/>
                  </a:lnTo>
                  <a:lnTo>
                    <a:pt x="84" y="5"/>
                  </a:lnTo>
                  <a:lnTo>
                    <a:pt x="92" y="10"/>
                  </a:lnTo>
                  <a:lnTo>
                    <a:pt x="92" y="10"/>
                  </a:lnTo>
                  <a:lnTo>
                    <a:pt x="93" y="13"/>
                  </a:lnTo>
                  <a:lnTo>
                    <a:pt x="93" y="17"/>
                  </a:lnTo>
                  <a:lnTo>
                    <a:pt x="87" y="23"/>
                  </a:lnTo>
                  <a:lnTo>
                    <a:pt x="87" y="23"/>
                  </a:lnTo>
                  <a:lnTo>
                    <a:pt x="86" y="26"/>
                  </a:lnTo>
                  <a:lnTo>
                    <a:pt x="81" y="24"/>
                  </a:lnTo>
                  <a:lnTo>
                    <a:pt x="81" y="24"/>
                  </a:lnTo>
                  <a:lnTo>
                    <a:pt x="76" y="21"/>
                  </a:lnTo>
                  <a:lnTo>
                    <a:pt x="70" y="19"/>
                  </a:lnTo>
                  <a:lnTo>
                    <a:pt x="64" y="17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7"/>
                  </a:lnTo>
                  <a:lnTo>
                    <a:pt x="41" y="20"/>
                  </a:lnTo>
                  <a:lnTo>
                    <a:pt x="33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0" y="64"/>
                  </a:lnTo>
                  <a:lnTo>
                    <a:pt x="20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4" y="90"/>
                  </a:lnTo>
                  <a:lnTo>
                    <a:pt x="29" y="96"/>
                  </a:lnTo>
                  <a:lnTo>
                    <a:pt x="33" y="102"/>
                  </a:lnTo>
                  <a:lnTo>
                    <a:pt x="39" y="106"/>
                  </a:lnTo>
                  <a:lnTo>
                    <a:pt x="46" y="109"/>
                  </a:lnTo>
                  <a:lnTo>
                    <a:pt x="55" y="110"/>
                  </a:lnTo>
                  <a:lnTo>
                    <a:pt x="55" y="110"/>
                  </a:lnTo>
                  <a:lnTo>
                    <a:pt x="62" y="110"/>
                  </a:lnTo>
                  <a:lnTo>
                    <a:pt x="68" y="107"/>
                  </a:lnTo>
                  <a:lnTo>
                    <a:pt x="76" y="106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6" y="100"/>
                  </a:lnTo>
                  <a:lnTo>
                    <a:pt x="89" y="102"/>
                  </a:lnTo>
                  <a:lnTo>
                    <a:pt x="93" y="109"/>
                  </a:lnTo>
                  <a:lnTo>
                    <a:pt x="93" y="109"/>
                  </a:lnTo>
                  <a:lnTo>
                    <a:pt x="93" y="112"/>
                  </a:lnTo>
                  <a:lnTo>
                    <a:pt x="92" y="115"/>
                  </a:lnTo>
                  <a:lnTo>
                    <a:pt x="92" y="115"/>
                  </a:lnTo>
                  <a:lnTo>
                    <a:pt x="83" y="121"/>
                  </a:lnTo>
                  <a:lnTo>
                    <a:pt x="74" y="124"/>
                  </a:lnTo>
                  <a:lnTo>
                    <a:pt x="65" y="126"/>
                  </a:lnTo>
                  <a:lnTo>
                    <a:pt x="55" y="126"/>
                  </a:lnTo>
                  <a:lnTo>
                    <a:pt x="55" y="12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F85EDF94-ACEB-4DEE-B818-AAE7AEF6D9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72400" y="3935413"/>
              <a:ext cx="180975" cy="200025"/>
            </a:xfrm>
            <a:custGeom>
              <a:avLst/>
              <a:gdLst>
                <a:gd name="T0" fmla="*/ 57 w 114"/>
                <a:gd name="T1" fmla="*/ 126 h 126"/>
                <a:gd name="T2" fmla="*/ 32 w 114"/>
                <a:gd name="T3" fmla="*/ 122 h 126"/>
                <a:gd name="T4" fmla="*/ 14 w 114"/>
                <a:gd name="T5" fmla="*/ 107 h 126"/>
                <a:gd name="T6" fmla="*/ 4 w 114"/>
                <a:gd name="T7" fmla="*/ 87 h 126"/>
                <a:gd name="T8" fmla="*/ 0 w 114"/>
                <a:gd name="T9" fmla="*/ 64 h 126"/>
                <a:gd name="T10" fmla="*/ 1 w 114"/>
                <a:gd name="T11" fmla="*/ 51 h 126"/>
                <a:gd name="T12" fmla="*/ 9 w 114"/>
                <a:gd name="T13" fmla="*/ 29 h 126"/>
                <a:gd name="T14" fmla="*/ 22 w 114"/>
                <a:gd name="T15" fmla="*/ 11 h 126"/>
                <a:gd name="T16" fmla="*/ 44 w 114"/>
                <a:gd name="T17" fmla="*/ 1 h 126"/>
                <a:gd name="T18" fmla="*/ 57 w 114"/>
                <a:gd name="T19" fmla="*/ 0 h 126"/>
                <a:gd name="T20" fmla="*/ 83 w 114"/>
                <a:gd name="T21" fmla="*/ 4 h 126"/>
                <a:gd name="T22" fmla="*/ 101 w 114"/>
                <a:gd name="T23" fmla="*/ 19 h 126"/>
                <a:gd name="T24" fmla="*/ 111 w 114"/>
                <a:gd name="T25" fmla="*/ 39 h 126"/>
                <a:gd name="T26" fmla="*/ 114 w 114"/>
                <a:gd name="T27" fmla="*/ 64 h 126"/>
                <a:gd name="T28" fmla="*/ 112 w 114"/>
                <a:gd name="T29" fmla="*/ 75 h 126"/>
                <a:gd name="T30" fmla="*/ 106 w 114"/>
                <a:gd name="T31" fmla="*/ 97 h 126"/>
                <a:gd name="T32" fmla="*/ 92 w 114"/>
                <a:gd name="T33" fmla="*/ 116 h 126"/>
                <a:gd name="T34" fmla="*/ 71 w 114"/>
                <a:gd name="T35" fmla="*/ 125 h 126"/>
                <a:gd name="T36" fmla="*/ 57 w 114"/>
                <a:gd name="T37" fmla="*/ 126 h 126"/>
                <a:gd name="T38" fmla="*/ 57 w 114"/>
                <a:gd name="T39" fmla="*/ 112 h 126"/>
                <a:gd name="T40" fmla="*/ 73 w 114"/>
                <a:gd name="T41" fmla="*/ 107 h 126"/>
                <a:gd name="T42" fmla="*/ 84 w 114"/>
                <a:gd name="T43" fmla="*/ 97 h 126"/>
                <a:gd name="T44" fmla="*/ 90 w 114"/>
                <a:gd name="T45" fmla="*/ 81 h 126"/>
                <a:gd name="T46" fmla="*/ 93 w 114"/>
                <a:gd name="T47" fmla="*/ 64 h 126"/>
                <a:gd name="T48" fmla="*/ 92 w 114"/>
                <a:gd name="T49" fmla="*/ 54 h 126"/>
                <a:gd name="T50" fmla="*/ 89 w 114"/>
                <a:gd name="T51" fmla="*/ 37 h 126"/>
                <a:gd name="T52" fmla="*/ 80 w 114"/>
                <a:gd name="T53" fmla="*/ 24 h 126"/>
                <a:gd name="T54" fmla="*/ 66 w 114"/>
                <a:gd name="T55" fmla="*/ 16 h 126"/>
                <a:gd name="T56" fmla="*/ 57 w 114"/>
                <a:gd name="T57" fmla="*/ 16 h 126"/>
                <a:gd name="T58" fmla="*/ 41 w 114"/>
                <a:gd name="T59" fmla="*/ 19 h 126"/>
                <a:gd name="T60" fmla="*/ 29 w 114"/>
                <a:gd name="T61" fmla="*/ 30 h 126"/>
                <a:gd name="T62" fmla="*/ 23 w 114"/>
                <a:gd name="T63" fmla="*/ 45 h 126"/>
                <a:gd name="T64" fmla="*/ 22 w 114"/>
                <a:gd name="T65" fmla="*/ 64 h 126"/>
                <a:gd name="T66" fmla="*/ 22 w 114"/>
                <a:gd name="T67" fmla="*/ 72 h 126"/>
                <a:gd name="T68" fmla="*/ 26 w 114"/>
                <a:gd name="T69" fmla="*/ 90 h 126"/>
                <a:gd name="T70" fmla="*/ 35 w 114"/>
                <a:gd name="T71" fmla="*/ 103 h 126"/>
                <a:gd name="T72" fmla="*/ 48 w 114"/>
                <a:gd name="T73" fmla="*/ 110 h 126"/>
                <a:gd name="T74" fmla="*/ 57 w 114"/>
                <a:gd name="T75" fmla="*/ 11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4" h="126">
                  <a:moveTo>
                    <a:pt x="57" y="126"/>
                  </a:moveTo>
                  <a:lnTo>
                    <a:pt x="57" y="126"/>
                  </a:lnTo>
                  <a:lnTo>
                    <a:pt x="44" y="125"/>
                  </a:lnTo>
                  <a:lnTo>
                    <a:pt x="32" y="122"/>
                  </a:lnTo>
                  <a:lnTo>
                    <a:pt x="22" y="116"/>
                  </a:lnTo>
                  <a:lnTo>
                    <a:pt x="14" y="107"/>
                  </a:lnTo>
                  <a:lnTo>
                    <a:pt x="7" y="97"/>
                  </a:lnTo>
                  <a:lnTo>
                    <a:pt x="4" y="87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" y="51"/>
                  </a:lnTo>
                  <a:lnTo>
                    <a:pt x="4" y="39"/>
                  </a:lnTo>
                  <a:lnTo>
                    <a:pt x="9" y="29"/>
                  </a:lnTo>
                  <a:lnTo>
                    <a:pt x="14" y="19"/>
                  </a:lnTo>
                  <a:lnTo>
                    <a:pt x="22" y="11"/>
                  </a:lnTo>
                  <a:lnTo>
                    <a:pt x="32" y="4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71" y="1"/>
                  </a:lnTo>
                  <a:lnTo>
                    <a:pt x="83" y="4"/>
                  </a:lnTo>
                  <a:lnTo>
                    <a:pt x="93" y="11"/>
                  </a:lnTo>
                  <a:lnTo>
                    <a:pt x="101" y="19"/>
                  </a:lnTo>
                  <a:lnTo>
                    <a:pt x="106" y="29"/>
                  </a:lnTo>
                  <a:lnTo>
                    <a:pt x="111" y="39"/>
                  </a:lnTo>
                  <a:lnTo>
                    <a:pt x="112" y="51"/>
                  </a:lnTo>
                  <a:lnTo>
                    <a:pt x="114" y="64"/>
                  </a:lnTo>
                  <a:lnTo>
                    <a:pt x="114" y="64"/>
                  </a:lnTo>
                  <a:lnTo>
                    <a:pt x="112" y="75"/>
                  </a:lnTo>
                  <a:lnTo>
                    <a:pt x="111" y="87"/>
                  </a:lnTo>
                  <a:lnTo>
                    <a:pt x="106" y="97"/>
                  </a:lnTo>
                  <a:lnTo>
                    <a:pt x="101" y="107"/>
                  </a:lnTo>
                  <a:lnTo>
                    <a:pt x="92" y="116"/>
                  </a:lnTo>
                  <a:lnTo>
                    <a:pt x="83" y="122"/>
                  </a:lnTo>
                  <a:lnTo>
                    <a:pt x="71" y="125"/>
                  </a:lnTo>
                  <a:lnTo>
                    <a:pt x="57" y="126"/>
                  </a:lnTo>
                  <a:lnTo>
                    <a:pt x="57" y="126"/>
                  </a:lnTo>
                  <a:close/>
                  <a:moveTo>
                    <a:pt x="57" y="112"/>
                  </a:moveTo>
                  <a:lnTo>
                    <a:pt x="57" y="112"/>
                  </a:lnTo>
                  <a:lnTo>
                    <a:pt x="66" y="110"/>
                  </a:lnTo>
                  <a:lnTo>
                    <a:pt x="73" y="107"/>
                  </a:lnTo>
                  <a:lnTo>
                    <a:pt x="80" y="103"/>
                  </a:lnTo>
                  <a:lnTo>
                    <a:pt x="84" y="97"/>
                  </a:lnTo>
                  <a:lnTo>
                    <a:pt x="89" y="90"/>
                  </a:lnTo>
                  <a:lnTo>
                    <a:pt x="90" y="81"/>
                  </a:lnTo>
                  <a:lnTo>
                    <a:pt x="92" y="72"/>
                  </a:lnTo>
                  <a:lnTo>
                    <a:pt x="93" y="64"/>
                  </a:lnTo>
                  <a:lnTo>
                    <a:pt x="93" y="64"/>
                  </a:lnTo>
                  <a:lnTo>
                    <a:pt x="92" y="54"/>
                  </a:lnTo>
                  <a:lnTo>
                    <a:pt x="90" y="45"/>
                  </a:lnTo>
                  <a:lnTo>
                    <a:pt x="89" y="37"/>
                  </a:lnTo>
                  <a:lnTo>
                    <a:pt x="84" y="30"/>
                  </a:lnTo>
                  <a:lnTo>
                    <a:pt x="80" y="24"/>
                  </a:lnTo>
                  <a:lnTo>
                    <a:pt x="73" y="19"/>
                  </a:lnTo>
                  <a:lnTo>
                    <a:pt x="66" y="16"/>
                  </a:lnTo>
                  <a:lnTo>
                    <a:pt x="57" y="16"/>
                  </a:lnTo>
                  <a:lnTo>
                    <a:pt x="57" y="16"/>
                  </a:lnTo>
                  <a:lnTo>
                    <a:pt x="48" y="16"/>
                  </a:lnTo>
                  <a:lnTo>
                    <a:pt x="41" y="19"/>
                  </a:lnTo>
                  <a:lnTo>
                    <a:pt x="35" y="24"/>
                  </a:lnTo>
                  <a:lnTo>
                    <a:pt x="29" y="30"/>
                  </a:lnTo>
                  <a:lnTo>
                    <a:pt x="26" y="37"/>
                  </a:lnTo>
                  <a:lnTo>
                    <a:pt x="23" y="45"/>
                  </a:lnTo>
                  <a:lnTo>
                    <a:pt x="22" y="5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72"/>
                  </a:lnTo>
                  <a:lnTo>
                    <a:pt x="23" y="81"/>
                  </a:lnTo>
                  <a:lnTo>
                    <a:pt x="26" y="90"/>
                  </a:lnTo>
                  <a:lnTo>
                    <a:pt x="29" y="97"/>
                  </a:lnTo>
                  <a:lnTo>
                    <a:pt x="35" y="103"/>
                  </a:lnTo>
                  <a:lnTo>
                    <a:pt x="41" y="107"/>
                  </a:lnTo>
                  <a:lnTo>
                    <a:pt x="48" y="110"/>
                  </a:lnTo>
                  <a:lnTo>
                    <a:pt x="57" y="112"/>
                  </a:lnTo>
                  <a:lnTo>
                    <a:pt x="57" y="1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7A475C8B-EDC8-496C-9A20-AAE76FD67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01000" y="3935413"/>
              <a:ext cx="273050" cy="198438"/>
            </a:xfrm>
            <a:custGeom>
              <a:avLst/>
              <a:gdLst>
                <a:gd name="T0" fmla="*/ 5 w 172"/>
                <a:gd name="T1" fmla="*/ 125 h 125"/>
                <a:gd name="T2" fmla="*/ 0 w 172"/>
                <a:gd name="T3" fmla="*/ 121 h 125"/>
                <a:gd name="T4" fmla="*/ 0 w 172"/>
                <a:gd name="T5" fmla="*/ 7 h 125"/>
                <a:gd name="T6" fmla="*/ 5 w 172"/>
                <a:gd name="T7" fmla="*/ 2 h 125"/>
                <a:gd name="T8" fmla="*/ 15 w 172"/>
                <a:gd name="T9" fmla="*/ 2 h 125"/>
                <a:gd name="T10" fmla="*/ 19 w 172"/>
                <a:gd name="T11" fmla="*/ 7 h 125"/>
                <a:gd name="T12" fmla="*/ 19 w 172"/>
                <a:gd name="T13" fmla="*/ 17 h 125"/>
                <a:gd name="T14" fmla="*/ 32 w 172"/>
                <a:gd name="T15" fmla="*/ 5 h 125"/>
                <a:gd name="T16" fmla="*/ 56 w 172"/>
                <a:gd name="T17" fmla="*/ 0 h 125"/>
                <a:gd name="T18" fmla="*/ 67 w 172"/>
                <a:gd name="T19" fmla="*/ 1 h 125"/>
                <a:gd name="T20" fmla="*/ 85 w 172"/>
                <a:gd name="T21" fmla="*/ 11 h 125"/>
                <a:gd name="T22" fmla="*/ 91 w 172"/>
                <a:gd name="T23" fmla="*/ 19 h 125"/>
                <a:gd name="T24" fmla="*/ 107 w 172"/>
                <a:gd name="T25" fmla="*/ 5 h 125"/>
                <a:gd name="T26" fmla="*/ 132 w 172"/>
                <a:gd name="T27" fmla="*/ 0 h 125"/>
                <a:gd name="T28" fmla="*/ 142 w 172"/>
                <a:gd name="T29" fmla="*/ 0 h 125"/>
                <a:gd name="T30" fmla="*/ 158 w 172"/>
                <a:gd name="T31" fmla="*/ 7 h 125"/>
                <a:gd name="T32" fmla="*/ 168 w 172"/>
                <a:gd name="T33" fmla="*/ 20 h 125"/>
                <a:gd name="T34" fmla="*/ 172 w 172"/>
                <a:gd name="T35" fmla="*/ 36 h 125"/>
                <a:gd name="T36" fmla="*/ 172 w 172"/>
                <a:gd name="T37" fmla="*/ 121 h 125"/>
                <a:gd name="T38" fmla="*/ 172 w 172"/>
                <a:gd name="T39" fmla="*/ 124 h 125"/>
                <a:gd name="T40" fmla="*/ 158 w 172"/>
                <a:gd name="T41" fmla="*/ 125 h 125"/>
                <a:gd name="T42" fmla="*/ 153 w 172"/>
                <a:gd name="T43" fmla="*/ 124 h 125"/>
                <a:gd name="T44" fmla="*/ 153 w 172"/>
                <a:gd name="T45" fmla="*/ 48 h 125"/>
                <a:gd name="T46" fmla="*/ 152 w 172"/>
                <a:gd name="T47" fmla="*/ 36 h 125"/>
                <a:gd name="T48" fmla="*/ 148 w 172"/>
                <a:gd name="T49" fmla="*/ 26 h 125"/>
                <a:gd name="T50" fmla="*/ 140 w 172"/>
                <a:gd name="T51" fmla="*/ 19 h 125"/>
                <a:gd name="T52" fmla="*/ 127 w 172"/>
                <a:gd name="T53" fmla="*/ 16 h 125"/>
                <a:gd name="T54" fmla="*/ 120 w 172"/>
                <a:gd name="T55" fmla="*/ 17 h 125"/>
                <a:gd name="T56" fmla="*/ 104 w 172"/>
                <a:gd name="T57" fmla="*/ 24 h 125"/>
                <a:gd name="T58" fmla="*/ 97 w 172"/>
                <a:gd name="T59" fmla="*/ 121 h 125"/>
                <a:gd name="T60" fmla="*/ 95 w 172"/>
                <a:gd name="T61" fmla="*/ 124 h 125"/>
                <a:gd name="T62" fmla="*/ 82 w 172"/>
                <a:gd name="T63" fmla="*/ 125 h 125"/>
                <a:gd name="T64" fmla="*/ 78 w 172"/>
                <a:gd name="T65" fmla="*/ 124 h 125"/>
                <a:gd name="T66" fmla="*/ 76 w 172"/>
                <a:gd name="T67" fmla="*/ 48 h 125"/>
                <a:gd name="T68" fmla="*/ 76 w 172"/>
                <a:gd name="T69" fmla="*/ 36 h 125"/>
                <a:gd name="T70" fmla="*/ 72 w 172"/>
                <a:gd name="T71" fmla="*/ 26 h 125"/>
                <a:gd name="T72" fmla="*/ 64 w 172"/>
                <a:gd name="T73" fmla="*/ 19 h 125"/>
                <a:gd name="T74" fmla="*/ 51 w 172"/>
                <a:gd name="T75" fmla="*/ 16 h 125"/>
                <a:gd name="T76" fmla="*/ 44 w 172"/>
                <a:gd name="T77" fmla="*/ 17 h 125"/>
                <a:gd name="T78" fmla="*/ 28 w 172"/>
                <a:gd name="T79" fmla="*/ 24 h 125"/>
                <a:gd name="T80" fmla="*/ 21 w 172"/>
                <a:gd name="T81" fmla="*/ 121 h 125"/>
                <a:gd name="T82" fmla="*/ 19 w 172"/>
                <a:gd name="T83" fmla="*/ 124 h 125"/>
                <a:gd name="T84" fmla="*/ 5 w 172"/>
                <a:gd name="T85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2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5"/>
                  </a:lnTo>
                  <a:lnTo>
                    <a:pt x="43" y="1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67" y="1"/>
                  </a:lnTo>
                  <a:lnTo>
                    <a:pt x="78" y="4"/>
                  </a:lnTo>
                  <a:lnTo>
                    <a:pt x="85" y="11"/>
                  </a:lnTo>
                  <a:lnTo>
                    <a:pt x="91" y="19"/>
                  </a:lnTo>
                  <a:lnTo>
                    <a:pt x="91" y="19"/>
                  </a:lnTo>
                  <a:lnTo>
                    <a:pt x="98" y="11"/>
                  </a:lnTo>
                  <a:lnTo>
                    <a:pt x="107" y="5"/>
                  </a:lnTo>
                  <a:lnTo>
                    <a:pt x="118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2" y="0"/>
                  </a:lnTo>
                  <a:lnTo>
                    <a:pt x="150" y="2"/>
                  </a:lnTo>
                  <a:lnTo>
                    <a:pt x="158" y="7"/>
                  </a:lnTo>
                  <a:lnTo>
                    <a:pt x="164" y="13"/>
                  </a:lnTo>
                  <a:lnTo>
                    <a:pt x="168" y="20"/>
                  </a:lnTo>
                  <a:lnTo>
                    <a:pt x="171" y="27"/>
                  </a:lnTo>
                  <a:lnTo>
                    <a:pt x="172" y="36"/>
                  </a:lnTo>
                  <a:lnTo>
                    <a:pt x="172" y="46"/>
                  </a:lnTo>
                  <a:lnTo>
                    <a:pt x="172" y="121"/>
                  </a:lnTo>
                  <a:lnTo>
                    <a:pt x="172" y="121"/>
                  </a:lnTo>
                  <a:lnTo>
                    <a:pt x="172" y="124"/>
                  </a:lnTo>
                  <a:lnTo>
                    <a:pt x="16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3" y="124"/>
                  </a:lnTo>
                  <a:lnTo>
                    <a:pt x="153" y="121"/>
                  </a:lnTo>
                  <a:lnTo>
                    <a:pt x="153" y="48"/>
                  </a:lnTo>
                  <a:lnTo>
                    <a:pt x="153" y="48"/>
                  </a:lnTo>
                  <a:lnTo>
                    <a:pt x="152" y="36"/>
                  </a:lnTo>
                  <a:lnTo>
                    <a:pt x="150" y="32"/>
                  </a:lnTo>
                  <a:lnTo>
                    <a:pt x="148" y="26"/>
                  </a:lnTo>
                  <a:lnTo>
                    <a:pt x="145" y="21"/>
                  </a:lnTo>
                  <a:lnTo>
                    <a:pt x="140" y="19"/>
                  </a:lnTo>
                  <a:lnTo>
                    <a:pt x="134" y="17"/>
                  </a:lnTo>
                  <a:lnTo>
                    <a:pt x="127" y="16"/>
                  </a:lnTo>
                  <a:lnTo>
                    <a:pt x="127" y="16"/>
                  </a:lnTo>
                  <a:lnTo>
                    <a:pt x="120" y="17"/>
                  </a:lnTo>
                  <a:lnTo>
                    <a:pt x="111" y="20"/>
                  </a:lnTo>
                  <a:lnTo>
                    <a:pt x="104" y="24"/>
                  </a:lnTo>
                  <a:lnTo>
                    <a:pt x="97" y="32"/>
                  </a:lnTo>
                  <a:lnTo>
                    <a:pt x="97" y="121"/>
                  </a:lnTo>
                  <a:lnTo>
                    <a:pt x="97" y="121"/>
                  </a:lnTo>
                  <a:lnTo>
                    <a:pt x="95" y="124"/>
                  </a:lnTo>
                  <a:lnTo>
                    <a:pt x="92" y="125"/>
                  </a:lnTo>
                  <a:lnTo>
                    <a:pt x="82" y="125"/>
                  </a:lnTo>
                  <a:lnTo>
                    <a:pt x="82" y="125"/>
                  </a:lnTo>
                  <a:lnTo>
                    <a:pt x="78" y="124"/>
                  </a:lnTo>
                  <a:lnTo>
                    <a:pt x="76" y="121"/>
                  </a:lnTo>
                  <a:lnTo>
                    <a:pt x="76" y="48"/>
                  </a:lnTo>
                  <a:lnTo>
                    <a:pt x="76" y="48"/>
                  </a:lnTo>
                  <a:lnTo>
                    <a:pt x="76" y="36"/>
                  </a:lnTo>
                  <a:lnTo>
                    <a:pt x="75" y="32"/>
                  </a:lnTo>
                  <a:lnTo>
                    <a:pt x="72" y="26"/>
                  </a:lnTo>
                  <a:lnTo>
                    <a:pt x="69" y="21"/>
                  </a:lnTo>
                  <a:lnTo>
                    <a:pt x="64" y="19"/>
                  </a:lnTo>
                  <a:lnTo>
                    <a:pt x="59" y="17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44" y="17"/>
                  </a:lnTo>
                  <a:lnTo>
                    <a:pt x="35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918C3F01-0764-44E6-B5A6-41F9B8838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37550" y="3935413"/>
              <a:ext cx="168275" cy="279400"/>
            </a:xfrm>
            <a:custGeom>
              <a:avLst/>
              <a:gdLst>
                <a:gd name="T0" fmla="*/ 4 w 106"/>
                <a:gd name="T1" fmla="*/ 176 h 176"/>
                <a:gd name="T2" fmla="*/ 0 w 106"/>
                <a:gd name="T3" fmla="*/ 172 h 176"/>
                <a:gd name="T4" fmla="*/ 0 w 106"/>
                <a:gd name="T5" fmla="*/ 7 h 176"/>
                <a:gd name="T6" fmla="*/ 4 w 106"/>
                <a:gd name="T7" fmla="*/ 2 h 176"/>
                <a:gd name="T8" fmla="*/ 14 w 106"/>
                <a:gd name="T9" fmla="*/ 2 h 176"/>
                <a:gd name="T10" fmla="*/ 19 w 106"/>
                <a:gd name="T11" fmla="*/ 7 h 176"/>
                <a:gd name="T12" fmla="*/ 19 w 106"/>
                <a:gd name="T13" fmla="*/ 17 h 176"/>
                <a:gd name="T14" fmla="*/ 32 w 106"/>
                <a:gd name="T15" fmla="*/ 4 h 176"/>
                <a:gd name="T16" fmla="*/ 54 w 106"/>
                <a:gd name="T17" fmla="*/ 0 h 176"/>
                <a:gd name="T18" fmla="*/ 65 w 106"/>
                <a:gd name="T19" fmla="*/ 1 h 176"/>
                <a:gd name="T20" fmla="*/ 84 w 106"/>
                <a:gd name="T21" fmla="*/ 8 h 176"/>
                <a:gd name="T22" fmla="*/ 97 w 106"/>
                <a:gd name="T23" fmla="*/ 26 h 176"/>
                <a:gd name="T24" fmla="*/ 105 w 106"/>
                <a:gd name="T25" fmla="*/ 49 h 176"/>
                <a:gd name="T26" fmla="*/ 106 w 106"/>
                <a:gd name="T27" fmla="*/ 62 h 176"/>
                <a:gd name="T28" fmla="*/ 102 w 106"/>
                <a:gd name="T29" fmla="*/ 90 h 176"/>
                <a:gd name="T30" fmla="*/ 92 w 106"/>
                <a:gd name="T31" fmla="*/ 110 h 176"/>
                <a:gd name="T32" fmla="*/ 76 w 106"/>
                <a:gd name="T33" fmla="*/ 122 h 176"/>
                <a:gd name="T34" fmla="*/ 54 w 106"/>
                <a:gd name="T35" fmla="*/ 126 h 176"/>
                <a:gd name="T36" fmla="*/ 42 w 106"/>
                <a:gd name="T37" fmla="*/ 126 h 176"/>
                <a:gd name="T38" fmla="*/ 25 w 106"/>
                <a:gd name="T39" fmla="*/ 118 h 176"/>
                <a:gd name="T40" fmla="*/ 20 w 106"/>
                <a:gd name="T41" fmla="*/ 172 h 176"/>
                <a:gd name="T42" fmla="*/ 19 w 106"/>
                <a:gd name="T43" fmla="*/ 175 h 176"/>
                <a:gd name="T44" fmla="*/ 4 w 106"/>
                <a:gd name="T45" fmla="*/ 176 h 176"/>
                <a:gd name="T46" fmla="*/ 49 w 106"/>
                <a:gd name="T47" fmla="*/ 110 h 176"/>
                <a:gd name="T48" fmla="*/ 64 w 106"/>
                <a:gd name="T49" fmla="*/ 107 h 176"/>
                <a:gd name="T50" fmla="*/ 76 w 106"/>
                <a:gd name="T51" fmla="*/ 99 h 176"/>
                <a:gd name="T52" fmla="*/ 83 w 106"/>
                <a:gd name="T53" fmla="*/ 84 h 176"/>
                <a:gd name="T54" fmla="*/ 84 w 106"/>
                <a:gd name="T55" fmla="*/ 64 h 176"/>
                <a:gd name="T56" fmla="*/ 84 w 106"/>
                <a:gd name="T57" fmla="*/ 52 h 176"/>
                <a:gd name="T58" fmla="*/ 80 w 106"/>
                <a:gd name="T59" fmla="*/ 35 h 176"/>
                <a:gd name="T60" fmla="*/ 70 w 106"/>
                <a:gd name="T61" fmla="*/ 21 h 176"/>
                <a:gd name="T62" fmla="*/ 58 w 106"/>
                <a:gd name="T63" fmla="*/ 16 h 176"/>
                <a:gd name="T64" fmla="*/ 49 w 106"/>
                <a:gd name="T65" fmla="*/ 16 h 176"/>
                <a:gd name="T66" fmla="*/ 33 w 106"/>
                <a:gd name="T67" fmla="*/ 20 h 176"/>
                <a:gd name="T68" fmla="*/ 20 w 106"/>
                <a:gd name="T69" fmla="*/ 32 h 176"/>
                <a:gd name="T70" fmla="*/ 20 w 106"/>
                <a:gd name="T71" fmla="*/ 94 h 176"/>
                <a:gd name="T72" fmla="*/ 33 w 106"/>
                <a:gd name="T73" fmla="*/ 107 h 176"/>
                <a:gd name="T74" fmla="*/ 49 w 106"/>
                <a:gd name="T75" fmla="*/ 11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" h="176">
                  <a:moveTo>
                    <a:pt x="4" y="176"/>
                  </a:moveTo>
                  <a:lnTo>
                    <a:pt x="4" y="176"/>
                  </a:lnTo>
                  <a:lnTo>
                    <a:pt x="1" y="175"/>
                  </a:lnTo>
                  <a:lnTo>
                    <a:pt x="0" y="172"/>
                  </a:lnTo>
                  <a:lnTo>
                    <a:pt x="0" y="7"/>
                  </a:lnTo>
                  <a:lnTo>
                    <a:pt x="0" y="7"/>
                  </a:lnTo>
                  <a:lnTo>
                    <a:pt x="1" y="2"/>
                  </a:lnTo>
                  <a:lnTo>
                    <a:pt x="4" y="2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7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5" y="1"/>
                  </a:lnTo>
                  <a:lnTo>
                    <a:pt x="76" y="4"/>
                  </a:lnTo>
                  <a:lnTo>
                    <a:pt x="84" y="8"/>
                  </a:lnTo>
                  <a:lnTo>
                    <a:pt x="92" y="16"/>
                  </a:lnTo>
                  <a:lnTo>
                    <a:pt x="97" y="26"/>
                  </a:lnTo>
                  <a:lnTo>
                    <a:pt x="102" y="36"/>
                  </a:lnTo>
                  <a:lnTo>
                    <a:pt x="105" y="49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5" y="77"/>
                  </a:lnTo>
                  <a:lnTo>
                    <a:pt x="102" y="90"/>
                  </a:lnTo>
                  <a:lnTo>
                    <a:pt x="97" y="100"/>
                  </a:lnTo>
                  <a:lnTo>
                    <a:pt x="92" y="110"/>
                  </a:lnTo>
                  <a:lnTo>
                    <a:pt x="84" y="118"/>
                  </a:lnTo>
                  <a:lnTo>
                    <a:pt x="76" y="122"/>
                  </a:lnTo>
                  <a:lnTo>
                    <a:pt x="65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42" y="126"/>
                  </a:lnTo>
                  <a:lnTo>
                    <a:pt x="32" y="122"/>
                  </a:lnTo>
                  <a:lnTo>
                    <a:pt x="25" y="118"/>
                  </a:lnTo>
                  <a:lnTo>
                    <a:pt x="20" y="112"/>
                  </a:lnTo>
                  <a:lnTo>
                    <a:pt x="20" y="172"/>
                  </a:lnTo>
                  <a:lnTo>
                    <a:pt x="20" y="172"/>
                  </a:lnTo>
                  <a:lnTo>
                    <a:pt x="19" y="175"/>
                  </a:lnTo>
                  <a:lnTo>
                    <a:pt x="14" y="176"/>
                  </a:lnTo>
                  <a:lnTo>
                    <a:pt x="4" y="176"/>
                  </a:lnTo>
                  <a:close/>
                  <a:moveTo>
                    <a:pt x="49" y="110"/>
                  </a:moveTo>
                  <a:lnTo>
                    <a:pt x="49" y="110"/>
                  </a:lnTo>
                  <a:lnTo>
                    <a:pt x="58" y="110"/>
                  </a:lnTo>
                  <a:lnTo>
                    <a:pt x="64" y="107"/>
                  </a:lnTo>
                  <a:lnTo>
                    <a:pt x="70" y="105"/>
                  </a:lnTo>
                  <a:lnTo>
                    <a:pt x="76" y="99"/>
                  </a:lnTo>
                  <a:lnTo>
                    <a:pt x="80" y="93"/>
                  </a:lnTo>
                  <a:lnTo>
                    <a:pt x="83" y="84"/>
                  </a:lnTo>
                  <a:lnTo>
                    <a:pt x="84" y="74"/>
                  </a:lnTo>
                  <a:lnTo>
                    <a:pt x="84" y="64"/>
                  </a:lnTo>
                  <a:lnTo>
                    <a:pt x="84" y="64"/>
                  </a:lnTo>
                  <a:lnTo>
                    <a:pt x="84" y="52"/>
                  </a:lnTo>
                  <a:lnTo>
                    <a:pt x="83" y="42"/>
                  </a:lnTo>
                  <a:lnTo>
                    <a:pt x="80" y="35"/>
                  </a:lnTo>
                  <a:lnTo>
                    <a:pt x="76" y="27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6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2" y="16"/>
                  </a:lnTo>
                  <a:lnTo>
                    <a:pt x="33" y="20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20" y="94"/>
                  </a:lnTo>
                  <a:lnTo>
                    <a:pt x="20" y="94"/>
                  </a:lnTo>
                  <a:lnTo>
                    <a:pt x="26" y="102"/>
                  </a:lnTo>
                  <a:lnTo>
                    <a:pt x="33" y="107"/>
                  </a:lnTo>
                  <a:lnTo>
                    <a:pt x="42" y="110"/>
                  </a:lnTo>
                  <a:lnTo>
                    <a:pt x="49" y="110"/>
                  </a:lnTo>
                  <a:lnTo>
                    <a:pt x="49" y="1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5D8F6D39-64E6-4631-8789-CD38C9DC2E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40750" y="3935413"/>
              <a:ext cx="155575" cy="200025"/>
            </a:xfrm>
            <a:custGeom>
              <a:avLst/>
              <a:gdLst>
                <a:gd name="T0" fmla="*/ 85 w 98"/>
                <a:gd name="T1" fmla="*/ 125 h 126"/>
                <a:gd name="T2" fmla="*/ 80 w 98"/>
                <a:gd name="T3" fmla="*/ 121 h 126"/>
                <a:gd name="T4" fmla="*/ 80 w 98"/>
                <a:gd name="T5" fmla="*/ 109 h 126"/>
                <a:gd name="T6" fmla="*/ 66 w 98"/>
                <a:gd name="T7" fmla="*/ 121 h 126"/>
                <a:gd name="T8" fmla="*/ 48 w 98"/>
                <a:gd name="T9" fmla="*/ 126 h 126"/>
                <a:gd name="T10" fmla="*/ 42 w 98"/>
                <a:gd name="T11" fmla="*/ 126 h 126"/>
                <a:gd name="T12" fmla="*/ 23 w 98"/>
                <a:gd name="T13" fmla="*/ 125 h 126"/>
                <a:gd name="T14" fmla="*/ 12 w 98"/>
                <a:gd name="T15" fmla="*/ 116 h 126"/>
                <a:gd name="T16" fmla="*/ 3 w 98"/>
                <a:gd name="T17" fmla="*/ 105 h 126"/>
                <a:gd name="T18" fmla="*/ 0 w 98"/>
                <a:gd name="T19" fmla="*/ 90 h 126"/>
                <a:gd name="T20" fmla="*/ 2 w 98"/>
                <a:gd name="T21" fmla="*/ 83 h 126"/>
                <a:gd name="T22" fmla="*/ 7 w 98"/>
                <a:gd name="T23" fmla="*/ 68 h 126"/>
                <a:gd name="T24" fmla="*/ 19 w 98"/>
                <a:gd name="T25" fmla="*/ 58 h 126"/>
                <a:gd name="T26" fmla="*/ 38 w 98"/>
                <a:gd name="T27" fmla="*/ 54 h 126"/>
                <a:gd name="T28" fmla="*/ 50 w 98"/>
                <a:gd name="T29" fmla="*/ 52 h 126"/>
                <a:gd name="T30" fmla="*/ 79 w 98"/>
                <a:gd name="T31" fmla="*/ 56 h 126"/>
                <a:gd name="T32" fmla="*/ 79 w 98"/>
                <a:gd name="T33" fmla="*/ 46 h 126"/>
                <a:gd name="T34" fmla="*/ 76 w 98"/>
                <a:gd name="T35" fmla="*/ 30 h 126"/>
                <a:gd name="T36" fmla="*/ 70 w 98"/>
                <a:gd name="T37" fmla="*/ 21 h 126"/>
                <a:gd name="T38" fmla="*/ 58 w 98"/>
                <a:gd name="T39" fmla="*/ 17 h 126"/>
                <a:gd name="T40" fmla="*/ 50 w 98"/>
                <a:gd name="T41" fmla="*/ 16 h 126"/>
                <a:gd name="T42" fmla="*/ 32 w 98"/>
                <a:gd name="T43" fmla="*/ 19 h 126"/>
                <a:gd name="T44" fmla="*/ 18 w 98"/>
                <a:gd name="T45" fmla="*/ 26 h 126"/>
                <a:gd name="T46" fmla="*/ 15 w 98"/>
                <a:gd name="T47" fmla="*/ 27 h 126"/>
                <a:gd name="T48" fmla="*/ 7 w 98"/>
                <a:gd name="T49" fmla="*/ 20 h 126"/>
                <a:gd name="T50" fmla="*/ 6 w 98"/>
                <a:gd name="T51" fmla="*/ 16 h 126"/>
                <a:gd name="T52" fmla="*/ 9 w 98"/>
                <a:gd name="T53" fmla="*/ 13 h 126"/>
                <a:gd name="T54" fmla="*/ 28 w 98"/>
                <a:gd name="T55" fmla="*/ 2 h 126"/>
                <a:gd name="T56" fmla="*/ 51 w 98"/>
                <a:gd name="T57" fmla="*/ 0 h 126"/>
                <a:gd name="T58" fmla="*/ 63 w 98"/>
                <a:gd name="T59" fmla="*/ 0 h 126"/>
                <a:gd name="T60" fmla="*/ 80 w 98"/>
                <a:gd name="T61" fmla="*/ 7 h 126"/>
                <a:gd name="T62" fmla="*/ 92 w 98"/>
                <a:gd name="T63" fmla="*/ 19 h 126"/>
                <a:gd name="T64" fmla="*/ 98 w 98"/>
                <a:gd name="T65" fmla="*/ 35 h 126"/>
                <a:gd name="T66" fmla="*/ 98 w 98"/>
                <a:gd name="T67" fmla="*/ 121 h 126"/>
                <a:gd name="T68" fmla="*/ 98 w 98"/>
                <a:gd name="T69" fmla="*/ 124 h 126"/>
                <a:gd name="T70" fmla="*/ 85 w 98"/>
                <a:gd name="T71" fmla="*/ 125 h 126"/>
                <a:gd name="T72" fmla="*/ 79 w 98"/>
                <a:gd name="T73" fmla="*/ 71 h 126"/>
                <a:gd name="T74" fmla="*/ 73 w 98"/>
                <a:gd name="T75" fmla="*/ 70 h 126"/>
                <a:gd name="T76" fmla="*/ 53 w 98"/>
                <a:gd name="T77" fmla="*/ 68 h 126"/>
                <a:gd name="T78" fmla="*/ 44 w 98"/>
                <a:gd name="T79" fmla="*/ 68 h 126"/>
                <a:gd name="T80" fmla="*/ 32 w 98"/>
                <a:gd name="T81" fmla="*/ 71 h 126"/>
                <a:gd name="T82" fmla="*/ 25 w 98"/>
                <a:gd name="T83" fmla="*/ 77 h 126"/>
                <a:gd name="T84" fmla="*/ 22 w 98"/>
                <a:gd name="T85" fmla="*/ 84 h 126"/>
                <a:gd name="T86" fmla="*/ 20 w 98"/>
                <a:gd name="T87" fmla="*/ 90 h 126"/>
                <a:gd name="T88" fmla="*/ 23 w 98"/>
                <a:gd name="T89" fmla="*/ 100 h 126"/>
                <a:gd name="T90" fmla="*/ 29 w 98"/>
                <a:gd name="T91" fmla="*/ 107 h 126"/>
                <a:gd name="T92" fmla="*/ 38 w 98"/>
                <a:gd name="T93" fmla="*/ 110 h 126"/>
                <a:gd name="T94" fmla="*/ 45 w 98"/>
                <a:gd name="T95" fmla="*/ 110 h 126"/>
                <a:gd name="T96" fmla="*/ 63 w 98"/>
                <a:gd name="T97" fmla="*/ 107 h 126"/>
                <a:gd name="T98" fmla="*/ 79 w 98"/>
                <a:gd name="T99" fmla="*/ 9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126">
                  <a:moveTo>
                    <a:pt x="85" y="125"/>
                  </a:moveTo>
                  <a:lnTo>
                    <a:pt x="85" y="125"/>
                  </a:lnTo>
                  <a:lnTo>
                    <a:pt x="80" y="124"/>
                  </a:lnTo>
                  <a:lnTo>
                    <a:pt x="80" y="121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74" y="115"/>
                  </a:lnTo>
                  <a:lnTo>
                    <a:pt x="66" y="121"/>
                  </a:lnTo>
                  <a:lnTo>
                    <a:pt x="55" y="125"/>
                  </a:lnTo>
                  <a:lnTo>
                    <a:pt x="48" y="126"/>
                  </a:lnTo>
                  <a:lnTo>
                    <a:pt x="42" y="126"/>
                  </a:lnTo>
                  <a:lnTo>
                    <a:pt x="42" y="126"/>
                  </a:lnTo>
                  <a:lnTo>
                    <a:pt x="32" y="126"/>
                  </a:lnTo>
                  <a:lnTo>
                    <a:pt x="23" y="125"/>
                  </a:lnTo>
                  <a:lnTo>
                    <a:pt x="18" y="121"/>
                  </a:lnTo>
                  <a:lnTo>
                    <a:pt x="12" y="116"/>
                  </a:lnTo>
                  <a:lnTo>
                    <a:pt x="7" y="110"/>
                  </a:lnTo>
                  <a:lnTo>
                    <a:pt x="3" y="105"/>
                  </a:lnTo>
                  <a:lnTo>
                    <a:pt x="2" y="97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83"/>
                  </a:lnTo>
                  <a:lnTo>
                    <a:pt x="3" y="75"/>
                  </a:lnTo>
                  <a:lnTo>
                    <a:pt x="7" y="68"/>
                  </a:lnTo>
                  <a:lnTo>
                    <a:pt x="13" y="64"/>
                  </a:lnTo>
                  <a:lnTo>
                    <a:pt x="19" y="58"/>
                  </a:lnTo>
                  <a:lnTo>
                    <a:pt x="28" y="55"/>
                  </a:lnTo>
                  <a:lnTo>
                    <a:pt x="38" y="54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66" y="54"/>
                  </a:lnTo>
                  <a:lnTo>
                    <a:pt x="79" y="56"/>
                  </a:lnTo>
                  <a:lnTo>
                    <a:pt x="79" y="46"/>
                  </a:lnTo>
                  <a:lnTo>
                    <a:pt x="79" y="46"/>
                  </a:lnTo>
                  <a:lnTo>
                    <a:pt x="77" y="36"/>
                  </a:lnTo>
                  <a:lnTo>
                    <a:pt x="76" y="30"/>
                  </a:lnTo>
                  <a:lnTo>
                    <a:pt x="73" y="26"/>
                  </a:lnTo>
                  <a:lnTo>
                    <a:pt x="70" y="21"/>
                  </a:lnTo>
                  <a:lnTo>
                    <a:pt x="64" y="19"/>
                  </a:lnTo>
                  <a:lnTo>
                    <a:pt x="58" y="17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41" y="17"/>
                  </a:lnTo>
                  <a:lnTo>
                    <a:pt x="32" y="19"/>
                  </a:lnTo>
                  <a:lnTo>
                    <a:pt x="25" y="21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5" y="27"/>
                  </a:lnTo>
                  <a:lnTo>
                    <a:pt x="12" y="2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6" y="16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2"/>
                  </a:lnTo>
                  <a:lnTo>
                    <a:pt x="39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3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11"/>
                  </a:lnTo>
                  <a:lnTo>
                    <a:pt x="92" y="19"/>
                  </a:lnTo>
                  <a:lnTo>
                    <a:pt x="96" y="26"/>
                  </a:lnTo>
                  <a:lnTo>
                    <a:pt x="98" y="35"/>
                  </a:lnTo>
                  <a:lnTo>
                    <a:pt x="98" y="43"/>
                  </a:lnTo>
                  <a:lnTo>
                    <a:pt x="98" y="121"/>
                  </a:lnTo>
                  <a:lnTo>
                    <a:pt x="98" y="121"/>
                  </a:lnTo>
                  <a:lnTo>
                    <a:pt x="98" y="124"/>
                  </a:lnTo>
                  <a:lnTo>
                    <a:pt x="93" y="125"/>
                  </a:lnTo>
                  <a:lnTo>
                    <a:pt x="85" y="125"/>
                  </a:lnTo>
                  <a:close/>
                  <a:moveTo>
                    <a:pt x="79" y="93"/>
                  </a:moveTo>
                  <a:lnTo>
                    <a:pt x="79" y="71"/>
                  </a:lnTo>
                  <a:lnTo>
                    <a:pt x="79" y="71"/>
                  </a:lnTo>
                  <a:lnTo>
                    <a:pt x="73" y="70"/>
                  </a:lnTo>
                  <a:lnTo>
                    <a:pt x="66" y="68"/>
                  </a:lnTo>
                  <a:lnTo>
                    <a:pt x="53" y="68"/>
                  </a:lnTo>
                  <a:lnTo>
                    <a:pt x="53" y="68"/>
                  </a:lnTo>
                  <a:lnTo>
                    <a:pt x="44" y="68"/>
                  </a:lnTo>
                  <a:lnTo>
                    <a:pt x="38" y="70"/>
                  </a:lnTo>
                  <a:lnTo>
                    <a:pt x="32" y="71"/>
                  </a:lnTo>
                  <a:lnTo>
                    <a:pt x="28" y="74"/>
                  </a:lnTo>
                  <a:lnTo>
                    <a:pt x="25" y="77"/>
                  </a:lnTo>
                  <a:lnTo>
                    <a:pt x="22" y="81"/>
                  </a:lnTo>
                  <a:lnTo>
                    <a:pt x="22" y="84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97"/>
                  </a:lnTo>
                  <a:lnTo>
                    <a:pt x="23" y="100"/>
                  </a:lnTo>
                  <a:lnTo>
                    <a:pt x="26" y="105"/>
                  </a:lnTo>
                  <a:lnTo>
                    <a:pt x="29" y="107"/>
                  </a:lnTo>
                  <a:lnTo>
                    <a:pt x="34" y="109"/>
                  </a:lnTo>
                  <a:lnTo>
                    <a:pt x="38" y="110"/>
                  </a:lnTo>
                  <a:lnTo>
                    <a:pt x="45" y="110"/>
                  </a:lnTo>
                  <a:lnTo>
                    <a:pt x="45" y="110"/>
                  </a:lnTo>
                  <a:lnTo>
                    <a:pt x="54" y="110"/>
                  </a:lnTo>
                  <a:lnTo>
                    <a:pt x="63" y="107"/>
                  </a:lnTo>
                  <a:lnTo>
                    <a:pt x="72" y="102"/>
                  </a:lnTo>
                  <a:lnTo>
                    <a:pt x="79" y="93"/>
                  </a:lnTo>
                  <a:lnTo>
                    <a:pt x="79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2ABA0DDE-22B1-4CBC-92A9-C09CFB15E4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58238" y="3935413"/>
              <a:ext cx="157163" cy="198438"/>
            </a:xfrm>
            <a:custGeom>
              <a:avLst/>
              <a:gdLst>
                <a:gd name="T0" fmla="*/ 5 w 99"/>
                <a:gd name="T1" fmla="*/ 125 h 125"/>
                <a:gd name="T2" fmla="*/ 5 w 99"/>
                <a:gd name="T3" fmla="*/ 125 h 125"/>
                <a:gd name="T4" fmla="*/ 2 w 99"/>
                <a:gd name="T5" fmla="*/ 124 h 125"/>
                <a:gd name="T6" fmla="*/ 0 w 99"/>
                <a:gd name="T7" fmla="*/ 121 h 125"/>
                <a:gd name="T8" fmla="*/ 0 w 99"/>
                <a:gd name="T9" fmla="*/ 7 h 125"/>
                <a:gd name="T10" fmla="*/ 0 w 99"/>
                <a:gd name="T11" fmla="*/ 7 h 125"/>
                <a:gd name="T12" fmla="*/ 2 w 99"/>
                <a:gd name="T13" fmla="*/ 2 h 125"/>
                <a:gd name="T14" fmla="*/ 5 w 99"/>
                <a:gd name="T15" fmla="*/ 2 h 125"/>
                <a:gd name="T16" fmla="*/ 15 w 99"/>
                <a:gd name="T17" fmla="*/ 2 h 125"/>
                <a:gd name="T18" fmla="*/ 15 w 99"/>
                <a:gd name="T19" fmla="*/ 2 h 125"/>
                <a:gd name="T20" fmla="*/ 18 w 99"/>
                <a:gd name="T21" fmla="*/ 2 h 125"/>
                <a:gd name="T22" fmla="*/ 19 w 99"/>
                <a:gd name="T23" fmla="*/ 7 h 125"/>
                <a:gd name="T24" fmla="*/ 19 w 99"/>
                <a:gd name="T25" fmla="*/ 17 h 125"/>
                <a:gd name="T26" fmla="*/ 19 w 99"/>
                <a:gd name="T27" fmla="*/ 17 h 125"/>
                <a:gd name="T28" fmla="*/ 25 w 99"/>
                <a:gd name="T29" fmla="*/ 10 h 125"/>
                <a:gd name="T30" fmla="*/ 34 w 99"/>
                <a:gd name="T31" fmla="*/ 5 h 125"/>
                <a:gd name="T32" fmla="*/ 44 w 99"/>
                <a:gd name="T33" fmla="*/ 1 h 125"/>
                <a:gd name="T34" fmla="*/ 57 w 99"/>
                <a:gd name="T35" fmla="*/ 0 h 125"/>
                <a:gd name="T36" fmla="*/ 57 w 99"/>
                <a:gd name="T37" fmla="*/ 0 h 125"/>
                <a:gd name="T38" fmla="*/ 67 w 99"/>
                <a:gd name="T39" fmla="*/ 0 h 125"/>
                <a:gd name="T40" fmla="*/ 76 w 99"/>
                <a:gd name="T41" fmla="*/ 2 h 125"/>
                <a:gd name="T42" fmla="*/ 83 w 99"/>
                <a:gd name="T43" fmla="*/ 7 h 125"/>
                <a:gd name="T44" fmla="*/ 89 w 99"/>
                <a:gd name="T45" fmla="*/ 13 h 125"/>
                <a:gd name="T46" fmla="*/ 93 w 99"/>
                <a:gd name="T47" fmla="*/ 20 h 125"/>
                <a:gd name="T48" fmla="*/ 96 w 99"/>
                <a:gd name="T49" fmla="*/ 27 h 125"/>
                <a:gd name="T50" fmla="*/ 99 w 99"/>
                <a:gd name="T51" fmla="*/ 36 h 125"/>
                <a:gd name="T52" fmla="*/ 99 w 99"/>
                <a:gd name="T53" fmla="*/ 46 h 125"/>
                <a:gd name="T54" fmla="*/ 99 w 99"/>
                <a:gd name="T55" fmla="*/ 121 h 125"/>
                <a:gd name="T56" fmla="*/ 99 w 99"/>
                <a:gd name="T57" fmla="*/ 121 h 125"/>
                <a:gd name="T58" fmla="*/ 98 w 99"/>
                <a:gd name="T59" fmla="*/ 124 h 125"/>
                <a:gd name="T60" fmla="*/ 95 w 99"/>
                <a:gd name="T61" fmla="*/ 125 h 125"/>
                <a:gd name="T62" fmla="*/ 85 w 99"/>
                <a:gd name="T63" fmla="*/ 125 h 125"/>
                <a:gd name="T64" fmla="*/ 85 w 99"/>
                <a:gd name="T65" fmla="*/ 125 h 125"/>
                <a:gd name="T66" fmla="*/ 80 w 99"/>
                <a:gd name="T67" fmla="*/ 124 h 125"/>
                <a:gd name="T68" fmla="*/ 79 w 99"/>
                <a:gd name="T69" fmla="*/ 121 h 125"/>
                <a:gd name="T70" fmla="*/ 79 w 99"/>
                <a:gd name="T71" fmla="*/ 48 h 125"/>
                <a:gd name="T72" fmla="*/ 79 w 99"/>
                <a:gd name="T73" fmla="*/ 48 h 125"/>
                <a:gd name="T74" fmla="*/ 79 w 99"/>
                <a:gd name="T75" fmla="*/ 36 h 125"/>
                <a:gd name="T76" fmla="*/ 77 w 99"/>
                <a:gd name="T77" fmla="*/ 32 h 125"/>
                <a:gd name="T78" fmla="*/ 75 w 99"/>
                <a:gd name="T79" fmla="*/ 26 h 125"/>
                <a:gd name="T80" fmla="*/ 72 w 99"/>
                <a:gd name="T81" fmla="*/ 21 h 125"/>
                <a:gd name="T82" fmla="*/ 66 w 99"/>
                <a:gd name="T83" fmla="*/ 19 h 125"/>
                <a:gd name="T84" fmla="*/ 60 w 99"/>
                <a:gd name="T85" fmla="*/ 17 h 125"/>
                <a:gd name="T86" fmla="*/ 53 w 99"/>
                <a:gd name="T87" fmla="*/ 16 h 125"/>
                <a:gd name="T88" fmla="*/ 53 w 99"/>
                <a:gd name="T89" fmla="*/ 16 h 125"/>
                <a:gd name="T90" fmla="*/ 44 w 99"/>
                <a:gd name="T91" fmla="*/ 17 h 125"/>
                <a:gd name="T92" fmla="*/ 37 w 99"/>
                <a:gd name="T93" fmla="*/ 20 h 125"/>
                <a:gd name="T94" fmla="*/ 28 w 99"/>
                <a:gd name="T95" fmla="*/ 24 h 125"/>
                <a:gd name="T96" fmla="*/ 21 w 99"/>
                <a:gd name="T97" fmla="*/ 32 h 125"/>
                <a:gd name="T98" fmla="*/ 21 w 99"/>
                <a:gd name="T99" fmla="*/ 121 h 125"/>
                <a:gd name="T100" fmla="*/ 21 w 99"/>
                <a:gd name="T101" fmla="*/ 121 h 125"/>
                <a:gd name="T102" fmla="*/ 19 w 99"/>
                <a:gd name="T103" fmla="*/ 124 h 125"/>
                <a:gd name="T104" fmla="*/ 16 w 99"/>
                <a:gd name="T105" fmla="*/ 125 h 125"/>
                <a:gd name="T106" fmla="*/ 5 w 99"/>
                <a:gd name="T107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125">
                  <a:moveTo>
                    <a:pt x="5" y="125"/>
                  </a:moveTo>
                  <a:lnTo>
                    <a:pt x="5" y="125"/>
                  </a:lnTo>
                  <a:lnTo>
                    <a:pt x="2" y="124"/>
                  </a:lnTo>
                  <a:lnTo>
                    <a:pt x="0" y="121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"/>
                  </a:lnTo>
                  <a:lnTo>
                    <a:pt x="5" y="2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8" y="2"/>
                  </a:lnTo>
                  <a:lnTo>
                    <a:pt x="19" y="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25" y="10"/>
                  </a:lnTo>
                  <a:lnTo>
                    <a:pt x="34" y="5"/>
                  </a:lnTo>
                  <a:lnTo>
                    <a:pt x="44" y="1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67" y="0"/>
                  </a:lnTo>
                  <a:lnTo>
                    <a:pt x="76" y="2"/>
                  </a:lnTo>
                  <a:lnTo>
                    <a:pt x="83" y="7"/>
                  </a:lnTo>
                  <a:lnTo>
                    <a:pt x="89" y="13"/>
                  </a:lnTo>
                  <a:lnTo>
                    <a:pt x="93" y="20"/>
                  </a:lnTo>
                  <a:lnTo>
                    <a:pt x="96" y="27"/>
                  </a:lnTo>
                  <a:lnTo>
                    <a:pt x="99" y="36"/>
                  </a:lnTo>
                  <a:lnTo>
                    <a:pt x="99" y="46"/>
                  </a:lnTo>
                  <a:lnTo>
                    <a:pt x="99" y="121"/>
                  </a:lnTo>
                  <a:lnTo>
                    <a:pt x="99" y="121"/>
                  </a:lnTo>
                  <a:lnTo>
                    <a:pt x="98" y="124"/>
                  </a:lnTo>
                  <a:lnTo>
                    <a:pt x="95" y="125"/>
                  </a:lnTo>
                  <a:lnTo>
                    <a:pt x="85" y="125"/>
                  </a:lnTo>
                  <a:lnTo>
                    <a:pt x="85" y="125"/>
                  </a:lnTo>
                  <a:lnTo>
                    <a:pt x="80" y="124"/>
                  </a:lnTo>
                  <a:lnTo>
                    <a:pt x="79" y="121"/>
                  </a:lnTo>
                  <a:lnTo>
                    <a:pt x="79" y="48"/>
                  </a:lnTo>
                  <a:lnTo>
                    <a:pt x="79" y="48"/>
                  </a:lnTo>
                  <a:lnTo>
                    <a:pt x="79" y="36"/>
                  </a:lnTo>
                  <a:lnTo>
                    <a:pt x="77" y="32"/>
                  </a:lnTo>
                  <a:lnTo>
                    <a:pt x="75" y="26"/>
                  </a:lnTo>
                  <a:lnTo>
                    <a:pt x="72" y="21"/>
                  </a:lnTo>
                  <a:lnTo>
                    <a:pt x="66" y="19"/>
                  </a:lnTo>
                  <a:lnTo>
                    <a:pt x="60" y="17"/>
                  </a:lnTo>
                  <a:lnTo>
                    <a:pt x="53" y="16"/>
                  </a:lnTo>
                  <a:lnTo>
                    <a:pt x="53" y="16"/>
                  </a:lnTo>
                  <a:lnTo>
                    <a:pt x="44" y="17"/>
                  </a:lnTo>
                  <a:lnTo>
                    <a:pt x="37" y="20"/>
                  </a:lnTo>
                  <a:lnTo>
                    <a:pt x="28" y="24"/>
                  </a:lnTo>
                  <a:lnTo>
                    <a:pt x="21" y="32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4"/>
                  </a:lnTo>
                  <a:lnTo>
                    <a:pt x="16" y="125"/>
                  </a:lnTo>
                  <a:lnTo>
                    <a:pt x="5" y="1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4205D01D-5008-45B7-ABD4-C875570B1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55088" y="3938588"/>
              <a:ext cx="166688" cy="276225"/>
            </a:xfrm>
            <a:custGeom>
              <a:avLst/>
              <a:gdLst>
                <a:gd name="T0" fmla="*/ 2 w 105"/>
                <a:gd name="T1" fmla="*/ 8 h 174"/>
                <a:gd name="T2" fmla="*/ 2 w 105"/>
                <a:gd name="T3" fmla="*/ 8 h 174"/>
                <a:gd name="T4" fmla="*/ 0 w 105"/>
                <a:gd name="T5" fmla="*/ 3 h 174"/>
                <a:gd name="T6" fmla="*/ 0 w 105"/>
                <a:gd name="T7" fmla="*/ 3 h 174"/>
                <a:gd name="T8" fmla="*/ 2 w 105"/>
                <a:gd name="T9" fmla="*/ 0 h 174"/>
                <a:gd name="T10" fmla="*/ 4 w 105"/>
                <a:gd name="T11" fmla="*/ 0 h 174"/>
                <a:gd name="T12" fmla="*/ 15 w 105"/>
                <a:gd name="T13" fmla="*/ 0 h 174"/>
                <a:gd name="T14" fmla="*/ 15 w 105"/>
                <a:gd name="T15" fmla="*/ 0 h 174"/>
                <a:gd name="T16" fmla="*/ 19 w 105"/>
                <a:gd name="T17" fmla="*/ 0 h 174"/>
                <a:gd name="T18" fmla="*/ 21 w 105"/>
                <a:gd name="T19" fmla="*/ 5 h 174"/>
                <a:gd name="T20" fmla="*/ 21 w 105"/>
                <a:gd name="T21" fmla="*/ 5 h 174"/>
                <a:gd name="T22" fmla="*/ 26 w 105"/>
                <a:gd name="T23" fmla="*/ 30 h 174"/>
                <a:gd name="T24" fmla="*/ 35 w 105"/>
                <a:gd name="T25" fmla="*/ 56 h 174"/>
                <a:gd name="T26" fmla="*/ 44 w 105"/>
                <a:gd name="T27" fmla="*/ 79 h 174"/>
                <a:gd name="T28" fmla="*/ 54 w 105"/>
                <a:gd name="T29" fmla="*/ 101 h 174"/>
                <a:gd name="T30" fmla="*/ 54 w 105"/>
                <a:gd name="T31" fmla="*/ 101 h 174"/>
                <a:gd name="T32" fmla="*/ 63 w 105"/>
                <a:gd name="T33" fmla="*/ 79 h 174"/>
                <a:gd name="T34" fmla="*/ 73 w 105"/>
                <a:gd name="T35" fmla="*/ 56 h 174"/>
                <a:gd name="T36" fmla="*/ 80 w 105"/>
                <a:gd name="T37" fmla="*/ 30 h 174"/>
                <a:gd name="T38" fmla="*/ 88 w 105"/>
                <a:gd name="T39" fmla="*/ 3 h 174"/>
                <a:gd name="T40" fmla="*/ 88 w 105"/>
                <a:gd name="T41" fmla="*/ 3 h 174"/>
                <a:gd name="T42" fmla="*/ 89 w 105"/>
                <a:gd name="T43" fmla="*/ 0 h 174"/>
                <a:gd name="T44" fmla="*/ 92 w 105"/>
                <a:gd name="T45" fmla="*/ 0 h 174"/>
                <a:gd name="T46" fmla="*/ 102 w 105"/>
                <a:gd name="T47" fmla="*/ 0 h 174"/>
                <a:gd name="T48" fmla="*/ 102 w 105"/>
                <a:gd name="T49" fmla="*/ 0 h 174"/>
                <a:gd name="T50" fmla="*/ 105 w 105"/>
                <a:gd name="T51" fmla="*/ 0 h 174"/>
                <a:gd name="T52" fmla="*/ 105 w 105"/>
                <a:gd name="T53" fmla="*/ 2 h 174"/>
                <a:gd name="T54" fmla="*/ 105 w 105"/>
                <a:gd name="T55" fmla="*/ 2 h 174"/>
                <a:gd name="T56" fmla="*/ 105 w 105"/>
                <a:gd name="T57" fmla="*/ 8 h 174"/>
                <a:gd name="T58" fmla="*/ 105 w 105"/>
                <a:gd name="T59" fmla="*/ 8 h 174"/>
                <a:gd name="T60" fmla="*/ 101 w 105"/>
                <a:gd name="T61" fmla="*/ 25 h 174"/>
                <a:gd name="T62" fmla="*/ 96 w 105"/>
                <a:gd name="T63" fmla="*/ 43 h 174"/>
                <a:gd name="T64" fmla="*/ 83 w 105"/>
                <a:gd name="T65" fmla="*/ 78 h 174"/>
                <a:gd name="T66" fmla="*/ 83 w 105"/>
                <a:gd name="T67" fmla="*/ 78 h 174"/>
                <a:gd name="T68" fmla="*/ 70 w 105"/>
                <a:gd name="T69" fmla="*/ 107 h 174"/>
                <a:gd name="T70" fmla="*/ 63 w 105"/>
                <a:gd name="T71" fmla="*/ 120 h 174"/>
                <a:gd name="T72" fmla="*/ 54 w 105"/>
                <a:gd name="T73" fmla="*/ 133 h 174"/>
                <a:gd name="T74" fmla="*/ 45 w 105"/>
                <a:gd name="T75" fmla="*/ 145 h 174"/>
                <a:gd name="T76" fmla="*/ 37 w 105"/>
                <a:gd name="T77" fmla="*/ 155 h 174"/>
                <a:gd name="T78" fmla="*/ 28 w 105"/>
                <a:gd name="T79" fmla="*/ 165 h 174"/>
                <a:gd name="T80" fmla="*/ 16 w 105"/>
                <a:gd name="T81" fmla="*/ 173 h 174"/>
                <a:gd name="T82" fmla="*/ 16 w 105"/>
                <a:gd name="T83" fmla="*/ 173 h 174"/>
                <a:gd name="T84" fmla="*/ 13 w 105"/>
                <a:gd name="T85" fmla="*/ 174 h 174"/>
                <a:gd name="T86" fmla="*/ 13 w 105"/>
                <a:gd name="T87" fmla="*/ 174 h 174"/>
                <a:gd name="T88" fmla="*/ 12 w 105"/>
                <a:gd name="T89" fmla="*/ 173 h 174"/>
                <a:gd name="T90" fmla="*/ 10 w 105"/>
                <a:gd name="T91" fmla="*/ 171 h 174"/>
                <a:gd name="T92" fmla="*/ 4 w 105"/>
                <a:gd name="T93" fmla="*/ 165 h 174"/>
                <a:gd name="T94" fmla="*/ 4 w 105"/>
                <a:gd name="T95" fmla="*/ 165 h 174"/>
                <a:gd name="T96" fmla="*/ 4 w 105"/>
                <a:gd name="T97" fmla="*/ 162 h 174"/>
                <a:gd name="T98" fmla="*/ 4 w 105"/>
                <a:gd name="T99" fmla="*/ 162 h 174"/>
                <a:gd name="T100" fmla="*/ 4 w 105"/>
                <a:gd name="T101" fmla="*/ 161 h 174"/>
                <a:gd name="T102" fmla="*/ 6 w 105"/>
                <a:gd name="T103" fmla="*/ 158 h 174"/>
                <a:gd name="T104" fmla="*/ 6 w 105"/>
                <a:gd name="T105" fmla="*/ 158 h 174"/>
                <a:gd name="T106" fmla="*/ 18 w 105"/>
                <a:gd name="T107" fmla="*/ 151 h 174"/>
                <a:gd name="T108" fmla="*/ 26 w 105"/>
                <a:gd name="T109" fmla="*/ 142 h 174"/>
                <a:gd name="T110" fmla="*/ 35 w 105"/>
                <a:gd name="T111" fmla="*/ 132 h 174"/>
                <a:gd name="T112" fmla="*/ 44 w 105"/>
                <a:gd name="T113" fmla="*/ 120 h 174"/>
                <a:gd name="T114" fmla="*/ 44 w 105"/>
                <a:gd name="T115" fmla="*/ 120 h 174"/>
                <a:gd name="T116" fmla="*/ 31 w 105"/>
                <a:gd name="T117" fmla="*/ 95 h 174"/>
                <a:gd name="T118" fmla="*/ 19 w 105"/>
                <a:gd name="T119" fmla="*/ 68 h 174"/>
                <a:gd name="T120" fmla="*/ 9 w 105"/>
                <a:gd name="T121" fmla="*/ 37 h 174"/>
                <a:gd name="T122" fmla="*/ 2 w 105"/>
                <a:gd name="T123" fmla="*/ 8 h 174"/>
                <a:gd name="T124" fmla="*/ 2 w 105"/>
                <a:gd name="T125" fmla="*/ 8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5" h="174">
                  <a:moveTo>
                    <a:pt x="2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6" y="30"/>
                  </a:lnTo>
                  <a:lnTo>
                    <a:pt x="35" y="56"/>
                  </a:lnTo>
                  <a:lnTo>
                    <a:pt x="44" y="79"/>
                  </a:lnTo>
                  <a:lnTo>
                    <a:pt x="54" y="101"/>
                  </a:lnTo>
                  <a:lnTo>
                    <a:pt x="54" y="101"/>
                  </a:lnTo>
                  <a:lnTo>
                    <a:pt x="63" y="79"/>
                  </a:lnTo>
                  <a:lnTo>
                    <a:pt x="73" y="56"/>
                  </a:lnTo>
                  <a:lnTo>
                    <a:pt x="80" y="30"/>
                  </a:lnTo>
                  <a:lnTo>
                    <a:pt x="88" y="3"/>
                  </a:lnTo>
                  <a:lnTo>
                    <a:pt x="88" y="3"/>
                  </a:lnTo>
                  <a:lnTo>
                    <a:pt x="89" y="0"/>
                  </a:lnTo>
                  <a:lnTo>
                    <a:pt x="92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5" y="0"/>
                  </a:lnTo>
                  <a:lnTo>
                    <a:pt x="105" y="2"/>
                  </a:lnTo>
                  <a:lnTo>
                    <a:pt x="105" y="2"/>
                  </a:lnTo>
                  <a:lnTo>
                    <a:pt x="105" y="8"/>
                  </a:lnTo>
                  <a:lnTo>
                    <a:pt x="105" y="8"/>
                  </a:lnTo>
                  <a:lnTo>
                    <a:pt x="101" y="25"/>
                  </a:lnTo>
                  <a:lnTo>
                    <a:pt x="96" y="43"/>
                  </a:lnTo>
                  <a:lnTo>
                    <a:pt x="83" y="78"/>
                  </a:lnTo>
                  <a:lnTo>
                    <a:pt x="83" y="78"/>
                  </a:lnTo>
                  <a:lnTo>
                    <a:pt x="70" y="107"/>
                  </a:lnTo>
                  <a:lnTo>
                    <a:pt x="63" y="120"/>
                  </a:lnTo>
                  <a:lnTo>
                    <a:pt x="54" y="133"/>
                  </a:lnTo>
                  <a:lnTo>
                    <a:pt x="45" y="145"/>
                  </a:lnTo>
                  <a:lnTo>
                    <a:pt x="37" y="155"/>
                  </a:lnTo>
                  <a:lnTo>
                    <a:pt x="28" y="165"/>
                  </a:lnTo>
                  <a:lnTo>
                    <a:pt x="16" y="173"/>
                  </a:lnTo>
                  <a:lnTo>
                    <a:pt x="16" y="173"/>
                  </a:lnTo>
                  <a:lnTo>
                    <a:pt x="13" y="174"/>
                  </a:lnTo>
                  <a:lnTo>
                    <a:pt x="13" y="174"/>
                  </a:lnTo>
                  <a:lnTo>
                    <a:pt x="12" y="173"/>
                  </a:lnTo>
                  <a:lnTo>
                    <a:pt x="10" y="171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4" y="161"/>
                  </a:lnTo>
                  <a:lnTo>
                    <a:pt x="6" y="158"/>
                  </a:lnTo>
                  <a:lnTo>
                    <a:pt x="6" y="158"/>
                  </a:lnTo>
                  <a:lnTo>
                    <a:pt x="18" y="151"/>
                  </a:lnTo>
                  <a:lnTo>
                    <a:pt x="26" y="142"/>
                  </a:lnTo>
                  <a:lnTo>
                    <a:pt x="35" y="132"/>
                  </a:lnTo>
                  <a:lnTo>
                    <a:pt x="44" y="120"/>
                  </a:lnTo>
                  <a:lnTo>
                    <a:pt x="44" y="120"/>
                  </a:lnTo>
                  <a:lnTo>
                    <a:pt x="31" y="95"/>
                  </a:lnTo>
                  <a:lnTo>
                    <a:pt x="19" y="68"/>
                  </a:lnTo>
                  <a:lnTo>
                    <a:pt x="9" y="37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F3FF65DF-6FC4-47ED-9626-32180DB5DF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994025" y="2692401"/>
              <a:ext cx="712788" cy="977900"/>
            </a:xfrm>
            <a:custGeom>
              <a:avLst/>
              <a:gdLst>
                <a:gd name="T0" fmla="*/ 0 w 449"/>
                <a:gd name="T1" fmla="*/ 54 h 616"/>
                <a:gd name="T2" fmla="*/ 3 w 449"/>
                <a:gd name="T3" fmla="*/ 33 h 616"/>
                <a:gd name="T4" fmla="*/ 15 w 449"/>
                <a:gd name="T5" fmla="*/ 16 h 616"/>
                <a:gd name="T6" fmla="*/ 32 w 449"/>
                <a:gd name="T7" fmla="*/ 4 h 616"/>
                <a:gd name="T8" fmla="*/ 54 w 449"/>
                <a:gd name="T9" fmla="*/ 0 h 616"/>
                <a:gd name="T10" fmla="*/ 400 w 449"/>
                <a:gd name="T11" fmla="*/ 0 h 616"/>
                <a:gd name="T12" fmla="*/ 419 w 449"/>
                <a:gd name="T13" fmla="*/ 4 h 616"/>
                <a:gd name="T14" fmla="*/ 435 w 449"/>
                <a:gd name="T15" fmla="*/ 14 h 616"/>
                <a:gd name="T16" fmla="*/ 445 w 449"/>
                <a:gd name="T17" fmla="*/ 30 h 616"/>
                <a:gd name="T18" fmla="*/ 449 w 449"/>
                <a:gd name="T19" fmla="*/ 49 h 616"/>
                <a:gd name="T20" fmla="*/ 448 w 449"/>
                <a:gd name="T21" fmla="*/ 59 h 616"/>
                <a:gd name="T22" fmla="*/ 440 w 449"/>
                <a:gd name="T23" fmla="*/ 77 h 616"/>
                <a:gd name="T24" fmla="*/ 427 w 449"/>
                <a:gd name="T25" fmla="*/ 90 h 616"/>
                <a:gd name="T26" fmla="*/ 410 w 449"/>
                <a:gd name="T27" fmla="*/ 97 h 616"/>
                <a:gd name="T28" fmla="*/ 106 w 449"/>
                <a:gd name="T29" fmla="*/ 99 h 616"/>
                <a:gd name="T30" fmla="*/ 360 w 449"/>
                <a:gd name="T31" fmla="*/ 265 h 616"/>
                <a:gd name="T32" fmla="*/ 370 w 449"/>
                <a:gd name="T33" fmla="*/ 266 h 616"/>
                <a:gd name="T34" fmla="*/ 388 w 449"/>
                <a:gd name="T35" fmla="*/ 274 h 616"/>
                <a:gd name="T36" fmla="*/ 401 w 449"/>
                <a:gd name="T37" fmla="*/ 287 h 616"/>
                <a:gd name="T38" fmla="*/ 408 w 449"/>
                <a:gd name="T39" fmla="*/ 304 h 616"/>
                <a:gd name="T40" fmla="*/ 410 w 449"/>
                <a:gd name="T41" fmla="*/ 315 h 616"/>
                <a:gd name="T42" fmla="*/ 405 w 449"/>
                <a:gd name="T43" fmla="*/ 334 h 616"/>
                <a:gd name="T44" fmla="*/ 395 w 449"/>
                <a:gd name="T45" fmla="*/ 350 h 616"/>
                <a:gd name="T46" fmla="*/ 379 w 449"/>
                <a:gd name="T47" fmla="*/ 360 h 616"/>
                <a:gd name="T48" fmla="*/ 360 w 449"/>
                <a:gd name="T49" fmla="*/ 363 h 616"/>
                <a:gd name="T50" fmla="*/ 106 w 449"/>
                <a:gd name="T51" fmla="*/ 564 h 616"/>
                <a:gd name="T52" fmla="*/ 106 w 449"/>
                <a:gd name="T53" fmla="*/ 574 h 616"/>
                <a:gd name="T54" fmla="*/ 98 w 449"/>
                <a:gd name="T55" fmla="*/ 593 h 616"/>
                <a:gd name="T56" fmla="*/ 83 w 449"/>
                <a:gd name="T57" fmla="*/ 608 h 616"/>
                <a:gd name="T58" fmla="*/ 64 w 449"/>
                <a:gd name="T59" fmla="*/ 616 h 616"/>
                <a:gd name="T60" fmla="*/ 54 w 449"/>
                <a:gd name="T61" fmla="*/ 616 h 616"/>
                <a:gd name="T62" fmla="*/ 32 w 449"/>
                <a:gd name="T63" fmla="*/ 613 h 616"/>
                <a:gd name="T64" fmla="*/ 15 w 449"/>
                <a:gd name="T65" fmla="*/ 602 h 616"/>
                <a:gd name="T66" fmla="*/ 3 w 449"/>
                <a:gd name="T67" fmla="*/ 584 h 616"/>
                <a:gd name="T68" fmla="*/ 0 w 449"/>
                <a:gd name="T69" fmla="*/ 564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9" h="616">
                  <a:moveTo>
                    <a:pt x="0" y="54"/>
                  </a:moveTo>
                  <a:lnTo>
                    <a:pt x="0" y="54"/>
                  </a:lnTo>
                  <a:lnTo>
                    <a:pt x="0" y="43"/>
                  </a:lnTo>
                  <a:lnTo>
                    <a:pt x="3" y="33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10"/>
                  </a:lnTo>
                  <a:lnTo>
                    <a:pt x="32" y="4"/>
                  </a:lnTo>
                  <a:lnTo>
                    <a:pt x="42" y="1"/>
                  </a:lnTo>
                  <a:lnTo>
                    <a:pt x="54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10" y="1"/>
                  </a:lnTo>
                  <a:lnTo>
                    <a:pt x="419" y="4"/>
                  </a:lnTo>
                  <a:lnTo>
                    <a:pt x="427" y="8"/>
                  </a:lnTo>
                  <a:lnTo>
                    <a:pt x="435" y="14"/>
                  </a:lnTo>
                  <a:lnTo>
                    <a:pt x="440" y="21"/>
                  </a:lnTo>
                  <a:lnTo>
                    <a:pt x="445" y="30"/>
                  </a:lnTo>
                  <a:lnTo>
                    <a:pt x="448" y="39"/>
                  </a:lnTo>
                  <a:lnTo>
                    <a:pt x="449" y="49"/>
                  </a:lnTo>
                  <a:lnTo>
                    <a:pt x="449" y="49"/>
                  </a:lnTo>
                  <a:lnTo>
                    <a:pt x="448" y="59"/>
                  </a:lnTo>
                  <a:lnTo>
                    <a:pt x="445" y="68"/>
                  </a:lnTo>
                  <a:lnTo>
                    <a:pt x="440" y="77"/>
                  </a:lnTo>
                  <a:lnTo>
                    <a:pt x="435" y="84"/>
                  </a:lnTo>
                  <a:lnTo>
                    <a:pt x="427" y="90"/>
                  </a:lnTo>
                  <a:lnTo>
                    <a:pt x="419" y="94"/>
                  </a:lnTo>
                  <a:lnTo>
                    <a:pt x="410" y="97"/>
                  </a:lnTo>
                  <a:lnTo>
                    <a:pt x="400" y="99"/>
                  </a:lnTo>
                  <a:lnTo>
                    <a:pt x="106" y="99"/>
                  </a:lnTo>
                  <a:lnTo>
                    <a:pt x="106" y="265"/>
                  </a:lnTo>
                  <a:lnTo>
                    <a:pt x="360" y="265"/>
                  </a:lnTo>
                  <a:lnTo>
                    <a:pt x="360" y="265"/>
                  </a:lnTo>
                  <a:lnTo>
                    <a:pt x="370" y="266"/>
                  </a:lnTo>
                  <a:lnTo>
                    <a:pt x="379" y="269"/>
                  </a:lnTo>
                  <a:lnTo>
                    <a:pt x="388" y="274"/>
                  </a:lnTo>
                  <a:lnTo>
                    <a:pt x="395" y="280"/>
                  </a:lnTo>
                  <a:lnTo>
                    <a:pt x="401" y="287"/>
                  </a:lnTo>
                  <a:lnTo>
                    <a:pt x="405" y="296"/>
                  </a:lnTo>
                  <a:lnTo>
                    <a:pt x="408" y="304"/>
                  </a:lnTo>
                  <a:lnTo>
                    <a:pt x="410" y="315"/>
                  </a:lnTo>
                  <a:lnTo>
                    <a:pt x="410" y="315"/>
                  </a:lnTo>
                  <a:lnTo>
                    <a:pt x="408" y="325"/>
                  </a:lnTo>
                  <a:lnTo>
                    <a:pt x="405" y="334"/>
                  </a:lnTo>
                  <a:lnTo>
                    <a:pt x="401" y="342"/>
                  </a:lnTo>
                  <a:lnTo>
                    <a:pt x="395" y="350"/>
                  </a:lnTo>
                  <a:lnTo>
                    <a:pt x="388" y="355"/>
                  </a:lnTo>
                  <a:lnTo>
                    <a:pt x="379" y="360"/>
                  </a:lnTo>
                  <a:lnTo>
                    <a:pt x="370" y="363"/>
                  </a:lnTo>
                  <a:lnTo>
                    <a:pt x="360" y="363"/>
                  </a:lnTo>
                  <a:lnTo>
                    <a:pt x="106" y="363"/>
                  </a:lnTo>
                  <a:lnTo>
                    <a:pt x="106" y="564"/>
                  </a:lnTo>
                  <a:lnTo>
                    <a:pt x="106" y="564"/>
                  </a:lnTo>
                  <a:lnTo>
                    <a:pt x="106" y="574"/>
                  </a:lnTo>
                  <a:lnTo>
                    <a:pt x="104" y="584"/>
                  </a:lnTo>
                  <a:lnTo>
                    <a:pt x="98" y="593"/>
                  </a:lnTo>
                  <a:lnTo>
                    <a:pt x="92" y="602"/>
                  </a:lnTo>
                  <a:lnTo>
                    <a:pt x="83" y="608"/>
                  </a:lnTo>
                  <a:lnTo>
                    <a:pt x="74" y="613"/>
                  </a:lnTo>
                  <a:lnTo>
                    <a:pt x="64" y="616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2" y="616"/>
                  </a:lnTo>
                  <a:lnTo>
                    <a:pt x="32" y="613"/>
                  </a:lnTo>
                  <a:lnTo>
                    <a:pt x="23" y="608"/>
                  </a:lnTo>
                  <a:lnTo>
                    <a:pt x="15" y="602"/>
                  </a:lnTo>
                  <a:lnTo>
                    <a:pt x="9" y="593"/>
                  </a:lnTo>
                  <a:lnTo>
                    <a:pt x="3" y="584"/>
                  </a:lnTo>
                  <a:lnTo>
                    <a:pt x="0" y="574"/>
                  </a:lnTo>
                  <a:lnTo>
                    <a:pt x="0" y="564"/>
                  </a:lnTo>
                  <a:lnTo>
                    <a:pt x="0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D326275B-491E-4840-BF87-F3814E62CB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2063" y="2692401"/>
              <a:ext cx="173038" cy="977900"/>
            </a:xfrm>
            <a:custGeom>
              <a:avLst/>
              <a:gdLst>
                <a:gd name="T0" fmla="*/ 0 w 109"/>
                <a:gd name="T1" fmla="*/ 48 h 616"/>
                <a:gd name="T2" fmla="*/ 4 w 109"/>
                <a:gd name="T3" fmla="*/ 27 h 616"/>
                <a:gd name="T4" fmla="*/ 16 w 109"/>
                <a:gd name="T5" fmla="*/ 13 h 616"/>
                <a:gd name="T6" fmla="*/ 33 w 109"/>
                <a:gd name="T7" fmla="*/ 4 h 616"/>
                <a:gd name="T8" fmla="*/ 54 w 109"/>
                <a:gd name="T9" fmla="*/ 0 h 616"/>
                <a:gd name="T10" fmla="*/ 66 w 109"/>
                <a:gd name="T11" fmla="*/ 1 h 616"/>
                <a:gd name="T12" fmla="*/ 86 w 109"/>
                <a:gd name="T13" fmla="*/ 7 h 616"/>
                <a:gd name="T14" fmla="*/ 101 w 109"/>
                <a:gd name="T15" fmla="*/ 20 h 616"/>
                <a:gd name="T16" fmla="*/ 108 w 109"/>
                <a:gd name="T17" fmla="*/ 38 h 616"/>
                <a:gd name="T18" fmla="*/ 109 w 109"/>
                <a:gd name="T19" fmla="*/ 52 h 616"/>
                <a:gd name="T20" fmla="*/ 108 w 109"/>
                <a:gd name="T21" fmla="*/ 62 h 616"/>
                <a:gd name="T22" fmla="*/ 101 w 109"/>
                <a:gd name="T23" fmla="*/ 80 h 616"/>
                <a:gd name="T24" fmla="*/ 86 w 109"/>
                <a:gd name="T25" fmla="*/ 93 h 616"/>
                <a:gd name="T26" fmla="*/ 66 w 109"/>
                <a:gd name="T27" fmla="*/ 99 h 616"/>
                <a:gd name="T28" fmla="*/ 54 w 109"/>
                <a:gd name="T29" fmla="*/ 100 h 616"/>
                <a:gd name="T30" fmla="*/ 33 w 109"/>
                <a:gd name="T31" fmla="*/ 96 h 616"/>
                <a:gd name="T32" fmla="*/ 16 w 109"/>
                <a:gd name="T33" fmla="*/ 87 h 616"/>
                <a:gd name="T34" fmla="*/ 4 w 109"/>
                <a:gd name="T35" fmla="*/ 71 h 616"/>
                <a:gd name="T36" fmla="*/ 0 w 109"/>
                <a:gd name="T37" fmla="*/ 52 h 616"/>
                <a:gd name="T38" fmla="*/ 1 w 109"/>
                <a:gd name="T39" fmla="*/ 208 h 616"/>
                <a:gd name="T40" fmla="*/ 3 w 109"/>
                <a:gd name="T41" fmla="*/ 198 h 616"/>
                <a:gd name="T42" fmla="*/ 10 w 109"/>
                <a:gd name="T43" fmla="*/ 179 h 616"/>
                <a:gd name="T44" fmla="*/ 25 w 109"/>
                <a:gd name="T45" fmla="*/ 164 h 616"/>
                <a:gd name="T46" fmla="*/ 44 w 109"/>
                <a:gd name="T47" fmla="*/ 156 h 616"/>
                <a:gd name="T48" fmla="*/ 54 w 109"/>
                <a:gd name="T49" fmla="*/ 156 h 616"/>
                <a:gd name="T50" fmla="*/ 76 w 109"/>
                <a:gd name="T51" fmla="*/ 159 h 616"/>
                <a:gd name="T52" fmla="*/ 92 w 109"/>
                <a:gd name="T53" fmla="*/ 170 h 616"/>
                <a:gd name="T54" fmla="*/ 103 w 109"/>
                <a:gd name="T55" fmla="*/ 188 h 616"/>
                <a:gd name="T56" fmla="*/ 108 w 109"/>
                <a:gd name="T57" fmla="*/ 208 h 616"/>
                <a:gd name="T58" fmla="*/ 108 w 109"/>
                <a:gd name="T59" fmla="*/ 564 h 616"/>
                <a:gd name="T60" fmla="*/ 103 w 109"/>
                <a:gd name="T61" fmla="*/ 584 h 616"/>
                <a:gd name="T62" fmla="*/ 92 w 109"/>
                <a:gd name="T63" fmla="*/ 600 h 616"/>
                <a:gd name="T64" fmla="*/ 76 w 109"/>
                <a:gd name="T65" fmla="*/ 612 h 616"/>
                <a:gd name="T66" fmla="*/ 54 w 109"/>
                <a:gd name="T67" fmla="*/ 616 h 616"/>
                <a:gd name="T68" fmla="*/ 44 w 109"/>
                <a:gd name="T69" fmla="*/ 615 h 616"/>
                <a:gd name="T70" fmla="*/ 25 w 109"/>
                <a:gd name="T71" fmla="*/ 608 h 616"/>
                <a:gd name="T72" fmla="*/ 12 w 109"/>
                <a:gd name="T73" fmla="*/ 593 h 616"/>
                <a:gd name="T74" fmla="*/ 3 w 109"/>
                <a:gd name="T75" fmla="*/ 574 h 616"/>
                <a:gd name="T76" fmla="*/ 1 w 109"/>
                <a:gd name="T77" fmla="*/ 208 h 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616">
                  <a:moveTo>
                    <a:pt x="0" y="48"/>
                  </a:moveTo>
                  <a:lnTo>
                    <a:pt x="0" y="48"/>
                  </a:lnTo>
                  <a:lnTo>
                    <a:pt x="0" y="38"/>
                  </a:lnTo>
                  <a:lnTo>
                    <a:pt x="4" y="27"/>
                  </a:lnTo>
                  <a:lnTo>
                    <a:pt x="9" y="20"/>
                  </a:lnTo>
                  <a:lnTo>
                    <a:pt x="16" y="13"/>
                  </a:lnTo>
                  <a:lnTo>
                    <a:pt x="23" y="7"/>
                  </a:lnTo>
                  <a:lnTo>
                    <a:pt x="33" y="4"/>
                  </a:lnTo>
                  <a:lnTo>
                    <a:pt x="44" y="1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1"/>
                  </a:lnTo>
                  <a:lnTo>
                    <a:pt x="76" y="4"/>
                  </a:lnTo>
                  <a:lnTo>
                    <a:pt x="86" y="7"/>
                  </a:lnTo>
                  <a:lnTo>
                    <a:pt x="93" y="13"/>
                  </a:lnTo>
                  <a:lnTo>
                    <a:pt x="101" y="20"/>
                  </a:lnTo>
                  <a:lnTo>
                    <a:pt x="105" y="27"/>
                  </a:lnTo>
                  <a:lnTo>
                    <a:pt x="108" y="38"/>
                  </a:lnTo>
                  <a:lnTo>
                    <a:pt x="109" y="48"/>
                  </a:lnTo>
                  <a:lnTo>
                    <a:pt x="109" y="52"/>
                  </a:lnTo>
                  <a:lnTo>
                    <a:pt x="109" y="52"/>
                  </a:lnTo>
                  <a:lnTo>
                    <a:pt x="108" y="62"/>
                  </a:lnTo>
                  <a:lnTo>
                    <a:pt x="105" y="71"/>
                  </a:lnTo>
                  <a:lnTo>
                    <a:pt x="101" y="80"/>
                  </a:lnTo>
                  <a:lnTo>
                    <a:pt x="93" y="87"/>
                  </a:lnTo>
                  <a:lnTo>
                    <a:pt x="86" y="93"/>
                  </a:lnTo>
                  <a:lnTo>
                    <a:pt x="76" y="96"/>
                  </a:lnTo>
                  <a:lnTo>
                    <a:pt x="66" y="99"/>
                  </a:lnTo>
                  <a:lnTo>
                    <a:pt x="54" y="100"/>
                  </a:lnTo>
                  <a:lnTo>
                    <a:pt x="54" y="100"/>
                  </a:lnTo>
                  <a:lnTo>
                    <a:pt x="44" y="99"/>
                  </a:lnTo>
                  <a:lnTo>
                    <a:pt x="33" y="96"/>
                  </a:lnTo>
                  <a:lnTo>
                    <a:pt x="23" y="93"/>
                  </a:lnTo>
                  <a:lnTo>
                    <a:pt x="16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48"/>
                  </a:lnTo>
                  <a:close/>
                  <a:moveTo>
                    <a:pt x="1" y="208"/>
                  </a:moveTo>
                  <a:lnTo>
                    <a:pt x="1" y="208"/>
                  </a:lnTo>
                  <a:lnTo>
                    <a:pt x="3" y="198"/>
                  </a:lnTo>
                  <a:lnTo>
                    <a:pt x="6" y="188"/>
                  </a:lnTo>
                  <a:lnTo>
                    <a:pt x="10" y="179"/>
                  </a:lnTo>
                  <a:lnTo>
                    <a:pt x="17" y="170"/>
                  </a:lnTo>
                  <a:lnTo>
                    <a:pt x="25" y="164"/>
                  </a:lnTo>
                  <a:lnTo>
                    <a:pt x="33" y="159"/>
                  </a:lnTo>
                  <a:lnTo>
                    <a:pt x="4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6" y="156"/>
                  </a:lnTo>
                  <a:lnTo>
                    <a:pt x="76" y="159"/>
                  </a:lnTo>
                  <a:lnTo>
                    <a:pt x="85" y="164"/>
                  </a:lnTo>
                  <a:lnTo>
                    <a:pt x="92" y="170"/>
                  </a:lnTo>
                  <a:lnTo>
                    <a:pt x="99" y="179"/>
                  </a:lnTo>
                  <a:lnTo>
                    <a:pt x="103" y="188"/>
                  </a:lnTo>
                  <a:lnTo>
                    <a:pt x="106" y="198"/>
                  </a:lnTo>
                  <a:lnTo>
                    <a:pt x="108" y="208"/>
                  </a:lnTo>
                  <a:lnTo>
                    <a:pt x="108" y="564"/>
                  </a:lnTo>
                  <a:lnTo>
                    <a:pt x="108" y="564"/>
                  </a:lnTo>
                  <a:lnTo>
                    <a:pt x="106" y="574"/>
                  </a:lnTo>
                  <a:lnTo>
                    <a:pt x="103" y="584"/>
                  </a:lnTo>
                  <a:lnTo>
                    <a:pt x="99" y="593"/>
                  </a:lnTo>
                  <a:lnTo>
                    <a:pt x="92" y="600"/>
                  </a:lnTo>
                  <a:lnTo>
                    <a:pt x="85" y="608"/>
                  </a:lnTo>
                  <a:lnTo>
                    <a:pt x="76" y="612"/>
                  </a:lnTo>
                  <a:lnTo>
                    <a:pt x="66" y="615"/>
                  </a:lnTo>
                  <a:lnTo>
                    <a:pt x="54" y="616"/>
                  </a:lnTo>
                  <a:lnTo>
                    <a:pt x="54" y="616"/>
                  </a:lnTo>
                  <a:lnTo>
                    <a:pt x="44" y="615"/>
                  </a:lnTo>
                  <a:lnTo>
                    <a:pt x="33" y="612"/>
                  </a:lnTo>
                  <a:lnTo>
                    <a:pt x="25" y="608"/>
                  </a:lnTo>
                  <a:lnTo>
                    <a:pt x="17" y="600"/>
                  </a:lnTo>
                  <a:lnTo>
                    <a:pt x="12" y="593"/>
                  </a:lnTo>
                  <a:lnTo>
                    <a:pt x="6" y="584"/>
                  </a:lnTo>
                  <a:lnTo>
                    <a:pt x="3" y="574"/>
                  </a:lnTo>
                  <a:lnTo>
                    <a:pt x="1" y="564"/>
                  </a:lnTo>
                  <a:lnTo>
                    <a:pt x="1" y="2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C4A53744-7680-47B8-A1A2-04BD6FEA26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05275" y="2916238"/>
              <a:ext cx="706438" cy="766763"/>
            </a:xfrm>
            <a:custGeom>
              <a:avLst/>
              <a:gdLst>
                <a:gd name="T0" fmla="*/ 211 w 445"/>
                <a:gd name="T1" fmla="*/ 481 h 483"/>
                <a:gd name="T2" fmla="*/ 143 w 445"/>
                <a:gd name="T3" fmla="*/ 465 h 483"/>
                <a:gd name="T4" fmla="*/ 85 w 445"/>
                <a:gd name="T5" fmla="*/ 430 h 483"/>
                <a:gd name="T6" fmla="*/ 39 w 445"/>
                <a:gd name="T7" fmla="*/ 381 h 483"/>
                <a:gd name="T8" fmla="*/ 10 w 445"/>
                <a:gd name="T9" fmla="*/ 318 h 483"/>
                <a:gd name="T10" fmla="*/ 0 w 445"/>
                <a:gd name="T11" fmla="*/ 242 h 483"/>
                <a:gd name="T12" fmla="*/ 0 w 445"/>
                <a:gd name="T13" fmla="*/ 216 h 483"/>
                <a:gd name="T14" fmla="*/ 16 w 445"/>
                <a:gd name="T15" fmla="*/ 147 h 483"/>
                <a:gd name="T16" fmla="*/ 48 w 445"/>
                <a:gd name="T17" fmla="*/ 88 h 483"/>
                <a:gd name="T18" fmla="*/ 96 w 445"/>
                <a:gd name="T19" fmla="*/ 41 h 483"/>
                <a:gd name="T20" fmla="*/ 156 w 445"/>
                <a:gd name="T21" fmla="*/ 10 h 483"/>
                <a:gd name="T22" fmla="*/ 226 w 445"/>
                <a:gd name="T23" fmla="*/ 0 h 483"/>
                <a:gd name="T24" fmla="*/ 277 w 445"/>
                <a:gd name="T25" fmla="*/ 6 h 483"/>
                <a:gd name="T26" fmla="*/ 341 w 445"/>
                <a:gd name="T27" fmla="*/ 31 h 483"/>
                <a:gd name="T28" fmla="*/ 391 w 445"/>
                <a:gd name="T29" fmla="*/ 73 h 483"/>
                <a:gd name="T30" fmla="*/ 424 w 445"/>
                <a:gd name="T31" fmla="*/ 127 h 483"/>
                <a:gd name="T32" fmla="*/ 442 w 445"/>
                <a:gd name="T33" fmla="*/ 187 h 483"/>
                <a:gd name="T34" fmla="*/ 445 w 445"/>
                <a:gd name="T35" fmla="*/ 227 h 483"/>
                <a:gd name="T36" fmla="*/ 436 w 445"/>
                <a:gd name="T37" fmla="*/ 257 h 483"/>
                <a:gd name="T38" fmla="*/ 414 w 445"/>
                <a:gd name="T39" fmla="*/ 274 h 483"/>
                <a:gd name="T40" fmla="*/ 105 w 445"/>
                <a:gd name="T41" fmla="*/ 279 h 483"/>
                <a:gd name="T42" fmla="*/ 112 w 445"/>
                <a:gd name="T43" fmla="*/ 305 h 483"/>
                <a:gd name="T44" fmla="*/ 127 w 445"/>
                <a:gd name="T45" fmla="*/ 338 h 483"/>
                <a:gd name="T46" fmla="*/ 150 w 445"/>
                <a:gd name="T47" fmla="*/ 365 h 483"/>
                <a:gd name="T48" fmla="*/ 179 w 445"/>
                <a:gd name="T49" fmla="*/ 384 h 483"/>
                <a:gd name="T50" fmla="*/ 213 w 445"/>
                <a:gd name="T51" fmla="*/ 394 h 483"/>
                <a:gd name="T52" fmla="*/ 239 w 445"/>
                <a:gd name="T53" fmla="*/ 395 h 483"/>
                <a:gd name="T54" fmla="*/ 284 w 445"/>
                <a:gd name="T55" fmla="*/ 389 h 483"/>
                <a:gd name="T56" fmla="*/ 325 w 445"/>
                <a:gd name="T57" fmla="*/ 372 h 483"/>
                <a:gd name="T58" fmla="*/ 349 w 445"/>
                <a:gd name="T59" fmla="*/ 356 h 483"/>
                <a:gd name="T60" fmla="*/ 366 w 445"/>
                <a:gd name="T61" fmla="*/ 346 h 483"/>
                <a:gd name="T62" fmla="*/ 384 w 445"/>
                <a:gd name="T63" fmla="*/ 347 h 483"/>
                <a:gd name="T64" fmla="*/ 405 w 445"/>
                <a:gd name="T65" fmla="*/ 357 h 483"/>
                <a:gd name="T66" fmla="*/ 416 w 445"/>
                <a:gd name="T67" fmla="*/ 379 h 483"/>
                <a:gd name="T68" fmla="*/ 416 w 445"/>
                <a:gd name="T69" fmla="*/ 398 h 483"/>
                <a:gd name="T70" fmla="*/ 402 w 445"/>
                <a:gd name="T71" fmla="*/ 421 h 483"/>
                <a:gd name="T72" fmla="*/ 369 w 445"/>
                <a:gd name="T73" fmla="*/ 446 h 483"/>
                <a:gd name="T74" fmla="*/ 309 w 445"/>
                <a:gd name="T75" fmla="*/ 472 h 483"/>
                <a:gd name="T76" fmla="*/ 236 w 445"/>
                <a:gd name="T77" fmla="*/ 483 h 483"/>
                <a:gd name="T78" fmla="*/ 341 w 445"/>
                <a:gd name="T79" fmla="*/ 209 h 483"/>
                <a:gd name="T80" fmla="*/ 330 w 445"/>
                <a:gd name="T81" fmla="*/ 160 h 483"/>
                <a:gd name="T82" fmla="*/ 314 w 445"/>
                <a:gd name="T83" fmla="*/ 130 h 483"/>
                <a:gd name="T84" fmla="*/ 290 w 445"/>
                <a:gd name="T85" fmla="*/ 106 h 483"/>
                <a:gd name="T86" fmla="*/ 261 w 445"/>
                <a:gd name="T87" fmla="*/ 92 h 483"/>
                <a:gd name="T88" fmla="*/ 225 w 445"/>
                <a:gd name="T89" fmla="*/ 86 h 483"/>
                <a:gd name="T90" fmla="*/ 201 w 445"/>
                <a:gd name="T91" fmla="*/ 89 h 483"/>
                <a:gd name="T92" fmla="*/ 169 w 445"/>
                <a:gd name="T93" fmla="*/ 101 h 483"/>
                <a:gd name="T94" fmla="*/ 144 w 445"/>
                <a:gd name="T95" fmla="*/ 121 h 483"/>
                <a:gd name="T96" fmla="*/ 124 w 445"/>
                <a:gd name="T97" fmla="*/ 149 h 483"/>
                <a:gd name="T98" fmla="*/ 109 w 445"/>
                <a:gd name="T99" fmla="*/ 182 h 483"/>
                <a:gd name="T100" fmla="*/ 341 w 445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5" h="483">
                  <a:moveTo>
                    <a:pt x="236" y="483"/>
                  </a:moveTo>
                  <a:lnTo>
                    <a:pt x="236" y="483"/>
                  </a:lnTo>
                  <a:lnTo>
                    <a:pt x="211" y="481"/>
                  </a:lnTo>
                  <a:lnTo>
                    <a:pt x="188" y="478"/>
                  </a:lnTo>
                  <a:lnTo>
                    <a:pt x="165" y="472"/>
                  </a:lnTo>
                  <a:lnTo>
                    <a:pt x="143" y="465"/>
                  </a:lnTo>
                  <a:lnTo>
                    <a:pt x="122" y="455"/>
                  </a:lnTo>
                  <a:lnTo>
                    <a:pt x="104" y="443"/>
                  </a:lnTo>
                  <a:lnTo>
                    <a:pt x="85" y="430"/>
                  </a:lnTo>
                  <a:lnTo>
                    <a:pt x="69" y="416"/>
                  </a:lnTo>
                  <a:lnTo>
                    <a:pt x="52" y="400"/>
                  </a:lnTo>
                  <a:lnTo>
                    <a:pt x="39" y="381"/>
                  </a:lnTo>
                  <a:lnTo>
                    <a:pt x="28" y="362"/>
                  </a:lnTo>
                  <a:lnTo>
                    <a:pt x="17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0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16"/>
                  </a:lnTo>
                  <a:lnTo>
                    <a:pt x="4" y="193"/>
                  </a:lnTo>
                  <a:lnTo>
                    <a:pt x="9" y="169"/>
                  </a:lnTo>
                  <a:lnTo>
                    <a:pt x="16" y="147"/>
                  </a:lnTo>
                  <a:lnTo>
                    <a:pt x="25" y="127"/>
                  </a:lnTo>
                  <a:lnTo>
                    <a:pt x="36" y="106"/>
                  </a:lnTo>
                  <a:lnTo>
                    <a:pt x="48" y="88"/>
                  </a:lnTo>
                  <a:lnTo>
                    <a:pt x="63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4" y="29"/>
                  </a:lnTo>
                  <a:lnTo>
                    <a:pt x="134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7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1" y="31"/>
                  </a:lnTo>
                  <a:lnTo>
                    <a:pt x="359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2" y="90"/>
                  </a:lnTo>
                  <a:lnTo>
                    <a:pt x="414" y="108"/>
                  </a:lnTo>
                  <a:lnTo>
                    <a:pt x="424" y="127"/>
                  </a:lnTo>
                  <a:lnTo>
                    <a:pt x="432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5" y="227"/>
                  </a:lnTo>
                  <a:lnTo>
                    <a:pt x="445" y="227"/>
                  </a:lnTo>
                  <a:lnTo>
                    <a:pt x="443" y="238"/>
                  </a:lnTo>
                  <a:lnTo>
                    <a:pt x="440" y="248"/>
                  </a:lnTo>
                  <a:lnTo>
                    <a:pt x="436" y="257"/>
                  </a:lnTo>
                  <a:lnTo>
                    <a:pt x="430" y="264"/>
                  </a:lnTo>
                  <a:lnTo>
                    <a:pt x="423" y="270"/>
                  </a:lnTo>
                  <a:lnTo>
                    <a:pt x="414" y="274"/>
                  </a:lnTo>
                  <a:lnTo>
                    <a:pt x="405" y="277"/>
                  </a:lnTo>
                  <a:lnTo>
                    <a:pt x="395" y="279"/>
                  </a:lnTo>
                  <a:lnTo>
                    <a:pt x="105" y="279"/>
                  </a:lnTo>
                  <a:lnTo>
                    <a:pt x="105" y="279"/>
                  </a:lnTo>
                  <a:lnTo>
                    <a:pt x="108" y="292"/>
                  </a:lnTo>
                  <a:lnTo>
                    <a:pt x="112" y="305"/>
                  </a:lnTo>
                  <a:lnTo>
                    <a:pt x="117" y="316"/>
                  </a:lnTo>
                  <a:lnTo>
                    <a:pt x="121" y="328"/>
                  </a:lnTo>
                  <a:lnTo>
                    <a:pt x="127" y="338"/>
                  </a:lnTo>
                  <a:lnTo>
                    <a:pt x="134" y="349"/>
                  </a:lnTo>
                  <a:lnTo>
                    <a:pt x="143" y="357"/>
                  </a:lnTo>
                  <a:lnTo>
                    <a:pt x="150" y="365"/>
                  </a:lnTo>
                  <a:lnTo>
                    <a:pt x="159" y="372"/>
                  </a:lnTo>
                  <a:lnTo>
                    <a:pt x="169" y="378"/>
                  </a:lnTo>
                  <a:lnTo>
                    <a:pt x="179" y="384"/>
                  </a:lnTo>
                  <a:lnTo>
                    <a:pt x="191" y="388"/>
                  </a:lnTo>
                  <a:lnTo>
                    <a:pt x="201" y="391"/>
                  </a:lnTo>
                  <a:lnTo>
                    <a:pt x="213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0" y="392"/>
                  </a:lnTo>
                  <a:lnTo>
                    <a:pt x="284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9" y="356"/>
                  </a:lnTo>
                  <a:lnTo>
                    <a:pt x="349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6" y="346"/>
                  </a:lnTo>
                  <a:lnTo>
                    <a:pt x="375" y="346"/>
                  </a:lnTo>
                  <a:lnTo>
                    <a:pt x="375" y="346"/>
                  </a:lnTo>
                  <a:lnTo>
                    <a:pt x="384" y="347"/>
                  </a:lnTo>
                  <a:lnTo>
                    <a:pt x="391" y="349"/>
                  </a:lnTo>
                  <a:lnTo>
                    <a:pt x="398" y="353"/>
                  </a:lnTo>
                  <a:lnTo>
                    <a:pt x="405" y="357"/>
                  </a:lnTo>
                  <a:lnTo>
                    <a:pt x="410" y="365"/>
                  </a:lnTo>
                  <a:lnTo>
                    <a:pt x="414" y="372"/>
                  </a:lnTo>
                  <a:lnTo>
                    <a:pt x="416" y="379"/>
                  </a:lnTo>
                  <a:lnTo>
                    <a:pt x="417" y="388"/>
                  </a:lnTo>
                  <a:lnTo>
                    <a:pt x="417" y="388"/>
                  </a:lnTo>
                  <a:lnTo>
                    <a:pt x="416" y="398"/>
                  </a:lnTo>
                  <a:lnTo>
                    <a:pt x="413" y="407"/>
                  </a:lnTo>
                  <a:lnTo>
                    <a:pt x="408" y="414"/>
                  </a:lnTo>
                  <a:lnTo>
                    <a:pt x="402" y="421"/>
                  </a:lnTo>
                  <a:lnTo>
                    <a:pt x="402" y="421"/>
                  </a:lnTo>
                  <a:lnTo>
                    <a:pt x="386" y="435"/>
                  </a:lnTo>
                  <a:lnTo>
                    <a:pt x="369" y="446"/>
                  </a:lnTo>
                  <a:lnTo>
                    <a:pt x="351" y="456"/>
                  </a:lnTo>
                  <a:lnTo>
                    <a:pt x="331" y="465"/>
                  </a:lnTo>
                  <a:lnTo>
                    <a:pt x="309" y="472"/>
                  </a:lnTo>
                  <a:lnTo>
                    <a:pt x="287" y="478"/>
                  </a:lnTo>
                  <a:lnTo>
                    <a:pt x="262" y="481"/>
                  </a:lnTo>
                  <a:lnTo>
                    <a:pt x="236" y="483"/>
                  </a:lnTo>
                  <a:lnTo>
                    <a:pt x="236" y="483"/>
                  </a:lnTo>
                  <a:close/>
                  <a:moveTo>
                    <a:pt x="341" y="209"/>
                  </a:moveTo>
                  <a:lnTo>
                    <a:pt x="341" y="209"/>
                  </a:lnTo>
                  <a:lnTo>
                    <a:pt x="337" y="184"/>
                  </a:lnTo>
                  <a:lnTo>
                    <a:pt x="334" y="172"/>
                  </a:lnTo>
                  <a:lnTo>
                    <a:pt x="330" y="160"/>
                  </a:lnTo>
                  <a:lnTo>
                    <a:pt x="325" y="150"/>
                  </a:lnTo>
                  <a:lnTo>
                    <a:pt x="319" y="140"/>
                  </a:lnTo>
                  <a:lnTo>
                    <a:pt x="314" y="130"/>
                  </a:lnTo>
                  <a:lnTo>
                    <a:pt x="306" y="121"/>
                  </a:lnTo>
                  <a:lnTo>
                    <a:pt x="299" y="114"/>
                  </a:lnTo>
                  <a:lnTo>
                    <a:pt x="290" y="106"/>
                  </a:lnTo>
                  <a:lnTo>
                    <a:pt x="281" y="101"/>
                  </a:lnTo>
                  <a:lnTo>
                    <a:pt x="271" y="96"/>
                  </a:lnTo>
                  <a:lnTo>
                    <a:pt x="261" y="92"/>
                  </a:lnTo>
                  <a:lnTo>
                    <a:pt x="249" y="89"/>
                  </a:lnTo>
                  <a:lnTo>
                    <a:pt x="238" y="88"/>
                  </a:lnTo>
                  <a:lnTo>
                    <a:pt x="225" y="86"/>
                  </a:lnTo>
                  <a:lnTo>
                    <a:pt x="225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0" y="92"/>
                  </a:lnTo>
                  <a:lnTo>
                    <a:pt x="179" y="95"/>
                  </a:lnTo>
                  <a:lnTo>
                    <a:pt x="169" y="101"/>
                  </a:lnTo>
                  <a:lnTo>
                    <a:pt x="160" y="106"/>
                  </a:lnTo>
                  <a:lnTo>
                    <a:pt x="152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8" y="159"/>
                  </a:lnTo>
                  <a:lnTo>
                    <a:pt x="114" y="171"/>
                  </a:lnTo>
                  <a:lnTo>
                    <a:pt x="109" y="182"/>
                  </a:lnTo>
                  <a:lnTo>
                    <a:pt x="106" y="195"/>
                  </a:lnTo>
                  <a:lnTo>
                    <a:pt x="105" y="209"/>
                  </a:lnTo>
                  <a:lnTo>
                    <a:pt x="341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A79A1C8C-658D-4E0C-965D-6C1701F4B1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45063" y="2643188"/>
              <a:ext cx="169863" cy="1027113"/>
            </a:xfrm>
            <a:custGeom>
              <a:avLst/>
              <a:gdLst>
                <a:gd name="T0" fmla="*/ 0 w 107"/>
                <a:gd name="T1" fmla="*/ 52 h 647"/>
                <a:gd name="T2" fmla="*/ 0 w 107"/>
                <a:gd name="T3" fmla="*/ 52 h 647"/>
                <a:gd name="T4" fmla="*/ 2 w 107"/>
                <a:gd name="T5" fmla="*/ 42 h 647"/>
                <a:gd name="T6" fmla="*/ 5 w 107"/>
                <a:gd name="T7" fmla="*/ 32 h 647"/>
                <a:gd name="T8" fmla="*/ 9 w 107"/>
                <a:gd name="T9" fmla="*/ 23 h 647"/>
                <a:gd name="T10" fmla="*/ 15 w 107"/>
                <a:gd name="T11" fmla="*/ 16 h 647"/>
                <a:gd name="T12" fmla="*/ 24 w 107"/>
                <a:gd name="T13" fmla="*/ 9 h 647"/>
                <a:gd name="T14" fmla="*/ 32 w 107"/>
                <a:gd name="T15" fmla="*/ 4 h 647"/>
                <a:gd name="T16" fmla="*/ 43 w 107"/>
                <a:gd name="T17" fmla="*/ 1 h 647"/>
                <a:gd name="T18" fmla="*/ 53 w 107"/>
                <a:gd name="T19" fmla="*/ 0 h 647"/>
                <a:gd name="T20" fmla="*/ 53 w 107"/>
                <a:gd name="T21" fmla="*/ 0 h 647"/>
                <a:gd name="T22" fmla="*/ 63 w 107"/>
                <a:gd name="T23" fmla="*/ 1 h 647"/>
                <a:gd name="T24" fmla="*/ 73 w 107"/>
                <a:gd name="T25" fmla="*/ 4 h 647"/>
                <a:gd name="T26" fmla="*/ 83 w 107"/>
                <a:gd name="T27" fmla="*/ 9 h 647"/>
                <a:gd name="T28" fmla="*/ 91 w 107"/>
                <a:gd name="T29" fmla="*/ 16 h 647"/>
                <a:gd name="T30" fmla="*/ 97 w 107"/>
                <a:gd name="T31" fmla="*/ 23 h 647"/>
                <a:gd name="T32" fmla="*/ 102 w 107"/>
                <a:gd name="T33" fmla="*/ 32 h 647"/>
                <a:gd name="T34" fmla="*/ 105 w 107"/>
                <a:gd name="T35" fmla="*/ 42 h 647"/>
                <a:gd name="T36" fmla="*/ 107 w 107"/>
                <a:gd name="T37" fmla="*/ 52 h 647"/>
                <a:gd name="T38" fmla="*/ 107 w 107"/>
                <a:gd name="T39" fmla="*/ 595 h 647"/>
                <a:gd name="T40" fmla="*/ 107 w 107"/>
                <a:gd name="T41" fmla="*/ 595 h 647"/>
                <a:gd name="T42" fmla="*/ 105 w 107"/>
                <a:gd name="T43" fmla="*/ 607 h 647"/>
                <a:gd name="T44" fmla="*/ 102 w 107"/>
                <a:gd name="T45" fmla="*/ 617 h 647"/>
                <a:gd name="T46" fmla="*/ 97 w 107"/>
                <a:gd name="T47" fmla="*/ 625 h 647"/>
                <a:gd name="T48" fmla="*/ 91 w 107"/>
                <a:gd name="T49" fmla="*/ 633 h 647"/>
                <a:gd name="T50" fmla="*/ 83 w 107"/>
                <a:gd name="T51" fmla="*/ 639 h 647"/>
                <a:gd name="T52" fmla="*/ 73 w 107"/>
                <a:gd name="T53" fmla="*/ 644 h 647"/>
                <a:gd name="T54" fmla="*/ 63 w 107"/>
                <a:gd name="T55" fmla="*/ 647 h 647"/>
                <a:gd name="T56" fmla="*/ 53 w 107"/>
                <a:gd name="T57" fmla="*/ 647 h 647"/>
                <a:gd name="T58" fmla="*/ 53 w 107"/>
                <a:gd name="T59" fmla="*/ 647 h 647"/>
                <a:gd name="T60" fmla="*/ 43 w 107"/>
                <a:gd name="T61" fmla="*/ 647 h 647"/>
                <a:gd name="T62" fmla="*/ 32 w 107"/>
                <a:gd name="T63" fmla="*/ 644 h 647"/>
                <a:gd name="T64" fmla="*/ 24 w 107"/>
                <a:gd name="T65" fmla="*/ 639 h 647"/>
                <a:gd name="T66" fmla="*/ 16 w 107"/>
                <a:gd name="T67" fmla="*/ 633 h 647"/>
                <a:gd name="T68" fmla="*/ 9 w 107"/>
                <a:gd name="T69" fmla="*/ 625 h 647"/>
                <a:gd name="T70" fmla="*/ 5 w 107"/>
                <a:gd name="T71" fmla="*/ 617 h 647"/>
                <a:gd name="T72" fmla="*/ 2 w 107"/>
                <a:gd name="T73" fmla="*/ 607 h 647"/>
                <a:gd name="T74" fmla="*/ 0 w 107"/>
                <a:gd name="T75" fmla="*/ 595 h 647"/>
                <a:gd name="T76" fmla="*/ 0 w 107"/>
                <a:gd name="T77" fmla="*/ 52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7" h="647">
                  <a:moveTo>
                    <a:pt x="0" y="52"/>
                  </a:moveTo>
                  <a:lnTo>
                    <a:pt x="0" y="52"/>
                  </a:lnTo>
                  <a:lnTo>
                    <a:pt x="2" y="42"/>
                  </a:lnTo>
                  <a:lnTo>
                    <a:pt x="5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4" y="9"/>
                  </a:lnTo>
                  <a:lnTo>
                    <a:pt x="32" y="4"/>
                  </a:lnTo>
                  <a:lnTo>
                    <a:pt x="43" y="1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63" y="1"/>
                  </a:lnTo>
                  <a:lnTo>
                    <a:pt x="73" y="4"/>
                  </a:lnTo>
                  <a:lnTo>
                    <a:pt x="83" y="9"/>
                  </a:lnTo>
                  <a:lnTo>
                    <a:pt x="91" y="16"/>
                  </a:lnTo>
                  <a:lnTo>
                    <a:pt x="97" y="23"/>
                  </a:lnTo>
                  <a:lnTo>
                    <a:pt x="102" y="32"/>
                  </a:lnTo>
                  <a:lnTo>
                    <a:pt x="105" y="42"/>
                  </a:lnTo>
                  <a:lnTo>
                    <a:pt x="107" y="52"/>
                  </a:lnTo>
                  <a:lnTo>
                    <a:pt x="107" y="595"/>
                  </a:lnTo>
                  <a:lnTo>
                    <a:pt x="107" y="595"/>
                  </a:lnTo>
                  <a:lnTo>
                    <a:pt x="105" y="607"/>
                  </a:lnTo>
                  <a:lnTo>
                    <a:pt x="102" y="617"/>
                  </a:lnTo>
                  <a:lnTo>
                    <a:pt x="97" y="625"/>
                  </a:lnTo>
                  <a:lnTo>
                    <a:pt x="91" y="633"/>
                  </a:lnTo>
                  <a:lnTo>
                    <a:pt x="83" y="639"/>
                  </a:lnTo>
                  <a:lnTo>
                    <a:pt x="73" y="644"/>
                  </a:lnTo>
                  <a:lnTo>
                    <a:pt x="63" y="647"/>
                  </a:lnTo>
                  <a:lnTo>
                    <a:pt x="53" y="647"/>
                  </a:lnTo>
                  <a:lnTo>
                    <a:pt x="53" y="647"/>
                  </a:lnTo>
                  <a:lnTo>
                    <a:pt x="43" y="647"/>
                  </a:lnTo>
                  <a:lnTo>
                    <a:pt x="32" y="644"/>
                  </a:lnTo>
                  <a:lnTo>
                    <a:pt x="24" y="639"/>
                  </a:lnTo>
                  <a:lnTo>
                    <a:pt x="16" y="633"/>
                  </a:lnTo>
                  <a:lnTo>
                    <a:pt x="9" y="625"/>
                  </a:lnTo>
                  <a:lnTo>
                    <a:pt x="5" y="617"/>
                  </a:lnTo>
                  <a:lnTo>
                    <a:pt x="2" y="607"/>
                  </a:lnTo>
                  <a:lnTo>
                    <a:pt x="0" y="595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F621159E-7225-4B43-9689-29CF83F861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46688" y="2643188"/>
              <a:ext cx="758825" cy="1036638"/>
            </a:xfrm>
            <a:custGeom>
              <a:avLst/>
              <a:gdLst>
                <a:gd name="T0" fmla="*/ 477 w 478"/>
                <a:gd name="T1" fmla="*/ 607 h 653"/>
                <a:gd name="T2" fmla="*/ 464 w 478"/>
                <a:gd name="T3" fmla="*/ 633 h 653"/>
                <a:gd name="T4" fmla="*/ 436 w 478"/>
                <a:gd name="T5" fmla="*/ 647 h 653"/>
                <a:gd name="T6" fmla="*/ 416 w 478"/>
                <a:gd name="T7" fmla="*/ 647 h 653"/>
                <a:gd name="T8" fmla="*/ 388 w 478"/>
                <a:gd name="T9" fmla="*/ 633 h 653"/>
                <a:gd name="T10" fmla="*/ 373 w 478"/>
                <a:gd name="T11" fmla="*/ 607 h 653"/>
                <a:gd name="T12" fmla="*/ 372 w 478"/>
                <a:gd name="T13" fmla="*/ 567 h 653"/>
                <a:gd name="T14" fmla="*/ 328 w 478"/>
                <a:gd name="T15" fmla="*/ 615 h 653"/>
                <a:gd name="T16" fmla="*/ 267 w 478"/>
                <a:gd name="T17" fmla="*/ 646 h 653"/>
                <a:gd name="T18" fmla="*/ 229 w 478"/>
                <a:gd name="T19" fmla="*/ 653 h 653"/>
                <a:gd name="T20" fmla="*/ 195 w 478"/>
                <a:gd name="T21" fmla="*/ 652 h 653"/>
                <a:gd name="T22" fmla="*/ 136 w 478"/>
                <a:gd name="T23" fmla="*/ 637 h 653"/>
                <a:gd name="T24" fmla="*/ 83 w 478"/>
                <a:gd name="T25" fmla="*/ 605 h 653"/>
                <a:gd name="T26" fmla="*/ 39 w 478"/>
                <a:gd name="T27" fmla="*/ 557 h 653"/>
                <a:gd name="T28" fmla="*/ 12 w 478"/>
                <a:gd name="T29" fmla="*/ 493 h 653"/>
                <a:gd name="T30" fmla="*/ 0 w 478"/>
                <a:gd name="T31" fmla="*/ 414 h 653"/>
                <a:gd name="T32" fmla="*/ 1 w 478"/>
                <a:gd name="T33" fmla="*/ 383 h 653"/>
                <a:gd name="T34" fmla="*/ 19 w 478"/>
                <a:gd name="T35" fmla="*/ 309 h 653"/>
                <a:gd name="T36" fmla="*/ 52 w 478"/>
                <a:gd name="T37" fmla="*/ 251 h 653"/>
                <a:gd name="T38" fmla="*/ 99 w 478"/>
                <a:gd name="T39" fmla="*/ 207 h 653"/>
                <a:gd name="T40" fmla="*/ 154 w 478"/>
                <a:gd name="T41" fmla="*/ 181 h 653"/>
                <a:gd name="T42" fmla="*/ 214 w 478"/>
                <a:gd name="T43" fmla="*/ 172 h 653"/>
                <a:gd name="T44" fmla="*/ 242 w 478"/>
                <a:gd name="T45" fmla="*/ 174 h 653"/>
                <a:gd name="T46" fmla="*/ 309 w 478"/>
                <a:gd name="T47" fmla="*/ 197 h 653"/>
                <a:gd name="T48" fmla="*/ 359 w 478"/>
                <a:gd name="T49" fmla="*/ 238 h 653"/>
                <a:gd name="T50" fmla="*/ 372 w 478"/>
                <a:gd name="T51" fmla="*/ 52 h 653"/>
                <a:gd name="T52" fmla="*/ 382 w 478"/>
                <a:gd name="T53" fmla="*/ 23 h 653"/>
                <a:gd name="T54" fmla="*/ 405 w 478"/>
                <a:gd name="T55" fmla="*/ 4 h 653"/>
                <a:gd name="T56" fmla="*/ 424 w 478"/>
                <a:gd name="T57" fmla="*/ 0 h 653"/>
                <a:gd name="T58" fmla="*/ 455 w 478"/>
                <a:gd name="T59" fmla="*/ 9 h 653"/>
                <a:gd name="T60" fmla="*/ 474 w 478"/>
                <a:gd name="T61" fmla="*/ 32 h 653"/>
                <a:gd name="T62" fmla="*/ 478 w 478"/>
                <a:gd name="T63" fmla="*/ 595 h 653"/>
                <a:gd name="T64" fmla="*/ 108 w 478"/>
                <a:gd name="T65" fmla="*/ 414 h 653"/>
                <a:gd name="T66" fmla="*/ 114 w 478"/>
                <a:gd name="T67" fmla="*/ 461 h 653"/>
                <a:gd name="T68" fmla="*/ 131 w 478"/>
                <a:gd name="T69" fmla="*/ 500 h 653"/>
                <a:gd name="T70" fmla="*/ 156 w 478"/>
                <a:gd name="T71" fmla="*/ 529 h 653"/>
                <a:gd name="T72" fmla="*/ 189 w 478"/>
                <a:gd name="T73" fmla="*/ 551 h 653"/>
                <a:gd name="T74" fmla="*/ 227 w 478"/>
                <a:gd name="T75" fmla="*/ 561 h 653"/>
                <a:gd name="T76" fmla="*/ 254 w 478"/>
                <a:gd name="T77" fmla="*/ 560 h 653"/>
                <a:gd name="T78" fmla="*/ 292 w 478"/>
                <a:gd name="T79" fmla="*/ 551 h 653"/>
                <a:gd name="T80" fmla="*/ 324 w 478"/>
                <a:gd name="T81" fmla="*/ 529 h 653"/>
                <a:gd name="T82" fmla="*/ 350 w 478"/>
                <a:gd name="T83" fmla="*/ 499 h 653"/>
                <a:gd name="T84" fmla="*/ 367 w 478"/>
                <a:gd name="T85" fmla="*/ 459 h 653"/>
                <a:gd name="T86" fmla="*/ 375 w 478"/>
                <a:gd name="T87" fmla="*/ 414 h 653"/>
                <a:gd name="T88" fmla="*/ 373 w 478"/>
                <a:gd name="T89" fmla="*/ 395 h 653"/>
                <a:gd name="T90" fmla="*/ 363 w 478"/>
                <a:gd name="T91" fmla="*/ 351 h 653"/>
                <a:gd name="T92" fmla="*/ 343 w 478"/>
                <a:gd name="T93" fmla="*/ 315 h 653"/>
                <a:gd name="T94" fmla="*/ 313 w 478"/>
                <a:gd name="T95" fmla="*/ 287 h 653"/>
                <a:gd name="T96" fmla="*/ 278 w 478"/>
                <a:gd name="T97" fmla="*/ 270 h 653"/>
                <a:gd name="T98" fmla="*/ 241 w 478"/>
                <a:gd name="T99" fmla="*/ 264 h 653"/>
                <a:gd name="T100" fmla="*/ 214 w 478"/>
                <a:gd name="T101" fmla="*/ 267 h 653"/>
                <a:gd name="T102" fmla="*/ 178 w 478"/>
                <a:gd name="T103" fmla="*/ 280 h 653"/>
                <a:gd name="T104" fmla="*/ 147 w 478"/>
                <a:gd name="T105" fmla="*/ 303 h 653"/>
                <a:gd name="T106" fmla="*/ 124 w 478"/>
                <a:gd name="T107" fmla="*/ 337 h 653"/>
                <a:gd name="T108" fmla="*/ 111 w 478"/>
                <a:gd name="T109" fmla="*/ 379 h 653"/>
                <a:gd name="T110" fmla="*/ 108 w 478"/>
                <a:gd name="T111" fmla="*/ 411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8" h="653">
                  <a:moveTo>
                    <a:pt x="478" y="595"/>
                  </a:moveTo>
                  <a:lnTo>
                    <a:pt x="478" y="595"/>
                  </a:lnTo>
                  <a:lnTo>
                    <a:pt x="477" y="607"/>
                  </a:lnTo>
                  <a:lnTo>
                    <a:pt x="474" y="617"/>
                  </a:lnTo>
                  <a:lnTo>
                    <a:pt x="469" y="625"/>
                  </a:lnTo>
                  <a:lnTo>
                    <a:pt x="464" y="633"/>
                  </a:lnTo>
                  <a:lnTo>
                    <a:pt x="455" y="639"/>
                  </a:lnTo>
                  <a:lnTo>
                    <a:pt x="446" y="644"/>
                  </a:lnTo>
                  <a:lnTo>
                    <a:pt x="436" y="647"/>
                  </a:lnTo>
                  <a:lnTo>
                    <a:pt x="426" y="647"/>
                  </a:lnTo>
                  <a:lnTo>
                    <a:pt x="426" y="647"/>
                  </a:lnTo>
                  <a:lnTo>
                    <a:pt x="416" y="647"/>
                  </a:lnTo>
                  <a:lnTo>
                    <a:pt x="405" y="644"/>
                  </a:lnTo>
                  <a:lnTo>
                    <a:pt x="397" y="639"/>
                  </a:lnTo>
                  <a:lnTo>
                    <a:pt x="388" y="633"/>
                  </a:lnTo>
                  <a:lnTo>
                    <a:pt x="382" y="625"/>
                  </a:lnTo>
                  <a:lnTo>
                    <a:pt x="376" y="617"/>
                  </a:lnTo>
                  <a:lnTo>
                    <a:pt x="373" y="607"/>
                  </a:lnTo>
                  <a:lnTo>
                    <a:pt x="372" y="595"/>
                  </a:lnTo>
                  <a:lnTo>
                    <a:pt x="372" y="567"/>
                  </a:lnTo>
                  <a:lnTo>
                    <a:pt x="372" y="567"/>
                  </a:lnTo>
                  <a:lnTo>
                    <a:pt x="359" y="585"/>
                  </a:lnTo>
                  <a:lnTo>
                    <a:pt x="344" y="601"/>
                  </a:lnTo>
                  <a:lnTo>
                    <a:pt x="328" y="615"/>
                  </a:lnTo>
                  <a:lnTo>
                    <a:pt x="309" y="628"/>
                  </a:lnTo>
                  <a:lnTo>
                    <a:pt x="289" y="639"/>
                  </a:lnTo>
                  <a:lnTo>
                    <a:pt x="267" y="646"/>
                  </a:lnTo>
                  <a:lnTo>
                    <a:pt x="255" y="649"/>
                  </a:lnTo>
                  <a:lnTo>
                    <a:pt x="242" y="652"/>
                  </a:lnTo>
                  <a:lnTo>
                    <a:pt x="229" y="653"/>
                  </a:lnTo>
                  <a:lnTo>
                    <a:pt x="214" y="653"/>
                  </a:lnTo>
                  <a:lnTo>
                    <a:pt x="214" y="653"/>
                  </a:lnTo>
                  <a:lnTo>
                    <a:pt x="195" y="652"/>
                  </a:lnTo>
                  <a:lnTo>
                    <a:pt x="175" y="649"/>
                  </a:lnTo>
                  <a:lnTo>
                    <a:pt x="154" y="644"/>
                  </a:lnTo>
                  <a:lnTo>
                    <a:pt x="136" y="637"/>
                  </a:lnTo>
                  <a:lnTo>
                    <a:pt x="117" y="628"/>
                  </a:lnTo>
                  <a:lnTo>
                    <a:pt x="99" y="618"/>
                  </a:lnTo>
                  <a:lnTo>
                    <a:pt x="83" y="605"/>
                  </a:lnTo>
                  <a:lnTo>
                    <a:pt x="67" y="591"/>
                  </a:lnTo>
                  <a:lnTo>
                    <a:pt x="52" y="574"/>
                  </a:lnTo>
                  <a:lnTo>
                    <a:pt x="39" y="557"/>
                  </a:lnTo>
                  <a:lnTo>
                    <a:pt x="29" y="537"/>
                  </a:lnTo>
                  <a:lnTo>
                    <a:pt x="19" y="516"/>
                  </a:lnTo>
                  <a:lnTo>
                    <a:pt x="12" y="493"/>
                  </a:lnTo>
                  <a:lnTo>
                    <a:pt x="6" y="468"/>
                  </a:lnTo>
                  <a:lnTo>
                    <a:pt x="1" y="442"/>
                  </a:lnTo>
                  <a:lnTo>
                    <a:pt x="0" y="414"/>
                  </a:lnTo>
                  <a:lnTo>
                    <a:pt x="0" y="411"/>
                  </a:lnTo>
                  <a:lnTo>
                    <a:pt x="0" y="411"/>
                  </a:lnTo>
                  <a:lnTo>
                    <a:pt x="1" y="383"/>
                  </a:lnTo>
                  <a:lnTo>
                    <a:pt x="6" y="357"/>
                  </a:lnTo>
                  <a:lnTo>
                    <a:pt x="12" y="332"/>
                  </a:lnTo>
                  <a:lnTo>
                    <a:pt x="19" y="309"/>
                  </a:lnTo>
                  <a:lnTo>
                    <a:pt x="28" y="289"/>
                  </a:lnTo>
                  <a:lnTo>
                    <a:pt x="39" y="268"/>
                  </a:lnTo>
                  <a:lnTo>
                    <a:pt x="52" y="251"/>
                  </a:lnTo>
                  <a:lnTo>
                    <a:pt x="67" y="235"/>
                  </a:lnTo>
                  <a:lnTo>
                    <a:pt x="82" y="220"/>
                  </a:lnTo>
                  <a:lnTo>
                    <a:pt x="99" y="207"/>
                  </a:lnTo>
                  <a:lnTo>
                    <a:pt x="117" y="197"/>
                  </a:lnTo>
                  <a:lnTo>
                    <a:pt x="136" y="188"/>
                  </a:lnTo>
                  <a:lnTo>
                    <a:pt x="154" y="181"/>
                  </a:lnTo>
                  <a:lnTo>
                    <a:pt x="173" y="176"/>
                  </a:lnTo>
                  <a:lnTo>
                    <a:pt x="194" y="174"/>
                  </a:lnTo>
                  <a:lnTo>
                    <a:pt x="214" y="172"/>
                  </a:lnTo>
                  <a:lnTo>
                    <a:pt x="214" y="172"/>
                  </a:lnTo>
                  <a:lnTo>
                    <a:pt x="229" y="172"/>
                  </a:lnTo>
                  <a:lnTo>
                    <a:pt x="242" y="174"/>
                  </a:lnTo>
                  <a:lnTo>
                    <a:pt x="267" y="178"/>
                  </a:lnTo>
                  <a:lnTo>
                    <a:pt x="290" y="187"/>
                  </a:lnTo>
                  <a:lnTo>
                    <a:pt x="309" y="197"/>
                  </a:lnTo>
                  <a:lnTo>
                    <a:pt x="328" y="208"/>
                  </a:lnTo>
                  <a:lnTo>
                    <a:pt x="344" y="222"/>
                  </a:lnTo>
                  <a:lnTo>
                    <a:pt x="359" y="238"/>
                  </a:lnTo>
                  <a:lnTo>
                    <a:pt x="372" y="254"/>
                  </a:lnTo>
                  <a:lnTo>
                    <a:pt x="372" y="52"/>
                  </a:lnTo>
                  <a:lnTo>
                    <a:pt x="372" y="52"/>
                  </a:lnTo>
                  <a:lnTo>
                    <a:pt x="373" y="42"/>
                  </a:lnTo>
                  <a:lnTo>
                    <a:pt x="376" y="32"/>
                  </a:lnTo>
                  <a:lnTo>
                    <a:pt x="382" y="23"/>
                  </a:lnTo>
                  <a:lnTo>
                    <a:pt x="388" y="16"/>
                  </a:lnTo>
                  <a:lnTo>
                    <a:pt x="395" y="9"/>
                  </a:lnTo>
                  <a:lnTo>
                    <a:pt x="405" y="4"/>
                  </a:lnTo>
                  <a:lnTo>
                    <a:pt x="414" y="1"/>
                  </a:lnTo>
                  <a:lnTo>
                    <a:pt x="424" y="0"/>
                  </a:lnTo>
                  <a:lnTo>
                    <a:pt x="424" y="0"/>
                  </a:lnTo>
                  <a:lnTo>
                    <a:pt x="436" y="1"/>
                  </a:lnTo>
                  <a:lnTo>
                    <a:pt x="446" y="4"/>
                  </a:lnTo>
                  <a:lnTo>
                    <a:pt x="455" y="9"/>
                  </a:lnTo>
                  <a:lnTo>
                    <a:pt x="462" y="16"/>
                  </a:lnTo>
                  <a:lnTo>
                    <a:pt x="469" y="23"/>
                  </a:lnTo>
                  <a:lnTo>
                    <a:pt x="474" y="32"/>
                  </a:lnTo>
                  <a:lnTo>
                    <a:pt x="477" y="42"/>
                  </a:lnTo>
                  <a:lnTo>
                    <a:pt x="478" y="52"/>
                  </a:lnTo>
                  <a:lnTo>
                    <a:pt x="478" y="595"/>
                  </a:lnTo>
                  <a:close/>
                  <a:moveTo>
                    <a:pt x="108" y="411"/>
                  </a:moveTo>
                  <a:lnTo>
                    <a:pt x="108" y="414"/>
                  </a:lnTo>
                  <a:lnTo>
                    <a:pt x="108" y="414"/>
                  </a:lnTo>
                  <a:lnTo>
                    <a:pt x="108" y="430"/>
                  </a:lnTo>
                  <a:lnTo>
                    <a:pt x="111" y="445"/>
                  </a:lnTo>
                  <a:lnTo>
                    <a:pt x="114" y="461"/>
                  </a:lnTo>
                  <a:lnTo>
                    <a:pt x="118" y="474"/>
                  </a:lnTo>
                  <a:lnTo>
                    <a:pt x="124" y="487"/>
                  </a:lnTo>
                  <a:lnTo>
                    <a:pt x="131" y="500"/>
                  </a:lnTo>
                  <a:lnTo>
                    <a:pt x="138" y="510"/>
                  </a:lnTo>
                  <a:lnTo>
                    <a:pt x="147" y="521"/>
                  </a:lnTo>
                  <a:lnTo>
                    <a:pt x="156" y="529"/>
                  </a:lnTo>
                  <a:lnTo>
                    <a:pt x="166" y="538"/>
                  </a:lnTo>
                  <a:lnTo>
                    <a:pt x="178" y="545"/>
                  </a:lnTo>
                  <a:lnTo>
                    <a:pt x="189" y="551"/>
                  </a:lnTo>
                  <a:lnTo>
                    <a:pt x="201" y="556"/>
                  </a:lnTo>
                  <a:lnTo>
                    <a:pt x="214" y="558"/>
                  </a:lnTo>
                  <a:lnTo>
                    <a:pt x="227" y="561"/>
                  </a:lnTo>
                  <a:lnTo>
                    <a:pt x="241" y="561"/>
                  </a:lnTo>
                  <a:lnTo>
                    <a:pt x="241" y="561"/>
                  </a:lnTo>
                  <a:lnTo>
                    <a:pt x="254" y="560"/>
                  </a:lnTo>
                  <a:lnTo>
                    <a:pt x="267" y="558"/>
                  </a:lnTo>
                  <a:lnTo>
                    <a:pt x="278" y="556"/>
                  </a:lnTo>
                  <a:lnTo>
                    <a:pt x="292" y="551"/>
                  </a:lnTo>
                  <a:lnTo>
                    <a:pt x="303" y="545"/>
                  </a:lnTo>
                  <a:lnTo>
                    <a:pt x="313" y="538"/>
                  </a:lnTo>
                  <a:lnTo>
                    <a:pt x="324" y="529"/>
                  </a:lnTo>
                  <a:lnTo>
                    <a:pt x="334" y="521"/>
                  </a:lnTo>
                  <a:lnTo>
                    <a:pt x="343" y="510"/>
                  </a:lnTo>
                  <a:lnTo>
                    <a:pt x="350" y="499"/>
                  </a:lnTo>
                  <a:lnTo>
                    <a:pt x="357" y="487"/>
                  </a:lnTo>
                  <a:lnTo>
                    <a:pt x="363" y="474"/>
                  </a:lnTo>
                  <a:lnTo>
                    <a:pt x="367" y="459"/>
                  </a:lnTo>
                  <a:lnTo>
                    <a:pt x="372" y="445"/>
                  </a:lnTo>
                  <a:lnTo>
                    <a:pt x="373" y="430"/>
                  </a:lnTo>
                  <a:lnTo>
                    <a:pt x="375" y="414"/>
                  </a:lnTo>
                  <a:lnTo>
                    <a:pt x="375" y="411"/>
                  </a:lnTo>
                  <a:lnTo>
                    <a:pt x="375" y="411"/>
                  </a:lnTo>
                  <a:lnTo>
                    <a:pt x="373" y="395"/>
                  </a:lnTo>
                  <a:lnTo>
                    <a:pt x="372" y="379"/>
                  </a:lnTo>
                  <a:lnTo>
                    <a:pt x="367" y="365"/>
                  </a:lnTo>
                  <a:lnTo>
                    <a:pt x="363" y="351"/>
                  </a:lnTo>
                  <a:lnTo>
                    <a:pt x="357" y="338"/>
                  </a:lnTo>
                  <a:lnTo>
                    <a:pt x="350" y="325"/>
                  </a:lnTo>
                  <a:lnTo>
                    <a:pt x="343" y="315"/>
                  </a:lnTo>
                  <a:lnTo>
                    <a:pt x="334" y="305"/>
                  </a:lnTo>
                  <a:lnTo>
                    <a:pt x="324" y="295"/>
                  </a:lnTo>
                  <a:lnTo>
                    <a:pt x="313" y="287"/>
                  </a:lnTo>
                  <a:lnTo>
                    <a:pt x="303" y="280"/>
                  </a:lnTo>
                  <a:lnTo>
                    <a:pt x="292" y="274"/>
                  </a:lnTo>
                  <a:lnTo>
                    <a:pt x="278" y="270"/>
                  </a:lnTo>
                  <a:lnTo>
                    <a:pt x="267" y="267"/>
                  </a:lnTo>
                  <a:lnTo>
                    <a:pt x="254" y="264"/>
                  </a:lnTo>
                  <a:lnTo>
                    <a:pt x="241" y="264"/>
                  </a:lnTo>
                  <a:lnTo>
                    <a:pt x="241" y="264"/>
                  </a:lnTo>
                  <a:lnTo>
                    <a:pt x="227" y="264"/>
                  </a:lnTo>
                  <a:lnTo>
                    <a:pt x="214" y="267"/>
                  </a:lnTo>
                  <a:lnTo>
                    <a:pt x="201" y="270"/>
                  </a:lnTo>
                  <a:lnTo>
                    <a:pt x="189" y="274"/>
                  </a:lnTo>
                  <a:lnTo>
                    <a:pt x="178" y="280"/>
                  </a:lnTo>
                  <a:lnTo>
                    <a:pt x="166" y="286"/>
                  </a:lnTo>
                  <a:lnTo>
                    <a:pt x="156" y="295"/>
                  </a:lnTo>
                  <a:lnTo>
                    <a:pt x="147" y="303"/>
                  </a:lnTo>
                  <a:lnTo>
                    <a:pt x="138" y="313"/>
                  </a:lnTo>
                  <a:lnTo>
                    <a:pt x="130" y="325"/>
                  </a:lnTo>
                  <a:lnTo>
                    <a:pt x="124" y="337"/>
                  </a:lnTo>
                  <a:lnTo>
                    <a:pt x="118" y="350"/>
                  </a:lnTo>
                  <a:lnTo>
                    <a:pt x="114" y="365"/>
                  </a:lnTo>
                  <a:lnTo>
                    <a:pt x="111" y="379"/>
                  </a:lnTo>
                  <a:lnTo>
                    <a:pt x="108" y="395"/>
                  </a:lnTo>
                  <a:lnTo>
                    <a:pt x="108" y="411"/>
                  </a:lnTo>
                  <a:lnTo>
                    <a:pt x="108" y="4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C4BBD0F5-6B6C-434A-B287-9CBD8138A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45213" y="2674938"/>
              <a:ext cx="874713" cy="1008063"/>
            </a:xfrm>
            <a:custGeom>
              <a:avLst/>
              <a:gdLst>
                <a:gd name="T0" fmla="*/ 0 w 551"/>
                <a:gd name="T1" fmla="*/ 317 h 635"/>
                <a:gd name="T2" fmla="*/ 13 w 551"/>
                <a:gd name="T3" fmla="*/ 223 h 635"/>
                <a:gd name="T4" fmla="*/ 51 w 551"/>
                <a:gd name="T5" fmla="*/ 140 h 635"/>
                <a:gd name="T6" fmla="*/ 111 w 551"/>
                <a:gd name="T7" fmla="*/ 73 h 635"/>
                <a:gd name="T8" fmla="*/ 188 w 551"/>
                <a:gd name="T9" fmla="*/ 25 h 635"/>
                <a:gd name="T10" fmla="*/ 283 w 551"/>
                <a:gd name="T11" fmla="*/ 2 h 635"/>
                <a:gd name="T12" fmla="*/ 350 w 551"/>
                <a:gd name="T13" fmla="*/ 2 h 635"/>
                <a:gd name="T14" fmla="*/ 437 w 551"/>
                <a:gd name="T15" fmla="*/ 19 h 635"/>
                <a:gd name="T16" fmla="*/ 506 w 551"/>
                <a:gd name="T17" fmla="*/ 54 h 635"/>
                <a:gd name="T18" fmla="*/ 535 w 551"/>
                <a:gd name="T19" fmla="*/ 78 h 635"/>
                <a:gd name="T20" fmla="*/ 547 w 551"/>
                <a:gd name="T21" fmla="*/ 105 h 635"/>
                <a:gd name="T22" fmla="*/ 547 w 551"/>
                <a:gd name="T23" fmla="*/ 123 h 635"/>
                <a:gd name="T24" fmla="*/ 532 w 551"/>
                <a:gd name="T25" fmla="*/ 151 h 635"/>
                <a:gd name="T26" fmla="*/ 504 w 551"/>
                <a:gd name="T27" fmla="*/ 164 h 635"/>
                <a:gd name="T28" fmla="*/ 484 w 551"/>
                <a:gd name="T29" fmla="*/ 164 h 635"/>
                <a:gd name="T30" fmla="*/ 462 w 551"/>
                <a:gd name="T31" fmla="*/ 155 h 635"/>
                <a:gd name="T32" fmla="*/ 428 w 551"/>
                <a:gd name="T33" fmla="*/ 132 h 635"/>
                <a:gd name="T34" fmla="*/ 376 w 551"/>
                <a:gd name="T35" fmla="*/ 108 h 635"/>
                <a:gd name="T36" fmla="*/ 315 w 551"/>
                <a:gd name="T37" fmla="*/ 100 h 635"/>
                <a:gd name="T38" fmla="*/ 272 w 551"/>
                <a:gd name="T39" fmla="*/ 104 h 635"/>
                <a:gd name="T40" fmla="*/ 217 w 551"/>
                <a:gd name="T41" fmla="*/ 126 h 635"/>
                <a:gd name="T42" fmla="*/ 170 w 551"/>
                <a:gd name="T43" fmla="*/ 162 h 635"/>
                <a:gd name="T44" fmla="*/ 137 w 551"/>
                <a:gd name="T45" fmla="*/ 212 h 635"/>
                <a:gd name="T46" fmla="*/ 116 w 551"/>
                <a:gd name="T47" fmla="*/ 272 h 635"/>
                <a:gd name="T48" fmla="*/ 113 w 551"/>
                <a:gd name="T49" fmla="*/ 317 h 635"/>
                <a:gd name="T50" fmla="*/ 116 w 551"/>
                <a:gd name="T51" fmla="*/ 361 h 635"/>
                <a:gd name="T52" fmla="*/ 137 w 551"/>
                <a:gd name="T53" fmla="*/ 420 h 635"/>
                <a:gd name="T54" fmla="*/ 170 w 551"/>
                <a:gd name="T55" fmla="*/ 471 h 635"/>
                <a:gd name="T56" fmla="*/ 217 w 551"/>
                <a:gd name="T57" fmla="*/ 508 h 635"/>
                <a:gd name="T58" fmla="*/ 272 w 551"/>
                <a:gd name="T59" fmla="*/ 530 h 635"/>
                <a:gd name="T60" fmla="*/ 315 w 551"/>
                <a:gd name="T61" fmla="*/ 534 h 635"/>
                <a:gd name="T62" fmla="*/ 380 w 551"/>
                <a:gd name="T63" fmla="*/ 525 h 635"/>
                <a:gd name="T64" fmla="*/ 434 w 551"/>
                <a:gd name="T65" fmla="*/ 501 h 635"/>
                <a:gd name="T66" fmla="*/ 468 w 551"/>
                <a:gd name="T67" fmla="*/ 476 h 635"/>
                <a:gd name="T68" fmla="*/ 491 w 551"/>
                <a:gd name="T69" fmla="*/ 464 h 635"/>
                <a:gd name="T70" fmla="*/ 510 w 551"/>
                <a:gd name="T71" fmla="*/ 464 h 635"/>
                <a:gd name="T72" fmla="*/ 536 w 551"/>
                <a:gd name="T73" fmla="*/ 479 h 635"/>
                <a:gd name="T74" fmla="*/ 551 w 551"/>
                <a:gd name="T75" fmla="*/ 503 h 635"/>
                <a:gd name="T76" fmla="*/ 550 w 551"/>
                <a:gd name="T77" fmla="*/ 525 h 635"/>
                <a:gd name="T78" fmla="*/ 533 w 551"/>
                <a:gd name="T79" fmla="*/ 552 h 635"/>
                <a:gd name="T80" fmla="*/ 488 w 551"/>
                <a:gd name="T81" fmla="*/ 587 h 635"/>
                <a:gd name="T82" fmla="*/ 411 w 551"/>
                <a:gd name="T83" fmla="*/ 622 h 635"/>
                <a:gd name="T84" fmla="*/ 312 w 551"/>
                <a:gd name="T85" fmla="*/ 635 h 635"/>
                <a:gd name="T86" fmla="*/ 248 w 551"/>
                <a:gd name="T87" fmla="*/ 627 h 635"/>
                <a:gd name="T88" fmla="*/ 160 w 551"/>
                <a:gd name="T89" fmla="*/ 597 h 635"/>
                <a:gd name="T90" fmla="*/ 89 w 551"/>
                <a:gd name="T91" fmla="*/ 543 h 635"/>
                <a:gd name="T92" fmla="*/ 36 w 551"/>
                <a:gd name="T93" fmla="*/ 470 h 635"/>
                <a:gd name="T94" fmla="*/ 6 w 551"/>
                <a:gd name="T95" fmla="*/ 382 h 635"/>
                <a:gd name="T96" fmla="*/ 0 w 551"/>
                <a:gd name="T97" fmla="*/ 32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1" h="635">
                  <a:moveTo>
                    <a:pt x="0" y="320"/>
                  </a:moveTo>
                  <a:lnTo>
                    <a:pt x="0" y="317"/>
                  </a:lnTo>
                  <a:lnTo>
                    <a:pt x="0" y="317"/>
                  </a:lnTo>
                  <a:lnTo>
                    <a:pt x="1" y="285"/>
                  </a:lnTo>
                  <a:lnTo>
                    <a:pt x="6" y="254"/>
                  </a:lnTo>
                  <a:lnTo>
                    <a:pt x="13" y="223"/>
                  </a:lnTo>
                  <a:lnTo>
                    <a:pt x="23" y="194"/>
                  </a:lnTo>
                  <a:lnTo>
                    <a:pt x="36" y="167"/>
                  </a:lnTo>
                  <a:lnTo>
                    <a:pt x="51" y="140"/>
                  </a:lnTo>
                  <a:lnTo>
                    <a:pt x="68" y="116"/>
                  </a:lnTo>
                  <a:lnTo>
                    <a:pt x="89" y="94"/>
                  </a:lnTo>
                  <a:lnTo>
                    <a:pt x="111" y="73"/>
                  </a:lnTo>
                  <a:lnTo>
                    <a:pt x="134" y="54"/>
                  </a:lnTo>
                  <a:lnTo>
                    <a:pt x="160" y="38"/>
                  </a:lnTo>
                  <a:lnTo>
                    <a:pt x="188" y="25"/>
                  </a:lnTo>
                  <a:lnTo>
                    <a:pt x="218" y="15"/>
                  </a:lnTo>
                  <a:lnTo>
                    <a:pt x="249" y="8"/>
                  </a:lnTo>
                  <a:lnTo>
                    <a:pt x="283" y="2"/>
                  </a:lnTo>
                  <a:lnTo>
                    <a:pt x="316" y="0"/>
                  </a:lnTo>
                  <a:lnTo>
                    <a:pt x="316" y="0"/>
                  </a:lnTo>
                  <a:lnTo>
                    <a:pt x="350" y="2"/>
                  </a:lnTo>
                  <a:lnTo>
                    <a:pt x="382" y="6"/>
                  </a:lnTo>
                  <a:lnTo>
                    <a:pt x="410" y="12"/>
                  </a:lnTo>
                  <a:lnTo>
                    <a:pt x="437" y="19"/>
                  </a:lnTo>
                  <a:lnTo>
                    <a:pt x="461" y="30"/>
                  </a:lnTo>
                  <a:lnTo>
                    <a:pt x="484" y="41"/>
                  </a:lnTo>
                  <a:lnTo>
                    <a:pt x="506" y="54"/>
                  </a:lnTo>
                  <a:lnTo>
                    <a:pt x="526" y="69"/>
                  </a:lnTo>
                  <a:lnTo>
                    <a:pt x="526" y="69"/>
                  </a:lnTo>
                  <a:lnTo>
                    <a:pt x="535" y="78"/>
                  </a:lnTo>
                  <a:lnTo>
                    <a:pt x="541" y="86"/>
                  </a:lnTo>
                  <a:lnTo>
                    <a:pt x="545" y="100"/>
                  </a:lnTo>
                  <a:lnTo>
                    <a:pt x="547" y="105"/>
                  </a:lnTo>
                  <a:lnTo>
                    <a:pt x="547" y="113"/>
                  </a:lnTo>
                  <a:lnTo>
                    <a:pt x="547" y="113"/>
                  </a:lnTo>
                  <a:lnTo>
                    <a:pt x="547" y="123"/>
                  </a:lnTo>
                  <a:lnTo>
                    <a:pt x="544" y="133"/>
                  </a:lnTo>
                  <a:lnTo>
                    <a:pt x="538" y="142"/>
                  </a:lnTo>
                  <a:lnTo>
                    <a:pt x="532" y="151"/>
                  </a:lnTo>
                  <a:lnTo>
                    <a:pt x="523" y="156"/>
                  </a:lnTo>
                  <a:lnTo>
                    <a:pt x="515" y="161"/>
                  </a:lnTo>
                  <a:lnTo>
                    <a:pt x="504" y="164"/>
                  </a:lnTo>
                  <a:lnTo>
                    <a:pt x="494" y="165"/>
                  </a:lnTo>
                  <a:lnTo>
                    <a:pt x="494" y="165"/>
                  </a:lnTo>
                  <a:lnTo>
                    <a:pt x="484" y="164"/>
                  </a:lnTo>
                  <a:lnTo>
                    <a:pt x="475" y="162"/>
                  </a:lnTo>
                  <a:lnTo>
                    <a:pt x="468" y="158"/>
                  </a:lnTo>
                  <a:lnTo>
                    <a:pt x="462" y="155"/>
                  </a:lnTo>
                  <a:lnTo>
                    <a:pt x="462" y="155"/>
                  </a:lnTo>
                  <a:lnTo>
                    <a:pt x="446" y="142"/>
                  </a:lnTo>
                  <a:lnTo>
                    <a:pt x="428" y="132"/>
                  </a:lnTo>
                  <a:lnTo>
                    <a:pt x="412" y="121"/>
                  </a:lnTo>
                  <a:lnTo>
                    <a:pt x="395" y="114"/>
                  </a:lnTo>
                  <a:lnTo>
                    <a:pt x="376" y="108"/>
                  </a:lnTo>
                  <a:lnTo>
                    <a:pt x="357" y="104"/>
                  </a:lnTo>
                  <a:lnTo>
                    <a:pt x="337" y="101"/>
                  </a:lnTo>
                  <a:lnTo>
                    <a:pt x="315" y="100"/>
                  </a:lnTo>
                  <a:lnTo>
                    <a:pt x="315" y="100"/>
                  </a:lnTo>
                  <a:lnTo>
                    <a:pt x="294" y="101"/>
                  </a:lnTo>
                  <a:lnTo>
                    <a:pt x="272" y="104"/>
                  </a:lnTo>
                  <a:lnTo>
                    <a:pt x="253" y="110"/>
                  </a:lnTo>
                  <a:lnTo>
                    <a:pt x="235" y="116"/>
                  </a:lnTo>
                  <a:lnTo>
                    <a:pt x="217" y="126"/>
                  </a:lnTo>
                  <a:lnTo>
                    <a:pt x="200" y="136"/>
                  </a:lnTo>
                  <a:lnTo>
                    <a:pt x="185" y="149"/>
                  </a:lnTo>
                  <a:lnTo>
                    <a:pt x="170" y="162"/>
                  </a:lnTo>
                  <a:lnTo>
                    <a:pt x="157" y="178"/>
                  </a:lnTo>
                  <a:lnTo>
                    <a:pt x="147" y="194"/>
                  </a:lnTo>
                  <a:lnTo>
                    <a:pt x="137" y="212"/>
                  </a:lnTo>
                  <a:lnTo>
                    <a:pt x="128" y="231"/>
                  </a:lnTo>
                  <a:lnTo>
                    <a:pt x="122" y="251"/>
                  </a:lnTo>
                  <a:lnTo>
                    <a:pt x="116" y="272"/>
                  </a:lnTo>
                  <a:lnTo>
                    <a:pt x="113" y="293"/>
                  </a:lnTo>
                  <a:lnTo>
                    <a:pt x="113" y="315"/>
                  </a:lnTo>
                  <a:lnTo>
                    <a:pt x="113" y="317"/>
                  </a:lnTo>
                  <a:lnTo>
                    <a:pt x="113" y="317"/>
                  </a:lnTo>
                  <a:lnTo>
                    <a:pt x="113" y="340"/>
                  </a:lnTo>
                  <a:lnTo>
                    <a:pt x="116" y="361"/>
                  </a:lnTo>
                  <a:lnTo>
                    <a:pt x="122" y="382"/>
                  </a:lnTo>
                  <a:lnTo>
                    <a:pt x="128" y="401"/>
                  </a:lnTo>
                  <a:lnTo>
                    <a:pt x="137" y="420"/>
                  </a:lnTo>
                  <a:lnTo>
                    <a:pt x="146" y="439"/>
                  </a:lnTo>
                  <a:lnTo>
                    <a:pt x="157" y="455"/>
                  </a:lnTo>
                  <a:lnTo>
                    <a:pt x="170" y="471"/>
                  </a:lnTo>
                  <a:lnTo>
                    <a:pt x="185" y="484"/>
                  </a:lnTo>
                  <a:lnTo>
                    <a:pt x="200" y="498"/>
                  </a:lnTo>
                  <a:lnTo>
                    <a:pt x="217" y="508"/>
                  </a:lnTo>
                  <a:lnTo>
                    <a:pt x="235" y="517"/>
                  </a:lnTo>
                  <a:lnTo>
                    <a:pt x="253" y="524"/>
                  </a:lnTo>
                  <a:lnTo>
                    <a:pt x="272" y="530"/>
                  </a:lnTo>
                  <a:lnTo>
                    <a:pt x="294" y="533"/>
                  </a:lnTo>
                  <a:lnTo>
                    <a:pt x="315" y="534"/>
                  </a:lnTo>
                  <a:lnTo>
                    <a:pt x="315" y="534"/>
                  </a:lnTo>
                  <a:lnTo>
                    <a:pt x="338" y="534"/>
                  </a:lnTo>
                  <a:lnTo>
                    <a:pt x="360" y="531"/>
                  </a:lnTo>
                  <a:lnTo>
                    <a:pt x="380" y="525"/>
                  </a:lnTo>
                  <a:lnTo>
                    <a:pt x="399" y="519"/>
                  </a:lnTo>
                  <a:lnTo>
                    <a:pt x="417" y="511"/>
                  </a:lnTo>
                  <a:lnTo>
                    <a:pt x="434" y="501"/>
                  </a:lnTo>
                  <a:lnTo>
                    <a:pt x="452" y="489"/>
                  </a:lnTo>
                  <a:lnTo>
                    <a:pt x="468" y="476"/>
                  </a:lnTo>
                  <a:lnTo>
                    <a:pt x="468" y="476"/>
                  </a:lnTo>
                  <a:lnTo>
                    <a:pt x="475" y="471"/>
                  </a:lnTo>
                  <a:lnTo>
                    <a:pt x="482" y="467"/>
                  </a:lnTo>
                  <a:lnTo>
                    <a:pt x="491" y="464"/>
                  </a:lnTo>
                  <a:lnTo>
                    <a:pt x="501" y="464"/>
                  </a:lnTo>
                  <a:lnTo>
                    <a:pt x="501" y="464"/>
                  </a:lnTo>
                  <a:lnTo>
                    <a:pt x="510" y="464"/>
                  </a:lnTo>
                  <a:lnTo>
                    <a:pt x="520" y="467"/>
                  </a:lnTo>
                  <a:lnTo>
                    <a:pt x="529" y="471"/>
                  </a:lnTo>
                  <a:lnTo>
                    <a:pt x="536" y="479"/>
                  </a:lnTo>
                  <a:lnTo>
                    <a:pt x="542" y="486"/>
                  </a:lnTo>
                  <a:lnTo>
                    <a:pt x="548" y="495"/>
                  </a:lnTo>
                  <a:lnTo>
                    <a:pt x="551" y="503"/>
                  </a:lnTo>
                  <a:lnTo>
                    <a:pt x="551" y="514"/>
                  </a:lnTo>
                  <a:lnTo>
                    <a:pt x="551" y="514"/>
                  </a:lnTo>
                  <a:lnTo>
                    <a:pt x="550" y="525"/>
                  </a:lnTo>
                  <a:lnTo>
                    <a:pt x="547" y="536"/>
                  </a:lnTo>
                  <a:lnTo>
                    <a:pt x="541" y="544"/>
                  </a:lnTo>
                  <a:lnTo>
                    <a:pt x="533" y="552"/>
                  </a:lnTo>
                  <a:lnTo>
                    <a:pt x="533" y="552"/>
                  </a:lnTo>
                  <a:lnTo>
                    <a:pt x="512" y="571"/>
                  </a:lnTo>
                  <a:lnTo>
                    <a:pt x="488" y="587"/>
                  </a:lnTo>
                  <a:lnTo>
                    <a:pt x="465" y="600"/>
                  </a:lnTo>
                  <a:lnTo>
                    <a:pt x="439" y="611"/>
                  </a:lnTo>
                  <a:lnTo>
                    <a:pt x="411" y="622"/>
                  </a:lnTo>
                  <a:lnTo>
                    <a:pt x="380" y="629"/>
                  </a:lnTo>
                  <a:lnTo>
                    <a:pt x="347" y="633"/>
                  </a:lnTo>
                  <a:lnTo>
                    <a:pt x="312" y="635"/>
                  </a:lnTo>
                  <a:lnTo>
                    <a:pt x="312" y="635"/>
                  </a:lnTo>
                  <a:lnTo>
                    <a:pt x="278" y="632"/>
                  </a:lnTo>
                  <a:lnTo>
                    <a:pt x="248" y="627"/>
                  </a:lnTo>
                  <a:lnTo>
                    <a:pt x="217" y="620"/>
                  </a:lnTo>
                  <a:lnTo>
                    <a:pt x="188" y="610"/>
                  </a:lnTo>
                  <a:lnTo>
                    <a:pt x="160" y="597"/>
                  </a:lnTo>
                  <a:lnTo>
                    <a:pt x="135" y="581"/>
                  </a:lnTo>
                  <a:lnTo>
                    <a:pt x="111" y="563"/>
                  </a:lnTo>
                  <a:lnTo>
                    <a:pt x="89" y="543"/>
                  </a:lnTo>
                  <a:lnTo>
                    <a:pt x="70" y="521"/>
                  </a:lnTo>
                  <a:lnTo>
                    <a:pt x="52" y="496"/>
                  </a:lnTo>
                  <a:lnTo>
                    <a:pt x="36" y="470"/>
                  </a:lnTo>
                  <a:lnTo>
                    <a:pt x="23" y="442"/>
                  </a:lnTo>
                  <a:lnTo>
                    <a:pt x="14" y="413"/>
                  </a:lnTo>
                  <a:lnTo>
                    <a:pt x="6" y="382"/>
                  </a:lnTo>
                  <a:lnTo>
                    <a:pt x="1" y="352"/>
                  </a:lnTo>
                  <a:lnTo>
                    <a:pt x="0" y="320"/>
                  </a:lnTo>
                  <a:lnTo>
                    <a:pt x="0" y="3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944D3D6C-FF5D-4CDC-B591-930E39FAE2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80363" y="2921001"/>
              <a:ext cx="434975" cy="749300"/>
            </a:xfrm>
            <a:custGeom>
              <a:avLst/>
              <a:gdLst>
                <a:gd name="T0" fmla="*/ 0 w 274"/>
                <a:gd name="T1" fmla="*/ 55 h 472"/>
                <a:gd name="T2" fmla="*/ 3 w 274"/>
                <a:gd name="T3" fmla="*/ 33 h 472"/>
                <a:gd name="T4" fmla="*/ 15 w 274"/>
                <a:gd name="T5" fmla="*/ 17 h 472"/>
                <a:gd name="T6" fmla="*/ 31 w 274"/>
                <a:gd name="T7" fmla="*/ 6 h 472"/>
                <a:gd name="T8" fmla="*/ 53 w 274"/>
                <a:gd name="T9" fmla="*/ 1 h 472"/>
                <a:gd name="T10" fmla="*/ 63 w 274"/>
                <a:gd name="T11" fmla="*/ 3 h 472"/>
                <a:gd name="T12" fmla="*/ 82 w 274"/>
                <a:gd name="T13" fmla="*/ 10 h 472"/>
                <a:gd name="T14" fmla="*/ 96 w 274"/>
                <a:gd name="T15" fmla="*/ 25 h 472"/>
                <a:gd name="T16" fmla="*/ 105 w 274"/>
                <a:gd name="T17" fmla="*/ 44 h 472"/>
                <a:gd name="T18" fmla="*/ 105 w 274"/>
                <a:gd name="T19" fmla="*/ 102 h 472"/>
                <a:gd name="T20" fmla="*/ 115 w 274"/>
                <a:gd name="T21" fmla="*/ 82 h 472"/>
                <a:gd name="T22" fmla="*/ 140 w 274"/>
                <a:gd name="T23" fmla="*/ 44 h 472"/>
                <a:gd name="T24" fmla="*/ 171 w 274"/>
                <a:gd name="T25" fmla="*/ 17 h 472"/>
                <a:gd name="T26" fmla="*/ 196 w 274"/>
                <a:gd name="T27" fmla="*/ 4 h 472"/>
                <a:gd name="T28" fmla="*/ 213 w 274"/>
                <a:gd name="T29" fmla="*/ 1 h 472"/>
                <a:gd name="T30" fmla="*/ 222 w 274"/>
                <a:gd name="T31" fmla="*/ 0 h 472"/>
                <a:gd name="T32" fmla="*/ 244 w 274"/>
                <a:gd name="T33" fmla="*/ 4 h 472"/>
                <a:gd name="T34" fmla="*/ 261 w 274"/>
                <a:gd name="T35" fmla="*/ 15 h 472"/>
                <a:gd name="T36" fmla="*/ 271 w 274"/>
                <a:gd name="T37" fmla="*/ 32 h 472"/>
                <a:gd name="T38" fmla="*/ 274 w 274"/>
                <a:gd name="T39" fmla="*/ 52 h 472"/>
                <a:gd name="T40" fmla="*/ 273 w 274"/>
                <a:gd name="T41" fmla="*/ 63 h 472"/>
                <a:gd name="T42" fmla="*/ 267 w 274"/>
                <a:gd name="T43" fmla="*/ 80 h 472"/>
                <a:gd name="T44" fmla="*/ 255 w 274"/>
                <a:gd name="T45" fmla="*/ 93 h 472"/>
                <a:gd name="T46" fmla="*/ 241 w 274"/>
                <a:gd name="T47" fmla="*/ 102 h 472"/>
                <a:gd name="T48" fmla="*/ 232 w 274"/>
                <a:gd name="T49" fmla="*/ 103 h 472"/>
                <a:gd name="T50" fmla="*/ 206 w 274"/>
                <a:gd name="T51" fmla="*/ 111 h 472"/>
                <a:gd name="T52" fmla="*/ 181 w 274"/>
                <a:gd name="T53" fmla="*/ 122 h 472"/>
                <a:gd name="T54" fmla="*/ 159 w 274"/>
                <a:gd name="T55" fmla="*/ 137 h 472"/>
                <a:gd name="T56" fmla="*/ 140 w 274"/>
                <a:gd name="T57" fmla="*/ 157 h 472"/>
                <a:gd name="T58" fmla="*/ 126 w 274"/>
                <a:gd name="T59" fmla="*/ 182 h 472"/>
                <a:gd name="T60" fmla="*/ 115 w 274"/>
                <a:gd name="T61" fmla="*/ 211 h 472"/>
                <a:gd name="T62" fmla="*/ 108 w 274"/>
                <a:gd name="T63" fmla="*/ 245 h 472"/>
                <a:gd name="T64" fmla="*/ 105 w 274"/>
                <a:gd name="T65" fmla="*/ 284 h 472"/>
                <a:gd name="T66" fmla="*/ 105 w 274"/>
                <a:gd name="T67" fmla="*/ 420 h 472"/>
                <a:gd name="T68" fmla="*/ 101 w 274"/>
                <a:gd name="T69" fmla="*/ 440 h 472"/>
                <a:gd name="T70" fmla="*/ 91 w 274"/>
                <a:gd name="T71" fmla="*/ 458 h 472"/>
                <a:gd name="T72" fmla="*/ 73 w 274"/>
                <a:gd name="T73" fmla="*/ 469 h 472"/>
                <a:gd name="T74" fmla="*/ 53 w 274"/>
                <a:gd name="T75" fmla="*/ 472 h 472"/>
                <a:gd name="T76" fmla="*/ 41 w 274"/>
                <a:gd name="T77" fmla="*/ 472 h 472"/>
                <a:gd name="T78" fmla="*/ 23 w 274"/>
                <a:gd name="T79" fmla="*/ 464 h 472"/>
                <a:gd name="T80" fmla="*/ 9 w 274"/>
                <a:gd name="T81" fmla="*/ 450 h 472"/>
                <a:gd name="T82" fmla="*/ 0 w 274"/>
                <a:gd name="T83" fmla="*/ 432 h 472"/>
                <a:gd name="T84" fmla="*/ 0 w 274"/>
                <a:gd name="T85" fmla="*/ 55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" h="472">
                  <a:moveTo>
                    <a:pt x="0" y="55"/>
                  </a:moveTo>
                  <a:lnTo>
                    <a:pt x="0" y="55"/>
                  </a:lnTo>
                  <a:lnTo>
                    <a:pt x="0" y="44"/>
                  </a:lnTo>
                  <a:lnTo>
                    <a:pt x="3" y="33"/>
                  </a:lnTo>
                  <a:lnTo>
                    <a:pt x="9" y="25"/>
                  </a:lnTo>
                  <a:lnTo>
                    <a:pt x="15" y="17"/>
                  </a:lnTo>
                  <a:lnTo>
                    <a:pt x="22" y="10"/>
                  </a:lnTo>
                  <a:lnTo>
                    <a:pt x="31" y="6"/>
                  </a:lnTo>
                  <a:lnTo>
                    <a:pt x="41" y="3"/>
                  </a:lnTo>
                  <a:lnTo>
                    <a:pt x="53" y="1"/>
                  </a:lnTo>
                  <a:lnTo>
                    <a:pt x="53" y="1"/>
                  </a:lnTo>
                  <a:lnTo>
                    <a:pt x="63" y="3"/>
                  </a:lnTo>
                  <a:lnTo>
                    <a:pt x="73" y="6"/>
                  </a:lnTo>
                  <a:lnTo>
                    <a:pt x="82" y="10"/>
                  </a:lnTo>
                  <a:lnTo>
                    <a:pt x="91" y="17"/>
                  </a:lnTo>
                  <a:lnTo>
                    <a:pt x="96" y="25"/>
                  </a:lnTo>
                  <a:lnTo>
                    <a:pt x="101" y="33"/>
                  </a:lnTo>
                  <a:lnTo>
                    <a:pt x="105" y="44"/>
                  </a:lnTo>
                  <a:lnTo>
                    <a:pt x="105" y="55"/>
                  </a:lnTo>
                  <a:lnTo>
                    <a:pt x="105" y="102"/>
                  </a:lnTo>
                  <a:lnTo>
                    <a:pt x="105" y="102"/>
                  </a:lnTo>
                  <a:lnTo>
                    <a:pt x="115" y="82"/>
                  </a:lnTo>
                  <a:lnTo>
                    <a:pt x="127" y="61"/>
                  </a:lnTo>
                  <a:lnTo>
                    <a:pt x="140" y="44"/>
                  </a:lnTo>
                  <a:lnTo>
                    <a:pt x="156" y="29"/>
                  </a:lnTo>
                  <a:lnTo>
                    <a:pt x="171" y="17"/>
                  </a:lnTo>
                  <a:lnTo>
                    <a:pt x="188" y="9"/>
                  </a:lnTo>
                  <a:lnTo>
                    <a:pt x="196" y="4"/>
                  </a:lnTo>
                  <a:lnTo>
                    <a:pt x="204" y="3"/>
                  </a:lnTo>
                  <a:lnTo>
                    <a:pt x="213" y="1"/>
                  </a:lnTo>
                  <a:lnTo>
                    <a:pt x="222" y="0"/>
                  </a:lnTo>
                  <a:lnTo>
                    <a:pt x="222" y="0"/>
                  </a:lnTo>
                  <a:lnTo>
                    <a:pt x="233" y="1"/>
                  </a:lnTo>
                  <a:lnTo>
                    <a:pt x="244" y="4"/>
                  </a:lnTo>
                  <a:lnTo>
                    <a:pt x="252" y="9"/>
                  </a:lnTo>
                  <a:lnTo>
                    <a:pt x="261" y="15"/>
                  </a:lnTo>
                  <a:lnTo>
                    <a:pt x="267" y="23"/>
                  </a:lnTo>
                  <a:lnTo>
                    <a:pt x="271" y="32"/>
                  </a:lnTo>
                  <a:lnTo>
                    <a:pt x="273" y="42"/>
                  </a:lnTo>
                  <a:lnTo>
                    <a:pt x="274" y="52"/>
                  </a:lnTo>
                  <a:lnTo>
                    <a:pt x="274" y="52"/>
                  </a:lnTo>
                  <a:lnTo>
                    <a:pt x="273" y="63"/>
                  </a:lnTo>
                  <a:lnTo>
                    <a:pt x="271" y="71"/>
                  </a:lnTo>
                  <a:lnTo>
                    <a:pt x="267" y="80"/>
                  </a:lnTo>
                  <a:lnTo>
                    <a:pt x="263" y="87"/>
                  </a:lnTo>
                  <a:lnTo>
                    <a:pt x="255" y="93"/>
                  </a:lnTo>
                  <a:lnTo>
                    <a:pt x="250" y="98"/>
                  </a:lnTo>
                  <a:lnTo>
                    <a:pt x="241" y="102"/>
                  </a:lnTo>
                  <a:lnTo>
                    <a:pt x="232" y="103"/>
                  </a:lnTo>
                  <a:lnTo>
                    <a:pt x="232" y="103"/>
                  </a:lnTo>
                  <a:lnTo>
                    <a:pt x="219" y="106"/>
                  </a:lnTo>
                  <a:lnTo>
                    <a:pt x="206" y="111"/>
                  </a:lnTo>
                  <a:lnTo>
                    <a:pt x="193" y="115"/>
                  </a:lnTo>
                  <a:lnTo>
                    <a:pt x="181" y="122"/>
                  </a:lnTo>
                  <a:lnTo>
                    <a:pt x="169" y="130"/>
                  </a:lnTo>
                  <a:lnTo>
                    <a:pt x="159" y="137"/>
                  </a:lnTo>
                  <a:lnTo>
                    <a:pt x="149" y="147"/>
                  </a:lnTo>
                  <a:lnTo>
                    <a:pt x="140" y="157"/>
                  </a:lnTo>
                  <a:lnTo>
                    <a:pt x="133" y="169"/>
                  </a:lnTo>
                  <a:lnTo>
                    <a:pt x="126" y="182"/>
                  </a:lnTo>
                  <a:lnTo>
                    <a:pt x="120" y="197"/>
                  </a:lnTo>
                  <a:lnTo>
                    <a:pt x="115" y="211"/>
                  </a:lnTo>
                  <a:lnTo>
                    <a:pt x="111" y="227"/>
                  </a:lnTo>
                  <a:lnTo>
                    <a:pt x="108" y="245"/>
                  </a:lnTo>
                  <a:lnTo>
                    <a:pt x="107" y="264"/>
                  </a:lnTo>
                  <a:lnTo>
                    <a:pt x="105" y="284"/>
                  </a:lnTo>
                  <a:lnTo>
                    <a:pt x="105" y="420"/>
                  </a:lnTo>
                  <a:lnTo>
                    <a:pt x="105" y="420"/>
                  </a:lnTo>
                  <a:lnTo>
                    <a:pt x="105" y="432"/>
                  </a:lnTo>
                  <a:lnTo>
                    <a:pt x="101" y="440"/>
                  </a:lnTo>
                  <a:lnTo>
                    <a:pt x="96" y="449"/>
                  </a:lnTo>
                  <a:lnTo>
                    <a:pt x="91" y="458"/>
                  </a:lnTo>
                  <a:lnTo>
                    <a:pt x="82" y="464"/>
                  </a:lnTo>
                  <a:lnTo>
                    <a:pt x="73" y="469"/>
                  </a:lnTo>
                  <a:lnTo>
                    <a:pt x="63" y="472"/>
                  </a:lnTo>
                  <a:lnTo>
                    <a:pt x="53" y="472"/>
                  </a:lnTo>
                  <a:lnTo>
                    <a:pt x="53" y="472"/>
                  </a:lnTo>
                  <a:lnTo>
                    <a:pt x="41" y="472"/>
                  </a:lnTo>
                  <a:lnTo>
                    <a:pt x="32" y="469"/>
                  </a:lnTo>
                  <a:lnTo>
                    <a:pt x="23" y="464"/>
                  </a:lnTo>
                  <a:lnTo>
                    <a:pt x="15" y="458"/>
                  </a:lnTo>
                  <a:lnTo>
                    <a:pt x="9" y="450"/>
                  </a:lnTo>
                  <a:lnTo>
                    <a:pt x="3" y="442"/>
                  </a:lnTo>
                  <a:lnTo>
                    <a:pt x="0" y="432"/>
                  </a:lnTo>
                  <a:lnTo>
                    <a:pt x="0" y="420"/>
                  </a:lnTo>
                  <a:lnTo>
                    <a:pt x="0" y="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A06DD9DB-4BAC-43B2-A797-4E81DEE511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74075" y="2916238"/>
              <a:ext cx="708025" cy="766763"/>
            </a:xfrm>
            <a:custGeom>
              <a:avLst/>
              <a:gdLst>
                <a:gd name="T0" fmla="*/ 213 w 446"/>
                <a:gd name="T1" fmla="*/ 481 h 483"/>
                <a:gd name="T2" fmla="*/ 144 w 446"/>
                <a:gd name="T3" fmla="*/ 465 h 483"/>
                <a:gd name="T4" fmla="*/ 86 w 446"/>
                <a:gd name="T5" fmla="*/ 430 h 483"/>
                <a:gd name="T6" fmla="*/ 41 w 446"/>
                <a:gd name="T7" fmla="*/ 381 h 483"/>
                <a:gd name="T8" fmla="*/ 10 w 446"/>
                <a:gd name="T9" fmla="*/ 318 h 483"/>
                <a:gd name="T10" fmla="*/ 0 w 446"/>
                <a:gd name="T11" fmla="*/ 242 h 483"/>
                <a:gd name="T12" fmla="*/ 1 w 446"/>
                <a:gd name="T13" fmla="*/ 216 h 483"/>
                <a:gd name="T14" fmla="*/ 17 w 446"/>
                <a:gd name="T15" fmla="*/ 147 h 483"/>
                <a:gd name="T16" fmla="*/ 49 w 446"/>
                <a:gd name="T17" fmla="*/ 88 h 483"/>
                <a:gd name="T18" fmla="*/ 96 w 446"/>
                <a:gd name="T19" fmla="*/ 41 h 483"/>
                <a:gd name="T20" fmla="*/ 156 w 446"/>
                <a:gd name="T21" fmla="*/ 10 h 483"/>
                <a:gd name="T22" fmla="*/ 226 w 446"/>
                <a:gd name="T23" fmla="*/ 0 h 483"/>
                <a:gd name="T24" fmla="*/ 278 w 446"/>
                <a:gd name="T25" fmla="*/ 6 h 483"/>
                <a:gd name="T26" fmla="*/ 342 w 446"/>
                <a:gd name="T27" fmla="*/ 31 h 483"/>
                <a:gd name="T28" fmla="*/ 391 w 446"/>
                <a:gd name="T29" fmla="*/ 73 h 483"/>
                <a:gd name="T30" fmla="*/ 424 w 446"/>
                <a:gd name="T31" fmla="*/ 127 h 483"/>
                <a:gd name="T32" fmla="*/ 442 w 446"/>
                <a:gd name="T33" fmla="*/ 187 h 483"/>
                <a:gd name="T34" fmla="*/ 446 w 446"/>
                <a:gd name="T35" fmla="*/ 227 h 483"/>
                <a:gd name="T36" fmla="*/ 437 w 446"/>
                <a:gd name="T37" fmla="*/ 257 h 483"/>
                <a:gd name="T38" fmla="*/ 415 w 446"/>
                <a:gd name="T39" fmla="*/ 274 h 483"/>
                <a:gd name="T40" fmla="*/ 106 w 446"/>
                <a:gd name="T41" fmla="*/ 279 h 483"/>
                <a:gd name="T42" fmla="*/ 112 w 446"/>
                <a:gd name="T43" fmla="*/ 305 h 483"/>
                <a:gd name="T44" fmla="*/ 128 w 446"/>
                <a:gd name="T45" fmla="*/ 338 h 483"/>
                <a:gd name="T46" fmla="*/ 151 w 446"/>
                <a:gd name="T47" fmla="*/ 365 h 483"/>
                <a:gd name="T48" fmla="*/ 181 w 446"/>
                <a:gd name="T49" fmla="*/ 384 h 483"/>
                <a:gd name="T50" fmla="*/ 214 w 446"/>
                <a:gd name="T51" fmla="*/ 394 h 483"/>
                <a:gd name="T52" fmla="*/ 239 w 446"/>
                <a:gd name="T53" fmla="*/ 395 h 483"/>
                <a:gd name="T54" fmla="*/ 286 w 446"/>
                <a:gd name="T55" fmla="*/ 389 h 483"/>
                <a:gd name="T56" fmla="*/ 325 w 446"/>
                <a:gd name="T57" fmla="*/ 372 h 483"/>
                <a:gd name="T58" fmla="*/ 348 w 446"/>
                <a:gd name="T59" fmla="*/ 356 h 483"/>
                <a:gd name="T60" fmla="*/ 367 w 446"/>
                <a:gd name="T61" fmla="*/ 346 h 483"/>
                <a:gd name="T62" fmla="*/ 385 w 446"/>
                <a:gd name="T63" fmla="*/ 347 h 483"/>
                <a:gd name="T64" fmla="*/ 405 w 446"/>
                <a:gd name="T65" fmla="*/ 357 h 483"/>
                <a:gd name="T66" fmla="*/ 417 w 446"/>
                <a:gd name="T67" fmla="*/ 379 h 483"/>
                <a:gd name="T68" fmla="*/ 417 w 446"/>
                <a:gd name="T69" fmla="*/ 398 h 483"/>
                <a:gd name="T70" fmla="*/ 404 w 446"/>
                <a:gd name="T71" fmla="*/ 421 h 483"/>
                <a:gd name="T72" fmla="*/ 370 w 446"/>
                <a:gd name="T73" fmla="*/ 446 h 483"/>
                <a:gd name="T74" fmla="*/ 310 w 446"/>
                <a:gd name="T75" fmla="*/ 472 h 483"/>
                <a:gd name="T76" fmla="*/ 237 w 446"/>
                <a:gd name="T77" fmla="*/ 483 h 483"/>
                <a:gd name="T78" fmla="*/ 342 w 446"/>
                <a:gd name="T79" fmla="*/ 209 h 483"/>
                <a:gd name="T80" fmla="*/ 331 w 446"/>
                <a:gd name="T81" fmla="*/ 160 h 483"/>
                <a:gd name="T82" fmla="*/ 315 w 446"/>
                <a:gd name="T83" fmla="*/ 130 h 483"/>
                <a:gd name="T84" fmla="*/ 291 w 446"/>
                <a:gd name="T85" fmla="*/ 106 h 483"/>
                <a:gd name="T86" fmla="*/ 261 w 446"/>
                <a:gd name="T87" fmla="*/ 92 h 483"/>
                <a:gd name="T88" fmla="*/ 224 w 446"/>
                <a:gd name="T89" fmla="*/ 86 h 483"/>
                <a:gd name="T90" fmla="*/ 201 w 446"/>
                <a:gd name="T91" fmla="*/ 89 h 483"/>
                <a:gd name="T92" fmla="*/ 170 w 446"/>
                <a:gd name="T93" fmla="*/ 101 h 483"/>
                <a:gd name="T94" fmla="*/ 144 w 446"/>
                <a:gd name="T95" fmla="*/ 121 h 483"/>
                <a:gd name="T96" fmla="*/ 124 w 446"/>
                <a:gd name="T97" fmla="*/ 149 h 483"/>
                <a:gd name="T98" fmla="*/ 111 w 446"/>
                <a:gd name="T99" fmla="*/ 182 h 483"/>
                <a:gd name="T100" fmla="*/ 342 w 446"/>
                <a:gd name="T101" fmla="*/ 209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6" h="483">
                  <a:moveTo>
                    <a:pt x="237" y="483"/>
                  </a:moveTo>
                  <a:lnTo>
                    <a:pt x="237" y="483"/>
                  </a:lnTo>
                  <a:lnTo>
                    <a:pt x="213" y="481"/>
                  </a:lnTo>
                  <a:lnTo>
                    <a:pt x="189" y="478"/>
                  </a:lnTo>
                  <a:lnTo>
                    <a:pt x="166" y="472"/>
                  </a:lnTo>
                  <a:lnTo>
                    <a:pt x="144" y="465"/>
                  </a:lnTo>
                  <a:lnTo>
                    <a:pt x="122" y="455"/>
                  </a:lnTo>
                  <a:lnTo>
                    <a:pt x="103" y="443"/>
                  </a:lnTo>
                  <a:lnTo>
                    <a:pt x="86" y="430"/>
                  </a:lnTo>
                  <a:lnTo>
                    <a:pt x="68" y="416"/>
                  </a:lnTo>
                  <a:lnTo>
                    <a:pt x="54" y="400"/>
                  </a:lnTo>
                  <a:lnTo>
                    <a:pt x="41" y="381"/>
                  </a:lnTo>
                  <a:lnTo>
                    <a:pt x="27" y="362"/>
                  </a:lnTo>
                  <a:lnTo>
                    <a:pt x="19" y="340"/>
                  </a:lnTo>
                  <a:lnTo>
                    <a:pt x="10" y="318"/>
                  </a:lnTo>
                  <a:lnTo>
                    <a:pt x="4" y="293"/>
                  </a:lnTo>
                  <a:lnTo>
                    <a:pt x="1" y="268"/>
                  </a:lnTo>
                  <a:lnTo>
                    <a:pt x="0" y="242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1" y="216"/>
                  </a:lnTo>
                  <a:lnTo>
                    <a:pt x="4" y="193"/>
                  </a:lnTo>
                  <a:lnTo>
                    <a:pt x="10" y="169"/>
                  </a:lnTo>
                  <a:lnTo>
                    <a:pt x="17" y="147"/>
                  </a:lnTo>
                  <a:lnTo>
                    <a:pt x="26" y="127"/>
                  </a:lnTo>
                  <a:lnTo>
                    <a:pt x="36" y="106"/>
                  </a:lnTo>
                  <a:lnTo>
                    <a:pt x="49" y="88"/>
                  </a:lnTo>
                  <a:lnTo>
                    <a:pt x="64" y="70"/>
                  </a:lnTo>
                  <a:lnTo>
                    <a:pt x="79" y="55"/>
                  </a:lnTo>
                  <a:lnTo>
                    <a:pt x="96" y="41"/>
                  </a:lnTo>
                  <a:lnTo>
                    <a:pt x="115" y="29"/>
                  </a:lnTo>
                  <a:lnTo>
                    <a:pt x="135" y="19"/>
                  </a:lnTo>
                  <a:lnTo>
                    <a:pt x="156" y="10"/>
                  </a:lnTo>
                  <a:lnTo>
                    <a:pt x="178" y="4"/>
                  </a:lnTo>
                  <a:lnTo>
                    <a:pt x="201" y="2"/>
                  </a:lnTo>
                  <a:lnTo>
                    <a:pt x="226" y="0"/>
                  </a:lnTo>
                  <a:lnTo>
                    <a:pt x="226" y="0"/>
                  </a:lnTo>
                  <a:lnTo>
                    <a:pt x="252" y="2"/>
                  </a:lnTo>
                  <a:lnTo>
                    <a:pt x="278" y="6"/>
                  </a:lnTo>
                  <a:lnTo>
                    <a:pt x="300" y="12"/>
                  </a:lnTo>
                  <a:lnTo>
                    <a:pt x="322" y="20"/>
                  </a:lnTo>
                  <a:lnTo>
                    <a:pt x="342" y="31"/>
                  </a:lnTo>
                  <a:lnTo>
                    <a:pt x="360" y="44"/>
                  </a:lnTo>
                  <a:lnTo>
                    <a:pt x="376" y="58"/>
                  </a:lnTo>
                  <a:lnTo>
                    <a:pt x="391" y="73"/>
                  </a:lnTo>
                  <a:lnTo>
                    <a:pt x="404" y="90"/>
                  </a:lnTo>
                  <a:lnTo>
                    <a:pt x="415" y="108"/>
                  </a:lnTo>
                  <a:lnTo>
                    <a:pt x="424" y="127"/>
                  </a:lnTo>
                  <a:lnTo>
                    <a:pt x="431" y="147"/>
                  </a:lnTo>
                  <a:lnTo>
                    <a:pt x="437" y="166"/>
                  </a:lnTo>
                  <a:lnTo>
                    <a:pt x="442" y="187"/>
                  </a:lnTo>
                  <a:lnTo>
                    <a:pt x="445" y="207"/>
                  </a:lnTo>
                  <a:lnTo>
                    <a:pt x="446" y="227"/>
                  </a:lnTo>
                  <a:lnTo>
                    <a:pt x="446" y="227"/>
                  </a:lnTo>
                  <a:lnTo>
                    <a:pt x="445" y="238"/>
                  </a:lnTo>
                  <a:lnTo>
                    <a:pt x="442" y="248"/>
                  </a:lnTo>
                  <a:lnTo>
                    <a:pt x="437" y="257"/>
                  </a:lnTo>
                  <a:lnTo>
                    <a:pt x="431" y="264"/>
                  </a:lnTo>
                  <a:lnTo>
                    <a:pt x="424" y="270"/>
                  </a:lnTo>
                  <a:lnTo>
                    <a:pt x="415" y="274"/>
                  </a:lnTo>
                  <a:lnTo>
                    <a:pt x="405" y="277"/>
                  </a:lnTo>
                  <a:lnTo>
                    <a:pt x="396" y="279"/>
                  </a:lnTo>
                  <a:lnTo>
                    <a:pt x="106" y="279"/>
                  </a:lnTo>
                  <a:lnTo>
                    <a:pt x="106" y="279"/>
                  </a:lnTo>
                  <a:lnTo>
                    <a:pt x="109" y="292"/>
                  </a:lnTo>
                  <a:lnTo>
                    <a:pt x="112" y="305"/>
                  </a:lnTo>
                  <a:lnTo>
                    <a:pt x="116" y="316"/>
                  </a:lnTo>
                  <a:lnTo>
                    <a:pt x="122" y="328"/>
                  </a:lnTo>
                  <a:lnTo>
                    <a:pt x="128" y="338"/>
                  </a:lnTo>
                  <a:lnTo>
                    <a:pt x="135" y="349"/>
                  </a:lnTo>
                  <a:lnTo>
                    <a:pt x="143" y="357"/>
                  </a:lnTo>
                  <a:lnTo>
                    <a:pt x="151" y="365"/>
                  </a:lnTo>
                  <a:lnTo>
                    <a:pt x="160" y="372"/>
                  </a:lnTo>
                  <a:lnTo>
                    <a:pt x="170" y="378"/>
                  </a:lnTo>
                  <a:lnTo>
                    <a:pt x="181" y="384"/>
                  </a:lnTo>
                  <a:lnTo>
                    <a:pt x="191" y="388"/>
                  </a:lnTo>
                  <a:lnTo>
                    <a:pt x="202" y="391"/>
                  </a:lnTo>
                  <a:lnTo>
                    <a:pt x="214" y="394"/>
                  </a:lnTo>
                  <a:lnTo>
                    <a:pt x="226" y="395"/>
                  </a:lnTo>
                  <a:lnTo>
                    <a:pt x="239" y="395"/>
                  </a:lnTo>
                  <a:lnTo>
                    <a:pt x="239" y="395"/>
                  </a:lnTo>
                  <a:lnTo>
                    <a:pt x="255" y="395"/>
                  </a:lnTo>
                  <a:lnTo>
                    <a:pt x="271" y="392"/>
                  </a:lnTo>
                  <a:lnTo>
                    <a:pt x="286" y="389"/>
                  </a:lnTo>
                  <a:lnTo>
                    <a:pt x="299" y="385"/>
                  </a:lnTo>
                  <a:lnTo>
                    <a:pt x="312" y="379"/>
                  </a:lnTo>
                  <a:lnTo>
                    <a:pt x="325" y="372"/>
                  </a:lnTo>
                  <a:lnTo>
                    <a:pt x="337" y="365"/>
                  </a:lnTo>
                  <a:lnTo>
                    <a:pt x="348" y="356"/>
                  </a:lnTo>
                  <a:lnTo>
                    <a:pt x="348" y="356"/>
                  </a:lnTo>
                  <a:lnTo>
                    <a:pt x="354" y="351"/>
                  </a:lnTo>
                  <a:lnTo>
                    <a:pt x="360" y="349"/>
                  </a:lnTo>
                  <a:lnTo>
                    <a:pt x="367" y="346"/>
                  </a:lnTo>
                  <a:lnTo>
                    <a:pt x="376" y="346"/>
                  </a:lnTo>
                  <a:lnTo>
                    <a:pt x="376" y="346"/>
                  </a:lnTo>
                  <a:lnTo>
                    <a:pt x="385" y="347"/>
                  </a:lnTo>
                  <a:lnTo>
                    <a:pt x="392" y="349"/>
                  </a:lnTo>
                  <a:lnTo>
                    <a:pt x="399" y="353"/>
                  </a:lnTo>
                  <a:lnTo>
                    <a:pt x="405" y="357"/>
                  </a:lnTo>
                  <a:lnTo>
                    <a:pt x="411" y="365"/>
                  </a:lnTo>
                  <a:lnTo>
                    <a:pt x="414" y="372"/>
                  </a:lnTo>
                  <a:lnTo>
                    <a:pt x="417" y="379"/>
                  </a:lnTo>
                  <a:lnTo>
                    <a:pt x="418" y="388"/>
                  </a:lnTo>
                  <a:lnTo>
                    <a:pt x="418" y="388"/>
                  </a:lnTo>
                  <a:lnTo>
                    <a:pt x="417" y="398"/>
                  </a:lnTo>
                  <a:lnTo>
                    <a:pt x="414" y="407"/>
                  </a:lnTo>
                  <a:lnTo>
                    <a:pt x="410" y="414"/>
                  </a:lnTo>
                  <a:lnTo>
                    <a:pt x="404" y="421"/>
                  </a:lnTo>
                  <a:lnTo>
                    <a:pt x="404" y="421"/>
                  </a:lnTo>
                  <a:lnTo>
                    <a:pt x="388" y="435"/>
                  </a:lnTo>
                  <a:lnTo>
                    <a:pt x="370" y="446"/>
                  </a:lnTo>
                  <a:lnTo>
                    <a:pt x="351" y="456"/>
                  </a:lnTo>
                  <a:lnTo>
                    <a:pt x="332" y="465"/>
                  </a:lnTo>
                  <a:lnTo>
                    <a:pt x="310" y="472"/>
                  </a:lnTo>
                  <a:lnTo>
                    <a:pt x="287" y="478"/>
                  </a:lnTo>
                  <a:lnTo>
                    <a:pt x="264" y="481"/>
                  </a:lnTo>
                  <a:lnTo>
                    <a:pt x="237" y="483"/>
                  </a:lnTo>
                  <a:lnTo>
                    <a:pt x="237" y="483"/>
                  </a:lnTo>
                  <a:close/>
                  <a:moveTo>
                    <a:pt x="342" y="209"/>
                  </a:moveTo>
                  <a:lnTo>
                    <a:pt x="342" y="209"/>
                  </a:lnTo>
                  <a:lnTo>
                    <a:pt x="338" y="184"/>
                  </a:lnTo>
                  <a:lnTo>
                    <a:pt x="335" y="172"/>
                  </a:lnTo>
                  <a:lnTo>
                    <a:pt x="331" y="160"/>
                  </a:lnTo>
                  <a:lnTo>
                    <a:pt x="326" y="150"/>
                  </a:lnTo>
                  <a:lnTo>
                    <a:pt x="321" y="140"/>
                  </a:lnTo>
                  <a:lnTo>
                    <a:pt x="315" y="130"/>
                  </a:lnTo>
                  <a:lnTo>
                    <a:pt x="307" y="121"/>
                  </a:lnTo>
                  <a:lnTo>
                    <a:pt x="300" y="114"/>
                  </a:lnTo>
                  <a:lnTo>
                    <a:pt x="291" y="106"/>
                  </a:lnTo>
                  <a:lnTo>
                    <a:pt x="281" y="101"/>
                  </a:lnTo>
                  <a:lnTo>
                    <a:pt x="272" y="96"/>
                  </a:lnTo>
                  <a:lnTo>
                    <a:pt x="261" y="92"/>
                  </a:lnTo>
                  <a:lnTo>
                    <a:pt x="251" y="89"/>
                  </a:lnTo>
                  <a:lnTo>
                    <a:pt x="237" y="88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13" y="88"/>
                  </a:lnTo>
                  <a:lnTo>
                    <a:pt x="201" y="89"/>
                  </a:lnTo>
                  <a:lnTo>
                    <a:pt x="191" y="92"/>
                  </a:lnTo>
                  <a:lnTo>
                    <a:pt x="181" y="95"/>
                  </a:lnTo>
                  <a:lnTo>
                    <a:pt x="170" y="101"/>
                  </a:lnTo>
                  <a:lnTo>
                    <a:pt x="162" y="106"/>
                  </a:lnTo>
                  <a:lnTo>
                    <a:pt x="153" y="112"/>
                  </a:lnTo>
                  <a:lnTo>
                    <a:pt x="144" y="121"/>
                  </a:lnTo>
                  <a:lnTo>
                    <a:pt x="137" y="128"/>
                  </a:lnTo>
                  <a:lnTo>
                    <a:pt x="130" y="139"/>
                  </a:lnTo>
                  <a:lnTo>
                    <a:pt x="124" y="149"/>
                  </a:lnTo>
                  <a:lnTo>
                    <a:pt x="119" y="159"/>
                  </a:lnTo>
                  <a:lnTo>
                    <a:pt x="115" y="171"/>
                  </a:lnTo>
                  <a:lnTo>
                    <a:pt x="111" y="182"/>
                  </a:lnTo>
                  <a:lnTo>
                    <a:pt x="108" y="195"/>
                  </a:lnTo>
                  <a:lnTo>
                    <a:pt x="105" y="209"/>
                  </a:lnTo>
                  <a:lnTo>
                    <a:pt x="342" y="20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3" name="Freeform 23">
              <a:extLst>
                <a:ext uri="{FF2B5EF4-FFF2-40B4-BE49-F238E27FC236}">
                  <a16:creationId xmlns:a16="http://schemas.microsoft.com/office/drawing/2014/main" id="{D81246AA-5655-4074-ABA6-86ED9C729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05650" y="2914651"/>
              <a:ext cx="768350" cy="768350"/>
            </a:xfrm>
            <a:custGeom>
              <a:avLst/>
              <a:gdLst>
                <a:gd name="T0" fmla="*/ 217 w 484"/>
                <a:gd name="T1" fmla="*/ 482 h 484"/>
                <a:gd name="T2" fmla="*/ 147 w 484"/>
                <a:gd name="T3" fmla="*/ 465 h 484"/>
                <a:gd name="T4" fmla="*/ 87 w 484"/>
                <a:gd name="T5" fmla="*/ 428 h 484"/>
                <a:gd name="T6" fmla="*/ 41 w 484"/>
                <a:gd name="T7" fmla="*/ 377 h 484"/>
                <a:gd name="T8" fmla="*/ 10 w 484"/>
                <a:gd name="T9" fmla="*/ 315 h 484"/>
                <a:gd name="T10" fmla="*/ 0 w 484"/>
                <a:gd name="T11" fmla="*/ 242 h 484"/>
                <a:gd name="T12" fmla="*/ 4 w 484"/>
                <a:gd name="T13" fmla="*/ 194 h 484"/>
                <a:gd name="T14" fmla="*/ 29 w 484"/>
                <a:gd name="T15" fmla="*/ 126 h 484"/>
                <a:gd name="T16" fmla="*/ 70 w 484"/>
                <a:gd name="T17" fmla="*/ 71 h 484"/>
                <a:gd name="T18" fmla="*/ 127 w 484"/>
                <a:gd name="T19" fmla="*/ 29 h 484"/>
                <a:gd name="T20" fmla="*/ 192 w 484"/>
                <a:gd name="T21" fmla="*/ 5 h 484"/>
                <a:gd name="T22" fmla="*/ 242 w 484"/>
                <a:gd name="T23" fmla="*/ 0 h 484"/>
                <a:gd name="T24" fmla="*/ 290 w 484"/>
                <a:gd name="T25" fmla="*/ 5 h 484"/>
                <a:gd name="T26" fmla="*/ 303 w 484"/>
                <a:gd name="T27" fmla="*/ 17 h 484"/>
                <a:gd name="T28" fmla="*/ 300 w 484"/>
                <a:gd name="T29" fmla="*/ 30 h 484"/>
                <a:gd name="T30" fmla="*/ 284 w 484"/>
                <a:gd name="T31" fmla="*/ 36 h 484"/>
                <a:gd name="T32" fmla="*/ 242 w 484"/>
                <a:gd name="T33" fmla="*/ 32 h 484"/>
                <a:gd name="T34" fmla="*/ 200 w 484"/>
                <a:gd name="T35" fmla="*/ 36 h 484"/>
                <a:gd name="T36" fmla="*/ 141 w 484"/>
                <a:gd name="T37" fmla="*/ 58 h 484"/>
                <a:gd name="T38" fmla="*/ 93 w 484"/>
                <a:gd name="T39" fmla="*/ 94 h 484"/>
                <a:gd name="T40" fmla="*/ 57 w 484"/>
                <a:gd name="T41" fmla="*/ 142 h 484"/>
                <a:gd name="T42" fmla="*/ 36 w 484"/>
                <a:gd name="T43" fmla="*/ 199 h 484"/>
                <a:gd name="T44" fmla="*/ 32 w 484"/>
                <a:gd name="T45" fmla="*/ 242 h 484"/>
                <a:gd name="T46" fmla="*/ 41 w 484"/>
                <a:gd name="T47" fmla="*/ 304 h 484"/>
                <a:gd name="T48" fmla="*/ 67 w 484"/>
                <a:gd name="T49" fmla="*/ 360 h 484"/>
                <a:gd name="T50" fmla="*/ 108 w 484"/>
                <a:gd name="T51" fmla="*/ 403 h 484"/>
                <a:gd name="T52" fmla="*/ 160 w 484"/>
                <a:gd name="T53" fmla="*/ 436 h 484"/>
                <a:gd name="T54" fmla="*/ 220 w 484"/>
                <a:gd name="T55" fmla="*/ 450 h 484"/>
                <a:gd name="T56" fmla="*/ 262 w 484"/>
                <a:gd name="T57" fmla="*/ 450 h 484"/>
                <a:gd name="T58" fmla="*/ 324 w 484"/>
                <a:gd name="T59" fmla="*/ 436 h 484"/>
                <a:gd name="T60" fmla="*/ 375 w 484"/>
                <a:gd name="T61" fmla="*/ 403 h 484"/>
                <a:gd name="T62" fmla="*/ 416 w 484"/>
                <a:gd name="T63" fmla="*/ 360 h 484"/>
                <a:gd name="T64" fmla="*/ 442 w 484"/>
                <a:gd name="T65" fmla="*/ 304 h 484"/>
                <a:gd name="T66" fmla="*/ 452 w 484"/>
                <a:gd name="T67" fmla="*/ 242 h 484"/>
                <a:gd name="T68" fmla="*/ 456 w 484"/>
                <a:gd name="T69" fmla="*/ 230 h 484"/>
                <a:gd name="T70" fmla="*/ 468 w 484"/>
                <a:gd name="T71" fmla="*/ 226 h 484"/>
                <a:gd name="T72" fmla="*/ 483 w 484"/>
                <a:gd name="T73" fmla="*/ 236 h 484"/>
                <a:gd name="T74" fmla="*/ 483 w 484"/>
                <a:gd name="T75" fmla="*/ 266 h 484"/>
                <a:gd name="T76" fmla="*/ 465 w 484"/>
                <a:gd name="T77" fmla="*/ 336 h 484"/>
                <a:gd name="T78" fmla="*/ 429 w 484"/>
                <a:gd name="T79" fmla="*/ 396 h 484"/>
                <a:gd name="T80" fmla="*/ 378 w 484"/>
                <a:gd name="T81" fmla="*/ 443 h 484"/>
                <a:gd name="T82" fmla="*/ 313 w 484"/>
                <a:gd name="T83" fmla="*/ 473 h 484"/>
                <a:gd name="T84" fmla="*/ 242 w 484"/>
                <a:gd name="T85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484">
                  <a:moveTo>
                    <a:pt x="242" y="484"/>
                  </a:moveTo>
                  <a:lnTo>
                    <a:pt x="242" y="484"/>
                  </a:lnTo>
                  <a:lnTo>
                    <a:pt x="217" y="482"/>
                  </a:lnTo>
                  <a:lnTo>
                    <a:pt x="192" y="479"/>
                  </a:lnTo>
                  <a:lnTo>
                    <a:pt x="169" y="473"/>
                  </a:lnTo>
                  <a:lnTo>
                    <a:pt x="147" y="465"/>
                  </a:lnTo>
                  <a:lnTo>
                    <a:pt x="127" y="454"/>
                  </a:lnTo>
                  <a:lnTo>
                    <a:pt x="106" y="443"/>
                  </a:lnTo>
                  <a:lnTo>
                    <a:pt x="87" y="428"/>
                  </a:lnTo>
                  <a:lnTo>
                    <a:pt x="70" y="414"/>
                  </a:lnTo>
                  <a:lnTo>
                    <a:pt x="55" y="396"/>
                  </a:lnTo>
                  <a:lnTo>
                    <a:pt x="41" y="377"/>
                  </a:lnTo>
                  <a:lnTo>
                    <a:pt x="29" y="357"/>
                  </a:lnTo>
                  <a:lnTo>
                    <a:pt x="19" y="336"/>
                  </a:lnTo>
                  <a:lnTo>
                    <a:pt x="10" y="315"/>
                  </a:lnTo>
                  <a:lnTo>
                    <a:pt x="4" y="291"/>
                  </a:lnTo>
                  <a:lnTo>
                    <a:pt x="1" y="266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1" y="217"/>
                  </a:lnTo>
                  <a:lnTo>
                    <a:pt x="4" y="194"/>
                  </a:lnTo>
                  <a:lnTo>
                    <a:pt x="10" y="170"/>
                  </a:lnTo>
                  <a:lnTo>
                    <a:pt x="19" y="148"/>
                  </a:lnTo>
                  <a:lnTo>
                    <a:pt x="29" y="126"/>
                  </a:lnTo>
                  <a:lnTo>
                    <a:pt x="41" y="106"/>
                  </a:lnTo>
                  <a:lnTo>
                    <a:pt x="55" y="89"/>
                  </a:lnTo>
                  <a:lnTo>
                    <a:pt x="70" y="71"/>
                  </a:lnTo>
                  <a:lnTo>
                    <a:pt x="87" y="55"/>
                  </a:lnTo>
                  <a:lnTo>
                    <a:pt x="106" y="42"/>
                  </a:lnTo>
                  <a:lnTo>
                    <a:pt x="127" y="29"/>
                  </a:lnTo>
                  <a:lnTo>
                    <a:pt x="147" y="19"/>
                  </a:lnTo>
                  <a:lnTo>
                    <a:pt x="169" y="11"/>
                  </a:lnTo>
                  <a:lnTo>
                    <a:pt x="192" y="5"/>
                  </a:lnTo>
                  <a:lnTo>
                    <a:pt x="217" y="1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1"/>
                  </a:lnTo>
                  <a:lnTo>
                    <a:pt x="290" y="5"/>
                  </a:lnTo>
                  <a:lnTo>
                    <a:pt x="290" y="5"/>
                  </a:lnTo>
                  <a:lnTo>
                    <a:pt x="296" y="7"/>
                  </a:lnTo>
                  <a:lnTo>
                    <a:pt x="300" y="11"/>
                  </a:lnTo>
                  <a:lnTo>
                    <a:pt x="303" y="17"/>
                  </a:lnTo>
                  <a:lnTo>
                    <a:pt x="303" y="24"/>
                  </a:lnTo>
                  <a:lnTo>
                    <a:pt x="303" y="24"/>
                  </a:lnTo>
                  <a:lnTo>
                    <a:pt x="300" y="30"/>
                  </a:lnTo>
                  <a:lnTo>
                    <a:pt x="296" y="35"/>
                  </a:lnTo>
                  <a:lnTo>
                    <a:pt x="290" y="36"/>
                  </a:lnTo>
                  <a:lnTo>
                    <a:pt x="284" y="36"/>
                  </a:lnTo>
                  <a:lnTo>
                    <a:pt x="284" y="36"/>
                  </a:lnTo>
                  <a:lnTo>
                    <a:pt x="262" y="33"/>
                  </a:lnTo>
                  <a:lnTo>
                    <a:pt x="242" y="32"/>
                  </a:lnTo>
                  <a:lnTo>
                    <a:pt x="242" y="32"/>
                  </a:lnTo>
                  <a:lnTo>
                    <a:pt x="220" y="33"/>
                  </a:lnTo>
                  <a:lnTo>
                    <a:pt x="200" y="36"/>
                  </a:lnTo>
                  <a:lnTo>
                    <a:pt x="179" y="42"/>
                  </a:lnTo>
                  <a:lnTo>
                    <a:pt x="160" y="49"/>
                  </a:lnTo>
                  <a:lnTo>
                    <a:pt x="141" y="58"/>
                  </a:lnTo>
                  <a:lnTo>
                    <a:pt x="124" y="68"/>
                  </a:lnTo>
                  <a:lnTo>
                    <a:pt x="108" y="80"/>
                  </a:lnTo>
                  <a:lnTo>
                    <a:pt x="93" y="94"/>
                  </a:lnTo>
                  <a:lnTo>
                    <a:pt x="80" y="109"/>
                  </a:lnTo>
                  <a:lnTo>
                    <a:pt x="67" y="125"/>
                  </a:lnTo>
                  <a:lnTo>
                    <a:pt x="57" y="142"/>
                  </a:lnTo>
                  <a:lnTo>
                    <a:pt x="48" y="160"/>
                  </a:lnTo>
                  <a:lnTo>
                    <a:pt x="41" y="179"/>
                  </a:lnTo>
                  <a:lnTo>
                    <a:pt x="36" y="199"/>
                  </a:lnTo>
                  <a:lnTo>
                    <a:pt x="33" y="221"/>
                  </a:lnTo>
                  <a:lnTo>
                    <a:pt x="32" y="242"/>
                  </a:lnTo>
                  <a:lnTo>
                    <a:pt x="32" y="242"/>
                  </a:lnTo>
                  <a:lnTo>
                    <a:pt x="33" y="263"/>
                  </a:lnTo>
                  <a:lnTo>
                    <a:pt x="36" y="284"/>
                  </a:lnTo>
                  <a:lnTo>
                    <a:pt x="41" y="304"/>
                  </a:lnTo>
                  <a:lnTo>
                    <a:pt x="48" y="323"/>
                  </a:lnTo>
                  <a:lnTo>
                    <a:pt x="57" y="342"/>
                  </a:lnTo>
                  <a:lnTo>
                    <a:pt x="67" y="360"/>
                  </a:lnTo>
                  <a:lnTo>
                    <a:pt x="80" y="376"/>
                  </a:lnTo>
                  <a:lnTo>
                    <a:pt x="93" y="390"/>
                  </a:lnTo>
                  <a:lnTo>
                    <a:pt x="108" y="403"/>
                  </a:lnTo>
                  <a:lnTo>
                    <a:pt x="124" y="417"/>
                  </a:lnTo>
                  <a:lnTo>
                    <a:pt x="141" y="427"/>
                  </a:lnTo>
                  <a:lnTo>
                    <a:pt x="160" y="436"/>
                  </a:lnTo>
                  <a:lnTo>
                    <a:pt x="179" y="443"/>
                  </a:lnTo>
                  <a:lnTo>
                    <a:pt x="200" y="447"/>
                  </a:lnTo>
                  <a:lnTo>
                    <a:pt x="220" y="450"/>
                  </a:lnTo>
                  <a:lnTo>
                    <a:pt x="242" y="452"/>
                  </a:lnTo>
                  <a:lnTo>
                    <a:pt x="242" y="452"/>
                  </a:lnTo>
                  <a:lnTo>
                    <a:pt x="262" y="450"/>
                  </a:lnTo>
                  <a:lnTo>
                    <a:pt x="284" y="447"/>
                  </a:lnTo>
                  <a:lnTo>
                    <a:pt x="305" y="443"/>
                  </a:lnTo>
                  <a:lnTo>
                    <a:pt x="324" y="436"/>
                  </a:lnTo>
                  <a:lnTo>
                    <a:pt x="341" y="427"/>
                  </a:lnTo>
                  <a:lnTo>
                    <a:pt x="359" y="417"/>
                  </a:lnTo>
                  <a:lnTo>
                    <a:pt x="375" y="403"/>
                  </a:lnTo>
                  <a:lnTo>
                    <a:pt x="391" y="390"/>
                  </a:lnTo>
                  <a:lnTo>
                    <a:pt x="404" y="376"/>
                  </a:lnTo>
                  <a:lnTo>
                    <a:pt x="416" y="360"/>
                  </a:lnTo>
                  <a:lnTo>
                    <a:pt x="426" y="342"/>
                  </a:lnTo>
                  <a:lnTo>
                    <a:pt x="434" y="323"/>
                  </a:lnTo>
                  <a:lnTo>
                    <a:pt x="442" y="304"/>
                  </a:lnTo>
                  <a:lnTo>
                    <a:pt x="448" y="284"/>
                  </a:lnTo>
                  <a:lnTo>
                    <a:pt x="451" y="263"/>
                  </a:lnTo>
                  <a:lnTo>
                    <a:pt x="452" y="242"/>
                  </a:lnTo>
                  <a:lnTo>
                    <a:pt x="452" y="242"/>
                  </a:lnTo>
                  <a:lnTo>
                    <a:pt x="453" y="236"/>
                  </a:lnTo>
                  <a:lnTo>
                    <a:pt x="456" y="230"/>
                  </a:lnTo>
                  <a:lnTo>
                    <a:pt x="461" y="227"/>
                  </a:lnTo>
                  <a:lnTo>
                    <a:pt x="468" y="226"/>
                  </a:lnTo>
                  <a:lnTo>
                    <a:pt x="468" y="226"/>
                  </a:lnTo>
                  <a:lnTo>
                    <a:pt x="474" y="227"/>
                  </a:lnTo>
                  <a:lnTo>
                    <a:pt x="480" y="230"/>
                  </a:lnTo>
                  <a:lnTo>
                    <a:pt x="483" y="236"/>
                  </a:lnTo>
                  <a:lnTo>
                    <a:pt x="484" y="242"/>
                  </a:lnTo>
                  <a:lnTo>
                    <a:pt x="484" y="242"/>
                  </a:lnTo>
                  <a:lnTo>
                    <a:pt x="483" y="266"/>
                  </a:lnTo>
                  <a:lnTo>
                    <a:pt x="478" y="291"/>
                  </a:lnTo>
                  <a:lnTo>
                    <a:pt x="472" y="315"/>
                  </a:lnTo>
                  <a:lnTo>
                    <a:pt x="465" y="336"/>
                  </a:lnTo>
                  <a:lnTo>
                    <a:pt x="455" y="357"/>
                  </a:lnTo>
                  <a:lnTo>
                    <a:pt x="442" y="377"/>
                  </a:lnTo>
                  <a:lnTo>
                    <a:pt x="429" y="396"/>
                  </a:lnTo>
                  <a:lnTo>
                    <a:pt x="413" y="414"/>
                  </a:lnTo>
                  <a:lnTo>
                    <a:pt x="395" y="428"/>
                  </a:lnTo>
                  <a:lnTo>
                    <a:pt x="378" y="443"/>
                  </a:lnTo>
                  <a:lnTo>
                    <a:pt x="357" y="454"/>
                  </a:lnTo>
                  <a:lnTo>
                    <a:pt x="335" y="465"/>
                  </a:lnTo>
                  <a:lnTo>
                    <a:pt x="313" y="473"/>
                  </a:lnTo>
                  <a:lnTo>
                    <a:pt x="290" y="479"/>
                  </a:lnTo>
                  <a:lnTo>
                    <a:pt x="267" y="482"/>
                  </a:lnTo>
                  <a:lnTo>
                    <a:pt x="242" y="484"/>
                  </a:lnTo>
                  <a:lnTo>
                    <a:pt x="242" y="4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B50AAA64-05A9-495E-B55C-BA61FCD534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12013" y="3021013"/>
              <a:ext cx="555625" cy="557213"/>
            </a:xfrm>
            <a:custGeom>
              <a:avLst/>
              <a:gdLst>
                <a:gd name="T0" fmla="*/ 157 w 350"/>
                <a:gd name="T1" fmla="*/ 350 h 351"/>
                <a:gd name="T2" fmla="*/ 106 w 350"/>
                <a:gd name="T3" fmla="*/ 336 h 351"/>
                <a:gd name="T4" fmla="*/ 63 w 350"/>
                <a:gd name="T5" fmla="*/ 310 h 351"/>
                <a:gd name="T6" fmla="*/ 29 w 350"/>
                <a:gd name="T7" fmla="*/ 272 h 351"/>
                <a:gd name="T8" fmla="*/ 7 w 350"/>
                <a:gd name="T9" fmla="*/ 227 h 351"/>
                <a:gd name="T10" fmla="*/ 0 w 350"/>
                <a:gd name="T11" fmla="*/ 175 h 351"/>
                <a:gd name="T12" fmla="*/ 1 w 350"/>
                <a:gd name="T13" fmla="*/ 145 h 351"/>
                <a:gd name="T14" fmla="*/ 9 w 350"/>
                <a:gd name="T15" fmla="*/ 116 h 351"/>
                <a:gd name="T16" fmla="*/ 23 w 350"/>
                <a:gd name="T17" fmla="*/ 106 h 351"/>
                <a:gd name="T18" fmla="*/ 35 w 350"/>
                <a:gd name="T19" fmla="*/ 110 h 351"/>
                <a:gd name="T20" fmla="*/ 39 w 350"/>
                <a:gd name="T21" fmla="*/ 128 h 351"/>
                <a:gd name="T22" fmla="*/ 34 w 350"/>
                <a:gd name="T23" fmla="*/ 151 h 351"/>
                <a:gd name="T24" fmla="*/ 32 w 350"/>
                <a:gd name="T25" fmla="*/ 175 h 351"/>
                <a:gd name="T26" fmla="*/ 38 w 350"/>
                <a:gd name="T27" fmla="*/ 217 h 351"/>
                <a:gd name="T28" fmla="*/ 55 w 350"/>
                <a:gd name="T29" fmla="*/ 255 h 351"/>
                <a:gd name="T30" fmla="*/ 83 w 350"/>
                <a:gd name="T31" fmla="*/ 285 h 351"/>
                <a:gd name="T32" fmla="*/ 120 w 350"/>
                <a:gd name="T33" fmla="*/ 307 h 351"/>
                <a:gd name="T34" fmla="*/ 160 w 350"/>
                <a:gd name="T35" fmla="*/ 318 h 351"/>
                <a:gd name="T36" fmla="*/ 190 w 350"/>
                <a:gd name="T37" fmla="*/ 318 h 351"/>
                <a:gd name="T38" fmla="*/ 230 w 350"/>
                <a:gd name="T39" fmla="*/ 307 h 351"/>
                <a:gd name="T40" fmla="*/ 265 w 350"/>
                <a:gd name="T41" fmla="*/ 285 h 351"/>
                <a:gd name="T42" fmla="*/ 293 w 350"/>
                <a:gd name="T43" fmla="*/ 255 h 351"/>
                <a:gd name="T44" fmla="*/ 311 w 350"/>
                <a:gd name="T45" fmla="*/ 217 h 351"/>
                <a:gd name="T46" fmla="*/ 318 w 350"/>
                <a:gd name="T47" fmla="*/ 175 h 351"/>
                <a:gd name="T48" fmla="*/ 315 w 350"/>
                <a:gd name="T49" fmla="*/ 145 h 351"/>
                <a:gd name="T50" fmla="*/ 300 w 350"/>
                <a:gd name="T51" fmla="*/ 108 h 351"/>
                <a:gd name="T52" fmla="*/ 276 w 350"/>
                <a:gd name="T53" fmla="*/ 74 h 351"/>
                <a:gd name="T54" fmla="*/ 244 w 350"/>
                <a:gd name="T55" fmla="*/ 49 h 351"/>
                <a:gd name="T56" fmla="*/ 204 w 350"/>
                <a:gd name="T57" fmla="*/ 35 h 351"/>
                <a:gd name="T58" fmla="*/ 175 w 350"/>
                <a:gd name="T59" fmla="*/ 32 h 351"/>
                <a:gd name="T60" fmla="*/ 139 w 350"/>
                <a:gd name="T61" fmla="*/ 36 h 351"/>
                <a:gd name="T62" fmla="*/ 121 w 350"/>
                <a:gd name="T63" fmla="*/ 40 h 351"/>
                <a:gd name="T64" fmla="*/ 106 w 350"/>
                <a:gd name="T65" fmla="*/ 30 h 351"/>
                <a:gd name="T66" fmla="*/ 108 w 350"/>
                <a:gd name="T67" fmla="*/ 17 h 351"/>
                <a:gd name="T68" fmla="*/ 117 w 350"/>
                <a:gd name="T69" fmla="*/ 10 h 351"/>
                <a:gd name="T70" fmla="*/ 160 w 350"/>
                <a:gd name="T71" fmla="*/ 0 h 351"/>
                <a:gd name="T72" fmla="*/ 192 w 350"/>
                <a:gd name="T73" fmla="*/ 1 h 351"/>
                <a:gd name="T74" fmla="*/ 244 w 350"/>
                <a:gd name="T75" fmla="*/ 13 h 351"/>
                <a:gd name="T76" fmla="*/ 286 w 350"/>
                <a:gd name="T77" fmla="*/ 39 h 351"/>
                <a:gd name="T78" fmla="*/ 319 w 350"/>
                <a:gd name="T79" fmla="*/ 77 h 351"/>
                <a:gd name="T80" fmla="*/ 343 w 350"/>
                <a:gd name="T81" fmla="*/ 124 h 351"/>
                <a:gd name="T82" fmla="*/ 350 w 350"/>
                <a:gd name="T83" fmla="*/ 175 h 351"/>
                <a:gd name="T84" fmla="*/ 347 w 350"/>
                <a:gd name="T85" fmla="*/ 210 h 351"/>
                <a:gd name="T86" fmla="*/ 330 w 350"/>
                <a:gd name="T87" fmla="*/ 259 h 351"/>
                <a:gd name="T88" fmla="*/ 299 w 350"/>
                <a:gd name="T89" fmla="*/ 299 h 351"/>
                <a:gd name="T90" fmla="*/ 258 w 350"/>
                <a:gd name="T91" fmla="*/ 329 h 351"/>
                <a:gd name="T92" fmla="*/ 210 w 350"/>
                <a:gd name="T93" fmla="*/ 347 h 351"/>
                <a:gd name="T94" fmla="*/ 175 w 350"/>
                <a:gd name="T95" fmla="*/ 351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0" h="351">
                  <a:moveTo>
                    <a:pt x="175" y="351"/>
                  </a:moveTo>
                  <a:lnTo>
                    <a:pt x="175" y="351"/>
                  </a:lnTo>
                  <a:lnTo>
                    <a:pt x="157" y="350"/>
                  </a:lnTo>
                  <a:lnTo>
                    <a:pt x="140" y="347"/>
                  </a:lnTo>
                  <a:lnTo>
                    <a:pt x="122" y="342"/>
                  </a:lnTo>
                  <a:lnTo>
                    <a:pt x="106" y="336"/>
                  </a:lnTo>
                  <a:lnTo>
                    <a:pt x="92" y="329"/>
                  </a:lnTo>
                  <a:lnTo>
                    <a:pt x="77" y="320"/>
                  </a:lnTo>
                  <a:lnTo>
                    <a:pt x="63" y="310"/>
                  </a:lnTo>
                  <a:lnTo>
                    <a:pt x="51" y="299"/>
                  </a:lnTo>
                  <a:lnTo>
                    <a:pt x="39" y="287"/>
                  </a:lnTo>
                  <a:lnTo>
                    <a:pt x="29" y="272"/>
                  </a:lnTo>
                  <a:lnTo>
                    <a:pt x="20" y="259"/>
                  </a:lnTo>
                  <a:lnTo>
                    <a:pt x="13" y="243"/>
                  </a:lnTo>
                  <a:lnTo>
                    <a:pt x="7" y="227"/>
                  </a:lnTo>
                  <a:lnTo>
                    <a:pt x="3" y="210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60"/>
                  </a:lnTo>
                  <a:lnTo>
                    <a:pt x="1" y="145"/>
                  </a:lnTo>
                  <a:lnTo>
                    <a:pt x="4" y="131"/>
                  </a:lnTo>
                  <a:lnTo>
                    <a:pt x="9" y="116"/>
                  </a:lnTo>
                  <a:lnTo>
                    <a:pt x="9" y="116"/>
                  </a:lnTo>
                  <a:lnTo>
                    <a:pt x="13" y="110"/>
                  </a:lnTo>
                  <a:lnTo>
                    <a:pt x="17" y="108"/>
                  </a:lnTo>
                  <a:lnTo>
                    <a:pt x="23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5" y="110"/>
                  </a:lnTo>
                  <a:lnTo>
                    <a:pt x="39" y="115"/>
                  </a:lnTo>
                  <a:lnTo>
                    <a:pt x="41" y="121"/>
                  </a:lnTo>
                  <a:lnTo>
                    <a:pt x="39" y="128"/>
                  </a:lnTo>
                  <a:lnTo>
                    <a:pt x="39" y="128"/>
                  </a:lnTo>
                  <a:lnTo>
                    <a:pt x="36" y="140"/>
                  </a:lnTo>
                  <a:lnTo>
                    <a:pt x="34" y="151"/>
                  </a:lnTo>
                  <a:lnTo>
                    <a:pt x="32" y="163"/>
                  </a:lnTo>
                  <a:lnTo>
                    <a:pt x="32" y="175"/>
                  </a:lnTo>
                  <a:lnTo>
                    <a:pt x="32" y="175"/>
                  </a:lnTo>
                  <a:lnTo>
                    <a:pt x="32" y="189"/>
                  </a:lnTo>
                  <a:lnTo>
                    <a:pt x="35" y="204"/>
                  </a:lnTo>
                  <a:lnTo>
                    <a:pt x="38" y="217"/>
                  </a:lnTo>
                  <a:lnTo>
                    <a:pt x="42" y="230"/>
                  </a:lnTo>
                  <a:lnTo>
                    <a:pt x="50" y="243"/>
                  </a:lnTo>
                  <a:lnTo>
                    <a:pt x="55" y="255"/>
                  </a:lnTo>
                  <a:lnTo>
                    <a:pt x="64" y="266"/>
                  </a:lnTo>
                  <a:lnTo>
                    <a:pt x="73" y="277"/>
                  </a:lnTo>
                  <a:lnTo>
                    <a:pt x="83" y="285"/>
                  </a:lnTo>
                  <a:lnTo>
                    <a:pt x="95" y="294"/>
                  </a:lnTo>
                  <a:lnTo>
                    <a:pt x="106" y="300"/>
                  </a:lnTo>
                  <a:lnTo>
                    <a:pt x="120" y="307"/>
                  </a:lnTo>
                  <a:lnTo>
                    <a:pt x="133" y="312"/>
                  </a:lnTo>
                  <a:lnTo>
                    <a:pt x="146" y="315"/>
                  </a:lnTo>
                  <a:lnTo>
                    <a:pt x="160" y="318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90" y="318"/>
                  </a:lnTo>
                  <a:lnTo>
                    <a:pt x="204" y="315"/>
                  </a:lnTo>
                  <a:lnTo>
                    <a:pt x="217" y="312"/>
                  </a:lnTo>
                  <a:lnTo>
                    <a:pt x="230" y="307"/>
                  </a:lnTo>
                  <a:lnTo>
                    <a:pt x="244" y="300"/>
                  </a:lnTo>
                  <a:lnTo>
                    <a:pt x="255" y="294"/>
                  </a:lnTo>
                  <a:lnTo>
                    <a:pt x="265" y="285"/>
                  </a:lnTo>
                  <a:lnTo>
                    <a:pt x="276" y="277"/>
                  </a:lnTo>
                  <a:lnTo>
                    <a:pt x="284" y="266"/>
                  </a:lnTo>
                  <a:lnTo>
                    <a:pt x="293" y="255"/>
                  </a:lnTo>
                  <a:lnTo>
                    <a:pt x="300" y="243"/>
                  </a:lnTo>
                  <a:lnTo>
                    <a:pt x="306" y="230"/>
                  </a:lnTo>
                  <a:lnTo>
                    <a:pt x="311" y="217"/>
                  </a:lnTo>
                  <a:lnTo>
                    <a:pt x="315" y="204"/>
                  </a:lnTo>
                  <a:lnTo>
                    <a:pt x="316" y="189"/>
                  </a:lnTo>
                  <a:lnTo>
                    <a:pt x="318" y="175"/>
                  </a:lnTo>
                  <a:lnTo>
                    <a:pt x="318" y="175"/>
                  </a:lnTo>
                  <a:lnTo>
                    <a:pt x="316" y="160"/>
                  </a:lnTo>
                  <a:lnTo>
                    <a:pt x="315" y="145"/>
                  </a:lnTo>
                  <a:lnTo>
                    <a:pt x="311" y="132"/>
                  </a:lnTo>
                  <a:lnTo>
                    <a:pt x="306" y="119"/>
                  </a:lnTo>
                  <a:lnTo>
                    <a:pt x="300" y="108"/>
                  </a:lnTo>
                  <a:lnTo>
                    <a:pt x="293" y="94"/>
                  </a:lnTo>
                  <a:lnTo>
                    <a:pt x="284" y="84"/>
                  </a:lnTo>
                  <a:lnTo>
                    <a:pt x="276" y="74"/>
                  </a:lnTo>
                  <a:lnTo>
                    <a:pt x="265" y="65"/>
                  </a:lnTo>
                  <a:lnTo>
                    <a:pt x="255" y="57"/>
                  </a:lnTo>
                  <a:lnTo>
                    <a:pt x="244" y="49"/>
                  </a:lnTo>
                  <a:lnTo>
                    <a:pt x="230" y="43"/>
                  </a:lnTo>
                  <a:lnTo>
                    <a:pt x="217" y="39"/>
                  </a:lnTo>
                  <a:lnTo>
                    <a:pt x="204" y="35"/>
                  </a:lnTo>
                  <a:lnTo>
                    <a:pt x="190" y="33"/>
                  </a:lnTo>
                  <a:lnTo>
                    <a:pt x="175" y="32"/>
                  </a:lnTo>
                  <a:lnTo>
                    <a:pt x="175" y="32"/>
                  </a:lnTo>
                  <a:lnTo>
                    <a:pt x="162" y="32"/>
                  </a:lnTo>
                  <a:lnTo>
                    <a:pt x="150" y="35"/>
                  </a:lnTo>
                  <a:lnTo>
                    <a:pt x="139" y="36"/>
                  </a:lnTo>
                  <a:lnTo>
                    <a:pt x="127" y="40"/>
                  </a:lnTo>
                  <a:lnTo>
                    <a:pt x="127" y="40"/>
                  </a:lnTo>
                  <a:lnTo>
                    <a:pt x="121" y="40"/>
                  </a:lnTo>
                  <a:lnTo>
                    <a:pt x="115" y="39"/>
                  </a:lnTo>
                  <a:lnTo>
                    <a:pt x="109" y="36"/>
                  </a:lnTo>
                  <a:lnTo>
                    <a:pt x="106" y="30"/>
                  </a:lnTo>
                  <a:lnTo>
                    <a:pt x="106" y="30"/>
                  </a:lnTo>
                  <a:lnTo>
                    <a:pt x="105" y="24"/>
                  </a:lnTo>
                  <a:lnTo>
                    <a:pt x="108" y="17"/>
                  </a:lnTo>
                  <a:lnTo>
                    <a:pt x="111" y="13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31" y="5"/>
                  </a:lnTo>
                  <a:lnTo>
                    <a:pt x="144" y="3"/>
                  </a:lnTo>
                  <a:lnTo>
                    <a:pt x="160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3"/>
                  </a:lnTo>
                  <a:lnTo>
                    <a:pt x="227" y="7"/>
                  </a:lnTo>
                  <a:lnTo>
                    <a:pt x="244" y="13"/>
                  </a:lnTo>
                  <a:lnTo>
                    <a:pt x="258" y="22"/>
                  </a:lnTo>
                  <a:lnTo>
                    <a:pt x="273" y="30"/>
                  </a:lnTo>
                  <a:lnTo>
                    <a:pt x="286" y="39"/>
                  </a:lnTo>
                  <a:lnTo>
                    <a:pt x="299" y="51"/>
                  </a:lnTo>
                  <a:lnTo>
                    <a:pt x="311" y="64"/>
                  </a:lnTo>
                  <a:lnTo>
                    <a:pt x="319" y="77"/>
                  </a:lnTo>
                  <a:lnTo>
                    <a:pt x="330" y="92"/>
                  </a:lnTo>
                  <a:lnTo>
                    <a:pt x="337" y="106"/>
                  </a:lnTo>
                  <a:lnTo>
                    <a:pt x="343" y="124"/>
                  </a:lnTo>
                  <a:lnTo>
                    <a:pt x="347" y="140"/>
                  </a:lnTo>
                  <a:lnTo>
                    <a:pt x="349" y="157"/>
                  </a:lnTo>
                  <a:lnTo>
                    <a:pt x="350" y="175"/>
                  </a:lnTo>
                  <a:lnTo>
                    <a:pt x="350" y="175"/>
                  </a:lnTo>
                  <a:lnTo>
                    <a:pt x="349" y="194"/>
                  </a:lnTo>
                  <a:lnTo>
                    <a:pt x="347" y="210"/>
                  </a:lnTo>
                  <a:lnTo>
                    <a:pt x="343" y="227"/>
                  </a:lnTo>
                  <a:lnTo>
                    <a:pt x="337" y="243"/>
                  </a:lnTo>
                  <a:lnTo>
                    <a:pt x="330" y="259"/>
                  </a:lnTo>
                  <a:lnTo>
                    <a:pt x="319" y="272"/>
                  </a:lnTo>
                  <a:lnTo>
                    <a:pt x="311" y="287"/>
                  </a:lnTo>
                  <a:lnTo>
                    <a:pt x="299" y="299"/>
                  </a:lnTo>
                  <a:lnTo>
                    <a:pt x="286" y="310"/>
                  </a:lnTo>
                  <a:lnTo>
                    <a:pt x="273" y="320"/>
                  </a:lnTo>
                  <a:lnTo>
                    <a:pt x="258" y="329"/>
                  </a:lnTo>
                  <a:lnTo>
                    <a:pt x="244" y="336"/>
                  </a:lnTo>
                  <a:lnTo>
                    <a:pt x="227" y="342"/>
                  </a:lnTo>
                  <a:lnTo>
                    <a:pt x="210" y="347"/>
                  </a:lnTo>
                  <a:lnTo>
                    <a:pt x="192" y="350"/>
                  </a:lnTo>
                  <a:lnTo>
                    <a:pt x="175" y="351"/>
                  </a:lnTo>
                  <a:lnTo>
                    <a:pt x="175" y="35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F78B2B71-3C84-477A-A21C-976B4F24D9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6788" y="3127376"/>
              <a:ext cx="344488" cy="338138"/>
            </a:xfrm>
            <a:custGeom>
              <a:avLst/>
              <a:gdLst>
                <a:gd name="T0" fmla="*/ 137 w 217"/>
                <a:gd name="T1" fmla="*/ 213 h 213"/>
                <a:gd name="T2" fmla="*/ 126 w 217"/>
                <a:gd name="T3" fmla="*/ 210 h 213"/>
                <a:gd name="T4" fmla="*/ 121 w 217"/>
                <a:gd name="T5" fmla="*/ 201 h 213"/>
                <a:gd name="T6" fmla="*/ 121 w 217"/>
                <a:gd name="T7" fmla="*/ 195 h 213"/>
                <a:gd name="T8" fmla="*/ 126 w 217"/>
                <a:gd name="T9" fmla="*/ 183 h 213"/>
                <a:gd name="T10" fmla="*/ 132 w 217"/>
                <a:gd name="T11" fmla="*/ 181 h 213"/>
                <a:gd name="T12" fmla="*/ 153 w 217"/>
                <a:gd name="T13" fmla="*/ 170 h 213"/>
                <a:gd name="T14" fmla="*/ 170 w 217"/>
                <a:gd name="T15" fmla="*/ 153 h 213"/>
                <a:gd name="T16" fmla="*/ 180 w 217"/>
                <a:gd name="T17" fmla="*/ 132 h 213"/>
                <a:gd name="T18" fmla="*/ 185 w 217"/>
                <a:gd name="T19" fmla="*/ 108 h 213"/>
                <a:gd name="T20" fmla="*/ 183 w 217"/>
                <a:gd name="T21" fmla="*/ 93 h 213"/>
                <a:gd name="T22" fmla="*/ 172 w 217"/>
                <a:gd name="T23" fmla="*/ 65 h 213"/>
                <a:gd name="T24" fmla="*/ 151 w 217"/>
                <a:gd name="T25" fmla="*/ 45 h 213"/>
                <a:gd name="T26" fmla="*/ 124 w 217"/>
                <a:gd name="T27" fmla="*/ 33 h 213"/>
                <a:gd name="T28" fmla="*/ 109 w 217"/>
                <a:gd name="T29" fmla="*/ 32 h 213"/>
                <a:gd name="T30" fmla="*/ 78 w 217"/>
                <a:gd name="T31" fmla="*/ 38 h 213"/>
                <a:gd name="T32" fmla="*/ 55 w 217"/>
                <a:gd name="T33" fmla="*/ 54 h 213"/>
                <a:gd name="T34" fmla="*/ 39 w 217"/>
                <a:gd name="T35" fmla="*/ 78 h 213"/>
                <a:gd name="T36" fmla="*/ 32 w 217"/>
                <a:gd name="T37" fmla="*/ 108 h 213"/>
                <a:gd name="T38" fmla="*/ 33 w 217"/>
                <a:gd name="T39" fmla="*/ 118 h 213"/>
                <a:gd name="T40" fmla="*/ 38 w 217"/>
                <a:gd name="T41" fmla="*/ 137 h 213"/>
                <a:gd name="T42" fmla="*/ 42 w 217"/>
                <a:gd name="T43" fmla="*/ 146 h 213"/>
                <a:gd name="T44" fmla="*/ 43 w 217"/>
                <a:gd name="T45" fmla="*/ 157 h 213"/>
                <a:gd name="T46" fmla="*/ 36 w 217"/>
                <a:gd name="T47" fmla="*/ 167 h 213"/>
                <a:gd name="T48" fmla="*/ 30 w 217"/>
                <a:gd name="T49" fmla="*/ 169 h 213"/>
                <a:gd name="T50" fmla="*/ 19 w 217"/>
                <a:gd name="T51" fmla="*/ 166 h 213"/>
                <a:gd name="T52" fmla="*/ 14 w 217"/>
                <a:gd name="T53" fmla="*/ 162 h 213"/>
                <a:gd name="T54" fmla="*/ 4 w 217"/>
                <a:gd name="T55" fmla="*/ 135 h 213"/>
                <a:gd name="T56" fmla="*/ 0 w 217"/>
                <a:gd name="T57" fmla="*/ 108 h 213"/>
                <a:gd name="T58" fmla="*/ 1 w 217"/>
                <a:gd name="T59" fmla="*/ 97 h 213"/>
                <a:gd name="T60" fmla="*/ 5 w 217"/>
                <a:gd name="T61" fmla="*/ 76 h 213"/>
                <a:gd name="T62" fmla="*/ 13 w 217"/>
                <a:gd name="T63" fmla="*/ 57 h 213"/>
                <a:gd name="T64" fmla="*/ 24 w 217"/>
                <a:gd name="T65" fmla="*/ 39 h 213"/>
                <a:gd name="T66" fmla="*/ 39 w 217"/>
                <a:gd name="T67" fmla="*/ 25 h 213"/>
                <a:gd name="T68" fmla="*/ 56 w 217"/>
                <a:gd name="T69" fmla="*/ 13 h 213"/>
                <a:gd name="T70" fmla="*/ 77 w 217"/>
                <a:gd name="T71" fmla="*/ 4 h 213"/>
                <a:gd name="T72" fmla="*/ 97 w 217"/>
                <a:gd name="T73" fmla="*/ 0 h 213"/>
                <a:gd name="T74" fmla="*/ 109 w 217"/>
                <a:gd name="T75" fmla="*/ 0 h 213"/>
                <a:gd name="T76" fmla="*/ 131 w 217"/>
                <a:gd name="T77" fmla="*/ 1 h 213"/>
                <a:gd name="T78" fmla="*/ 151 w 217"/>
                <a:gd name="T79" fmla="*/ 8 h 213"/>
                <a:gd name="T80" fmla="*/ 169 w 217"/>
                <a:gd name="T81" fmla="*/ 19 h 213"/>
                <a:gd name="T82" fmla="*/ 185 w 217"/>
                <a:gd name="T83" fmla="*/ 32 h 213"/>
                <a:gd name="T84" fmla="*/ 199 w 217"/>
                <a:gd name="T85" fmla="*/ 48 h 213"/>
                <a:gd name="T86" fmla="*/ 208 w 217"/>
                <a:gd name="T87" fmla="*/ 65 h 213"/>
                <a:gd name="T88" fmla="*/ 215 w 217"/>
                <a:gd name="T89" fmla="*/ 86 h 213"/>
                <a:gd name="T90" fmla="*/ 217 w 217"/>
                <a:gd name="T91" fmla="*/ 108 h 213"/>
                <a:gd name="T92" fmla="*/ 215 w 217"/>
                <a:gd name="T93" fmla="*/ 125 h 213"/>
                <a:gd name="T94" fmla="*/ 205 w 217"/>
                <a:gd name="T95" fmla="*/ 157 h 213"/>
                <a:gd name="T96" fmla="*/ 185 w 217"/>
                <a:gd name="T97" fmla="*/ 185 h 213"/>
                <a:gd name="T98" fmla="*/ 157 w 217"/>
                <a:gd name="T99" fmla="*/ 205 h 213"/>
                <a:gd name="T100" fmla="*/ 141 w 217"/>
                <a:gd name="T101" fmla="*/ 211 h 213"/>
                <a:gd name="T102" fmla="*/ 137 w 217"/>
                <a:gd name="T103" fmla="*/ 21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7" h="213">
                  <a:moveTo>
                    <a:pt x="137" y="213"/>
                  </a:moveTo>
                  <a:lnTo>
                    <a:pt x="137" y="213"/>
                  </a:lnTo>
                  <a:lnTo>
                    <a:pt x="131" y="211"/>
                  </a:lnTo>
                  <a:lnTo>
                    <a:pt x="126" y="210"/>
                  </a:lnTo>
                  <a:lnTo>
                    <a:pt x="124" y="205"/>
                  </a:lnTo>
                  <a:lnTo>
                    <a:pt x="121" y="201"/>
                  </a:lnTo>
                  <a:lnTo>
                    <a:pt x="121" y="201"/>
                  </a:lnTo>
                  <a:lnTo>
                    <a:pt x="121" y="195"/>
                  </a:lnTo>
                  <a:lnTo>
                    <a:pt x="122" y="189"/>
                  </a:lnTo>
                  <a:lnTo>
                    <a:pt x="126" y="183"/>
                  </a:lnTo>
                  <a:lnTo>
                    <a:pt x="132" y="181"/>
                  </a:lnTo>
                  <a:lnTo>
                    <a:pt x="132" y="181"/>
                  </a:lnTo>
                  <a:lnTo>
                    <a:pt x="143" y="176"/>
                  </a:lnTo>
                  <a:lnTo>
                    <a:pt x="153" y="170"/>
                  </a:lnTo>
                  <a:lnTo>
                    <a:pt x="163" y="162"/>
                  </a:lnTo>
                  <a:lnTo>
                    <a:pt x="170" y="153"/>
                  </a:lnTo>
                  <a:lnTo>
                    <a:pt x="176" y="143"/>
                  </a:lnTo>
                  <a:lnTo>
                    <a:pt x="180" y="132"/>
                  </a:lnTo>
                  <a:lnTo>
                    <a:pt x="183" y="121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3" y="93"/>
                  </a:lnTo>
                  <a:lnTo>
                    <a:pt x="179" y="78"/>
                  </a:lnTo>
                  <a:lnTo>
                    <a:pt x="172" y="65"/>
                  </a:lnTo>
                  <a:lnTo>
                    <a:pt x="163" y="54"/>
                  </a:lnTo>
                  <a:lnTo>
                    <a:pt x="151" y="45"/>
                  </a:lnTo>
                  <a:lnTo>
                    <a:pt x="138" y="38"/>
                  </a:lnTo>
                  <a:lnTo>
                    <a:pt x="124" y="33"/>
                  </a:lnTo>
                  <a:lnTo>
                    <a:pt x="109" y="32"/>
                  </a:lnTo>
                  <a:lnTo>
                    <a:pt x="109" y="32"/>
                  </a:lnTo>
                  <a:lnTo>
                    <a:pt x="93" y="33"/>
                  </a:lnTo>
                  <a:lnTo>
                    <a:pt x="78" y="38"/>
                  </a:lnTo>
                  <a:lnTo>
                    <a:pt x="67" y="45"/>
                  </a:lnTo>
                  <a:lnTo>
                    <a:pt x="55" y="54"/>
                  </a:lnTo>
                  <a:lnTo>
                    <a:pt x="45" y="65"/>
                  </a:lnTo>
                  <a:lnTo>
                    <a:pt x="39" y="78"/>
                  </a:lnTo>
                  <a:lnTo>
                    <a:pt x="35" y="93"/>
                  </a:lnTo>
                  <a:lnTo>
                    <a:pt x="32" y="108"/>
                  </a:lnTo>
                  <a:lnTo>
                    <a:pt x="32" y="108"/>
                  </a:lnTo>
                  <a:lnTo>
                    <a:pt x="33" y="118"/>
                  </a:lnTo>
                  <a:lnTo>
                    <a:pt x="35" y="128"/>
                  </a:lnTo>
                  <a:lnTo>
                    <a:pt x="38" y="137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51"/>
                  </a:lnTo>
                  <a:lnTo>
                    <a:pt x="43" y="157"/>
                  </a:lnTo>
                  <a:lnTo>
                    <a:pt x="40" y="163"/>
                  </a:lnTo>
                  <a:lnTo>
                    <a:pt x="36" y="167"/>
                  </a:lnTo>
                  <a:lnTo>
                    <a:pt x="36" y="167"/>
                  </a:lnTo>
                  <a:lnTo>
                    <a:pt x="30" y="169"/>
                  </a:lnTo>
                  <a:lnTo>
                    <a:pt x="24" y="169"/>
                  </a:lnTo>
                  <a:lnTo>
                    <a:pt x="19" y="166"/>
                  </a:lnTo>
                  <a:lnTo>
                    <a:pt x="14" y="162"/>
                  </a:lnTo>
                  <a:lnTo>
                    <a:pt x="14" y="162"/>
                  </a:lnTo>
                  <a:lnTo>
                    <a:pt x="8" y="148"/>
                  </a:lnTo>
                  <a:lnTo>
                    <a:pt x="4" y="135"/>
                  </a:lnTo>
                  <a:lnTo>
                    <a:pt x="1" y="12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7"/>
                  </a:lnTo>
                  <a:lnTo>
                    <a:pt x="3" y="86"/>
                  </a:lnTo>
                  <a:lnTo>
                    <a:pt x="5" y="76"/>
                  </a:lnTo>
                  <a:lnTo>
                    <a:pt x="8" y="65"/>
                  </a:lnTo>
                  <a:lnTo>
                    <a:pt x="13" y="57"/>
                  </a:lnTo>
                  <a:lnTo>
                    <a:pt x="19" y="48"/>
                  </a:lnTo>
                  <a:lnTo>
                    <a:pt x="24" y="39"/>
                  </a:lnTo>
                  <a:lnTo>
                    <a:pt x="32" y="32"/>
                  </a:lnTo>
                  <a:lnTo>
                    <a:pt x="39" y="25"/>
                  </a:lnTo>
                  <a:lnTo>
                    <a:pt x="48" y="19"/>
                  </a:lnTo>
                  <a:lnTo>
                    <a:pt x="56" y="13"/>
                  </a:lnTo>
                  <a:lnTo>
                    <a:pt x="67" y="8"/>
                  </a:lnTo>
                  <a:lnTo>
                    <a:pt x="77" y="4"/>
                  </a:lnTo>
                  <a:lnTo>
                    <a:pt x="87" y="1"/>
                  </a:lnTo>
                  <a:lnTo>
                    <a:pt x="9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9" y="0"/>
                  </a:lnTo>
                  <a:lnTo>
                    <a:pt x="131" y="1"/>
                  </a:lnTo>
                  <a:lnTo>
                    <a:pt x="141" y="4"/>
                  </a:lnTo>
                  <a:lnTo>
                    <a:pt x="151" y="8"/>
                  </a:lnTo>
                  <a:lnTo>
                    <a:pt x="160" y="13"/>
                  </a:lnTo>
                  <a:lnTo>
                    <a:pt x="169" y="19"/>
                  </a:lnTo>
                  <a:lnTo>
                    <a:pt x="178" y="25"/>
                  </a:lnTo>
                  <a:lnTo>
                    <a:pt x="185" y="32"/>
                  </a:lnTo>
                  <a:lnTo>
                    <a:pt x="192" y="39"/>
                  </a:lnTo>
                  <a:lnTo>
                    <a:pt x="199" y="48"/>
                  </a:lnTo>
                  <a:lnTo>
                    <a:pt x="204" y="57"/>
                  </a:lnTo>
                  <a:lnTo>
                    <a:pt x="208" y="65"/>
                  </a:lnTo>
                  <a:lnTo>
                    <a:pt x="213" y="76"/>
                  </a:lnTo>
                  <a:lnTo>
                    <a:pt x="215" y="86"/>
                  </a:lnTo>
                  <a:lnTo>
                    <a:pt x="217" y="97"/>
                  </a:lnTo>
                  <a:lnTo>
                    <a:pt x="217" y="108"/>
                  </a:lnTo>
                  <a:lnTo>
                    <a:pt x="217" y="108"/>
                  </a:lnTo>
                  <a:lnTo>
                    <a:pt x="215" y="125"/>
                  </a:lnTo>
                  <a:lnTo>
                    <a:pt x="213" y="143"/>
                  </a:lnTo>
                  <a:lnTo>
                    <a:pt x="205" y="157"/>
                  </a:lnTo>
                  <a:lnTo>
                    <a:pt x="196" y="172"/>
                  </a:lnTo>
                  <a:lnTo>
                    <a:pt x="185" y="185"/>
                  </a:lnTo>
                  <a:lnTo>
                    <a:pt x="172" y="197"/>
                  </a:lnTo>
                  <a:lnTo>
                    <a:pt x="157" y="205"/>
                  </a:lnTo>
                  <a:lnTo>
                    <a:pt x="141" y="211"/>
                  </a:lnTo>
                  <a:lnTo>
                    <a:pt x="141" y="211"/>
                  </a:lnTo>
                  <a:lnTo>
                    <a:pt x="137" y="213"/>
                  </a:lnTo>
                  <a:lnTo>
                    <a:pt x="137" y="2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Montserrat Light" panose="000004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9507754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C3F0-F14C-4E49-B2C4-57A421452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AE150-BD4C-45F1-A176-B538C2894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46C5E-DC77-4A08-89C3-13E4640E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E563-8A32-4371-987E-D019D3700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12CE8-1161-4CEB-A7D5-7161C38D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99918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AA66E-AC41-4B14-B349-3A7E05E5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E6C8C-0B7E-4AF4-A2FB-0AEEE23B2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4E99F-B96D-41E1-86B4-F9D7F0CD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8DD1-F61C-4541-8716-5A515952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9795A-5CC1-4B19-B7D6-88D2376D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916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DF01-7724-444F-A061-BE9D7CF0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531EB-E74F-4003-AD22-C13B7A832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76413-723C-4A8B-A198-8B3A1E0A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E8E1-4690-48CA-BEB0-5BD9EA92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DF637-FF10-4F1F-88C2-5634374D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86865"/>
      </p:ext>
    </p:extLst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06E0-556A-4B46-911A-4421E529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3BAB8-BE18-4472-915D-1D8958DB8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A0B0E-389A-4E67-9A8D-780E0BF1B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1BB2D-BC67-458C-9736-ECF128EB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F9E87-3AA8-4AB4-9105-BEFC0BE5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7625-4FA1-4F3B-8B69-893753AF6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11090"/>
      </p:ext>
    </p:extLst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6737-AA26-4AAC-AB87-A839C6CED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343AE-9E66-4D62-9D34-7A4C7FE8A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45150-38FA-4270-AEBF-C1ADB532F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2E032-5C8F-4131-A332-C50DFCDC7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33452-BA8D-4EBC-8447-4699F0A2C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2373C-EFAC-4C6D-8A06-12EFB74A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F52C8-5535-4465-ADDB-012A8311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C97E1-2469-483C-913A-96B8F5DC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04668"/>
      </p:ext>
    </p:extLst>
  </p:cSld>
  <p:clrMapOvr>
    <a:masterClrMapping/>
  </p:clrMapOvr>
  <p:transition spd="slow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949BA-FD8E-4412-982A-27C1AA66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C2F38-B507-4DC3-ABE9-D45DEB47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C635E-1310-4DBA-B319-639F6EC7B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167BB-E465-4BED-AAA0-0497007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12431"/>
      </p:ext>
    </p:extLst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1ACBFB-089A-4546-98DA-1C5FEE26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B20F1-5D88-4C98-B1F2-F54AD6DA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6B381-64F4-4717-B2D6-BE9292D3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64227"/>
      </p:ext>
    </p:extLst>
  </p:cSld>
  <p:clrMapOvr>
    <a:masterClrMapping/>
  </p:clrMapOvr>
  <p:transition spd="slow">
    <p:push dir="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9F048-EEB9-46FB-B765-84773552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50D39-C6EF-4D70-9DB4-7C02D1B7D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9CECF-66BB-4693-8A05-F381FC9F1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ABBD4-C8EB-4EB0-964D-DCB14A01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65B50-4A60-4161-A25E-19C5E049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7B51C-0C90-4349-9801-A8F1D01B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34385"/>
      </p:ext>
    </p:extLst>
  </p:cSld>
  <p:clrMapOvr>
    <a:masterClrMapping/>
  </p:clrMapOvr>
  <p:transition spd="slow">
    <p:push dir="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04F9-1636-4993-8BE3-19AF832CB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C9E7C-A9A0-44DD-BB69-630553F99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D8884-1DF6-4449-B76E-3CBF2202C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7B0ADE-E2FE-4A54-9623-62D5CD2F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67FDA-3B86-4F5E-B83D-4808374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8808B-7562-47DE-A2F1-C47AA906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33611"/>
      </p:ext>
    </p:extLst>
  </p:cSld>
  <p:clrMapOvr>
    <a:masterClrMapping/>
  </p:clrMapOvr>
  <p:transition spd="slow">
    <p:push dir="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822D-E91F-430B-ABBD-E7D7879C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64703-5E26-4BA5-B7F9-E08480F40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E2820-862D-4B9E-9F86-EAFB3AA6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F20DE-EB46-4F5F-AD02-8777E2F0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7B237-2B2E-47FB-A9E3-151F1627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92347"/>
      </p:ext>
    </p:extLst>
  </p:cSld>
  <p:clrMapOvr>
    <a:masterClrMapping/>
  </p:clrMapOvr>
  <p:transition spd="slow">
    <p:push dir="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1D7CD-CFD5-45D5-BDE8-BD34A4220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ED116-923C-4594-92D3-C92FE07A3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DDAA0-19AB-4384-BE03-067BD9D6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23625-0DEC-4476-B08A-158B56A8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D5B4A-CC25-466D-AE7E-4A0A9CC8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1039"/>
      </p:ext>
    </p:extLst>
  </p:cSld>
  <p:clrMapOvr>
    <a:masterClrMapping/>
  </p:clrMapOvr>
  <p:transition spd="slow">
    <p:push dir="u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2480" y="448056"/>
            <a:ext cx="10607040" cy="914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and Content – No Rule Layout</a:t>
            </a:r>
            <a:endParaRPr lang="en-CA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1362456"/>
            <a:ext cx="9004300" cy="33832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 i="0" cap="all" baseline="0">
                <a:solidFill>
                  <a:schemeClr val="accent1"/>
                </a:solidFill>
                <a:latin typeface="Gotham Rounded" charset="0"/>
                <a:ea typeface="Gotham Rounded" charset="0"/>
                <a:cs typeface="Gotham Rounded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1568704" y="1816608"/>
            <a:ext cx="8997696" cy="3761232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 sz="1800">
                <a:solidFill>
                  <a:schemeClr val="tx1"/>
                </a:solidFill>
              </a:defRPr>
            </a:lvl2pPr>
            <a:lvl3pPr>
              <a:spcBef>
                <a:spcPts val="1700"/>
              </a:spcBef>
              <a:buClr>
                <a:schemeClr val="accent1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buClr>
                <a:schemeClr val="accent1"/>
              </a:buClr>
              <a:defRPr sz="1400" b="0" i="0">
                <a:solidFill>
                  <a:schemeClr val="tx1"/>
                </a:solidFill>
                <a:latin typeface="Gotham Rounded Book" charset="0"/>
                <a:ea typeface="Gotham Rounded Book" charset="0"/>
                <a:cs typeface="Gotham Rounded Book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1126456"/>
      </p:ext>
    </p:extLst>
  </p:cSld>
  <p:clrMapOvr>
    <a:masterClrMapping/>
  </p:clrMapOvr>
  <p:transition spd="slow">
    <p:push dir="u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2480" y="448056"/>
            <a:ext cx="10607040" cy="914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Chart Layout</a:t>
            </a:r>
            <a:endParaRPr lang="en-CA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93812" y="1362456"/>
            <a:ext cx="9004300" cy="338328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400" b="1" i="0" cap="all" baseline="0">
                <a:solidFill>
                  <a:schemeClr val="accent1"/>
                </a:solidFill>
                <a:latin typeface="Gotham Rounded" charset="0"/>
                <a:ea typeface="Gotham Rounded" charset="0"/>
                <a:cs typeface="Gotham Rounded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quarter" idx="14"/>
          </p:nvPr>
        </p:nvSpPr>
        <p:spPr>
          <a:xfrm>
            <a:off x="1615584" y="1850573"/>
            <a:ext cx="8968014" cy="399845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291142"/>
      </p:ext>
    </p:extLst>
  </p:cSld>
  <p:clrMapOvr>
    <a:masterClrMapping/>
  </p:clrMapOvr>
  <p:transition spd="slow">
    <p:push dir="u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Two Content Layout</a:t>
            </a:r>
            <a:endParaRPr lang="en-CA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417320" y="1523058"/>
            <a:ext cx="4583112" cy="4157471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 marL="155448" indent="-155448">
              <a:buClr>
                <a:schemeClr val="accent1"/>
              </a:buClr>
              <a:defRPr lang="en-CA" sz="1200" b="0" i="0" kern="1200" dirty="0">
                <a:solidFill>
                  <a:schemeClr val="tx1"/>
                </a:solidFill>
                <a:latin typeface="Gotham Rounded Book" charset="0"/>
                <a:ea typeface="Gotham Rounded Book" charset="0"/>
                <a:cs typeface="Gotham Rounded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6" name="Content Placeholder 9"/>
          <p:cNvSpPr>
            <a:spLocks noGrp="1"/>
          </p:cNvSpPr>
          <p:nvPr>
            <p:ph sz="quarter" idx="14"/>
          </p:nvPr>
        </p:nvSpPr>
        <p:spPr>
          <a:xfrm>
            <a:off x="6408420" y="1523058"/>
            <a:ext cx="4583112" cy="4157471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tx1"/>
                </a:solidFill>
              </a:defRPr>
            </a:lvl4pPr>
            <a:lvl5pPr marL="155448" indent="-155448">
              <a:buClr>
                <a:schemeClr val="accent1"/>
              </a:buClr>
              <a:defRPr lang="en-CA" sz="1200" b="0" i="0" kern="1200" dirty="0">
                <a:solidFill>
                  <a:schemeClr val="tx1"/>
                </a:solidFill>
                <a:latin typeface="Gotham Rounded Book" charset="0"/>
                <a:ea typeface="Gotham Rounded Book" charset="0"/>
                <a:cs typeface="Gotham Rounded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8991216"/>
      </p:ext>
    </p:extLst>
  </p:cSld>
  <p:clrMapOvr>
    <a:masterClrMapping/>
  </p:clrMapOvr>
  <p:transition spd="slow">
    <p:push dir="u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166"/>
          <a:stretch/>
        </p:blipFill>
        <p:spPr>
          <a:xfrm>
            <a:off x="0" y="123372"/>
            <a:ext cx="6618514" cy="66693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4741" y="1120958"/>
            <a:ext cx="5137659" cy="1683608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41477" y="5612946"/>
            <a:ext cx="4382426" cy="254013"/>
          </a:xfrm>
          <a:prstGeom prst="rect">
            <a:avLst/>
          </a:prstGeom>
        </p:spPr>
        <p:txBody>
          <a:bodyPr lIns="0"/>
          <a:lstStyle>
            <a:lvl1pPr algn="l">
              <a:defRPr sz="1400" b="1" i="0">
                <a:solidFill>
                  <a:schemeClr val="accent1"/>
                </a:solidFill>
                <a:latin typeface="Gotham Rounded" charset="0"/>
                <a:ea typeface="Gotham Rounded" charset="0"/>
                <a:cs typeface="Gotham Rounded" charset="0"/>
              </a:defRPr>
            </a:lvl1pPr>
          </a:lstStyle>
          <a:p>
            <a:fld id="{6050E0BC-091B-4F46-A64B-EF4A39477016}" type="datetime4">
              <a:rPr lang="en-US" smtClean="0"/>
              <a:pPr/>
              <a:t>September 23, 2021</a:t>
            </a:fld>
            <a:endParaRPr lang="en-CA" dirty="0"/>
          </a:p>
        </p:txBody>
      </p:sp>
      <p:sp>
        <p:nvSpPr>
          <p:cNvPr id="3" name="TextBox 2"/>
          <p:cNvSpPr txBox="1"/>
          <p:nvPr/>
        </p:nvSpPr>
        <p:spPr>
          <a:xfrm>
            <a:off x="6541477" y="5954582"/>
            <a:ext cx="51387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1000" b="0" i="0" dirty="0">
                <a:solidFill>
                  <a:schemeClr val="tx2"/>
                </a:solidFill>
                <a:latin typeface="Montserrat" panose="00000500000000000000" pitchFamily="2" charset="0"/>
                <a:ea typeface="Gotham Rounded Book" charset="0"/>
                <a:cs typeface="Gotham Rounded Book" charset="0"/>
              </a:rPr>
              <a:t>Confidential. Not to be copied, distributed, or reproduced without prior approval. </a:t>
            </a:r>
          </a:p>
        </p:txBody>
      </p:sp>
      <p:sp>
        <p:nvSpPr>
          <p:cNvPr id="10" name="AutoShape 3"/>
          <p:cNvSpPr>
            <a:spLocks noChangeAspect="1" noChangeArrowheads="1" noTextEdit="1"/>
          </p:cNvSpPr>
          <p:nvPr userDrawn="1"/>
        </p:nvSpPr>
        <p:spPr bwMode="auto">
          <a:xfrm>
            <a:off x="365125" y="365125"/>
            <a:ext cx="9017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9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6443663" y="2861449"/>
            <a:ext cx="5138738" cy="5089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274" y="2869208"/>
            <a:ext cx="2583401" cy="100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0136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299" y="242082"/>
            <a:ext cx="11214937" cy="6895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2429A-576A-4935-BD38-4221F4C319CF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153" y="6208889"/>
            <a:ext cx="1660333" cy="64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6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91" r:id="rId2"/>
    <p:sldLayoutId id="2147483792" r:id="rId3"/>
    <p:sldLayoutId id="2147483773" r:id="rId4"/>
    <p:sldLayoutId id="2147483774" r:id="rId5"/>
    <p:sldLayoutId id="2147483775" r:id="rId6"/>
    <p:sldLayoutId id="2147483777" r:id="rId7"/>
    <p:sldLayoutId id="2147483789" r:id="rId8"/>
    <p:sldLayoutId id="2147483755" r:id="rId9"/>
    <p:sldLayoutId id="2147483787" r:id="rId10"/>
    <p:sldLayoutId id="2147483786" r:id="rId11"/>
    <p:sldLayoutId id="2147483783" r:id="rId12"/>
    <p:sldLayoutId id="2147483784" r:id="rId13"/>
    <p:sldLayoutId id="2147483778" r:id="rId14"/>
    <p:sldLayoutId id="2147483779" r:id="rId15"/>
    <p:sldLayoutId id="2147483780" r:id="rId16"/>
    <p:sldLayoutId id="2147483768" r:id="rId17"/>
    <p:sldLayoutId id="2147483790" r:id="rId18"/>
    <p:sldLayoutId id="2147483781" r:id="rId19"/>
    <p:sldLayoutId id="2147483782" r:id="rId20"/>
    <p:sldLayoutId id="2147483772" r:id="rId21"/>
    <p:sldLayoutId id="2147483785" r:id="rId22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0">
          <a:solidFill>
            <a:schemeClr val="tx2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</p:titleStyle>
    <p:bodyStyle>
      <a:lvl1pPr marL="155448" indent="-155448" algn="l" defTabSz="914400" rtl="0" eaLnBrk="1" latinLnBrk="0" hangingPunct="1">
        <a:lnSpc>
          <a:spcPct val="90000"/>
        </a:lnSpc>
        <a:spcBef>
          <a:spcPts val="800"/>
        </a:spcBef>
        <a:spcAft>
          <a:spcPts val="300"/>
        </a:spcAft>
        <a:buClrTx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  <a:lvl2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8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2pPr>
      <a:lvl3pPr marL="155448" indent="-155448" algn="l" defTabSz="914400" rtl="0" eaLnBrk="1" latinLnBrk="0" hangingPunct="1">
        <a:lnSpc>
          <a:spcPct val="90000"/>
        </a:lnSpc>
        <a:spcBef>
          <a:spcPts val="1100"/>
        </a:spcBef>
        <a:spcAft>
          <a:spcPts val="300"/>
        </a:spcAft>
        <a:buClrTx/>
        <a:buSzPct val="91000"/>
        <a:buFont typeface="Arial" charset="0"/>
        <a:buChar char="•"/>
        <a:defRPr lang="en-US" sz="1600" b="0" i="0" kern="1200" dirty="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3pPr>
      <a:lvl4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4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4pPr>
      <a:lvl5pPr marL="155448" indent="-155448" algn="l" defTabSz="914400" rtl="0" eaLnBrk="1" latinLnBrk="0" hangingPunct="1">
        <a:lnSpc>
          <a:spcPct val="99000"/>
        </a:lnSpc>
        <a:spcBef>
          <a:spcPts val="900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92024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lnSpc>
          <a:spcPct val="99000"/>
        </a:lnSpc>
        <a:spcBef>
          <a:spcPts val="900"/>
        </a:spcBef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55448" indent="-155448" algn="l" defTabSz="91440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55448" indent="-155448" algn="l" defTabSz="914400" rtl="0" eaLnBrk="1" latinLnBrk="0" hangingPunct="1">
        <a:lnSpc>
          <a:spcPct val="99000"/>
        </a:lnSpc>
        <a:spcBef>
          <a:spcPts val="900"/>
        </a:spcBef>
        <a:buSzPct val="91000"/>
        <a:buFont typeface="Arial" panose="020B0604020202020204" pitchFamily="34" charset="0"/>
        <a:buChar char="•"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5448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 userDrawn="1">
          <p15:clr>
            <a:srgbClr val="F26B43"/>
          </p15:clr>
        </p15:guide>
        <p15:guide id="3" pos="312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480" userDrawn="1">
          <p15:clr>
            <a:srgbClr val="F26B43"/>
          </p15:clr>
        </p15:guide>
        <p15:guide id="10" orient="horz" pos="410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299" y="242082"/>
            <a:ext cx="11214937" cy="6895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299" y="1595887"/>
            <a:ext cx="11201402" cy="4500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65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0">
          <a:solidFill>
            <a:schemeClr val="tx2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</p:titleStyle>
    <p:bodyStyle>
      <a:lvl1pPr marL="155448" indent="-155448" algn="l" defTabSz="914400" rtl="0" eaLnBrk="1" latinLnBrk="0" hangingPunct="1">
        <a:lnSpc>
          <a:spcPct val="90000"/>
        </a:lnSpc>
        <a:spcBef>
          <a:spcPts val="800"/>
        </a:spcBef>
        <a:spcAft>
          <a:spcPts val="300"/>
        </a:spcAft>
        <a:buClrTx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  <a:lvl2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8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2pPr>
      <a:lvl3pPr marL="155448" indent="-155448" algn="l" defTabSz="914400" rtl="0" eaLnBrk="1" latinLnBrk="0" hangingPunct="1">
        <a:lnSpc>
          <a:spcPct val="90000"/>
        </a:lnSpc>
        <a:spcBef>
          <a:spcPts val="1100"/>
        </a:spcBef>
        <a:spcAft>
          <a:spcPts val="300"/>
        </a:spcAft>
        <a:buClrTx/>
        <a:buSzPct val="91000"/>
        <a:buFont typeface="Arial" charset="0"/>
        <a:buChar char="•"/>
        <a:defRPr lang="en-US" sz="1600" b="0" i="0" kern="1200" dirty="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3pPr>
      <a:lvl4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4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4pPr>
      <a:lvl5pPr marL="155448" indent="-155448" algn="l" defTabSz="914400" rtl="0" eaLnBrk="1" latinLnBrk="0" hangingPunct="1">
        <a:lnSpc>
          <a:spcPct val="99000"/>
        </a:lnSpc>
        <a:spcBef>
          <a:spcPts val="900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92024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lnSpc>
          <a:spcPct val="99000"/>
        </a:lnSpc>
        <a:spcBef>
          <a:spcPts val="900"/>
        </a:spcBef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55448" indent="-155448" algn="l" defTabSz="91440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55448" indent="-155448" algn="l" defTabSz="914400" rtl="0" eaLnBrk="1" latinLnBrk="0" hangingPunct="1">
        <a:lnSpc>
          <a:spcPct val="99000"/>
        </a:lnSpc>
        <a:spcBef>
          <a:spcPts val="900"/>
        </a:spcBef>
        <a:buSzPct val="91000"/>
        <a:buFont typeface="Arial" panose="020B0604020202020204" pitchFamily="34" charset="0"/>
        <a:buChar char="•"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5448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>
          <p15:clr>
            <a:srgbClr val="F26B43"/>
          </p15:clr>
        </p15:guide>
        <p15:guide id="3" pos="312">
          <p15:clr>
            <a:srgbClr val="F26B43"/>
          </p15:clr>
        </p15:guide>
        <p15:guide id="4" pos="7368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480">
          <p15:clr>
            <a:srgbClr val="F26B43"/>
          </p15:clr>
        </p15:guide>
        <p15:guide id="10" orient="horz" pos="41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8925F-F9E9-4E26-A2A2-59AED9C38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699CA-5A04-484A-B1CE-E5EAA33C5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AA0FA-F5C7-4C3B-A4E8-D847F690F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5169B-7565-466E-A8E3-772F1538B0EE}" type="datetimeFigureOut">
              <a:rPr lang="en-US" smtClean="0"/>
              <a:t>9/23/2021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A2012-BEBA-4BC2-AD65-5B88624B0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53526-A37E-4406-BDC5-8B1C6A609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64E6F-1BAA-44A0-B6C7-CB38EFA83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7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42" y="53763"/>
            <a:ext cx="11772516" cy="749870"/>
          </a:xfrm>
        </p:spPr>
        <p:txBody>
          <a:bodyPr/>
          <a:lstStyle/>
          <a:p>
            <a:pPr algn="l"/>
            <a:r>
              <a:rPr lang="en-US" sz="3200" dirty="0">
                <a:solidFill>
                  <a:srgbClr val="13294B"/>
                </a:solidFill>
                <a:latin typeface="Montserrat Light" panose="00000400000000000000" pitchFamily="2" charset="0"/>
              </a:rPr>
              <a:t>Learning Moment…</a:t>
            </a:r>
            <a:endParaRPr lang="en-US" sz="1200" dirty="0">
              <a:solidFill>
                <a:srgbClr val="13294B"/>
              </a:solidFill>
              <a:latin typeface="Montserrat Light" panose="00000400000000000000" pitchFamily="2" charset="0"/>
            </a:endParaRPr>
          </a:p>
        </p:txBody>
      </p:sp>
      <p:grpSp>
        <p:nvGrpSpPr>
          <p:cNvPr id="8" name="Grupa 123"/>
          <p:cNvGrpSpPr>
            <a:grpSpLocks noChangeAspect="1"/>
          </p:cNvGrpSpPr>
          <p:nvPr/>
        </p:nvGrpSpPr>
        <p:grpSpPr>
          <a:xfrm>
            <a:off x="283795" y="1051307"/>
            <a:ext cx="412300" cy="475729"/>
            <a:chOff x="7596336" y="5085184"/>
            <a:chExt cx="1176338" cy="1357312"/>
          </a:xfrm>
          <a:solidFill>
            <a:srgbClr val="6D6E71"/>
          </a:solidFill>
        </p:grpSpPr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7833568" y="5398616"/>
              <a:ext cx="669499" cy="622672"/>
            </a:xfrm>
            <a:custGeom>
              <a:avLst/>
              <a:gdLst/>
              <a:ahLst/>
              <a:cxnLst>
                <a:cxn ang="0">
                  <a:pos x="110" y="208"/>
                </a:cxn>
                <a:cxn ang="0">
                  <a:pos x="106" y="207"/>
                </a:cxn>
                <a:cxn ang="0">
                  <a:pos x="98" y="200"/>
                </a:cxn>
                <a:cxn ang="0">
                  <a:pos x="112" y="168"/>
                </a:cxn>
                <a:cxn ang="0">
                  <a:pos x="141" y="136"/>
                </a:cxn>
                <a:cxn ang="0">
                  <a:pos x="57" y="179"/>
                </a:cxn>
                <a:cxn ang="0">
                  <a:pos x="48" y="172"/>
                </a:cxn>
                <a:cxn ang="0">
                  <a:pos x="62" y="140"/>
                </a:cxn>
                <a:cxn ang="0">
                  <a:pos x="80" y="122"/>
                </a:cxn>
                <a:cxn ang="0">
                  <a:pos x="40" y="139"/>
                </a:cxn>
                <a:cxn ang="0">
                  <a:pos x="31" y="132"/>
                </a:cxn>
                <a:cxn ang="0">
                  <a:pos x="48" y="100"/>
                </a:cxn>
                <a:cxn ang="0">
                  <a:pos x="54" y="95"/>
                </a:cxn>
                <a:cxn ang="0">
                  <a:pos x="15" y="111"/>
                </a:cxn>
                <a:cxn ang="0">
                  <a:pos x="6" y="105"/>
                </a:cxn>
                <a:cxn ang="0">
                  <a:pos x="16" y="78"/>
                </a:cxn>
                <a:cxn ang="0">
                  <a:pos x="37" y="56"/>
                </a:cxn>
                <a:cxn ang="0">
                  <a:pos x="41" y="51"/>
                </a:cxn>
                <a:cxn ang="0">
                  <a:pos x="37" y="46"/>
                </a:cxn>
                <a:cxn ang="0">
                  <a:pos x="42" y="27"/>
                </a:cxn>
                <a:cxn ang="0">
                  <a:pos x="45" y="26"/>
                </a:cxn>
                <a:cxn ang="0">
                  <a:pos x="63" y="15"/>
                </a:cxn>
                <a:cxn ang="0">
                  <a:pos x="95" y="1"/>
                </a:cxn>
                <a:cxn ang="0">
                  <a:pos x="104" y="8"/>
                </a:cxn>
                <a:cxn ang="0">
                  <a:pos x="89" y="41"/>
                </a:cxn>
                <a:cxn ang="0">
                  <a:pos x="156" y="6"/>
                </a:cxn>
                <a:cxn ang="0">
                  <a:pos x="165" y="13"/>
                </a:cxn>
                <a:cxn ang="0">
                  <a:pos x="144" y="50"/>
                </a:cxn>
                <a:cxn ang="0">
                  <a:pos x="144" y="50"/>
                </a:cxn>
                <a:cxn ang="0">
                  <a:pos x="157" y="47"/>
                </a:cxn>
                <a:cxn ang="0">
                  <a:pos x="166" y="54"/>
                </a:cxn>
                <a:cxn ang="0">
                  <a:pos x="149" y="90"/>
                </a:cxn>
                <a:cxn ang="0">
                  <a:pos x="131" y="109"/>
                </a:cxn>
                <a:cxn ang="0">
                  <a:pos x="141" y="103"/>
                </a:cxn>
                <a:cxn ang="0">
                  <a:pos x="210" y="67"/>
                </a:cxn>
                <a:cxn ang="0">
                  <a:pos x="218" y="74"/>
                </a:cxn>
                <a:cxn ang="0">
                  <a:pos x="201" y="111"/>
                </a:cxn>
                <a:cxn ang="0">
                  <a:pos x="177" y="137"/>
                </a:cxn>
                <a:cxn ang="0">
                  <a:pos x="207" y="125"/>
                </a:cxn>
                <a:cxn ang="0">
                  <a:pos x="216" y="132"/>
                </a:cxn>
                <a:cxn ang="0">
                  <a:pos x="211" y="151"/>
                </a:cxn>
                <a:cxn ang="0">
                  <a:pos x="206" y="153"/>
                </a:cxn>
                <a:cxn ang="0">
                  <a:pos x="165" y="177"/>
                </a:cxn>
                <a:cxn ang="0">
                  <a:pos x="110" y="208"/>
                </a:cxn>
                <a:cxn ang="0">
                  <a:pos x="191" y="146"/>
                </a:cxn>
                <a:cxn ang="0">
                  <a:pos x="193" y="149"/>
                </a:cxn>
                <a:cxn ang="0">
                  <a:pos x="191" y="146"/>
                </a:cxn>
                <a:cxn ang="0">
                  <a:pos x="56" y="27"/>
                </a:cxn>
                <a:cxn ang="0">
                  <a:pos x="60" y="30"/>
                </a:cxn>
                <a:cxn ang="0">
                  <a:pos x="60" y="30"/>
                </a:cxn>
                <a:cxn ang="0">
                  <a:pos x="56" y="27"/>
                </a:cxn>
              </a:cxnLst>
              <a:rect l="0" t="0" r="r" b="b"/>
              <a:pathLst>
                <a:path w="224" h="208">
                  <a:moveTo>
                    <a:pt x="110" y="208"/>
                  </a:moveTo>
                  <a:cubicBezTo>
                    <a:pt x="109" y="208"/>
                    <a:pt x="108" y="207"/>
                    <a:pt x="106" y="207"/>
                  </a:cubicBezTo>
                  <a:cubicBezTo>
                    <a:pt x="103" y="206"/>
                    <a:pt x="99" y="204"/>
                    <a:pt x="98" y="200"/>
                  </a:cubicBezTo>
                  <a:cubicBezTo>
                    <a:pt x="92" y="191"/>
                    <a:pt x="97" y="184"/>
                    <a:pt x="112" y="168"/>
                  </a:cubicBezTo>
                  <a:cubicBezTo>
                    <a:pt x="120" y="159"/>
                    <a:pt x="130" y="148"/>
                    <a:pt x="141" y="136"/>
                  </a:cubicBezTo>
                  <a:cubicBezTo>
                    <a:pt x="66" y="181"/>
                    <a:pt x="64" y="181"/>
                    <a:pt x="57" y="179"/>
                  </a:cubicBezTo>
                  <a:cubicBezTo>
                    <a:pt x="53" y="178"/>
                    <a:pt x="50" y="175"/>
                    <a:pt x="48" y="172"/>
                  </a:cubicBezTo>
                  <a:cubicBezTo>
                    <a:pt x="42" y="162"/>
                    <a:pt x="48" y="156"/>
                    <a:pt x="62" y="140"/>
                  </a:cubicBezTo>
                  <a:cubicBezTo>
                    <a:pt x="68" y="135"/>
                    <a:pt x="74" y="129"/>
                    <a:pt x="80" y="122"/>
                  </a:cubicBezTo>
                  <a:cubicBezTo>
                    <a:pt x="50" y="140"/>
                    <a:pt x="47" y="140"/>
                    <a:pt x="40" y="139"/>
                  </a:cubicBezTo>
                  <a:cubicBezTo>
                    <a:pt x="37" y="138"/>
                    <a:pt x="33" y="135"/>
                    <a:pt x="31" y="132"/>
                  </a:cubicBezTo>
                  <a:cubicBezTo>
                    <a:pt x="25" y="121"/>
                    <a:pt x="32" y="115"/>
                    <a:pt x="48" y="100"/>
                  </a:cubicBezTo>
                  <a:cubicBezTo>
                    <a:pt x="50" y="98"/>
                    <a:pt x="52" y="96"/>
                    <a:pt x="54" y="95"/>
                  </a:cubicBezTo>
                  <a:cubicBezTo>
                    <a:pt x="22" y="113"/>
                    <a:pt x="20" y="113"/>
                    <a:pt x="15" y="111"/>
                  </a:cubicBezTo>
                  <a:cubicBezTo>
                    <a:pt x="11" y="110"/>
                    <a:pt x="8" y="108"/>
                    <a:pt x="6" y="105"/>
                  </a:cubicBezTo>
                  <a:cubicBezTo>
                    <a:pt x="0" y="95"/>
                    <a:pt x="6" y="90"/>
                    <a:pt x="16" y="78"/>
                  </a:cubicBezTo>
                  <a:cubicBezTo>
                    <a:pt x="21" y="72"/>
                    <a:pt x="29" y="64"/>
                    <a:pt x="37" y="56"/>
                  </a:cubicBezTo>
                  <a:cubicBezTo>
                    <a:pt x="38" y="54"/>
                    <a:pt x="40" y="53"/>
                    <a:pt x="41" y="51"/>
                  </a:cubicBezTo>
                  <a:cubicBezTo>
                    <a:pt x="40" y="50"/>
                    <a:pt x="38" y="48"/>
                    <a:pt x="37" y="46"/>
                  </a:cubicBezTo>
                  <a:cubicBezTo>
                    <a:pt x="33" y="40"/>
                    <a:pt x="36" y="31"/>
                    <a:pt x="42" y="27"/>
                  </a:cubicBezTo>
                  <a:cubicBezTo>
                    <a:pt x="43" y="27"/>
                    <a:pt x="44" y="26"/>
                    <a:pt x="45" y="26"/>
                  </a:cubicBezTo>
                  <a:cubicBezTo>
                    <a:pt x="48" y="24"/>
                    <a:pt x="57" y="19"/>
                    <a:pt x="63" y="15"/>
                  </a:cubicBezTo>
                  <a:cubicBezTo>
                    <a:pt x="88" y="0"/>
                    <a:pt x="89" y="0"/>
                    <a:pt x="95" y="1"/>
                  </a:cubicBezTo>
                  <a:cubicBezTo>
                    <a:pt x="99" y="2"/>
                    <a:pt x="102" y="4"/>
                    <a:pt x="104" y="8"/>
                  </a:cubicBezTo>
                  <a:cubicBezTo>
                    <a:pt x="109" y="17"/>
                    <a:pt x="104" y="23"/>
                    <a:pt x="89" y="41"/>
                  </a:cubicBezTo>
                  <a:cubicBezTo>
                    <a:pt x="148" y="4"/>
                    <a:pt x="149" y="4"/>
                    <a:pt x="156" y="6"/>
                  </a:cubicBezTo>
                  <a:cubicBezTo>
                    <a:pt x="160" y="7"/>
                    <a:pt x="163" y="9"/>
                    <a:pt x="165" y="13"/>
                  </a:cubicBezTo>
                  <a:cubicBezTo>
                    <a:pt x="172" y="24"/>
                    <a:pt x="164" y="31"/>
                    <a:pt x="144" y="50"/>
                  </a:cubicBezTo>
                  <a:cubicBezTo>
                    <a:pt x="144" y="50"/>
                    <a:pt x="144" y="50"/>
                    <a:pt x="144" y="50"/>
                  </a:cubicBezTo>
                  <a:cubicBezTo>
                    <a:pt x="151" y="46"/>
                    <a:pt x="154" y="46"/>
                    <a:pt x="157" y="47"/>
                  </a:cubicBezTo>
                  <a:cubicBezTo>
                    <a:pt x="161" y="48"/>
                    <a:pt x="164" y="51"/>
                    <a:pt x="166" y="54"/>
                  </a:cubicBezTo>
                  <a:cubicBezTo>
                    <a:pt x="172" y="64"/>
                    <a:pt x="166" y="71"/>
                    <a:pt x="149" y="90"/>
                  </a:cubicBezTo>
                  <a:cubicBezTo>
                    <a:pt x="144" y="95"/>
                    <a:pt x="138" y="102"/>
                    <a:pt x="131" y="109"/>
                  </a:cubicBezTo>
                  <a:cubicBezTo>
                    <a:pt x="135" y="107"/>
                    <a:pt x="138" y="105"/>
                    <a:pt x="141" y="103"/>
                  </a:cubicBezTo>
                  <a:cubicBezTo>
                    <a:pt x="202" y="65"/>
                    <a:pt x="202" y="65"/>
                    <a:pt x="210" y="67"/>
                  </a:cubicBezTo>
                  <a:cubicBezTo>
                    <a:pt x="213" y="68"/>
                    <a:pt x="217" y="70"/>
                    <a:pt x="218" y="74"/>
                  </a:cubicBezTo>
                  <a:cubicBezTo>
                    <a:pt x="224" y="84"/>
                    <a:pt x="218" y="91"/>
                    <a:pt x="201" y="111"/>
                  </a:cubicBezTo>
                  <a:cubicBezTo>
                    <a:pt x="194" y="119"/>
                    <a:pt x="186" y="128"/>
                    <a:pt x="177" y="137"/>
                  </a:cubicBezTo>
                  <a:cubicBezTo>
                    <a:pt x="199" y="124"/>
                    <a:pt x="201" y="124"/>
                    <a:pt x="207" y="125"/>
                  </a:cubicBezTo>
                  <a:cubicBezTo>
                    <a:pt x="210" y="126"/>
                    <a:pt x="214" y="129"/>
                    <a:pt x="216" y="132"/>
                  </a:cubicBezTo>
                  <a:cubicBezTo>
                    <a:pt x="219" y="139"/>
                    <a:pt x="217" y="147"/>
                    <a:pt x="211" y="151"/>
                  </a:cubicBezTo>
                  <a:cubicBezTo>
                    <a:pt x="209" y="152"/>
                    <a:pt x="208" y="153"/>
                    <a:pt x="206" y="153"/>
                  </a:cubicBezTo>
                  <a:cubicBezTo>
                    <a:pt x="200" y="156"/>
                    <a:pt x="180" y="168"/>
                    <a:pt x="165" y="177"/>
                  </a:cubicBezTo>
                  <a:cubicBezTo>
                    <a:pt x="125" y="203"/>
                    <a:pt x="116" y="208"/>
                    <a:pt x="110" y="208"/>
                  </a:cubicBezTo>
                  <a:close/>
                  <a:moveTo>
                    <a:pt x="191" y="146"/>
                  </a:moveTo>
                  <a:cubicBezTo>
                    <a:pt x="192" y="147"/>
                    <a:pt x="193" y="148"/>
                    <a:pt x="193" y="149"/>
                  </a:cubicBezTo>
                  <a:cubicBezTo>
                    <a:pt x="193" y="148"/>
                    <a:pt x="192" y="147"/>
                    <a:pt x="191" y="146"/>
                  </a:cubicBezTo>
                  <a:close/>
                  <a:moveTo>
                    <a:pt x="56" y="27"/>
                  </a:moveTo>
                  <a:cubicBezTo>
                    <a:pt x="57" y="28"/>
                    <a:pt x="59" y="29"/>
                    <a:pt x="60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59" y="29"/>
                    <a:pt x="57" y="28"/>
                    <a:pt x="56" y="27"/>
                  </a:cubicBezTo>
                  <a:close/>
                </a:path>
              </a:pathLst>
            </a:custGeom>
            <a:solidFill>
              <a:srgbClr val="FFAA1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  <p:grpSp>
          <p:nvGrpSpPr>
            <p:cNvPr id="10" name="Grupa 108"/>
            <p:cNvGrpSpPr/>
            <p:nvPr/>
          </p:nvGrpSpPr>
          <p:grpSpPr>
            <a:xfrm>
              <a:off x="7596336" y="5085184"/>
              <a:ext cx="1176338" cy="1357312"/>
              <a:chOff x="5935663" y="2751138"/>
              <a:chExt cx="1176338" cy="1357312"/>
            </a:xfrm>
            <a:grpFill/>
          </p:grpSpPr>
          <p:sp>
            <p:nvSpPr>
              <p:cNvPr id="11" name="Freeform 30"/>
              <p:cNvSpPr>
                <a:spLocks/>
              </p:cNvSpPr>
              <p:nvPr/>
            </p:nvSpPr>
            <p:spPr bwMode="auto">
              <a:xfrm>
                <a:off x="6156326" y="2990850"/>
                <a:ext cx="712788" cy="798513"/>
              </a:xfrm>
              <a:custGeom>
                <a:avLst/>
                <a:gdLst/>
                <a:ahLst/>
                <a:cxnLst>
                  <a:cxn ang="0">
                    <a:pos x="182" y="86"/>
                  </a:cxn>
                  <a:cxn ang="0">
                    <a:pos x="173" y="108"/>
                  </a:cxn>
                  <a:cxn ang="0">
                    <a:pos x="161" y="131"/>
                  </a:cxn>
                  <a:cxn ang="0">
                    <a:pos x="124" y="184"/>
                  </a:cxn>
                  <a:cxn ang="0">
                    <a:pos x="122" y="195"/>
                  </a:cxn>
                  <a:cxn ang="0">
                    <a:pos x="123" y="196"/>
                  </a:cxn>
                  <a:cxn ang="0">
                    <a:pos x="106" y="196"/>
                  </a:cxn>
                  <a:cxn ang="0">
                    <a:pos x="84" y="196"/>
                  </a:cxn>
                  <a:cxn ang="0">
                    <a:pos x="77" y="196"/>
                  </a:cxn>
                  <a:cxn ang="0">
                    <a:pos x="76" y="193"/>
                  </a:cxn>
                  <a:cxn ang="0">
                    <a:pos x="51" y="149"/>
                  </a:cxn>
                  <a:cxn ang="0">
                    <a:pos x="23" y="113"/>
                  </a:cxn>
                  <a:cxn ang="0">
                    <a:pos x="48" y="33"/>
                  </a:cxn>
                  <a:cxn ang="0">
                    <a:pos x="122" y="18"/>
                  </a:cxn>
                  <a:cxn ang="0">
                    <a:pos x="174" y="70"/>
                  </a:cxn>
                  <a:cxn ang="0">
                    <a:pos x="181" y="68"/>
                  </a:cxn>
                  <a:cxn ang="0">
                    <a:pos x="122" y="7"/>
                  </a:cxn>
                  <a:cxn ang="0">
                    <a:pos x="40" y="23"/>
                  </a:cxn>
                  <a:cxn ang="0">
                    <a:pos x="9" y="113"/>
                  </a:cxn>
                  <a:cxn ang="0">
                    <a:pos x="60" y="189"/>
                  </a:cxn>
                  <a:cxn ang="0">
                    <a:pos x="62" y="199"/>
                  </a:cxn>
                  <a:cxn ang="0">
                    <a:pos x="63" y="206"/>
                  </a:cxn>
                  <a:cxn ang="0">
                    <a:pos x="72" y="212"/>
                  </a:cxn>
                  <a:cxn ang="0">
                    <a:pos x="73" y="212"/>
                  </a:cxn>
                  <a:cxn ang="0">
                    <a:pos x="76" y="212"/>
                  </a:cxn>
                  <a:cxn ang="0">
                    <a:pos x="98" y="212"/>
                  </a:cxn>
                  <a:cxn ang="0">
                    <a:pos x="118" y="212"/>
                  </a:cxn>
                  <a:cxn ang="0">
                    <a:pos x="128" y="212"/>
                  </a:cxn>
                  <a:cxn ang="0">
                    <a:pos x="134" y="210"/>
                  </a:cxn>
                  <a:cxn ang="0">
                    <a:pos x="137" y="203"/>
                  </a:cxn>
                  <a:cxn ang="0">
                    <a:pos x="138" y="201"/>
                  </a:cxn>
                  <a:cxn ang="0">
                    <a:pos x="138" y="195"/>
                  </a:cxn>
                  <a:cxn ang="0">
                    <a:pos x="169" y="146"/>
                  </a:cxn>
                  <a:cxn ang="0">
                    <a:pos x="186" y="111"/>
                  </a:cxn>
                  <a:cxn ang="0">
                    <a:pos x="182" y="86"/>
                  </a:cxn>
                </a:cxnLst>
                <a:rect l="0" t="0" r="r" b="b"/>
                <a:pathLst>
                  <a:path w="190" h="213">
                    <a:moveTo>
                      <a:pt x="182" y="86"/>
                    </a:moveTo>
                    <a:cubicBezTo>
                      <a:pt x="179" y="89"/>
                      <a:pt x="177" y="101"/>
                      <a:pt x="173" y="108"/>
                    </a:cubicBezTo>
                    <a:cubicBezTo>
                      <a:pt x="172" y="110"/>
                      <a:pt x="170" y="119"/>
                      <a:pt x="161" y="131"/>
                    </a:cubicBezTo>
                    <a:cubicBezTo>
                      <a:pt x="155" y="142"/>
                      <a:pt x="131" y="154"/>
                      <a:pt x="124" y="184"/>
                    </a:cubicBezTo>
                    <a:cubicBezTo>
                      <a:pt x="123" y="188"/>
                      <a:pt x="123" y="191"/>
                      <a:pt x="122" y="195"/>
                    </a:cubicBezTo>
                    <a:cubicBezTo>
                      <a:pt x="122" y="195"/>
                      <a:pt x="123" y="195"/>
                      <a:pt x="123" y="196"/>
                    </a:cubicBezTo>
                    <a:cubicBezTo>
                      <a:pt x="117" y="196"/>
                      <a:pt x="112" y="196"/>
                      <a:pt x="106" y="196"/>
                    </a:cubicBezTo>
                    <a:cubicBezTo>
                      <a:pt x="99" y="196"/>
                      <a:pt x="92" y="196"/>
                      <a:pt x="84" y="196"/>
                    </a:cubicBezTo>
                    <a:cubicBezTo>
                      <a:pt x="77" y="196"/>
                      <a:pt x="77" y="196"/>
                      <a:pt x="77" y="196"/>
                    </a:cubicBezTo>
                    <a:cubicBezTo>
                      <a:pt x="76" y="193"/>
                      <a:pt x="76" y="193"/>
                      <a:pt x="76" y="193"/>
                    </a:cubicBezTo>
                    <a:cubicBezTo>
                      <a:pt x="75" y="177"/>
                      <a:pt x="63" y="159"/>
                      <a:pt x="51" y="149"/>
                    </a:cubicBezTo>
                    <a:cubicBezTo>
                      <a:pt x="39" y="138"/>
                      <a:pt x="28" y="127"/>
                      <a:pt x="23" y="113"/>
                    </a:cubicBezTo>
                    <a:cubicBezTo>
                      <a:pt x="14" y="84"/>
                      <a:pt x="26" y="50"/>
                      <a:pt x="48" y="33"/>
                    </a:cubicBezTo>
                    <a:cubicBezTo>
                      <a:pt x="70" y="14"/>
                      <a:pt x="99" y="11"/>
                      <a:pt x="122" y="18"/>
                    </a:cubicBezTo>
                    <a:cubicBezTo>
                      <a:pt x="167" y="34"/>
                      <a:pt x="175" y="72"/>
                      <a:pt x="174" y="70"/>
                    </a:cubicBezTo>
                    <a:cubicBezTo>
                      <a:pt x="179" y="95"/>
                      <a:pt x="181" y="84"/>
                      <a:pt x="181" y="68"/>
                    </a:cubicBezTo>
                    <a:cubicBezTo>
                      <a:pt x="181" y="66"/>
                      <a:pt x="172" y="25"/>
                      <a:pt x="122" y="7"/>
                    </a:cubicBezTo>
                    <a:cubicBezTo>
                      <a:pt x="98" y="0"/>
                      <a:pt x="65" y="3"/>
                      <a:pt x="40" y="23"/>
                    </a:cubicBezTo>
                    <a:cubicBezTo>
                      <a:pt x="15" y="43"/>
                      <a:pt x="0" y="78"/>
                      <a:pt x="9" y="113"/>
                    </a:cubicBezTo>
                    <a:cubicBezTo>
                      <a:pt x="17" y="149"/>
                      <a:pt x="56" y="164"/>
                      <a:pt x="60" y="189"/>
                    </a:cubicBezTo>
                    <a:cubicBezTo>
                      <a:pt x="61" y="192"/>
                      <a:pt x="61" y="196"/>
                      <a:pt x="62" y="199"/>
                    </a:cubicBezTo>
                    <a:cubicBezTo>
                      <a:pt x="62" y="202"/>
                      <a:pt x="62" y="202"/>
                      <a:pt x="63" y="206"/>
                    </a:cubicBezTo>
                    <a:cubicBezTo>
                      <a:pt x="64" y="210"/>
                      <a:pt x="73" y="212"/>
                      <a:pt x="72" y="212"/>
                    </a:cubicBezTo>
                    <a:cubicBezTo>
                      <a:pt x="73" y="212"/>
                      <a:pt x="73" y="212"/>
                      <a:pt x="73" y="212"/>
                    </a:cubicBezTo>
                    <a:cubicBezTo>
                      <a:pt x="76" y="212"/>
                      <a:pt x="76" y="212"/>
                      <a:pt x="76" y="212"/>
                    </a:cubicBezTo>
                    <a:cubicBezTo>
                      <a:pt x="83" y="212"/>
                      <a:pt x="91" y="212"/>
                      <a:pt x="98" y="212"/>
                    </a:cubicBezTo>
                    <a:cubicBezTo>
                      <a:pt x="105" y="212"/>
                      <a:pt x="112" y="212"/>
                      <a:pt x="118" y="212"/>
                    </a:cubicBezTo>
                    <a:cubicBezTo>
                      <a:pt x="128" y="212"/>
                      <a:pt x="128" y="212"/>
                      <a:pt x="128" y="212"/>
                    </a:cubicBezTo>
                    <a:cubicBezTo>
                      <a:pt x="129" y="211"/>
                      <a:pt x="128" y="213"/>
                      <a:pt x="134" y="210"/>
                    </a:cubicBezTo>
                    <a:cubicBezTo>
                      <a:pt x="139" y="204"/>
                      <a:pt x="137" y="203"/>
                      <a:pt x="137" y="203"/>
                    </a:cubicBezTo>
                    <a:cubicBezTo>
                      <a:pt x="138" y="201"/>
                      <a:pt x="138" y="201"/>
                      <a:pt x="138" y="201"/>
                    </a:cubicBezTo>
                    <a:cubicBezTo>
                      <a:pt x="138" y="199"/>
                      <a:pt x="138" y="197"/>
                      <a:pt x="138" y="195"/>
                    </a:cubicBezTo>
                    <a:cubicBezTo>
                      <a:pt x="140" y="172"/>
                      <a:pt x="156" y="160"/>
                      <a:pt x="169" y="146"/>
                    </a:cubicBezTo>
                    <a:cubicBezTo>
                      <a:pt x="181" y="131"/>
                      <a:pt x="185" y="117"/>
                      <a:pt x="186" y="111"/>
                    </a:cubicBezTo>
                    <a:cubicBezTo>
                      <a:pt x="190" y="86"/>
                      <a:pt x="184" y="82"/>
                      <a:pt x="182" y="86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2" name="Freeform 31"/>
              <p:cNvSpPr>
                <a:spLocks/>
              </p:cNvSpPr>
              <p:nvPr/>
            </p:nvSpPr>
            <p:spPr bwMode="auto">
              <a:xfrm>
                <a:off x="6403976" y="3871913"/>
                <a:ext cx="265113" cy="104775"/>
              </a:xfrm>
              <a:custGeom>
                <a:avLst/>
                <a:gdLst/>
                <a:ahLst/>
                <a:cxnLst>
                  <a:cxn ang="0">
                    <a:pos x="59" y="15"/>
                  </a:cxn>
                  <a:cxn ang="0">
                    <a:pos x="59" y="15"/>
                  </a:cxn>
                  <a:cxn ang="0">
                    <a:pos x="50" y="16"/>
                  </a:cxn>
                  <a:cxn ang="0">
                    <a:pos x="12" y="16"/>
                  </a:cxn>
                  <a:cxn ang="0">
                    <a:pos x="38" y="13"/>
                  </a:cxn>
                  <a:cxn ang="0">
                    <a:pos x="56" y="12"/>
                  </a:cxn>
                  <a:cxn ang="0">
                    <a:pos x="56" y="8"/>
                  </a:cxn>
                  <a:cxn ang="0">
                    <a:pos x="37" y="6"/>
                  </a:cxn>
                  <a:cxn ang="0">
                    <a:pos x="20" y="6"/>
                  </a:cxn>
                  <a:cxn ang="0">
                    <a:pos x="8" y="7"/>
                  </a:cxn>
                  <a:cxn ang="0">
                    <a:pos x="6" y="24"/>
                  </a:cxn>
                  <a:cxn ang="0">
                    <a:pos x="48" y="26"/>
                  </a:cxn>
                  <a:cxn ang="0">
                    <a:pos x="64" y="24"/>
                  </a:cxn>
                  <a:cxn ang="0">
                    <a:pos x="68" y="11"/>
                  </a:cxn>
                  <a:cxn ang="0">
                    <a:pos x="59" y="15"/>
                  </a:cxn>
                </a:cxnLst>
                <a:rect l="0" t="0" r="r" b="b"/>
                <a:pathLst>
                  <a:path w="71" h="28">
                    <a:moveTo>
                      <a:pt x="59" y="15"/>
                    </a:moveTo>
                    <a:cubicBezTo>
                      <a:pt x="59" y="14"/>
                      <a:pt x="59" y="15"/>
                      <a:pt x="59" y="15"/>
                    </a:cubicBezTo>
                    <a:cubicBezTo>
                      <a:pt x="57" y="15"/>
                      <a:pt x="54" y="16"/>
                      <a:pt x="50" y="16"/>
                    </a:cubicBezTo>
                    <a:cubicBezTo>
                      <a:pt x="39" y="15"/>
                      <a:pt x="22" y="16"/>
                      <a:pt x="12" y="16"/>
                    </a:cubicBezTo>
                    <a:cubicBezTo>
                      <a:pt x="5" y="13"/>
                      <a:pt x="30" y="14"/>
                      <a:pt x="38" y="13"/>
                    </a:cubicBezTo>
                    <a:cubicBezTo>
                      <a:pt x="49" y="13"/>
                      <a:pt x="56" y="12"/>
                      <a:pt x="56" y="12"/>
                    </a:cubicBezTo>
                    <a:cubicBezTo>
                      <a:pt x="61" y="12"/>
                      <a:pt x="59" y="10"/>
                      <a:pt x="56" y="8"/>
                    </a:cubicBezTo>
                    <a:cubicBezTo>
                      <a:pt x="55" y="7"/>
                      <a:pt x="48" y="7"/>
                      <a:pt x="37" y="6"/>
                    </a:cubicBezTo>
                    <a:cubicBezTo>
                      <a:pt x="32" y="6"/>
                      <a:pt x="26" y="6"/>
                      <a:pt x="20" y="6"/>
                    </a:cubicBezTo>
                    <a:cubicBezTo>
                      <a:pt x="16" y="6"/>
                      <a:pt x="15" y="5"/>
                      <a:pt x="8" y="7"/>
                    </a:cubicBezTo>
                    <a:cubicBezTo>
                      <a:pt x="2" y="12"/>
                      <a:pt x="0" y="16"/>
                      <a:pt x="6" y="24"/>
                    </a:cubicBezTo>
                    <a:cubicBezTo>
                      <a:pt x="25" y="28"/>
                      <a:pt x="35" y="25"/>
                      <a:pt x="48" y="26"/>
                    </a:cubicBezTo>
                    <a:cubicBezTo>
                      <a:pt x="54" y="25"/>
                      <a:pt x="56" y="28"/>
                      <a:pt x="64" y="24"/>
                    </a:cubicBezTo>
                    <a:cubicBezTo>
                      <a:pt x="71" y="18"/>
                      <a:pt x="68" y="14"/>
                      <a:pt x="68" y="11"/>
                    </a:cubicBezTo>
                    <a:cubicBezTo>
                      <a:pt x="51" y="0"/>
                      <a:pt x="65" y="15"/>
                      <a:pt x="59" y="15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3" name="Freeform 32"/>
              <p:cNvSpPr>
                <a:spLocks/>
              </p:cNvSpPr>
              <p:nvPr/>
            </p:nvSpPr>
            <p:spPr bwMode="auto">
              <a:xfrm>
                <a:off x="6388101" y="3781425"/>
                <a:ext cx="288925" cy="104775"/>
              </a:xfrm>
              <a:custGeom>
                <a:avLst/>
                <a:gdLst/>
                <a:ahLst/>
                <a:cxnLst>
                  <a:cxn ang="0">
                    <a:pos x="66" y="15"/>
                  </a:cxn>
                  <a:cxn ang="0">
                    <a:pos x="65" y="16"/>
                  </a:cxn>
                  <a:cxn ang="0">
                    <a:pos x="54" y="15"/>
                  </a:cxn>
                  <a:cxn ang="0">
                    <a:pos x="12" y="16"/>
                  </a:cxn>
                  <a:cxn ang="0">
                    <a:pos x="12" y="14"/>
                  </a:cxn>
                  <a:cxn ang="0">
                    <a:pos x="22" y="14"/>
                  </a:cxn>
                  <a:cxn ang="0">
                    <a:pos x="42" y="13"/>
                  </a:cxn>
                  <a:cxn ang="0">
                    <a:pos x="61" y="12"/>
                  </a:cxn>
                  <a:cxn ang="0">
                    <a:pos x="61" y="8"/>
                  </a:cxn>
                  <a:cxn ang="0">
                    <a:pos x="41" y="6"/>
                  </a:cxn>
                  <a:cxn ang="0">
                    <a:pos x="22" y="6"/>
                  </a:cxn>
                  <a:cxn ang="0">
                    <a:pos x="10" y="6"/>
                  </a:cxn>
                  <a:cxn ang="0">
                    <a:pos x="6" y="24"/>
                  </a:cxn>
                  <a:cxn ang="0">
                    <a:pos x="51" y="26"/>
                  </a:cxn>
                  <a:cxn ang="0">
                    <a:pos x="69" y="25"/>
                  </a:cxn>
                  <a:cxn ang="0">
                    <a:pos x="74" y="11"/>
                  </a:cxn>
                  <a:cxn ang="0">
                    <a:pos x="66" y="15"/>
                  </a:cxn>
                </a:cxnLst>
                <a:rect l="0" t="0" r="r" b="b"/>
                <a:pathLst>
                  <a:path w="77" h="28">
                    <a:moveTo>
                      <a:pt x="66" y="15"/>
                    </a:moveTo>
                    <a:cubicBezTo>
                      <a:pt x="65" y="15"/>
                      <a:pt x="65" y="15"/>
                      <a:pt x="65" y="16"/>
                    </a:cubicBezTo>
                    <a:cubicBezTo>
                      <a:pt x="64" y="15"/>
                      <a:pt x="59" y="16"/>
                      <a:pt x="54" y="15"/>
                    </a:cubicBezTo>
                    <a:cubicBezTo>
                      <a:pt x="42" y="15"/>
                      <a:pt x="24" y="16"/>
                      <a:pt x="12" y="16"/>
                    </a:cubicBezTo>
                    <a:cubicBezTo>
                      <a:pt x="10" y="19"/>
                      <a:pt x="12" y="13"/>
                      <a:pt x="12" y="14"/>
                    </a:cubicBezTo>
                    <a:cubicBezTo>
                      <a:pt x="13" y="14"/>
                      <a:pt x="19" y="14"/>
                      <a:pt x="22" y="14"/>
                    </a:cubicBezTo>
                    <a:cubicBezTo>
                      <a:pt x="29" y="14"/>
                      <a:pt x="36" y="13"/>
                      <a:pt x="42" y="13"/>
                    </a:cubicBezTo>
                    <a:cubicBezTo>
                      <a:pt x="53" y="13"/>
                      <a:pt x="61" y="12"/>
                      <a:pt x="61" y="12"/>
                    </a:cubicBezTo>
                    <a:cubicBezTo>
                      <a:pt x="67" y="12"/>
                      <a:pt x="65" y="10"/>
                      <a:pt x="61" y="8"/>
                    </a:cubicBezTo>
                    <a:cubicBezTo>
                      <a:pt x="60" y="7"/>
                      <a:pt x="52" y="7"/>
                      <a:pt x="41" y="6"/>
                    </a:cubicBezTo>
                    <a:cubicBezTo>
                      <a:pt x="35" y="6"/>
                      <a:pt x="29" y="6"/>
                      <a:pt x="22" y="6"/>
                    </a:cubicBezTo>
                    <a:cubicBezTo>
                      <a:pt x="18" y="6"/>
                      <a:pt x="16" y="5"/>
                      <a:pt x="10" y="6"/>
                    </a:cubicBezTo>
                    <a:cubicBezTo>
                      <a:pt x="3" y="9"/>
                      <a:pt x="0" y="17"/>
                      <a:pt x="6" y="24"/>
                    </a:cubicBezTo>
                    <a:cubicBezTo>
                      <a:pt x="27" y="28"/>
                      <a:pt x="38" y="25"/>
                      <a:pt x="51" y="26"/>
                    </a:cubicBezTo>
                    <a:cubicBezTo>
                      <a:pt x="58" y="26"/>
                      <a:pt x="61" y="27"/>
                      <a:pt x="69" y="25"/>
                    </a:cubicBezTo>
                    <a:cubicBezTo>
                      <a:pt x="77" y="20"/>
                      <a:pt x="75" y="14"/>
                      <a:pt x="74" y="11"/>
                    </a:cubicBezTo>
                    <a:cubicBezTo>
                      <a:pt x="56" y="0"/>
                      <a:pt x="71" y="15"/>
                      <a:pt x="66" y="15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4" name="Freeform 33"/>
              <p:cNvSpPr>
                <a:spLocks noEditPoints="1"/>
              </p:cNvSpPr>
              <p:nvPr/>
            </p:nvSpPr>
            <p:spPr bwMode="auto">
              <a:xfrm>
                <a:off x="6451601" y="3965575"/>
                <a:ext cx="173038" cy="142875"/>
              </a:xfrm>
              <a:custGeom>
                <a:avLst/>
                <a:gdLst/>
                <a:ahLst/>
                <a:cxnLst>
                  <a:cxn ang="0">
                    <a:pos x="41" y="4"/>
                  </a:cxn>
                  <a:cxn ang="0">
                    <a:pos x="36" y="12"/>
                  </a:cxn>
                  <a:cxn ang="0">
                    <a:pos x="35" y="12"/>
                  </a:cxn>
                  <a:cxn ang="0">
                    <a:pos x="35" y="12"/>
                  </a:cxn>
                  <a:cxn ang="0">
                    <a:pos x="30" y="17"/>
                  </a:cxn>
                  <a:cxn ang="0">
                    <a:pos x="15" y="19"/>
                  </a:cxn>
                  <a:cxn ang="0">
                    <a:pos x="9" y="12"/>
                  </a:cxn>
                  <a:cxn ang="0">
                    <a:pos x="9" y="11"/>
                  </a:cxn>
                  <a:cxn ang="0">
                    <a:pos x="19" y="10"/>
                  </a:cxn>
                  <a:cxn ang="0">
                    <a:pos x="32" y="9"/>
                  </a:cxn>
                  <a:cxn ang="0">
                    <a:pos x="32" y="5"/>
                  </a:cxn>
                  <a:cxn ang="0">
                    <a:pos x="19" y="3"/>
                  </a:cxn>
                  <a:cxn ang="0">
                    <a:pos x="3" y="5"/>
                  </a:cxn>
                  <a:cxn ang="0">
                    <a:pos x="4" y="18"/>
                  </a:cxn>
                  <a:cxn ang="0">
                    <a:pos x="6" y="20"/>
                  </a:cxn>
                  <a:cxn ang="0">
                    <a:pos x="7" y="22"/>
                  </a:cxn>
                  <a:cxn ang="0">
                    <a:pos x="39" y="23"/>
                  </a:cxn>
                  <a:cxn ang="0">
                    <a:pos x="40" y="21"/>
                  </a:cxn>
                  <a:cxn ang="0">
                    <a:pos x="45" y="14"/>
                  </a:cxn>
                  <a:cxn ang="0">
                    <a:pos x="41" y="4"/>
                  </a:cxn>
                  <a:cxn ang="0">
                    <a:pos x="35" y="12"/>
                  </a:cxn>
                  <a:cxn ang="0">
                    <a:pos x="35" y="12"/>
                  </a:cxn>
                  <a:cxn ang="0">
                    <a:pos x="35" y="12"/>
                  </a:cxn>
                </a:cxnLst>
                <a:rect l="0" t="0" r="r" b="b"/>
                <a:pathLst>
                  <a:path w="46" h="38">
                    <a:moveTo>
                      <a:pt x="41" y="4"/>
                    </a:moveTo>
                    <a:cubicBezTo>
                      <a:pt x="29" y="1"/>
                      <a:pt x="37" y="9"/>
                      <a:pt x="36" y="12"/>
                    </a:cubicBezTo>
                    <a:cubicBezTo>
                      <a:pt x="36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4" y="12"/>
                      <a:pt x="31" y="13"/>
                      <a:pt x="30" y="17"/>
                    </a:cubicBezTo>
                    <a:cubicBezTo>
                      <a:pt x="29" y="23"/>
                      <a:pt x="19" y="25"/>
                      <a:pt x="15" y="19"/>
                    </a:cubicBezTo>
                    <a:cubicBezTo>
                      <a:pt x="16" y="19"/>
                      <a:pt x="11" y="12"/>
                      <a:pt x="9" y="12"/>
                    </a:cubicBezTo>
                    <a:cubicBezTo>
                      <a:pt x="9" y="12"/>
                      <a:pt x="9" y="11"/>
                      <a:pt x="9" y="11"/>
                    </a:cubicBezTo>
                    <a:cubicBezTo>
                      <a:pt x="8" y="10"/>
                      <a:pt x="17" y="10"/>
                      <a:pt x="19" y="10"/>
                    </a:cubicBezTo>
                    <a:cubicBezTo>
                      <a:pt x="27" y="9"/>
                      <a:pt x="32" y="9"/>
                      <a:pt x="32" y="9"/>
                    </a:cubicBezTo>
                    <a:cubicBezTo>
                      <a:pt x="36" y="9"/>
                      <a:pt x="34" y="7"/>
                      <a:pt x="32" y="5"/>
                    </a:cubicBezTo>
                    <a:cubicBezTo>
                      <a:pt x="31" y="4"/>
                      <a:pt x="26" y="3"/>
                      <a:pt x="19" y="3"/>
                    </a:cubicBezTo>
                    <a:cubicBezTo>
                      <a:pt x="14" y="4"/>
                      <a:pt x="14" y="0"/>
                      <a:pt x="3" y="5"/>
                    </a:cubicBezTo>
                    <a:cubicBezTo>
                      <a:pt x="0" y="10"/>
                      <a:pt x="0" y="14"/>
                      <a:pt x="4" y="18"/>
                    </a:cubicBezTo>
                    <a:cubicBezTo>
                      <a:pt x="5" y="20"/>
                      <a:pt x="6" y="20"/>
                      <a:pt x="6" y="20"/>
                    </a:cubicBezTo>
                    <a:cubicBezTo>
                      <a:pt x="6" y="20"/>
                      <a:pt x="6" y="21"/>
                      <a:pt x="7" y="22"/>
                    </a:cubicBezTo>
                    <a:cubicBezTo>
                      <a:pt x="13" y="38"/>
                      <a:pt x="34" y="34"/>
                      <a:pt x="39" y="23"/>
                    </a:cubicBezTo>
                    <a:cubicBezTo>
                      <a:pt x="40" y="20"/>
                      <a:pt x="39" y="22"/>
                      <a:pt x="40" y="21"/>
                    </a:cubicBezTo>
                    <a:cubicBezTo>
                      <a:pt x="41" y="20"/>
                      <a:pt x="44" y="18"/>
                      <a:pt x="45" y="14"/>
                    </a:cubicBezTo>
                    <a:cubicBezTo>
                      <a:pt x="46" y="9"/>
                      <a:pt x="42" y="5"/>
                      <a:pt x="41" y="4"/>
                    </a:cubicBezTo>
                    <a:close/>
                    <a:moveTo>
                      <a:pt x="35" y="12"/>
                    </a:move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5" name="Freeform 34"/>
              <p:cNvSpPr>
                <a:spLocks/>
              </p:cNvSpPr>
              <p:nvPr/>
            </p:nvSpPr>
            <p:spPr bwMode="auto">
              <a:xfrm>
                <a:off x="5980113" y="3486150"/>
                <a:ext cx="165100" cy="100013"/>
              </a:xfrm>
              <a:custGeom>
                <a:avLst/>
                <a:gdLst/>
                <a:ahLst/>
                <a:cxnLst>
                  <a:cxn ang="0">
                    <a:pos x="39" y="1"/>
                  </a:cxn>
                  <a:cxn ang="0">
                    <a:pos x="3" y="18"/>
                  </a:cxn>
                  <a:cxn ang="0">
                    <a:pos x="3" y="25"/>
                  </a:cxn>
                  <a:cxn ang="0">
                    <a:pos x="44" y="14"/>
                  </a:cxn>
                  <a:cxn ang="0">
                    <a:pos x="39" y="1"/>
                  </a:cxn>
                </a:cxnLst>
                <a:rect l="0" t="0" r="r" b="b"/>
                <a:pathLst>
                  <a:path w="44" h="27">
                    <a:moveTo>
                      <a:pt x="39" y="1"/>
                    </a:moveTo>
                    <a:cubicBezTo>
                      <a:pt x="36" y="0"/>
                      <a:pt x="0" y="17"/>
                      <a:pt x="3" y="18"/>
                    </a:cubicBezTo>
                    <a:cubicBezTo>
                      <a:pt x="2" y="22"/>
                      <a:pt x="0" y="25"/>
                      <a:pt x="3" y="25"/>
                    </a:cubicBezTo>
                    <a:cubicBezTo>
                      <a:pt x="5" y="27"/>
                      <a:pt x="44" y="18"/>
                      <a:pt x="44" y="14"/>
                    </a:cubicBezTo>
                    <a:cubicBezTo>
                      <a:pt x="44" y="9"/>
                      <a:pt x="43" y="0"/>
                      <a:pt x="39" y="1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6" name="Freeform 35"/>
              <p:cNvSpPr>
                <a:spLocks/>
              </p:cNvSpPr>
              <p:nvPr/>
            </p:nvSpPr>
            <p:spPr bwMode="auto">
              <a:xfrm>
                <a:off x="5935663" y="3276600"/>
                <a:ext cx="171450" cy="77788"/>
              </a:xfrm>
              <a:custGeom>
                <a:avLst/>
                <a:gdLst/>
                <a:ahLst/>
                <a:cxnLst>
                  <a:cxn ang="0">
                    <a:pos x="44" y="15"/>
                  </a:cxn>
                  <a:cxn ang="0">
                    <a:pos x="43" y="1"/>
                  </a:cxn>
                  <a:cxn ang="0">
                    <a:pos x="3" y="3"/>
                  </a:cxn>
                  <a:cxn ang="0">
                    <a:pos x="2" y="9"/>
                  </a:cxn>
                  <a:cxn ang="0">
                    <a:pos x="44" y="15"/>
                  </a:cxn>
                </a:cxnLst>
                <a:rect l="0" t="0" r="r" b="b"/>
                <a:pathLst>
                  <a:path w="46" h="21">
                    <a:moveTo>
                      <a:pt x="44" y="15"/>
                    </a:moveTo>
                    <a:cubicBezTo>
                      <a:pt x="45" y="11"/>
                      <a:pt x="46" y="2"/>
                      <a:pt x="43" y="1"/>
                    </a:cubicBezTo>
                    <a:cubicBezTo>
                      <a:pt x="41" y="1"/>
                      <a:pt x="4" y="0"/>
                      <a:pt x="3" y="3"/>
                    </a:cubicBezTo>
                    <a:cubicBezTo>
                      <a:pt x="1" y="6"/>
                      <a:pt x="0" y="9"/>
                      <a:pt x="2" y="9"/>
                    </a:cubicBezTo>
                    <a:cubicBezTo>
                      <a:pt x="2" y="11"/>
                      <a:pt x="41" y="21"/>
                      <a:pt x="44" y="15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7" name="Freeform 36"/>
              <p:cNvSpPr>
                <a:spLocks/>
              </p:cNvSpPr>
              <p:nvPr/>
            </p:nvSpPr>
            <p:spPr bwMode="auto">
              <a:xfrm>
                <a:off x="6005513" y="3006725"/>
                <a:ext cx="169863" cy="138113"/>
              </a:xfrm>
              <a:custGeom>
                <a:avLst/>
                <a:gdLst/>
                <a:ahLst/>
                <a:cxnLst>
                  <a:cxn ang="0">
                    <a:pos x="6" y="2"/>
                  </a:cxn>
                  <a:cxn ang="0">
                    <a:pos x="2" y="8"/>
                  </a:cxn>
                  <a:cxn ang="0">
                    <a:pos x="36" y="33"/>
                  </a:cxn>
                  <a:cxn ang="0">
                    <a:pos x="43" y="21"/>
                  </a:cxn>
                  <a:cxn ang="0">
                    <a:pos x="6" y="2"/>
                  </a:cxn>
                </a:cxnLst>
                <a:rect l="0" t="0" r="r" b="b"/>
                <a:pathLst>
                  <a:path w="45" h="37">
                    <a:moveTo>
                      <a:pt x="6" y="2"/>
                    </a:moveTo>
                    <a:cubicBezTo>
                      <a:pt x="3" y="5"/>
                      <a:pt x="0" y="7"/>
                      <a:pt x="2" y="8"/>
                    </a:cubicBezTo>
                    <a:cubicBezTo>
                      <a:pt x="1" y="8"/>
                      <a:pt x="32" y="37"/>
                      <a:pt x="36" y="33"/>
                    </a:cubicBezTo>
                    <a:cubicBezTo>
                      <a:pt x="39" y="30"/>
                      <a:pt x="45" y="23"/>
                      <a:pt x="43" y="21"/>
                    </a:cubicBezTo>
                    <a:cubicBezTo>
                      <a:pt x="40" y="18"/>
                      <a:pt x="9" y="0"/>
                      <a:pt x="6" y="2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8" name="Freeform 37"/>
              <p:cNvSpPr>
                <a:spLocks/>
              </p:cNvSpPr>
              <p:nvPr/>
            </p:nvSpPr>
            <p:spPr bwMode="auto">
              <a:xfrm>
                <a:off x="6219826" y="2830513"/>
                <a:ext cx="120650" cy="163513"/>
              </a:xfrm>
              <a:custGeom>
                <a:avLst/>
                <a:gdLst/>
                <a:ahLst/>
                <a:cxnLst>
                  <a:cxn ang="0">
                    <a:pos x="19" y="44"/>
                  </a:cxn>
                  <a:cxn ang="0">
                    <a:pos x="31" y="37"/>
                  </a:cxn>
                  <a:cxn ang="0">
                    <a:pos x="7" y="1"/>
                  </a:cxn>
                  <a:cxn ang="0">
                    <a:pos x="1" y="5"/>
                  </a:cxn>
                  <a:cxn ang="0">
                    <a:pos x="19" y="44"/>
                  </a:cxn>
                </a:cxnLst>
                <a:rect l="0" t="0" r="r" b="b"/>
                <a:pathLst>
                  <a:path w="32" h="44">
                    <a:moveTo>
                      <a:pt x="19" y="44"/>
                    </a:moveTo>
                    <a:cubicBezTo>
                      <a:pt x="23" y="43"/>
                      <a:pt x="32" y="41"/>
                      <a:pt x="31" y="37"/>
                    </a:cubicBezTo>
                    <a:cubicBezTo>
                      <a:pt x="31" y="34"/>
                      <a:pt x="12" y="0"/>
                      <a:pt x="7" y="1"/>
                    </a:cubicBezTo>
                    <a:cubicBezTo>
                      <a:pt x="3" y="2"/>
                      <a:pt x="0" y="3"/>
                      <a:pt x="1" y="5"/>
                    </a:cubicBezTo>
                    <a:cubicBezTo>
                      <a:pt x="2" y="4"/>
                      <a:pt x="14" y="44"/>
                      <a:pt x="19" y="44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9" name="Freeform 38"/>
              <p:cNvSpPr>
                <a:spLocks/>
              </p:cNvSpPr>
              <p:nvPr/>
            </p:nvSpPr>
            <p:spPr bwMode="auto">
              <a:xfrm>
                <a:off x="6478588" y="2751138"/>
                <a:ext cx="79375" cy="195263"/>
              </a:xfrm>
              <a:custGeom>
                <a:avLst/>
                <a:gdLst/>
                <a:ahLst/>
                <a:cxnLst>
                  <a:cxn ang="0">
                    <a:pos x="8" y="51"/>
                  </a:cxn>
                  <a:cxn ang="0">
                    <a:pos x="21" y="47"/>
                  </a:cxn>
                  <a:cxn ang="0">
                    <a:pos x="17" y="2"/>
                  </a:cxn>
                  <a:cxn ang="0">
                    <a:pos x="10" y="2"/>
                  </a:cxn>
                  <a:cxn ang="0">
                    <a:pos x="8" y="51"/>
                  </a:cxn>
                </a:cxnLst>
                <a:rect l="0" t="0" r="r" b="b"/>
                <a:pathLst>
                  <a:path w="21" h="52">
                    <a:moveTo>
                      <a:pt x="8" y="51"/>
                    </a:moveTo>
                    <a:cubicBezTo>
                      <a:pt x="13" y="52"/>
                      <a:pt x="21" y="51"/>
                      <a:pt x="21" y="47"/>
                    </a:cubicBezTo>
                    <a:cubicBezTo>
                      <a:pt x="20" y="46"/>
                      <a:pt x="20" y="4"/>
                      <a:pt x="17" y="2"/>
                    </a:cubicBezTo>
                    <a:cubicBezTo>
                      <a:pt x="13" y="1"/>
                      <a:pt x="10" y="0"/>
                      <a:pt x="10" y="2"/>
                    </a:cubicBezTo>
                    <a:cubicBezTo>
                      <a:pt x="9" y="1"/>
                      <a:pt x="0" y="48"/>
                      <a:pt x="8" y="51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20" name="Freeform 39"/>
              <p:cNvSpPr>
                <a:spLocks/>
              </p:cNvSpPr>
              <p:nvPr/>
            </p:nvSpPr>
            <p:spPr bwMode="auto">
              <a:xfrm>
                <a:off x="6718301" y="2871788"/>
                <a:ext cx="153988" cy="152400"/>
              </a:xfrm>
              <a:custGeom>
                <a:avLst/>
                <a:gdLst/>
                <a:ahLst/>
                <a:cxnLst>
                  <a:cxn ang="0">
                    <a:pos x="10" y="40"/>
                  </a:cxn>
                  <a:cxn ang="0">
                    <a:pos x="38" y="3"/>
                  </a:cxn>
                  <a:cxn ang="0">
                    <a:pos x="32" y="1"/>
                  </a:cxn>
                  <a:cxn ang="0">
                    <a:pos x="2" y="28"/>
                  </a:cxn>
                  <a:cxn ang="0">
                    <a:pos x="10" y="40"/>
                  </a:cxn>
                </a:cxnLst>
                <a:rect l="0" t="0" r="r" b="b"/>
                <a:pathLst>
                  <a:path w="41" h="41">
                    <a:moveTo>
                      <a:pt x="10" y="40"/>
                    </a:moveTo>
                    <a:cubicBezTo>
                      <a:pt x="17" y="38"/>
                      <a:pt x="41" y="10"/>
                      <a:pt x="38" y="3"/>
                    </a:cubicBezTo>
                    <a:cubicBezTo>
                      <a:pt x="35" y="0"/>
                      <a:pt x="32" y="0"/>
                      <a:pt x="32" y="1"/>
                    </a:cubicBezTo>
                    <a:cubicBezTo>
                      <a:pt x="34" y="0"/>
                      <a:pt x="0" y="27"/>
                      <a:pt x="2" y="28"/>
                    </a:cubicBezTo>
                    <a:cubicBezTo>
                      <a:pt x="4" y="33"/>
                      <a:pt x="6" y="41"/>
                      <a:pt x="10" y="40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21" name="Freeform 40"/>
              <p:cNvSpPr>
                <a:spLocks/>
              </p:cNvSpPr>
              <p:nvPr/>
            </p:nvSpPr>
            <p:spPr bwMode="auto">
              <a:xfrm>
                <a:off x="6853238" y="3062288"/>
                <a:ext cx="173038" cy="112713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8" y="30"/>
                  </a:cxn>
                  <a:cxn ang="0">
                    <a:pos x="29" y="20"/>
                  </a:cxn>
                  <a:cxn ang="0">
                    <a:pos x="46" y="7"/>
                  </a:cxn>
                  <a:cxn ang="0">
                    <a:pos x="44" y="1"/>
                  </a:cxn>
                  <a:cxn ang="0">
                    <a:pos x="22" y="8"/>
                  </a:cxn>
                  <a:cxn ang="0">
                    <a:pos x="0" y="18"/>
                  </a:cxn>
                </a:cxnLst>
                <a:rect l="0" t="0" r="r" b="b"/>
                <a:pathLst>
                  <a:path w="46" h="30">
                    <a:moveTo>
                      <a:pt x="0" y="18"/>
                    </a:moveTo>
                    <a:cubicBezTo>
                      <a:pt x="1" y="23"/>
                      <a:pt x="5" y="30"/>
                      <a:pt x="8" y="30"/>
                    </a:cubicBezTo>
                    <a:cubicBezTo>
                      <a:pt x="9" y="29"/>
                      <a:pt x="18" y="26"/>
                      <a:pt x="29" y="20"/>
                    </a:cubicBezTo>
                    <a:cubicBezTo>
                      <a:pt x="38" y="14"/>
                      <a:pt x="46" y="9"/>
                      <a:pt x="46" y="7"/>
                    </a:cubicBezTo>
                    <a:cubicBezTo>
                      <a:pt x="46" y="3"/>
                      <a:pt x="46" y="0"/>
                      <a:pt x="44" y="1"/>
                    </a:cubicBezTo>
                    <a:cubicBezTo>
                      <a:pt x="44" y="1"/>
                      <a:pt x="32" y="4"/>
                      <a:pt x="22" y="8"/>
                    </a:cubicBezTo>
                    <a:cubicBezTo>
                      <a:pt x="13" y="10"/>
                      <a:pt x="0" y="15"/>
                      <a:pt x="0" y="18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22" name="Freeform 41"/>
              <p:cNvSpPr>
                <a:spLocks/>
              </p:cNvSpPr>
              <p:nvPr/>
            </p:nvSpPr>
            <p:spPr bwMode="auto">
              <a:xfrm>
                <a:off x="6905626" y="3271838"/>
                <a:ext cx="206375" cy="85725"/>
              </a:xfrm>
              <a:custGeom>
                <a:avLst/>
                <a:gdLst/>
                <a:ahLst/>
                <a:cxnLst>
                  <a:cxn ang="0">
                    <a:pos x="53" y="11"/>
                  </a:cxn>
                  <a:cxn ang="0">
                    <a:pos x="0" y="10"/>
                  </a:cxn>
                  <a:cxn ang="0">
                    <a:pos x="6" y="23"/>
                  </a:cxn>
                  <a:cxn ang="0">
                    <a:pos x="52" y="18"/>
                  </a:cxn>
                  <a:cxn ang="0">
                    <a:pos x="53" y="11"/>
                  </a:cxn>
                </a:cxnLst>
                <a:rect l="0" t="0" r="r" b="b"/>
                <a:pathLst>
                  <a:path w="55" h="23">
                    <a:moveTo>
                      <a:pt x="53" y="11"/>
                    </a:moveTo>
                    <a:cubicBezTo>
                      <a:pt x="53" y="12"/>
                      <a:pt x="5" y="0"/>
                      <a:pt x="0" y="10"/>
                    </a:cubicBezTo>
                    <a:cubicBezTo>
                      <a:pt x="0" y="15"/>
                      <a:pt x="2" y="22"/>
                      <a:pt x="6" y="23"/>
                    </a:cubicBezTo>
                    <a:cubicBezTo>
                      <a:pt x="5" y="21"/>
                      <a:pt x="51" y="22"/>
                      <a:pt x="52" y="18"/>
                    </a:cubicBezTo>
                    <a:cubicBezTo>
                      <a:pt x="54" y="14"/>
                      <a:pt x="55" y="11"/>
                      <a:pt x="53" y="11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23" name="Freeform 42"/>
              <p:cNvSpPr>
                <a:spLocks noEditPoints="1"/>
              </p:cNvSpPr>
              <p:nvPr/>
            </p:nvSpPr>
            <p:spPr bwMode="auto">
              <a:xfrm>
                <a:off x="6861176" y="3478213"/>
                <a:ext cx="190500" cy="104775"/>
              </a:xfrm>
              <a:custGeom>
                <a:avLst/>
                <a:gdLst/>
                <a:ahLst/>
                <a:cxnLst>
                  <a:cxn ang="0">
                    <a:pos x="50" y="21"/>
                  </a:cxn>
                  <a:cxn ang="0">
                    <a:pos x="10" y="3"/>
                  </a:cxn>
                  <a:cxn ang="0">
                    <a:pos x="9" y="4"/>
                  </a:cxn>
                  <a:cxn ang="0">
                    <a:pos x="9" y="4"/>
                  </a:cxn>
                  <a:cxn ang="0">
                    <a:pos x="9" y="3"/>
                  </a:cxn>
                  <a:cxn ang="0">
                    <a:pos x="8" y="3"/>
                  </a:cxn>
                  <a:cxn ang="0">
                    <a:pos x="8" y="2"/>
                  </a:cxn>
                  <a:cxn ang="0">
                    <a:pos x="7" y="2"/>
                  </a:cxn>
                  <a:cxn ang="0">
                    <a:pos x="0" y="8"/>
                  </a:cxn>
                  <a:cxn ang="0">
                    <a:pos x="3" y="14"/>
                  </a:cxn>
                  <a:cxn ang="0">
                    <a:pos x="5" y="16"/>
                  </a:cxn>
                  <a:cxn ang="0">
                    <a:pos x="47" y="27"/>
                  </a:cxn>
                  <a:cxn ang="0">
                    <a:pos x="50" y="21"/>
                  </a:cxn>
                  <a:cxn ang="0">
                    <a:pos x="6" y="11"/>
                  </a:cxn>
                  <a:cxn ang="0">
                    <a:pos x="6" y="10"/>
                  </a:cxn>
                  <a:cxn ang="0">
                    <a:pos x="7" y="9"/>
                  </a:cxn>
                  <a:cxn ang="0">
                    <a:pos x="8" y="7"/>
                  </a:cxn>
                  <a:cxn ang="0">
                    <a:pos x="8" y="6"/>
                  </a:cxn>
                  <a:cxn ang="0">
                    <a:pos x="9" y="7"/>
                  </a:cxn>
                  <a:cxn ang="0">
                    <a:pos x="6" y="11"/>
                  </a:cxn>
                </a:cxnLst>
                <a:rect l="0" t="0" r="r" b="b"/>
                <a:pathLst>
                  <a:path w="51" h="28">
                    <a:moveTo>
                      <a:pt x="50" y="21"/>
                    </a:moveTo>
                    <a:cubicBezTo>
                      <a:pt x="51" y="19"/>
                      <a:pt x="12" y="0"/>
                      <a:pt x="10" y="3"/>
                    </a:cubicBezTo>
                    <a:cubicBezTo>
                      <a:pt x="10" y="3"/>
                      <a:pt x="9" y="4"/>
                      <a:pt x="9" y="4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2"/>
                      <a:pt x="9" y="2"/>
                      <a:pt x="8" y="2"/>
                    </a:cubicBezTo>
                    <a:cubicBezTo>
                      <a:pt x="8" y="2"/>
                      <a:pt x="8" y="2"/>
                      <a:pt x="7" y="2"/>
                    </a:cubicBezTo>
                    <a:cubicBezTo>
                      <a:pt x="7" y="3"/>
                      <a:pt x="3" y="0"/>
                      <a:pt x="0" y="8"/>
                    </a:cubicBezTo>
                    <a:cubicBezTo>
                      <a:pt x="2" y="17"/>
                      <a:pt x="3" y="13"/>
                      <a:pt x="3" y="14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8" y="20"/>
                      <a:pt x="46" y="28"/>
                      <a:pt x="47" y="27"/>
                    </a:cubicBezTo>
                    <a:cubicBezTo>
                      <a:pt x="50" y="24"/>
                      <a:pt x="51" y="22"/>
                      <a:pt x="50" y="21"/>
                    </a:cubicBezTo>
                    <a:close/>
                    <a:moveTo>
                      <a:pt x="6" y="11"/>
                    </a:moveTo>
                    <a:cubicBezTo>
                      <a:pt x="6" y="10"/>
                      <a:pt x="6" y="10"/>
                      <a:pt x="6" y="10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8" y="7"/>
                      <a:pt x="8" y="6"/>
                      <a:pt x="8" y="6"/>
                    </a:cubicBezTo>
                    <a:cubicBezTo>
                      <a:pt x="9" y="6"/>
                      <a:pt x="9" y="7"/>
                      <a:pt x="9" y="7"/>
                    </a:cubicBezTo>
                    <a:cubicBezTo>
                      <a:pt x="4" y="16"/>
                      <a:pt x="7" y="9"/>
                      <a:pt x="6" y="11"/>
                    </a:cubicBezTo>
                    <a:close/>
                  </a:path>
                </a:pathLst>
              </a:custGeom>
              <a:grpFill/>
              <a:ln w="9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269700" y="2575545"/>
            <a:ext cx="426395" cy="372674"/>
            <a:chOff x="-1435030" y="2773865"/>
            <a:chExt cx="1313844" cy="1352423"/>
          </a:xfrm>
        </p:grpSpPr>
        <p:grpSp>
          <p:nvGrpSpPr>
            <p:cNvPr id="25" name="Grupa 106"/>
            <p:cNvGrpSpPr>
              <a:grpSpLocks noChangeAspect="1"/>
            </p:cNvGrpSpPr>
            <p:nvPr/>
          </p:nvGrpSpPr>
          <p:grpSpPr>
            <a:xfrm>
              <a:off x="-1435030" y="2773865"/>
              <a:ext cx="1313844" cy="1352423"/>
              <a:chOff x="4669260" y="5085184"/>
              <a:chExt cx="1027113" cy="1057275"/>
            </a:xfrm>
            <a:solidFill>
              <a:srgbClr val="90CF03">
                <a:lumMod val="50000"/>
              </a:srgbClr>
            </a:solidFill>
          </p:grpSpPr>
          <p:sp>
            <p:nvSpPr>
              <p:cNvPr id="28" name="Freeform 21"/>
              <p:cNvSpPr>
                <a:spLocks/>
              </p:cNvSpPr>
              <p:nvPr/>
            </p:nvSpPr>
            <p:spPr bwMode="auto">
              <a:xfrm>
                <a:off x="4716016" y="5157192"/>
                <a:ext cx="936104" cy="886888"/>
              </a:xfrm>
              <a:custGeom>
                <a:avLst/>
                <a:gdLst/>
                <a:ahLst/>
                <a:cxnLst>
                  <a:cxn ang="0">
                    <a:pos x="89" y="129"/>
                  </a:cxn>
                  <a:cxn ang="0">
                    <a:pos x="81" y="131"/>
                  </a:cxn>
                  <a:cxn ang="0">
                    <a:pos x="76" y="128"/>
                  </a:cxn>
                  <a:cxn ang="0">
                    <a:pos x="93" y="99"/>
                  </a:cxn>
                  <a:cxn ang="0">
                    <a:pos x="86" y="104"/>
                  </a:cxn>
                  <a:cxn ang="0">
                    <a:pos x="51" y="122"/>
                  </a:cxn>
                  <a:cxn ang="0">
                    <a:pos x="46" y="119"/>
                  </a:cxn>
                  <a:cxn ang="0">
                    <a:pos x="67" y="90"/>
                  </a:cxn>
                  <a:cxn ang="0">
                    <a:pos x="80" y="77"/>
                  </a:cxn>
                  <a:cxn ang="0">
                    <a:pos x="50" y="96"/>
                  </a:cxn>
                  <a:cxn ang="0">
                    <a:pos x="26" y="109"/>
                  </a:cxn>
                  <a:cxn ang="0">
                    <a:pos x="21" y="105"/>
                  </a:cxn>
                  <a:cxn ang="0">
                    <a:pos x="31" y="87"/>
                  </a:cxn>
                  <a:cxn ang="0">
                    <a:pos x="48" y="73"/>
                  </a:cxn>
                  <a:cxn ang="0">
                    <a:pos x="17" y="87"/>
                  </a:cxn>
                  <a:cxn ang="0">
                    <a:pos x="12" y="83"/>
                  </a:cxn>
                  <a:cxn ang="0">
                    <a:pos x="19" y="67"/>
                  </a:cxn>
                  <a:cxn ang="0">
                    <a:pos x="34" y="52"/>
                  </a:cxn>
                  <a:cxn ang="0">
                    <a:pos x="36" y="50"/>
                  </a:cxn>
                  <a:cxn ang="0">
                    <a:pos x="21" y="59"/>
                  </a:cxn>
                  <a:cxn ang="0">
                    <a:pos x="7" y="65"/>
                  </a:cxn>
                  <a:cxn ang="0">
                    <a:pos x="2" y="62"/>
                  </a:cxn>
                  <a:cxn ang="0">
                    <a:pos x="6" y="50"/>
                  </a:cxn>
                  <a:cxn ang="0">
                    <a:pos x="12" y="42"/>
                  </a:cxn>
                  <a:cxn ang="0">
                    <a:pos x="28" y="24"/>
                  </a:cxn>
                  <a:cxn ang="0">
                    <a:pos x="25" y="22"/>
                  </a:cxn>
                  <a:cxn ang="0">
                    <a:pos x="28" y="12"/>
                  </a:cxn>
                  <a:cxn ang="0">
                    <a:pos x="30" y="11"/>
                  </a:cxn>
                  <a:cxn ang="0">
                    <a:pos x="37" y="7"/>
                  </a:cxn>
                  <a:cxn ang="0">
                    <a:pos x="51" y="1"/>
                  </a:cxn>
                  <a:cxn ang="0">
                    <a:pos x="56" y="4"/>
                  </a:cxn>
                  <a:cxn ang="0">
                    <a:pos x="42" y="29"/>
                  </a:cxn>
                  <a:cxn ang="0">
                    <a:pos x="73" y="15"/>
                  </a:cxn>
                  <a:cxn ang="0">
                    <a:pos x="78" y="18"/>
                  </a:cxn>
                  <a:cxn ang="0">
                    <a:pos x="56" y="51"/>
                  </a:cxn>
                  <a:cxn ang="0">
                    <a:pos x="76" y="38"/>
                  </a:cxn>
                  <a:cxn ang="0">
                    <a:pos x="105" y="23"/>
                  </a:cxn>
                  <a:cxn ang="0">
                    <a:pos x="109" y="27"/>
                  </a:cxn>
                  <a:cxn ang="0">
                    <a:pos x="91" y="53"/>
                  </a:cxn>
                  <a:cxn ang="0">
                    <a:pos x="118" y="43"/>
                  </a:cxn>
                  <a:cxn ang="0">
                    <a:pos x="123" y="47"/>
                  </a:cxn>
                  <a:cxn ang="0">
                    <a:pos x="107" y="71"/>
                  </a:cxn>
                  <a:cxn ang="0">
                    <a:pos x="101" y="77"/>
                  </a:cxn>
                  <a:cxn ang="0">
                    <a:pos x="123" y="68"/>
                  </a:cxn>
                  <a:cxn ang="0">
                    <a:pos x="128" y="72"/>
                  </a:cxn>
                  <a:cxn ang="0">
                    <a:pos x="109" y="103"/>
                  </a:cxn>
                  <a:cxn ang="0">
                    <a:pos x="108" y="104"/>
                  </a:cxn>
                  <a:cxn ang="0">
                    <a:pos x="112" y="107"/>
                  </a:cxn>
                  <a:cxn ang="0">
                    <a:pos x="110" y="117"/>
                  </a:cxn>
                  <a:cxn ang="0">
                    <a:pos x="108" y="118"/>
                  </a:cxn>
                  <a:cxn ang="0">
                    <a:pos x="99" y="123"/>
                  </a:cxn>
                  <a:cxn ang="0">
                    <a:pos x="89" y="129"/>
                  </a:cxn>
                </a:cxnLst>
                <a:rect l="0" t="0" r="r" b="b"/>
                <a:pathLst>
                  <a:path w="131" h="132">
                    <a:moveTo>
                      <a:pt x="89" y="129"/>
                    </a:moveTo>
                    <a:cubicBezTo>
                      <a:pt x="85" y="132"/>
                      <a:pt x="83" y="132"/>
                      <a:pt x="81" y="131"/>
                    </a:cubicBezTo>
                    <a:cubicBezTo>
                      <a:pt x="79" y="131"/>
                      <a:pt x="77" y="130"/>
                      <a:pt x="76" y="128"/>
                    </a:cubicBezTo>
                    <a:cubicBezTo>
                      <a:pt x="74" y="123"/>
                      <a:pt x="73" y="123"/>
                      <a:pt x="93" y="99"/>
                    </a:cubicBezTo>
                    <a:cubicBezTo>
                      <a:pt x="90" y="101"/>
                      <a:pt x="88" y="103"/>
                      <a:pt x="86" y="104"/>
                    </a:cubicBezTo>
                    <a:cubicBezTo>
                      <a:pt x="58" y="122"/>
                      <a:pt x="55" y="124"/>
                      <a:pt x="51" y="122"/>
                    </a:cubicBezTo>
                    <a:cubicBezTo>
                      <a:pt x="49" y="122"/>
                      <a:pt x="47" y="121"/>
                      <a:pt x="46" y="119"/>
                    </a:cubicBezTo>
                    <a:cubicBezTo>
                      <a:pt x="43" y="114"/>
                      <a:pt x="43" y="114"/>
                      <a:pt x="67" y="90"/>
                    </a:cubicBezTo>
                    <a:cubicBezTo>
                      <a:pt x="71" y="86"/>
                      <a:pt x="76" y="82"/>
                      <a:pt x="80" y="77"/>
                    </a:cubicBezTo>
                    <a:cubicBezTo>
                      <a:pt x="69" y="84"/>
                      <a:pt x="58" y="91"/>
                      <a:pt x="50" y="96"/>
                    </a:cubicBezTo>
                    <a:cubicBezTo>
                      <a:pt x="29" y="110"/>
                      <a:pt x="29" y="110"/>
                      <a:pt x="26" y="109"/>
                    </a:cubicBezTo>
                    <a:cubicBezTo>
                      <a:pt x="24" y="108"/>
                      <a:pt x="22" y="107"/>
                      <a:pt x="21" y="105"/>
                    </a:cubicBezTo>
                    <a:cubicBezTo>
                      <a:pt x="18" y="100"/>
                      <a:pt x="22" y="96"/>
                      <a:pt x="31" y="87"/>
                    </a:cubicBezTo>
                    <a:cubicBezTo>
                      <a:pt x="36" y="83"/>
                      <a:pt x="42" y="78"/>
                      <a:pt x="48" y="73"/>
                    </a:cubicBezTo>
                    <a:cubicBezTo>
                      <a:pt x="24" y="87"/>
                      <a:pt x="21" y="87"/>
                      <a:pt x="17" y="87"/>
                    </a:cubicBezTo>
                    <a:cubicBezTo>
                      <a:pt x="15" y="86"/>
                      <a:pt x="13" y="85"/>
                      <a:pt x="12" y="83"/>
                    </a:cubicBezTo>
                    <a:cubicBezTo>
                      <a:pt x="9" y="78"/>
                      <a:pt x="13" y="74"/>
                      <a:pt x="19" y="67"/>
                    </a:cubicBezTo>
                    <a:cubicBezTo>
                      <a:pt x="23" y="63"/>
                      <a:pt x="28" y="58"/>
                      <a:pt x="34" y="52"/>
                    </a:cubicBezTo>
                    <a:cubicBezTo>
                      <a:pt x="35" y="52"/>
                      <a:pt x="35" y="51"/>
                      <a:pt x="36" y="50"/>
                    </a:cubicBezTo>
                    <a:cubicBezTo>
                      <a:pt x="30" y="54"/>
                      <a:pt x="25" y="57"/>
                      <a:pt x="21" y="59"/>
                    </a:cubicBezTo>
                    <a:cubicBezTo>
                      <a:pt x="10" y="66"/>
                      <a:pt x="10" y="66"/>
                      <a:pt x="7" y="65"/>
                    </a:cubicBezTo>
                    <a:cubicBezTo>
                      <a:pt x="5" y="65"/>
                      <a:pt x="3" y="64"/>
                      <a:pt x="2" y="62"/>
                    </a:cubicBezTo>
                    <a:cubicBezTo>
                      <a:pt x="0" y="57"/>
                      <a:pt x="2" y="54"/>
                      <a:pt x="6" y="50"/>
                    </a:cubicBezTo>
                    <a:cubicBezTo>
                      <a:pt x="7" y="48"/>
                      <a:pt x="10" y="46"/>
                      <a:pt x="12" y="42"/>
                    </a:cubicBezTo>
                    <a:cubicBezTo>
                      <a:pt x="16" y="38"/>
                      <a:pt x="22" y="31"/>
                      <a:pt x="28" y="24"/>
                    </a:cubicBezTo>
                    <a:cubicBezTo>
                      <a:pt x="27" y="24"/>
                      <a:pt x="26" y="23"/>
                      <a:pt x="25" y="22"/>
                    </a:cubicBezTo>
                    <a:cubicBezTo>
                      <a:pt x="23" y="18"/>
                      <a:pt x="24" y="14"/>
                      <a:pt x="28" y="12"/>
                    </a:cubicBezTo>
                    <a:cubicBezTo>
                      <a:pt x="29" y="11"/>
                      <a:pt x="29" y="11"/>
                      <a:pt x="30" y="11"/>
                    </a:cubicBezTo>
                    <a:cubicBezTo>
                      <a:pt x="32" y="10"/>
                      <a:pt x="35" y="8"/>
                      <a:pt x="37" y="7"/>
                    </a:cubicBezTo>
                    <a:cubicBezTo>
                      <a:pt x="45" y="1"/>
                      <a:pt x="47" y="0"/>
                      <a:pt x="51" y="1"/>
                    </a:cubicBezTo>
                    <a:cubicBezTo>
                      <a:pt x="53" y="1"/>
                      <a:pt x="55" y="2"/>
                      <a:pt x="56" y="4"/>
                    </a:cubicBezTo>
                    <a:cubicBezTo>
                      <a:pt x="58" y="8"/>
                      <a:pt x="59" y="10"/>
                      <a:pt x="42" y="29"/>
                    </a:cubicBezTo>
                    <a:cubicBezTo>
                      <a:pt x="69" y="14"/>
                      <a:pt x="70" y="14"/>
                      <a:pt x="73" y="15"/>
                    </a:cubicBezTo>
                    <a:cubicBezTo>
                      <a:pt x="75" y="15"/>
                      <a:pt x="77" y="17"/>
                      <a:pt x="78" y="18"/>
                    </a:cubicBezTo>
                    <a:cubicBezTo>
                      <a:pt x="81" y="24"/>
                      <a:pt x="80" y="27"/>
                      <a:pt x="56" y="51"/>
                    </a:cubicBezTo>
                    <a:cubicBezTo>
                      <a:pt x="63" y="46"/>
                      <a:pt x="70" y="42"/>
                      <a:pt x="76" y="38"/>
                    </a:cubicBezTo>
                    <a:cubicBezTo>
                      <a:pt x="101" y="23"/>
                      <a:pt x="101" y="23"/>
                      <a:pt x="105" y="23"/>
                    </a:cubicBezTo>
                    <a:cubicBezTo>
                      <a:pt x="107" y="24"/>
                      <a:pt x="108" y="25"/>
                      <a:pt x="109" y="27"/>
                    </a:cubicBezTo>
                    <a:cubicBezTo>
                      <a:pt x="112" y="32"/>
                      <a:pt x="112" y="34"/>
                      <a:pt x="91" y="53"/>
                    </a:cubicBezTo>
                    <a:cubicBezTo>
                      <a:pt x="109" y="43"/>
                      <a:pt x="114" y="42"/>
                      <a:pt x="118" y="43"/>
                    </a:cubicBezTo>
                    <a:cubicBezTo>
                      <a:pt x="120" y="43"/>
                      <a:pt x="122" y="45"/>
                      <a:pt x="123" y="47"/>
                    </a:cubicBezTo>
                    <a:cubicBezTo>
                      <a:pt x="126" y="52"/>
                      <a:pt x="125" y="53"/>
                      <a:pt x="107" y="71"/>
                    </a:cubicBezTo>
                    <a:cubicBezTo>
                      <a:pt x="105" y="73"/>
                      <a:pt x="103" y="75"/>
                      <a:pt x="101" y="77"/>
                    </a:cubicBezTo>
                    <a:cubicBezTo>
                      <a:pt x="115" y="68"/>
                      <a:pt x="119" y="67"/>
                      <a:pt x="123" y="68"/>
                    </a:cubicBezTo>
                    <a:cubicBezTo>
                      <a:pt x="125" y="69"/>
                      <a:pt x="127" y="70"/>
                      <a:pt x="128" y="72"/>
                    </a:cubicBezTo>
                    <a:cubicBezTo>
                      <a:pt x="131" y="76"/>
                      <a:pt x="131" y="76"/>
                      <a:pt x="109" y="103"/>
                    </a:cubicBezTo>
                    <a:cubicBezTo>
                      <a:pt x="108" y="103"/>
                      <a:pt x="108" y="103"/>
                      <a:pt x="108" y="104"/>
                    </a:cubicBezTo>
                    <a:cubicBezTo>
                      <a:pt x="110" y="104"/>
                      <a:pt x="112" y="105"/>
                      <a:pt x="112" y="107"/>
                    </a:cubicBezTo>
                    <a:cubicBezTo>
                      <a:pt x="114" y="110"/>
                      <a:pt x="113" y="115"/>
                      <a:pt x="110" y="117"/>
                    </a:cubicBezTo>
                    <a:cubicBezTo>
                      <a:pt x="109" y="117"/>
                      <a:pt x="108" y="118"/>
                      <a:pt x="108" y="118"/>
                    </a:cubicBezTo>
                    <a:cubicBezTo>
                      <a:pt x="106" y="119"/>
                      <a:pt x="102" y="121"/>
                      <a:pt x="99" y="123"/>
                    </a:cubicBezTo>
                    <a:cubicBezTo>
                      <a:pt x="95" y="126"/>
                      <a:pt x="92" y="128"/>
                      <a:pt x="89" y="129"/>
                    </a:cubicBezTo>
                    <a:close/>
                  </a:path>
                </a:pathLst>
              </a:custGeom>
              <a:solidFill>
                <a:srgbClr val="36909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29" name="Freeform 60"/>
              <p:cNvSpPr>
                <a:spLocks/>
              </p:cNvSpPr>
              <p:nvPr/>
            </p:nvSpPr>
            <p:spPr bwMode="auto">
              <a:xfrm>
                <a:off x="4669260" y="5085184"/>
                <a:ext cx="1027113" cy="1057275"/>
              </a:xfrm>
              <a:custGeom>
                <a:avLst/>
                <a:gdLst/>
                <a:ahLst/>
                <a:cxnLst>
                  <a:cxn ang="0">
                    <a:pos x="264" y="163"/>
                  </a:cxn>
                  <a:cxn ang="0">
                    <a:pos x="198" y="250"/>
                  </a:cxn>
                  <a:cxn ang="0">
                    <a:pos x="95" y="254"/>
                  </a:cxn>
                  <a:cxn ang="0">
                    <a:pos x="22" y="163"/>
                  </a:cxn>
                  <a:cxn ang="0">
                    <a:pos x="61" y="51"/>
                  </a:cxn>
                  <a:cxn ang="0">
                    <a:pos x="165" y="23"/>
                  </a:cxn>
                  <a:cxn ang="0">
                    <a:pos x="258" y="109"/>
                  </a:cxn>
                  <a:cxn ang="0">
                    <a:pos x="268" y="140"/>
                  </a:cxn>
                  <a:cxn ang="0">
                    <a:pos x="271" y="105"/>
                  </a:cxn>
                  <a:cxn ang="0">
                    <a:pos x="255" y="66"/>
                  </a:cxn>
                  <a:cxn ang="0">
                    <a:pos x="181" y="11"/>
                  </a:cxn>
                  <a:cxn ang="0">
                    <a:pos x="60" y="32"/>
                  </a:cxn>
                  <a:cxn ang="0">
                    <a:pos x="7" y="159"/>
                  </a:cxn>
                  <a:cxn ang="0">
                    <a:pos x="90" y="265"/>
                  </a:cxn>
                  <a:cxn ang="0">
                    <a:pos x="207" y="257"/>
                  </a:cxn>
                  <a:cxn ang="0">
                    <a:pos x="271" y="164"/>
                  </a:cxn>
                  <a:cxn ang="0">
                    <a:pos x="264" y="163"/>
                  </a:cxn>
                </a:cxnLst>
                <a:rect l="0" t="0" r="r" b="b"/>
                <a:pathLst>
                  <a:path w="274" h="282">
                    <a:moveTo>
                      <a:pt x="264" y="163"/>
                    </a:moveTo>
                    <a:cubicBezTo>
                      <a:pt x="262" y="166"/>
                      <a:pt x="256" y="218"/>
                      <a:pt x="198" y="250"/>
                    </a:cubicBezTo>
                    <a:cubicBezTo>
                      <a:pt x="171" y="265"/>
                      <a:pt x="131" y="269"/>
                      <a:pt x="95" y="254"/>
                    </a:cubicBezTo>
                    <a:cubicBezTo>
                      <a:pt x="59" y="239"/>
                      <a:pt x="28" y="204"/>
                      <a:pt x="22" y="163"/>
                    </a:cubicBezTo>
                    <a:cubicBezTo>
                      <a:pt x="14" y="121"/>
                      <a:pt x="30" y="77"/>
                      <a:pt x="61" y="51"/>
                    </a:cubicBezTo>
                    <a:cubicBezTo>
                      <a:pt x="91" y="24"/>
                      <a:pt x="132" y="16"/>
                      <a:pt x="165" y="23"/>
                    </a:cubicBezTo>
                    <a:cubicBezTo>
                      <a:pt x="234" y="38"/>
                      <a:pt x="255" y="97"/>
                      <a:pt x="258" y="109"/>
                    </a:cubicBezTo>
                    <a:cubicBezTo>
                      <a:pt x="265" y="138"/>
                      <a:pt x="265" y="145"/>
                      <a:pt x="268" y="140"/>
                    </a:cubicBezTo>
                    <a:cubicBezTo>
                      <a:pt x="271" y="136"/>
                      <a:pt x="274" y="119"/>
                      <a:pt x="271" y="105"/>
                    </a:cubicBezTo>
                    <a:cubicBezTo>
                      <a:pt x="271" y="101"/>
                      <a:pt x="268" y="86"/>
                      <a:pt x="255" y="66"/>
                    </a:cubicBezTo>
                    <a:cubicBezTo>
                      <a:pt x="242" y="47"/>
                      <a:pt x="218" y="22"/>
                      <a:pt x="181" y="11"/>
                    </a:cubicBezTo>
                    <a:cubicBezTo>
                      <a:pt x="145" y="0"/>
                      <a:pt x="97" y="4"/>
                      <a:pt x="60" y="32"/>
                    </a:cubicBezTo>
                    <a:cubicBezTo>
                      <a:pt x="22" y="60"/>
                      <a:pt x="0" y="111"/>
                      <a:pt x="7" y="159"/>
                    </a:cubicBezTo>
                    <a:cubicBezTo>
                      <a:pt x="13" y="207"/>
                      <a:pt x="48" y="249"/>
                      <a:pt x="90" y="265"/>
                    </a:cubicBezTo>
                    <a:cubicBezTo>
                      <a:pt x="131" y="282"/>
                      <a:pt x="176" y="275"/>
                      <a:pt x="207" y="257"/>
                    </a:cubicBezTo>
                    <a:cubicBezTo>
                      <a:pt x="269" y="219"/>
                      <a:pt x="270" y="161"/>
                      <a:pt x="271" y="164"/>
                    </a:cubicBezTo>
                    <a:cubicBezTo>
                      <a:pt x="274" y="126"/>
                      <a:pt x="270" y="143"/>
                      <a:pt x="264" y="16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</p:grpSp>
        <p:sp>
          <p:nvSpPr>
            <p:cNvPr id="26" name="Right Arrow 25"/>
            <p:cNvSpPr/>
            <p:nvPr/>
          </p:nvSpPr>
          <p:spPr>
            <a:xfrm rot="19996516">
              <a:off x="-818172" y="3319301"/>
              <a:ext cx="390052" cy="134813"/>
            </a:xfrm>
            <a:prstGeom prst="rightArrow">
              <a:avLst/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  <p:sp>
          <p:nvSpPr>
            <p:cNvPr id="27" name="Right Arrow 26"/>
            <p:cNvSpPr/>
            <p:nvPr/>
          </p:nvSpPr>
          <p:spPr>
            <a:xfrm rot="16530710">
              <a:off x="-1054246" y="3159775"/>
              <a:ext cx="555477" cy="142323"/>
            </a:xfrm>
            <a:prstGeom prst="rightArrow">
              <a:avLst/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</p:grpSp>
      <p:grpSp>
        <p:nvGrpSpPr>
          <p:cNvPr id="30" name="Grupa 25"/>
          <p:cNvGrpSpPr>
            <a:grpSpLocks noChangeAspect="1"/>
          </p:cNvGrpSpPr>
          <p:nvPr/>
        </p:nvGrpSpPr>
        <p:grpSpPr>
          <a:xfrm>
            <a:off x="209741" y="1724336"/>
            <a:ext cx="565841" cy="351635"/>
            <a:chOff x="5856288" y="1041401"/>
            <a:chExt cx="2058987" cy="1279525"/>
          </a:xfrm>
          <a:solidFill>
            <a:srgbClr val="6D6E71"/>
          </a:solidFill>
        </p:grpSpPr>
        <p:sp>
          <p:nvSpPr>
            <p:cNvPr id="31" name="Freeform 32"/>
            <p:cNvSpPr>
              <a:spLocks/>
            </p:cNvSpPr>
            <p:nvPr/>
          </p:nvSpPr>
          <p:spPr bwMode="auto">
            <a:xfrm>
              <a:off x="7059613" y="1071563"/>
              <a:ext cx="787400" cy="858838"/>
            </a:xfrm>
            <a:custGeom>
              <a:avLst/>
              <a:gdLst/>
              <a:ahLst/>
              <a:cxnLst>
                <a:cxn ang="0">
                  <a:pos x="198" y="106"/>
                </a:cxn>
                <a:cxn ang="0">
                  <a:pos x="96" y="161"/>
                </a:cxn>
                <a:cxn ang="0">
                  <a:pos x="85" y="120"/>
                </a:cxn>
                <a:cxn ang="0">
                  <a:pos x="137" y="59"/>
                </a:cxn>
                <a:cxn ang="0">
                  <a:pos x="150" y="67"/>
                </a:cxn>
                <a:cxn ang="0">
                  <a:pos x="137" y="115"/>
                </a:cxn>
                <a:cxn ang="0">
                  <a:pos x="162" y="119"/>
                </a:cxn>
                <a:cxn ang="0">
                  <a:pos x="184" y="105"/>
                </a:cxn>
                <a:cxn ang="0">
                  <a:pos x="193" y="82"/>
                </a:cxn>
                <a:cxn ang="0">
                  <a:pos x="180" y="75"/>
                </a:cxn>
                <a:cxn ang="0">
                  <a:pos x="182" y="19"/>
                </a:cxn>
                <a:cxn ang="0">
                  <a:pos x="148" y="28"/>
                </a:cxn>
                <a:cxn ang="0">
                  <a:pos x="109" y="33"/>
                </a:cxn>
                <a:cxn ang="0">
                  <a:pos x="65" y="58"/>
                </a:cxn>
                <a:cxn ang="0">
                  <a:pos x="84" y="9"/>
                </a:cxn>
                <a:cxn ang="0">
                  <a:pos x="28" y="24"/>
                </a:cxn>
                <a:cxn ang="0">
                  <a:pos x="17" y="30"/>
                </a:cxn>
                <a:cxn ang="0">
                  <a:pos x="21" y="58"/>
                </a:cxn>
                <a:cxn ang="0">
                  <a:pos x="11" y="87"/>
                </a:cxn>
                <a:cxn ang="0">
                  <a:pos x="14" y="118"/>
                </a:cxn>
                <a:cxn ang="0">
                  <a:pos x="25" y="116"/>
                </a:cxn>
                <a:cxn ang="0">
                  <a:pos x="49" y="115"/>
                </a:cxn>
                <a:cxn ang="0">
                  <a:pos x="21" y="163"/>
                </a:cxn>
                <a:cxn ang="0">
                  <a:pos x="42" y="168"/>
                </a:cxn>
                <a:cxn ang="0">
                  <a:pos x="68" y="179"/>
                </a:cxn>
                <a:cxn ang="0">
                  <a:pos x="81" y="199"/>
                </a:cxn>
                <a:cxn ang="0">
                  <a:pos x="118" y="220"/>
                </a:cxn>
                <a:cxn ang="0">
                  <a:pos x="143" y="224"/>
                </a:cxn>
                <a:cxn ang="0">
                  <a:pos x="183" y="198"/>
                </a:cxn>
                <a:cxn ang="0">
                  <a:pos x="195" y="176"/>
                </a:cxn>
                <a:cxn ang="0">
                  <a:pos x="178" y="168"/>
                </a:cxn>
                <a:cxn ang="0">
                  <a:pos x="207" y="113"/>
                </a:cxn>
              </a:cxnLst>
              <a:rect l="0" t="0" r="r" b="b"/>
              <a:pathLst>
                <a:path w="210" h="229">
                  <a:moveTo>
                    <a:pt x="207" y="113"/>
                  </a:moveTo>
                  <a:cubicBezTo>
                    <a:pt x="205" y="110"/>
                    <a:pt x="202" y="107"/>
                    <a:pt x="198" y="106"/>
                  </a:cubicBezTo>
                  <a:cubicBezTo>
                    <a:pt x="192" y="104"/>
                    <a:pt x="190" y="105"/>
                    <a:pt x="178" y="113"/>
                  </a:cubicBezTo>
                  <a:cubicBezTo>
                    <a:pt x="135" y="139"/>
                    <a:pt x="110" y="153"/>
                    <a:pt x="96" y="161"/>
                  </a:cubicBezTo>
                  <a:cubicBezTo>
                    <a:pt x="90" y="127"/>
                    <a:pt x="90" y="127"/>
                    <a:pt x="88" y="124"/>
                  </a:cubicBezTo>
                  <a:cubicBezTo>
                    <a:pt x="87" y="122"/>
                    <a:pt x="86" y="121"/>
                    <a:pt x="85" y="120"/>
                  </a:cubicBezTo>
                  <a:cubicBezTo>
                    <a:pt x="97" y="106"/>
                    <a:pt x="110" y="91"/>
                    <a:pt x="121" y="78"/>
                  </a:cubicBezTo>
                  <a:cubicBezTo>
                    <a:pt x="128" y="70"/>
                    <a:pt x="133" y="64"/>
                    <a:pt x="137" y="59"/>
                  </a:cubicBezTo>
                  <a:cubicBezTo>
                    <a:pt x="134" y="72"/>
                    <a:pt x="134" y="72"/>
                    <a:pt x="134" y="72"/>
                  </a:cubicBezTo>
                  <a:cubicBezTo>
                    <a:pt x="140" y="73"/>
                    <a:pt x="144" y="71"/>
                    <a:pt x="150" y="67"/>
                  </a:cubicBezTo>
                  <a:cubicBezTo>
                    <a:pt x="146" y="78"/>
                    <a:pt x="141" y="90"/>
                    <a:pt x="136" y="102"/>
                  </a:cubicBezTo>
                  <a:cubicBezTo>
                    <a:pt x="134" y="106"/>
                    <a:pt x="135" y="111"/>
                    <a:pt x="137" y="115"/>
                  </a:cubicBezTo>
                  <a:cubicBezTo>
                    <a:pt x="139" y="118"/>
                    <a:pt x="143" y="121"/>
                    <a:pt x="147" y="122"/>
                  </a:cubicBezTo>
                  <a:cubicBezTo>
                    <a:pt x="152" y="123"/>
                    <a:pt x="155" y="122"/>
                    <a:pt x="162" y="119"/>
                  </a:cubicBezTo>
                  <a:cubicBezTo>
                    <a:pt x="165" y="117"/>
                    <a:pt x="169" y="114"/>
                    <a:pt x="174" y="111"/>
                  </a:cubicBezTo>
                  <a:cubicBezTo>
                    <a:pt x="177" y="109"/>
                    <a:pt x="182" y="106"/>
                    <a:pt x="184" y="105"/>
                  </a:cubicBezTo>
                  <a:cubicBezTo>
                    <a:pt x="185" y="104"/>
                    <a:pt x="186" y="104"/>
                    <a:pt x="188" y="103"/>
                  </a:cubicBezTo>
                  <a:cubicBezTo>
                    <a:pt x="195" y="99"/>
                    <a:pt x="197" y="90"/>
                    <a:pt x="193" y="82"/>
                  </a:cubicBezTo>
                  <a:cubicBezTo>
                    <a:pt x="191" y="79"/>
                    <a:pt x="187" y="76"/>
                    <a:pt x="183" y="75"/>
                  </a:cubicBezTo>
                  <a:cubicBezTo>
                    <a:pt x="182" y="75"/>
                    <a:pt x="181" y="75"/>
                    <a:pt x="180" y="75"/>
                  </a:cubicBezTo>
                  <a:cubicBezTo>
                    <a:pt x="196" y="34"/>
                    <a:pt x="195" y="32"/>
                    <a:pt x="192" y="26"/>
                  </a:cubicBezTo>
                  <a:cubicBezTo>
                    <a:pt x="190" y="22"/>
                    <a:pt x="186" y="19"/>
                    <a:pt x="182" y="19"/>
                  </a:cubicBezTo>
                  <a:cubicBezTo>
                    <a:pt x="175" y="17"/>
                    <a:pt x="171" y="18"/>
                    <a:pt x="150" y="31"/>
                  </a:cubicBezTo>
                  <a:cubicBezTo>
                    <a:pt x="150" y="30"/>
                    <a:pt x="149" y="29"/>
                    <a:pt x="148" y="28"/>
                  </a:cubicBezTo>
                  <a:cubicBezTo>
                    <a:pt x="146" y="25"/>
                    <a:pt x="143" y="22"/>
                    <a:pt x="139" y="21"/>
                  </a:cubicBezTo>
                  <a:cubicBezTo>
                    <a:pt x="133" y="19"/>
                    <a:pt x="133" y="19"/>
                    <a:pt x="109" y="33"/>
                  </a:cubicBezTo>
                  <a:cubicBezTo>
                    <a:pt x="98" y="39"/>
                    <a:pt x="84" y="48"/>
                    <a:pt x="69" y="56"/>
                  </a:cubicBezTo>
                  <a:cubicBezTo>
                    <a:pt x="68" y="57"/>
                    <a:pt x="67" y="58"/>
                    <a:pt x="65" y="58"/>
                  </a:cubicBezTo>
                  <a:cubicBezTo>
                    <a:pt x="66" y="58"/>
                    <a:pt x="66" y="58"/>
                    <a:pt x="66" y="57"/>
                  </a:cubicBezTo>
                  <a:cubicBezTo>
                    <a:pt x="86" y="25"/>
                    <a:pt x="90" y="18"/>
                    <a:pt x="84" y="9"/>
                  </a:cubicBezTo>
                  <a:cubicBezTo>
                    <a:pt x="82" y="5"/>
                    <a:pt x="79" y="3"/>
                    <a:pt x="74" y="2"/>
                  </a:cubicBezTo>
                  <a:cubicBezTo>
                    <a:pt x="66" y="0"/>
                    <a:pt x="60" y="3"/>
                    <a:pt x="28" y="24"/>
                  </a:cubicBezTo>
                  <a:cubicBezTo>
                    <a:pt x="25" y="26"/>
                    <a:pt x="21" y="28"/>
                    <a:pt x="19" y="29"/>
                  </a:cubicBezTo>
                  <a:cubicBezTo>
                    <a:pt x="18" y="30"/>
                    <a:pt x="18" y="30"/>
                    <a:pt x="17" y="30"/>
                  </a:cubicBezTo>
                  <a:cubicBezTo>
                    <a:pt x="10" y="35"/>
                    <a:pt x="7" y="44"/>
                    <a:pt x="12" y="51"/>
                  </a:cubicBezTo>
                  <a:cubicBezTo>
                    <a:pt x="14" y="55"/>
                    <a:pt x="17" y="57"/>
                    <a:pt x="21" y="58"/>
                  </a:cubicBezTo>
                  <a:cubicBezTo>
                    <a:pt x="25" y="59"/>
                    <a:pt x="27" y="59"/>
                    <a:pt x="30" y="58"/>
                  </a:cubicBezTo>
                  <a:cubicBezTo>
                    <a:pt x="25" y="66"/>
                    <a:pt x="18" y="75"/>
                    <a:pt x="11" y="87"/>
                  </a:cubicBezTo>
                  <a:cubicBezTo>
                    <a:pt x="3" y="98"/>
                    <a:pt x="0" y="103"/>
                    <a:pt x="5" y="111"/>
                  </a:cubicBezTo>
                  <a:cubicBezTo>
                    <a:pt x="7" y="114"/>
                    <a:pt x="10" y="117"/>
                    <a:pt x="14" y="118"/>
                  </a:cubicBezTo>
                  <a:cubicBezTo>
                    <a:pt x="18" y="119"/>
                    <a:pt x="22" y="118"/>
                    <a:pt x="25" y="116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39" y="108"/>
                    <a:pt x="55" y="99"/>
                    <a:pt x="71" y="90"/>
                  </a:cubicBezTo>
                  <a:cubicBezTo>
                    <a:pt x="63" y="100"/>
                    <a:pt x="55" y="108"/>
                    <a:pt x="49" y="115"/>
                  </a:cubicBezTo>
                  <a:cubicBezTo>
                    <a:pt x="42" y="124"/>
                    <a:pt x="35" y="131"/>
                    <a:pt x="30" y="136"/>
                  </a:cubicBezTo>
                  <a:cubicBezTo>
                    <a:pt x="21" y="147"/>
                    <a:pt x="16" y="153"/>
                    <a:pt x="21" y="163"/>
                  </a:cubicBezTo>
                  <a:cubicBezTo>
                    <a:pt x="23" y="166"/>
                    <a:pt x="27" y="169"/>
                    <a:pt x="30" y="170"/>
                  </a:cubicBezTo>
                  <a:cubicBezTo>
                    <a:pt x="34" y="171"/>
                    <a:pt x="39" y="170"/>
                    <a:pt x="42" y="168"/>
                  </a:cubicBezTo>
                  <a:cubicBezTo>
                    <a:pt x="50" y="164"/>
                    <a:pt x="58" y="159"/>
                    <a:pt x="64" y="155"/>
                  </a:cubicBezTo>
                  <a:cubicBezTo>
                    <a:pt x="66" y="164"/>
                    <a:pt x="68" y="173"/>
                    <a:pt x="68" y="179"/>
                  </a:cubicBezTo>
                  <a:cubicBezTo>
                    <a:pt x="70" y="189"/>
                    <a:pt x="70" y="189"/>
                    <a:pt x="72" y="191"/>
                  </a:cubicBezTo>
                  <a:cubicBezTo>
                    <a:pt x="74" y="195"/>
                    <a:pt x="77" y="198"/>
                    <a:pt x="81" y="199"/>
                  </a:cubicBezTo>
                  <a:cubicBezTo>
                    <a:pt x="87" y="200"/>
                    <a:pt x="89" y="201"/>
                    <a:pt x="139" y="172"/>
                  </a:cubicBezTo>
                  <a:cubicBezTo>
                    <a:pt x="112" y="210"/>
                    <a:pt x="114" y="213"/>
                    <a:pt x="118" y="220"/>
                  </a:cubicBezTo>
                  <a:cubicBezTo>
                    <a:pt x="120" y="224"/>
                    <a:pt x="124" y="226"/>
                    <a:pt x="128" y="227"/>
                  </a:cubicBezTo>
                  <a:cubicBezTo>
                    <a:pt x="133" y="229"/>
                    <a:pt x="136" y="228"/>
                    <a:pt x="143" y="224"/>
                  </a:cubicBezTo>
                  <a:cubicBezTo>
                    <a:pt x="147" y="222"/>
                    <a:pt x="152" y="218"/>
                    <a:pt x="160" y="213"/>
                  </a:cubicBezTo>
                  <a:cubicBezTo>
                    <a:pt x="167" y="208"/>
                    <a:pt x="178" y="201"/>
                    <a:pt x="183" y="198"/>
                  </a:cubicBezTo>
                  <a:cubicBezTo>
                    <a:pt x="186" y="198"/>
                    <a:pt x="188" y="197"/>
                    <a:pt x="190" y="196"/>
                  </a:cubicBezTo>
                  <a:cubicBezTo>
                    <a:pt x="197" y="192"/>
                    <a:pt x="199" y="183"/>
                    <a:pt x="195" y="176"/>
                  </a:cubicBezTo>
                  <a:cubicBezTo>
                    <a:pt x="193" y="172"/>
                    <a:pt x="189" y="169"/>
                    <a:pt x="185" y="168"/>
                  </a:cubicBezTo>
                  <a:cubicBezTo>
                    <a:pt x="183" y="168"/>
                    <a:pt x="181" y="168"/>
                    <a:pt x="178" y="168"/>
                  </a:cubicBezTo>
                  <a:cubicBezTo>
                    <a:pt x="187" y="156"/>
                    <a:pt x="196" y="143"/>
                    <a:pt x="206" y="130"/>
                  </a:cubicBezTo>
                  <a:cubicBezTo>
                    <a:pt x="210" y="125"/>
                    <a:pt x="210" y="118"/>
                    <a:pt x="207" y="113"/>
                  </a:cubicBezTo>
                  <a:close/>
                </a:path>
              </a:pathLst>
            </a:custGeom>
            <a:solidFill>
              <a:srgbClr val="FFAA1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  <p:sp>
          <p:nvSpPr>
            <p:cNvPr id="32" name="Freeform 33"/>
            <p:cNvSpPr>
              <a:spLocks noEditPoints="1"/>
            </p:cNvSpPr>
            <p:nvPr/>
          </p:nvSpPr>
          <p:spPr bwMode="auto">
            <a:xfrm>
              <a:off x="7023100" y="1041401"/>
              <a:ext cx="892175" cy="900113"/>
            </a:xfrm>
            <a:custGeom>
              <a:avLst/>
              <a:gdLst/>
              <a:ahLst/>
              <a:cxnLst>
                <a:cxn ang="0">
                  <a:pos x="166" y="133"/>
                </a:cxn>
                <a:cxn ang="0">
                  <a:pos x="114" y="88"/>
                </a:cxn>
                <a:cxn ang="0">
                  <a:pos x="238" y="129"/>
                </a:cxn>
                <a:cxn ang="0">
                  <a:pos x="204" y="157"/>
                </a:cxn>
                <a:cxn ang="0">
                  <a:pos x="174" y="211"/>
                </a:cxn>
                <a:cxn ang="0">
                  <a:pos x="152" y="206"/>
                </a:cxn>
                <a:cxn ang="0">
                  <a:pos x="98" y="233"/>
                </a:cxn>
                <a:cxn ang="0">
                  <a:pos x="80" y="203"/>
                </a:cxn>
                <a:cxn ang="0">
                  <a:pos x="45" y="212"/>
                </a:cxn>
                <a:cxn ang="0">
                  <a:pos x="28" y="169"/>
                </a:cxn>
                <a:cxn ang="0">
                  <a:pos x="2" y="129"/>
                </a:cxn>
                <a:cxn ang="0">
                  <a:pos x="33" y="87"/>
                </a:cxn>
                <a:cxn ang="0">
                  <a:pos x="28" y="45"/>
                </a:cxn>
                <a:cxn ang="0">
                  <a:pos x="78" y="35"/>
                </a:cxn>
                <a:cxn ang="0">
                  <a:pos x="89" y="28"/>
                </a:cxn>
                <a:cxn ang="0">
                  <a:pos x="129" y="2"/>
                </a:cxn>
                <a:cxn ang="0">
                  <a:pos x="158" y="37"/>
                </a:cxn>
                <a:cxn ang="0">
                  <a:pos x="195" y="31"/>
                </a:cxn>
                <a:cxn ang="0">
                  <a:pos x="203" y="88"/>
                </a:cxn>
                <a:cxn ang="0">
                  <a:pos x="198" y="95"/>
                </a:cxn>
                <a:cxn ang="0">
                  <a:pos x="203" y="55"/>
                </a:cxn>
                <a:cxn ang="0">
                  <a:pos x="168" y="43"/>
                </a:cxn>
                <a:cxn ang="0">
                  <a:pos x="143" y="43"/>
                </a:cxn>
                <a:cxn ang="0">
                  <a:pos x="141" y="41"/>
                </a:cxn>
                <a:cxn ang="0">
                  <a:pos x="138" y="37"/>
                </a:cxn>
                <a:cxn ang="0">
                  <a:pos x="103" y="27"/>
                </a:cxn>
                <a:cxn ang="0">
                  <a:pos x="96" y="44"/>
                </a:cxn>
                <a:cxn ang="0">
                  <a:pos x="70" y="46"/>
                </a:cxn>
                <a:cxn ang="0">
                  <a:pos x="51" y="72"/>
                </a:cxn>
                <a:cxn ang="0">
                  <a:pos x="52" y="81"/>
                </a:cxn>
                <a:cxn ang="0">
                  <a:pos x="33" y="103"/>
                </a:cxn>
                <a:cxn ang="0">
                  <a:pos x="36" y="133"/>
                </a:cxn>
                <a:cxn ang="0">
                  <a:pos x="46" y="139"/>
                </a:cxn>
                <a:cxn ang="0">
                  <a:pos x="47" y="173"/>
                </a:cxn>
                <a:cxn ang="0">
                  <a:pos x="84" y="186"/>
                </a:cxn>
                <a:cxn ang="0">
                  <a:pos x="87" y="187"/>
                </a:cxn>
                <a:cxn ang="0">
                  <a:pos x="110" y="220"/>
                </a:cxn>
                <a:cxn ang="0">
                  <a:pos x="135" y="201"/>
                </a:cxn>
                <a:cxn ang="0">
                  <a:pos x="143" y="190"/>
                </a:cxn>
                <a:cxn ang="0">
                  <a:pos x="154" y="186"/>
                </a:cxn>
                <a:cxn ang="0">
                  <a:pos x="163" y="184"/>
                </a:cxn>
                <a:cxn ang="0">
                  <a:pos x="185" y="196"/>
                </a:cxn>
                <a:cxn ang="0">
                  <a:pos x="188" y="164"/>
                </a:cxn>
                <a:cxn ang="0">
                  <a:pos x="191" y="142"/>
                </a:cxn>
                <a:cxn ang="0">
                  <a:pos x="193" y="139"/>
                </a:cxn>
                <a:cxn ang="0">
                  <a:pos x="224" y="129"/>
                </a:cxn>
                <a:cxn ang="0">
                  <a:pos x="237" y="119"/>
                </a:cxn>
                <a:cxn ang="0">
                  <a:pos x="109" y="220"/>
                </a:cxn>
              </a:cxnLst>
              <a:rect l="0" t="0" r="r" b="b"/>
              <a:pathLst>
                <a:path w="238" h="240">
                  <a:moveTo>
                    <a:pt x="112" y="162"/>
                  </a:moveTo>
                  <a:cubicBezTo>
                    <a:pt x="113" y="161"/>
                    <a:pt x="94" y="162"/>
                    <a:pt x="81" y="141"/>
                  </a:cubicBezTo>
                  <a:cubicBezTo>
                    <a:pt x="65" y="122"/>
                    <a:pt x="76" y="77"/>
                    <a:pt x="114" y="72"/>
                  </a:cubicBezTo>
                  <a:cubicBezTo>
                    <a:pt x="150" y="65"/>
                    <a:pt x="178" y="107"/>
                    <a:pt x="166" y="133"/>
                  </a:cubicBezTo>
                  <a:cubicBezTo>
                    <a:pt x="157" y="161"/>
                    <a:pt x="134" y="166"/>
                    <a:pt x="132" y="165"/>
                  </a:cubicBezTo>
                  <a:cubicBezTo>
                    <a:pt x="120" y="162"/>
                    <a:pt x="113" y="153"/>
                    <a:pt x="128" y="149"/>
                  </a:cubicBezTo>
                  <a:cubicBezTo>
                    <a:pt x="131" y="148"/>
                    <a:pt x="146" y="143"/>
                    <a:pt x="150" y="125"/>
                  </a:cubicBezTo>
                  <a:cubicBezTo>
                    <a:pt x="155" y="108"/>
                    <a:pt x="137" y="83"/>
                    <a:pt x="114" y="88"/>
                  </a:cubicBezTo>
                  <a:cubicBezTo>
                    <a:pt x="91" y="91"/>
                    <a:pt x="81" y="119"/>
                    <a:pt x="90" y="134"/>
                  </a:cubicBezTo>
                  <a:cubicBezTo>
                    <a:pt x="98" y="150"/>
                    <a:pt x="113" y="153"/>
                    <a:pt x="113" y="154"/>
                  </a:cubicBezTo>
                  <a:cubicBezTo>
                    <a:pt x="119" y="159"/>
                    <a:pt x="125" y="163"/>
                    <a:pt x="112" y="162"/>
                  </a:cubicBezTo>
                  <a:close/>
                  <a:moveTo>
                    <a:pt x="238" y="129"/>
                  </a:moveTo>
                  <a:cubicBezTo>
                    <a:pt x="238" y="135"/>
                    <a:pt x="231" y="144"/>
                    <a:pt x="225" y="145"/>
                  </a:cubicBezTo>
                  <a:cubicBezTo>
                    <a:pt x="219" y="146"/>
                    <a:pt x="210" y="146"/>
                    <a:pt x="208" y="147"/>
                  </a:cubicBezTo>
                  <a:cubicBezTo>
                    <a:pt x="208" y="148"/>
                    <a:pt x="208" y="148"/>
                    <a:pt x="208" y="148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03" y="155"/>
                    <a:pt x="203" y="157"/>
                    <a:pt x="209" y="162"/>
                  </a:cubicBezTo>
                  <a:cubicBezTo>
                    <a:pt x="212" y="164"/>
                    <a:pt x="226" y="181"/>
                    <a:pt x="214" y="193"/>
                  </a:cubicBezTo>
                  <a:cubicBezTo>
                    <a:pt x="208" y="198"/>
                    <a:pt x="203" y="204"/>
                    <a:pt x="196" y="210"/>
                  </a:cubicBezTo>
                  <a:cubicBezTo>
                    <a:pt x="192" y="216"/>
                    <a:pt x="178" y="216"/>
                    <a:pt x="174" y="211"/>
                  </a:cubicBezTo>
                  <a:cubicBezTo>
                    <a:pt x="170" y="209"/>
                    <a:pt x="164" y="203"/>
                    <a:pt x="163" y="203"/>
                  </a:cubicBezTo>
                  <a:cubicBezTo>
                    <a:pt x="163" y="202"/>
                    <a:pt x="162" y="202"/>
                    <a:pt x="162" y="202"/>
                  </a:cubicBezTo>
                  <a:cubicBezTo>
                    <a:pt x="160" y="203"/>
                    <a:pt x="160" y="203"/>
                    <a:pt x="160" y="203"/>
                  </a:cubicBezTo>
                  <a:cubicBezTo>
                    <a:pt x="152" y="206"/>
                    <a:pt x="152" y="206"/>
                    <a:pt x="152" y="206"/>
                  </a:cubicBezTo>
                  <a:cubicBezTo>
                    <a:pt x="152" y="208"/>
                    <a:pt x="152" y="213"/>
                    <a:pt x="152" y="217"/>
                  </a:cubicBezTo>
                  <a:cubicBezTo>
                    <a:pt x="152" y="222"/>
                    <a:pt x="149" y="236"/>
                    <a:pt x="135" y="237"/>
                  </a:cubicBezTo>
                  <a:cubicBezTo>
                    <a:pt x="120" y="238"/>
                    <a:pt x="120" y="238"/>
                    <a:pt x="120" y="238"/>
                  </a:cubicBezTo>
                  <a:cubicBezTo>
                    <a:pt x="114" y="236"/>
                    <a:pt x="111" y="240"/>
                    <a:pt x="98" y="233"/>
                  </a:cubicBezTo>
                  <a:cubicBezTo>
                    <a:pt x="90" y="224"/>
                    <a:pt x="92" y="217"/>
                    <a:pt x="91" y="211"/>
                  </a:cubicBezTo>
                  <a:cubicBezTo>
                    <a:pt x="91" y="209"/>
                    <a:pt x="91" y="208"/>
                    <a:pt x="90" y="207"/>
                  </a:cubicBezTo>
                  <a:cubicBezTo>
                    <a:pt x="89" y="207"/>
                    <a:pt x="89" y="207"/>
                    <a:pt x="89" y="207"/>
                  </a:cubicBezTo>
                  <a:cubicBezTo>
                    <a:pt x="80" y="203"/>
                    <a:pt x="80" y="203"/>
                    <a:pt x="80" y="203"/>
                  </a:cubicBezTo>
                  <a:cubicBezTo>
                    <a:pt x="80" y="203"/>
                    <a:pt x="80" y="203"/>
                    <a:pt x="80" y="203"/>
                  </a:cubicBezTo>
                  <a:cubicBezTo>
                    <a:pt x="78" y="205"/>
                    <a:pt x="73" y="210"/>
                    <a:pt x="69" y="213"/>
                  </a:cubicBezTo>
                  <a:cubicBezTo>
                    <a:pt x="64" y="216"/>
                    <a:pt x="58" y="217"/>
                    <a:pt x="53" y="216"/>
                  </a:cubicBezTo>
                  <a:cubicBezTo>
                    <a:pt x="52" y="217"/>
                    <a:pt x="45" y="212"/>
                    <a:pt x="45" y="212"/>
                  </a:cubicBezTo>
                  <a:cubicBezTo>
                    <a:pt x="42" y="209"/>
                    <a:pt x="42" y="209"/>
                    <a:pt x="42" y="209"/>
                  </a:cubicBezTo>
                  <a:cubicBezTo>
                    <a:pt x="38" y="204"/>
                    <a:pt x="34" y="200"/>
                    <a:pt x="30" y="196"/>
                  </a:cubicBezTo>
                  <a:cubicBezTo>
                    <a:pt x="28" y="195"/>
                    <a:pt x="23" y="189"/>
                    <a:pt x="23" y="182"/>
                  </a:cubicBezTo>
                  <a:cubicBezTo>
                    <a:pt x="23" y="176"/>
                    <a:pt x="27" y="172"/>
                    <a:pt x="28" y="169"/>
                  </a:cubicBezTo>
                  <a:cubicBezTo>
                    <a:pt x="33" y="164"/>
                    <a:pt x="36" y="161"/>
                    <a:pt x="36" y="159"/>
                  </a:cubicBezTo>
                  <a:cubicBezTo>
                    <a:pt x="36" y="159"/>
                    <a:pt x="33" y="153"/>
                    <a:pt x="32" y="149"/>
                  </a:cubicBezTo>
                  <a:cubicBezTo>
                    <a:pt x="29" y="149"/>
                    <a:pt x="24" y="148"/>
                    <a:pt x="22" y="148"/>
                  </a:cubicBezTo>
                  <a:cubicBezTo>
                    <a:pt x="15" y="149"/>
                    <a:pt x="0" y="141"/>
                    <a:pt x="2" y="129"/>
                  </a:cubicBezTo>
                  <a:cubicBezTo>
                    <a:pt x="2" y="111"/>
                    <a:pt x="2" y="111"/>
                    <a:pt x="2" y="111"/>
                  </a:cubicBezTo>
                  <a:cubicBezTo>
                    <a:pt x="3" y="108"/>
                    <a:pt x="2" y="106"/>
                    <a:pt x="4" y="98"/>
                  </a:cubicBezTo>
                  <a:cubicBezTo>
                    <a:pt x="7" y="93"/>
                    <a:pt x="14" y="90"/>
                    <a:pt x="17" y="89"/>
                  </a:cubicBezTo>
                  <a:cubicBezTo>
                    <a:pt x="25" y="88"/>
                    <a:pt x="32" y="89"/>
                    <a:pt x="33" y="87"/>
                  </a:cubicBezTo>
                  <a:cubicBezTo>
                    <a:pt x="34" y="85"/>
                    <a:pt x="34" y="85"/>
                    <a:pt x="34" y="85"/>
                  </a:cubicBezTo>
                  <a:cubicBezTo>
                    <a:pt x="37" y="78"/>
                    <a:pt x="37" y="78"/>
                    <a:pt x="37" y="78"/>
                  </a:cubicBezTo>
                  <a:cubicBezTo>
                    <a:pt x="36" y="76"/>
                    <a:pt x="33" y="73"/>
                    <a:pt x="31" y="71"/>
                  </a:cubicBezTo>
                  <a:cubicBezTo>
                    <a:pt x="27" y="69"/>
                    <a:pt x="19" y="54"/>
                    <a:pt x="28" y="45"/>
                  </a:cubicBezTo>
                  <a:cubicBezTo>
                    <a:pt x="41" y="32"/>
                    <a:pt x="41" y="32"/>
                    <a:pt x="41" y="32"/>
                  </a:cubicBezTo>
                  <a:cubicBezTo>
                    <a:pt x="43" y="30"/>
                    <a:pt x="45" y="28"/>
                    <a:pt x="48" y="26"/>
                  </a:cubicBezTo>
                  <a:cubicBezTo>
                    <a:pt x="52" y="22"/>
                    <a:pt x="59" y="22"/>
                    <a:pt x="64" y="24"/>
                  </a:cubicBezTo>
                  <a:cubicBezTo>
                    <a:pt x="71" y="27"/>
                    <a:pt x="76" y="33"/>
                    <a:pt x="78" y="35"/>
                  </a:cubicBezTo>
                  <a:cubicBezTo>
                    <a:pt x="78" y="35"/>
                    <a:pt x="80" y="35"/>
                    <a:pt x="81" y="36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9" y="31"/>
                    <a:pt x="89" y="30"/>
                    <a:pt x="89" y="28"/>
                  </a:cubicBezTo>
                  <a:cubicBezTo>
                    <a:pt x="90" y="23"/>
                    <a:pt x="88" y="17"/>
                    <a:pt x="94" y="8"/>
                  </a:cubicBezTo>
                  <a:cubicBezTo>
                    <a:pt x="97" y="5"/>
                    <a:pt x="100" y="2"/>
                    <a:pt x="106" y="2"/>
                  </a:cubicBezTo>
                  <a:cubicBezTo>
                    <a:pt x="114" y="2"/>
                    <a:pt x="114" y="2"/>
                    <a:pt x="114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35" y="0"/>
                    <a:pt x="147" y="10"/>
                    <a:pt x="146" y="16"/>
                  </a:cubicBezTo>
                  <a:cubicBezTo>
                    <a:pt x="148" y="29"/>
                    <a:pt x="147" y="34"/>
                    <a:pt x="152" y="34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58" y="37"/>
                    <a:pt x="158" y="37"/>
                    <a:pt x="158" y="37"/>
                  </a:cubicBezTo>
                  <a:cubicBezTo>
                    <a:pt x="160" y="36"/>
                    <a:pt x="163" y="32"/>
                    <a:pt x="166" y="30"/>
                  </a:cubicBezTo>
                  <a:cubicBezTo>
                    <a:pt x="169" y="28"/>
                    <a:pt x="175" y="22"/>
                    <a:pt x="182" y="23"/>
                  </a:cubicBezTo>
                  <a:cubicBezTo>
                    <a:pt x="185" y="23"/>
                    <a:pt x="188" y="23"/>
                    <a:pt x="191" y="27"/>
                  </a:cubicBezTo>
                  <a:cubicBezTo>
                    <a:pt x="195" y="31"/>
                    <a:pt x="195" y="31"/>
                    <a:pt x="195" y="31"/>
                  </a:cubicBezTo>
                  <a:cubicBezTo>
                    <a:pt x="200" y="36"/>
                    <a:pt x="205" y="40"/>
                    <a:pt x="210" y="47"/>
                  </a:cubicBezTo>
                  <a:cubicBezTo>
                    <a:pt x="217" y="59"/>
                    <a:pt x="207" y="66"/>
                    <a:pt x="205" y="70"/>
                  </a:cubicBezTo>
                  <a:cubicBezTo>
                    <a:pt x="200" y="73"/>
                    <a:pt x="200" y="78"/>
                    <a:pt x="198" y="76"/>
                  </a:cubicBezTo>
                  <a:cubicBezTo>
                    <a:pt x="200" y="80"/>
                    <a:pt x="202" y="84"/>
                    <a:pt x="203" y="88"/>
                  </a:cubicBezTo>
                  <a:cubicBezTo>
                    <a:pt x="203" y="89"/>
                    <a:pt x="208" y="90"/>
                    <a:pt x="209" y="90"/>
                  </a:cubicBezTo>
                  <a:cubicBezTo>
                    <a:pt x="220" y="90"/>
                    <a:pt x="231" y="98"/>
                    <a:pt x="228" y="102"/>
                  </a:cubicBezTo>
                  <a:cubicBezTo>
                    <a:pt x="226" y="105"/>
                    <a:pt x="230" y="96"/>
                    <a:pt x="208" y="98"/>
                  </a:cubicBezTo>
                  <a:cubicBezTo>
                    <a:pt x="209" y="97"/>
                    <a:pt x="205" y="99"/>
                    <a:pt x="198" y="95"/>
                  </a:cubicBezTo>
                  <a:cubicBezTo>
                    <a:pt x="194" y="90"/>
                    <a:pt x="195" y="88"/>
                    <a:pt x="192" y="84"/>
                  </a:cubicBezTo>
                  <a:cubicBezTo>
                    <a:pt x="192" y="84"/>
                    <a:pt x="189" y="79"/>
                    <a:pt x="190" y="76"/>
                  </a:cubicBezTo>
                  <a:cubicBezTo>
                    <a:pt x="191" y="73"/>
                    <a:pt x="192" y="70"/>
                    <a:pt x="194" y="67"/>
                  </a:cubicBezTo>
                  <a:cubicBezTo>
                    <a:pt x="197" y="63"/>
                    <a:pt x="203" y="58"/>
                    <a:pt x="203" y="55"/>
                  </a:cubicBezTo>
                  <a:cubicBezTo>
                    <a:pt x="203" y="53"/>
                    <a:pt x="196" y="46"/>
                    <a:pt x="191" y="42"/>
                  </a:cubicBezTo>
                  <a:cubicBezTo>
                    <a:pt x="183" y="34"/>
                    <a:pt x="183" y="34"/>
                    <a:pt x="183" y="34"/>
                  </a:cubicBezTo>
                  <a:cubicBezTo>
                    <a:pt x="183" y="34"/>
                    <a:pt x="179" y="33"/>
                    <a:pt x="177" y="35"/>
                  </a:cubicBezTo>
                  <a:cubicBezTo>
                    <a:pt x="174" y="37"/>
                    <a:pt x="171" y="40"/>
                    <a:pt x="168" y="43"/>
                  </a:cubicBezTo>
                  <a:cubicBezTo>
                    <a:pt x="166" y="46"/>
                    <a:pt x="164" y="47"/>
                    <a:pt x="161" y="48"/>
                  </a:cubicBezTo>
                  <a:cubicBezTo>
                    <a:pt x="152" y="48"/>
                    <a:pt x="155" y="47"/>
                    <a:pt x="151" y="46"/>
                  </a:cubicBezTo>
                  <a:cubicBezTo>
                    <a:pt x="145" y="44"/>
                    <a:pt x="145" y="44"/>
                    <a:pt x="145" y="44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3" y="43"/>
                    <a:pt x="143" y="43"/>
                    <a:pt x="143" y="43"/>
                  </a:cubicBezTo>
                  <a:cubicBezTo>
                    <a:pt x="142" y="43"/>
                    <a:pt x="142" y="43"/>
                    <a:pt x="142" y="43"/>
                  </a:cubicBezTo>
                  <a:cubicBezTo>
                    <a:pt x="143" y="39"/>
                    <a:pt x="143" y="37"/>
                    <a:pt x="143" y="36"/>
                  </a:cubicBezTo>
                  <a:cubicBezTo>
                    <a:pt x="139" y="49"/>
                    <a:pt x="142" y="38"/>
                    <a:pt x="141" y="41"/>
                  </a:cubicBezTo>
                  <a:cubicBezTo>
                    <a:pt x="141" y="41"/>
                    <a:pt x="141" y="41"/>
                    <a:pt x="141" y="41"/>
                  </a:cubicBezTo>
                  <a:cubicBezTo>
                    <a:pt x="140" y="40"/>
                    <a:pt x="140" y="40"/>
                    <a:pt x="140" y="40"/>
                  </a:cubicBezTo>
                  <a:cubicBezTo>
                    <a:pt x="139" y="39"/>
                    <a:pt x="139" y="39"/>
                    <a:pt x="139" y="39"/>
                  </a:cubicBezTo>
                  <a:cubicBezTo>
                    <a:pt x="138" y="37"/>
                    <a:pt x="138" y="37"/>
                    <a:pt x="138" y="37"/>
                  </a:cubicBezTo>
                  <a:cubicBezTo>
                    <a:pt x="135" y="31"/>
                    <a:pt x="136" y="25"/>
                    <a:pt x="135" y="21"/>
                  </a:cubicBezTo>
                  <a:cubicBezTo>
                    <a:pt x="134" y="16"/>
                    <a:pt x="133" y="14"/>
                    <a:pt x="131" y="15"/>
                  </a:cubicBezTo>
                  <a:cubicBezTo>
                    <a:pt x="127" y="14"/>
                    <a:pt x="121" y="14"/>
                    <a:pt x="116" y="15"/>
                  </a:cubicBezTo>
                  <a:cubicBezTo>
                    <a:pt x="102" y="15"/>
                    <a:pt x="103" y="13"/>
                    <a:pt x="103" y="27"/>
                  </a:cubicBezTo>
                  <a:cubicBezTo>
                    <a:pt x="103" y="30"/>
                    <a:pt x="103" y="34"/>
                    <a:pt x="102" y="37"/>
                  </a:cubicBezTo>
                  <a:cubicBezTo>
                    <a:pt x="100" y="40"/>
                    <a:pt x="100" y="40"/>
                    <a:pt x="100" y="40"/>
                  </a:cubicBezTo>
                  <a:cubicBezTo>
                    <a:pt x="100" y="41"/>
                    <a:pt x="100" y="41"/>
                    <a:pt x="100" y="41"/>
                  </a:cubicBezTo>
                  <a:cubicBezTo>
                    <a:pt x="94" y="46"/>
                    <a:pt x="98" y="43"/>
                    <a:pt x="96" y="44"/>
                  </a:cubicBezTo>
                  <a:cubicBezTo>
                    <a:pt x="95" y="44"/>
                    <a:pt x="95" y="44"/>
                    <a:pt x="95" y="44"/>
                  </a:cubicBezTo>
                  <a:cubicBezTo>
                    <a:pt x="92" y="46"/>
                    <a:pt x="92" y="46"/>
                    <a:pt x="92" y="46"/>
                  </a:cubicBezTo>
                  <a:cubicBezTo>
                    <a:pt x="84" y="49"/>
                    <a:pt x="84" y="49"/>
                    <a:pt x="84" y="49"/>
                  </a:cubicBezTo>
                  <a:cubicBezTo>
                    <a:pt x="75" y="50"/>
                    <a:pt x="75" y="48"/>
                    <a:pt x="70" y="46"/>
                  </a:cubicBezTo>
                  <a:cubicBezTo>
                    <a:pt x="64" y="41"/>
                    <a:pt x="61" y="37"/>
                    <a:pt x="58" y="37"/>
                  </a:cubicBezTo>
                  <a:cubicBezTo>
                    <a:pt x="58" y="35"/>
                    <a:pt x="54" y="39"/>
                    <a:pt x="50" y="44"/>
                  </a:cubicBezTo>
                  <a:cubicBezTo>
                    <a:pt x="40" y="55"/>
                    <a:pt x="33" y="54"/>
                    <a:pt x="44" y="64"/>
                  </a:cubicBezTo>
                  <a:cubicBezTo>
                    <a:pt x="46" y="66"/>
                    <a:pt x="49" y="68"/>
                    <a:pt x="51" y="72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3"/>
                    <a:pt x="52" y="86"/>
                    <a:pt x="52" y="81"/>
                  </a:cubicBezTo>
                  <a:cubicBezTo>
                    <a:pt x="51" y="83"/>
                    <a:pt x="51" y="83"/>
                    <a:pt x="51" y="83"/>
                  </a:cubicBezTo>
                  <a:cubicBezTo>
                    <a:pt x="50" y="86"/>
                    <a:pt x="50" y="86"/>
                    <a:pt x="50" y="86"/>
                  </a:cubicBezTo>
                  <a:cubicBezTo>
                    <a:pt x="46" y="94"/>
                    <a:pt x="46" y="94"/>
                    <a:pt x="46" y="94"/>
                  </a:cubicBezTo>
                  <a:cubicBezTo>
                    <a:pt x="41" y="103"/>
                    <a:pt x="38" y="101"/>
                    <a:pt x="33" y="103"/>
                  </a:cubicBezTo>
                  <a:cubicBezTo>
                    <a:pt x="25" y="104"/>
                    <a:pt x="20" y="104"/>
                    <a:pt x="18" y="105"/>
                  </a:cubicBezTo>
                  <a:cubicBezTo>
                    <a:pt x="18" y="104"/>
                    <a:pt x="18" y="112"/>
                    <a:pt x="18" y="118"/>
                  </a:cubicBezTo>
                  <a:cubicBezTo>
                    <a:pt x="20" y="135"/>
                    <a:pt x="13" y="132"/>
                    <a:pt x="30" y="132"/>
                  </a:cubicBezTo>
                  <a:cubicBezTo>
                    <a:pt x="31" y="132"/>
                    <a:pt x="34" y="132"/>
                    <a:pt x="36" y="133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1" y="134"/>
                    <a:pt x="41" y="134"/>
                    <a:pt x="41" y="134"/>
                  </a:cubicBezTo>
                  <a:cubicBezTo>
                    <a:pt x="41" y="134"/>
                    <a:pt x="41" y="134"/>
                    <a:pt x="41" y="134"/>
                  </a:cubicBezTo>
                  <a:cubicBezTo>
                    <a:pt x="43" y="136"/>
                    <a:pt x="37" y="129"/>
                    <a:pt x="46" y="139"/>
                  </a:cubicBezTo>
                  <a:cubicBezTo>
                    <a:pt x="46" y="140"/>
                    <a:pt x="46" y="140"/>
                    <a:pt x="46" y="140"/>
                  </a:cubicBezTo>
                  <a:cubicBezTo>
                    <a:pt x="47" y="143"/>
                    <a:pt x="48" y="146"/>
                    <a:pt x="49" y="148"/>
                  </a:cubicBezTo>
                  <a:cubicBezTo>
                    <a:pt x="50" y="153"/>
                    <a:pt x="51" y="148"/>
                    <a:pt x="53" y="161"/>
                  </a:cubicBezTo>
                  <a:cubicBezTo>
                    <a:pt x="52" y="166"/>
                    <a:pt x="50" y="170"/>
                    <a:pt x="47" y="173"/>
                  </a:cubicBezTo>
                  <a:cubicBezTo>
                    <a:pt x="36" y="186"/>
                    <a:pt x="38" y="179"/>
                    <a:pt x="49" y="192"/>
                  </a:cubicBezTo>
                  <a:cubicBezTo>
                    <a:pt x="63" y="202"/>
                    <a:pt x="53" y="202"/>
                    <a:pt x="66" y="192"/>
                  </a:cubicBezTo>
                  <a:cubicBezTo>
                    <a:pt x="68" y="191"/>
                    <a:pt x="73" y="186"/>
                    <a:pt x="77" y="185"/>
                  </a:cubicBezTo>
                  <a:cubicBezTo>
                    <a:pt x="80" y="185"/>
                    <a:pt x="71" y="184"/>
                    <a:pt x="84" y="186"/>
                  </a:cubicBezTo>
                  <a:cubicBezTo>
                    <a:pt x="84" y="186"/>
                    <a:pt x="84" y="186"/>
                    <a:pt x="84" y="186"/>
                  </a:cubicBezTo>
                  <a:cubicBezTo>
                    <a:pt x="84" y="186"/>
                    <a:pt x="84" y="186"/>
                    <a:pt x="84" y="186"/>
                  </a:cubicBezTo>
                  <a:cubicBezTo>
                    <a:pt x="85" y="186"/>
                    <a:pt x="85" y="186"/>
                    <a:pt x="85" y="186"/>
                  </a:cubicBezTo>
                  <a:cubicBezTo>
                    <a:pt x="87" y="187"/>
                    <a:pt x="87" y="187"/>
                    <a:pt x="87" y="187"/>
                  </a:cubicBezTo>
                  <a:cubicBezTo>
                    <a:pt x="91" y="189"/>
                    <a:pt x="91" y="189"/>
                    <a:pt x="91" y="189"/>
                  </a:cubicBezTo>
                  <a:cubicBezTo>
                    <a:pt x="98" y="191"/>
                    <a:pt x="98" y="191"/>
                    <a:pt x="98" y="191"/>
                  </a:cubicBezTo>
                  <a:cubicBezTo>
                    <a:pt x="109" y="199"/>
                    <a:pt x="106" y="200"/>
                    <a:pt x="108" y="205"/>
                  </a:cubicBezTo>
                  <a:cubicBezTo>
                    <a:pt x="109" y="214"/>
                    <a:pt x="109" y="217"/>
                    <a:pt x="110" y="220"/>
                  </a:cubicBezTo>
                  <a:cubicBezTo>
                    <a:pt x="112" y="220"/>
                    <a:pt x="114" y="220"/>
                    <a:pt x="117" y="220"/>
                  </a:cubicBezTo>
                  <a:cubicBezTo>
                    <a:pt x="133" y="220"/>
                    <a:pt x="133" y="220"/>
                    <a:pt x="133" y="220"/>
                  </a:cubicBezTo>
                  <a:cubicBezTo>
                    <a:pt x="133" y="220"/>
                    <a:pt x="134" y="220"/>
                    <a:pt x="134" y="218"/>
                  </a:cubicBezTo>
                  <a:cubicBezTo>
                    <a:pt x="135" y="212"/>
                    <a:pt x="133" y="210"/>
                    <a:pt x="135" y="201"/>
                  </a:cubicBezTo>
                  <a:cubicBezTo>
                    <a:pt x="136" y="199"/>
                    <a:pt x="136" y="197"/>
                    <a:pt x="138" y="195"/>
                  </a:cubicBezTo>
                  <a:cubicBezTo>
                    <a:pt x="138" y="194"/>
                    <a:pt x="138" y="194"/>
                    <a:pt x="138" y="194"/>
                  </a:cubicBezTo>
                  <a:cubicBezTo>
                    <a:pt x="137" y="195"/>
                    <a:pt x="147" y="188"/>
                    <a:pt x="143" y="191"/>
                  </a:cubicBezTo>
                  <a:cubicBezTo>
                    <a:pt x="143" y="190"/>
                    <a:pt x="143" y="190"/>
                    <a:pt x="143" y="190"/>
                  </a:cubicBezTo>
                  <a:cubicBezTo>
                    <a:pt x="144" y="190"/>
                    <a:pt x="144" y="190"/>
                    <a:pt x="144" y="190"/>
                  </a:cubicBezTo>
                  <a:cubicBezTo>
                    <a:pt x="145" y="189"/>
                    <a:pt x="145" y="189"/>
                    <a:pt x="145" y="189"/>
                  </a:cubicBezTo>
                  <a:cubicBezTo>
                    <a:pt x="151" y="187"/>
                    <a:pt x="151" y="187"/>
                    <a:pt x="151" y="187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56" y="185"/>
                    <a:pt x="156" y="185"/>
                    <a:pt x="156" y="185"/>
                  </a:cubicBezTo>
                  <a:cubicBezTo>
                    <a:pt x="156" y="185"/>
                    <a:pt x="156" y="185"/>
                    <a:pt x="156" y="185"/>
                  </a:cubicBezTo>
                  <a:cubicBezTo>
                    <a:pt x="165" y="182"/>
                    <a:pt x="159" y="184"/>
                    <a:pt x="161" y="184"/>
                  </a:cubicBezTo>
                  <a:cubicBezTo>
                    <a:pt x="163" y="184"/>
                    <a:pt x="163" y="184"/>
                    <a:pt x="163" y="184"/>
                  </a:cubicBezTo>
                  <a:cubicBezTo>
                    <a:pt x="167" y="184"/>
                    <a:pt x="171" y="186"/>
                    <a:pt x="173" y="188"/>
                  </a:cubicBezTo>
                  <a:cubicBezTo>
                    <a:pt x="180" y="193"/>
                    <a:pt x="180" y="194"/>
                    <a:pt x="184" y="196"/>
                  </a:cubicBezTo>
                  <a:cubicBezTo>
                    <a:pt x="184" y="196"/>
                    <a:pt x="184" y="197"/>
                    <a:pt x="184" y="197"/>
                  </a:cubicBezTo>
                  <a:cubicBezTo>
                    <a:pt x="185" y="197"/>
                    <a:pt x="185" y="196"/>
                    <a:pt x="185" y="196"/>
                  </a:cubicBezTo>
                  <a:cubicBezTo>
                    <a:pt x="188" y="194"/>
                    <a:pt x="191" y="191"/>
                    <a:pt x="193" y="188"/>
                  </a:cubicBezTo>
                  <a:cubicBezTo>
                    <a:pt x="201" y="180"/>
                    <a:pt x="201" y="180"/>
                    <a:pt x="201" y="180"/>
                  </a:cubicBezTo>
                  <a:cubicBezTo>
                    <a:pt x="201" y="180"/>
                    <a:pt x="201" y="179"/>
                    <a:pt x="201" y="180"/>
                  </a:cubicBezTo>
                  <a:cubicBezTo>
                    <a:pt x="199" y="176"/>
                    <a:pt x="194" y="173"/>
                    <a:pt x="188" y="164"/>
                  </a:cubicBezTo>
                  <a:cubicBezTo>
                    <a:pt x="188" y="161"/>
                    <a:pt x="185" y="163"/>
                    <a:pt x="187" y="152"/>
                  </a:cubicBezTo>
                  <a:cubicBezTo>
                    <a:pt x="189" y="149"/>
                    <a:pt x="189" y="149"/>
                    <a:pt x="189" y="149"/>
                  </a:cubicBezTo>
                  <a:cubicBezTo>
                    <a:pt x="191" y="142"/>
                    <a:pt x="191" y="142"/>
                    <a:pt x="191" y="142"/>
                  </a:cubicBezTo>
                  <a:cubicBezTo>
                    <a:pt x="191" y="142"/>
                    <a:pt x="191" y="142"/>
                    <a:pt x="191" y="142"/>
                  </a:cubicBezTo>
                  <a:cubicBezTo>
                    <a:pt x="187" y="142"/>
                    <a:pt x="188" y="142"/>
                    <a:pt x="191" y="142"/>
                  </a:cubicBezTo>
                  <a:cubicBezTo>
                    <a:pt x="191" y="142"/>
                    <a:pt x="191" y="142"/>
                    <a:pt x="191" y="142"/>
                  </a:cubicBezTo>
                  <a:cubicBezTo>
                    <a:pt x="190" y="142"/>
                    <a:pt x="191" y="142"/>
                    <a:pt x="191" y="142"/>
                  </a:cubicBezTo>
                  <a:cubicBezTo>
                    <a:pt x="193" y="139"/>
                    <a:pt x="193" y="139"/>
                    <a:pt x="193" y="139"/>
                  </a:cubicBezTo>
                  <a:cubicBezTo>
                    <a:pt x="197" y="133"/>
                    <a:pt x="197" y="135"/>
                    <a:pt x="199" y="133"/>
                  </a:cubicBezTo>
                  <a:cubicBezTo>
                    <a:pt x="202" y="131"/>
                    <a:pt x="205" y="130"/>
                    <a:pt x="207" y="130"/>
                  </a:cubicBezTo>
                  <a:cubicBezTo>
                    <a:pt x="217" y="129"/>
                    <a:pt x="219" y="129"/>
                    <a:pt x="220" y="129"/>
                  </a:cubicBezTo>
                  <a:cubicBezTo>
                    <a:pt x="223" y="129"/>
                    <a:pt x="223" y="130"/>
                    <a:pt x="224" y="129"/>
                  </a:cubicBezTo>
                  <a:cubicBezTo>
                    <a:pt x="225" y="125"/>
                    <a:pt x="226" y="122"/>
                    <a:pt x="227" y="118"/>
                  </a:cubicBezTo>
                  <a:cubicBezTo>
                    <a:pt x="228" y="111"/>
                    <a:pt x="230" y="106"/>
                    <a:pt x="231" y="103"/>
                  </a:cubicBezTo>
                  <a:cubicBezTo>
                    <a:pt x="233" y="101"/>
                    <a:pt x="234" y="101"/>
                    <a:pt x="236" y="107"/>
                  </a:cubicBezTo>
                  <a:cubicBezTo>
                    <a:pt x="236" y="110"/>
                    <a:pt x="237" y="114"/>
                    <a:pt x="237" y="119"/>
                  </a:cubicBezTo>
                  <a:cubicBezTo>
                    <a:pt x="238" y="122"/>
                    <a:pt x="238" y="125"/>
                    <a:pt x="238" y="129"/>
                  </a:cubicBezTo>
                  <a:close/>
                  <a:moveTo>
                    <a:pt x="109" y="220"/>
                  </a:moveTo>
                  <a:cubicBezTo>
                    <a:pt x="109" y="220"/>
                    <a:pt x="109" y="220"/>
                    <a:pt x="109" y="220"/>
                  </a:cubicBezTo>
                  <a:cubicBezTo>
                    <a:pt x="109" y="220"/>
                    <a:pt x="109" y="220"/>
                    <a:pt x="109" y="220"/>
                  </a:cubicBezTo>
                  <a:close/>
                  <a:moveTo>
                    <a:pt x="161" y="201"/>
                  </a:moveTo>
                  <a:cubicBezTo>
                    <a:pt x="161" y="201"/>
                    <a:pt x="159" y="202"/>
                    <a:pt x="161" y="20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  <p:sp>
          <p:nvSpPr>
            <p:cNvPr id="33" name="Freeform 34"/>
            <p:cNvSpPr>
              <a:spLocks noEditPoints="1"/>
            </p:cNvSpPr>
            <p:nvPr/>
          </p:nvSpPr>
          <p:spPr bwMode="auto">
            <a:xfrm>
              <a:off x="5897563" y="1071563"/>
              <a:ext cx="1101725" cy="1128713"/>
            </a:xfrm>
            <a:custGeom>
              <a:avLst/>
              <a:gdLst/>
              <a:ahLst/>
              <a:cxnLst>
                <a:cxn ang="0">
                  <a:pos x="183" y="79"/>
                </a:cxn>
                <a:cxn ang="0">
                  <a:pos x="237" y="51"/>
                </a:cxn>
                <a:cxn ang="0">
                  <a:pos x="244" y="94"/>
                </a:cxn>
                <a:cxn ang="0">
                  <a:pos x="245" y="118"/>
                </a:cxn>
                <a:cxn ang="0">
                  <a:pos x="237" y="140"/>
                </a:cxn>
                <a:cxn ang="0">
                  <a:pos x="222" y="146"/>
                </a:cxn>
                <a:cxn ang="0">
                  <a:pos x="213" y="97"/>
                </a:cxn>
                <a:cxn ang="0">
                  <a:pos x="171" y="102"/>
                </a:cxn>
                <a:cxn ang="0">
                  <a:pos x="107" y="38"/>
                </a:cxn>
                <a:cxn ang="0">
                  <a:pos x="116" y="16"/>
                </a:cxn>
                <a:cxn ang="0">
                  <a:pos x="149" y="2"/>
                </a:cxn>
                <a:cxn ang="0">
                  <a:pos x="134" y="23"/>
                </a:cxn>
                <a:cxn ang="0">
                  <a:pos x="152" y="30"/>
                </a:cxn>
                <a:cxn ang="0">
                  <a:pos x="134" y="41"/>
                </a:cxn>
                <a:cxn ang="0">
                  <a:pos x="107" y="38"/>
                </a:cxn>
                <a:cxn ang="0">
                  <a:pos x="132" y="21"/>
                </a:cxn>
                <a:cxn ang="0">
                  <a:pos x="268" y="196"/>
                </a:cxn>
                <a:cxn ang="0">
                  <a:pos x="253" y="220"/>
                </a:cxn>
                <a:cxn ang="0">
                  <a:pos x="257" y="248"/>
                </a:cxn>
                <a:cxn ang="0">
                  <a:pos x="241" y="256"/>
                </a:cxn>
                <a:cxn ang="0">
                  <a:pos x="237" y="278"/>
                </a:cxn>
                <a:cxn ang="0">
                  <a:pos x="228" y="281"/>
                </a:cxn>
                <a:cxn ang="0">
                  <a:pos x="212" y="272"/>
                </a:cxn>
                <a:cxn ang="0">
                  <a:pos x="160" y="300"/>
                </a:cxn>
                <a:cxn ang="0">
                  <a:pos x="167" y="256"/>
                </a:cxn>
                <a:cxn ang="0">
                  <a:pos x="79" y="288"/>
                </a:cxn>
                <a:cxn ang="0">
                  <a:pos x="69" y="244"/>
                </a:cxn>
                <a:cxn ang="0">
                  <a:pos x="38" y="253"/>
                </a:cxn>
                <a:cxn ang="0">
                  <a:pos x="51" y="192"/>
                </a:cxn>
                <a:cxn ang="0">
                  <a:pos x="45" y="196"/>
                </a:cxn>
                <a:cxn ang="0">
                  <a:pos x="27" y="173"/>
                </a:cxn>
                <a:cxn ang="0">
                  <a:pos x="84" y="115"/>
                </a:cxn>
                <a:cxn ang="0">
                  <a:pos x="3" y="145"/>
                </a:cxn>
                <a:cxn ang="0">
                  <a:pos x="33" y="84"/>
                </a:cxn>
                <a:cxn ang="0">
                  <a:pos x="29" y="56"/>
                </a:cxn>
                <a:cxn ang="0">
                  <a:pos x="54" y="43"/>
                </a:cxn>
                <a:cxn ang="0">
                  <a:pos x="86" y="41"/>
                </a:cxn>
                <a:cxn ang="0">
                  <a:pos x="77" y="71"/>
                </a:cxn>
                <a:cxn ang="0">
                  <a:pos x="68" y="89"/>
                </a:cxn>
                <a:cxn ang="0">
                  <a:pos x="175" y="46"/>
                </a:cxn>
                <a:cxn ang="0">
                  <a:pos x="111" y="131"/>
                </a:cxn>
                <a:cxn ang="0">
                  <a:pos x="112" y="140"/>
                </a:cxn>
                <a:cxn ang="0">
                  <a:pos x="89" y="191"/>
                </a:cxn>
                <a:cxn ang="0">
                  <a:pos x="90" y="198"/>
                </a:cxn>
                <a:cxn ang="0">
                  <a:pos x="99" y="247"/>
                </a:cxn>
                <a:cxn ang="0">
                  <a:pos x="195" y="192"/>
                </a:cxn>
                <a:cxn ang="0">
                  <a:pos x="287" y="155"/>
                </a:cxn>
                <a:cxn ang="0">
                  <a:pos x="48" y="59"/>
                </a:cxn>
                <a:cxn ang="0">
                  <a:pos x="48" y="59"/>
                </a:cxn>
              </a:cxnLst>
              <a:rect l="0" t="0" r="r" b="b"/>
              <a:pathLst>
                <a:path w="294" h="301">
                  <a:moveTo>
                    <a:pt x="177" y="81"/>
                  </a:moveTo>
                  <a:cubicBezTo>
                    <a:pt x="179" y="80"/>
                    <a:pt x="181" y="79"/>
                    <a:pt x="183" y="79"/>
                  </a:cubicBezTo>
                  <a:cubicBezTo>
                    <a:pt x="190" y="76"/>
                    <a:pt x="209" y="63"/>
                    <a:pt x="225" y="53"/>
                  </a:cubicBezTo>
                  <a:cubicBezTo>
                    <a:pt x="229" y="51"/>
                    <a:pt x="233" y="50"/>
                    <a:pt x="237" y="51"/>
                  </a:cubicBezTo>
                  <a:cubicBezTo>
                    <a:pt x="241" y="52"/>
                    <a:pt x="245" y="54"/>
                    <a:pt x="247" y="58"/>
                  </a:cubicBezTo>
                  <a:cubicBezTo>
                    <a:pt x="250" y="63"/>
                    <a:pt x="250" y="63"/>
                    <a:pt x="244" y="94"/>
                  </a:cubicBezTo>
                  <a:cubicBezTo>
                    <a:pt x="243" y="99"/>
                    <a:pt x="242" y="106"/>
                    <a:pt x="241" y="113"/>
                  </a:cubicBezTo>
                  <a:cubicBezTo>
                    <a:pt x="242" y="114"/>
                    <a:pt x="244" y="116"/>
                    <a:pt x="245" y="118"/>
                  </a:cubicBezTo>
                  <a:cubicBezTo>
                    <a:pt x="249" y="125"/>
                    <a:pt x="247" y="134"/>
                    <a:pt x="240" y="139"/>
                  </a:cubicBezTo>
                  <a:cubicBezTo>
                    <a:pt x="239" y="139"/>
                    <a:pt x="238" y="139"/>
                    <a:pt x="237" y="140"/>
                  </a:cubicBezTo>
                  <a:cubicBezTo>
                    <a:pt x="236" y="141"/>
                    <a:pt x="234" y="143"/>
                    <a:pt x="232" y="144"/>
                  </a:cubicBezTo>
                  <a:cubicBezTo>
                    <a:pt x="229" y="146"/>
                    <a:pt x="226" y="147"/>
                    <a:pt x="222" y="146"/>
                  </a:cubicBezTo>
                  <a:cubicBezTo>
                    <a:pt x="217" y="146"/>
                    <a:pt x="212" y="143"/>
                    <a:pt x="210" y="138"/>
                  </a:cubicBezTo>
                  <a:cubicBezTo>
                    <a:pt x="207" y="133"/>
                    <a:pt x="206" y="131"/>
                    <a:pt x="213" y="97"/>
                  </a:cubicBezTo>
                  <a:cubicBezTo>
                    <a:pt x="190" y="111"/>
                    <a:pt x="186" y="110"/>
                    <a:pt x="181" y="109"/>
                  </a:cubicBezTo>
                  <a:cubicBezTo>
                    <a:pt x="177" y="108"/>
                    <a:pt x="173" y="105"/>
                    <a:pt x="171" y="102"/>
                  </a:cubicBezTo>
                  <a:cubicBezTo>
                    <a:pt x="167" y="94"/>
                    <a:pt x="169" y="85"/>
                    <a:pt x="177" y="81"/>
                  </a:cubicBezTo>
                  <a:close/>
                  <a:moveTo>
                    <a:pt x="107" y="38"/>
                  </a:moveTo>
                  <a:cubicBezTo>
                    <a:pt x="103" y="31"/>
                    <a:pt x="106" y="22"/>
                    <a:pt x="113" y="18"/>
                  </a:cubicBezTo>
                  <a:cubicBezTo>
                    <a:pt x="114" y="17"/>
                    <a:pt x="115" y="17"/>
                    <a:pt x="116" y="16"/>
                  </a:cubicBezTo>
                  <a:cubicBezTo>
                    <a:pt x="120" y="14"/>
                    <a:pt x="128" y="9"/>
                    <a:pt x="132" y="7"/>
                  </a:cubicBezTo>
                  <a:cubicBezTo>
                    <a:pt x="139" y="2"/>
                    <a:pt x="143" y="0"/>
                    <a:pt x="149" y="2"/>
                  </a:cubicBezTo>
                  <a:cubicBezTo>
                    <a:pt x="145" y="17"/>
                    <a:pt x="145" y="17"/>
                    <a:pt x="145" y="17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7" y="32"/>
                    <a:pt x="146" y="33"/>
                    <a:pt x="152" y="30"/>
                  </a:cubicBezTo>
                  <a:cubicBezTo>
                    <a:pt x="152" y="30"/>
                    <a:pt x="150" y="31"/>
                    <a:pt x="148" y="33"/>
                  </a:cubicBezTo>
                  <a:cubicBezTo>
                    <a:pt x="142" y="36"/>
                    <a:pt x="138" y="39"/>
                    <a:pt x="134" y="41"/>
                  </a:cubicBezTo>
                  <a:cubicBezTo>
                    <a:pt x="125" y="46"/>
                    <a:pt x="122" y="47"/>
                    <a:pt x="117" y="45"/>
                  </a:cubicBezTo>
                  <a:cubicBezTo>
                    <a:pt x="113" y="44"/>
                    <a:pt x="110" y="42"/>
                    <a:pt x="107" y="38"/>
                  </a:cubicBezTo>
                  <a:close/>
                  <a:moveTo>
                    <a:pt x="128" y="17"/>
                  </a:moveTo>
                  <a:cubicBezTo>
                    <a:pt x="130" y="18"/>
                    <a:pt x="131" y="20"/>
                    <a:pt x="132" y="21"/>
                  </a:cubicBezTo>
                  <a:cubicBezTo>
                    <a:pt x="131" y="20"/>
                    <a:pt x="130" y="18"/>
                    <a:pt x="128" y="17"/>
                  </a:cubicBezTo>
                  <a:close/>
                  <a:moveTo>
                    <a:pt x="268" y="196"/>
                  </a:moveTo>
                  <a:cubicBezTo>
                    <a:pt x="261" y="203"/>
                    <a:pt x="253" y="212"/>
                    <a:pt x="244" y="221"/>
                  </a:cubicBezTo>
                  <a:cubicBezTo>
                    <a:pt x="249" y="219"/>
                    <a:pt x="251" y="220"/>
                    <a:pt x="253" y="220"/>
                  </a:cubicBezTo>
                  <a:cubicBezTo>
                    <a:pt x="257" y="221"/>
                    <a:pt x="261" y="224"/>
                    <a:pt x="263" y="228"/>
                  </a:cubicBezTo>
                  <a:cubicBezTo>
                    <a:pt x="267" y="235"/>
                    <a:pt x="265" y="244"/>
                    <a:pt x="257" y="248"/>
                  </a:cubicBezTo>
                  <a:cubicBezTo>
                    <a:pt x="255" y="249"/>
                    <a:pt x="253" y="250"/>
                    <a:pt x="251" y="250"/>
                  </a:cubicBezTo>
                  <a:cubicBezTo>
                    <a:pt x="249" y="251"/>
                    <a:pt x="245" y="253"/>
                    <a:pt x="241" y="256"/>
                  </a:cubicBezTo>
                  <a:cubicBezTo>
                    <a:pt x="241" y="256"/>
                    <a:pt x="242" y="257"/>
                    <a:pt x="242" y="257"/>
                  </a:cubicBezTo>
                  <a:cubicBezTo>
                    <a:pt x="246" y="264"/>
                    <a:pt x="244" y="273"/>
                    <a:pt x="237" y="278"/>
                  </a:cubicBezTo>
                  <a:cubicBezTo>
                    <a:pt x="236" y="278"/>
                    <a:pt x="235" y="279"/>
                    <a:pt x="234" y="279"/>
                  </a:cubicBezTo>
                  <a:cubicBezTo>
                    <a:pt x="232" y="281"/>
                    <a:pt x="229" y="281"/>
                    <a:pt x="228" y="281"/>
                  </a:cubicBezTo>
                  <a:cubicBezTo>
                    <a:pt x="222" y="282"/>
                    <a:pt x="216" y="279"/>
                    <a:pt x="213" y="274"/>
                  </a:cubicBezTo>
                  <a:cubicBezTo>
                    <a:pt x="213" y="273"/>
                    <a:pt x="213" y="273"/>
                    <a:pt x="212" y="272"/>
                  </a:cubicBezTo>
                  <a:cubicBezTo>
                    <a:pt x="199" y="280"/>
                    <a:pt x="185" y="289"/>
                    <a:pt x="172" y="298"/>
                  </a:cubicBezTo>
                  <a:cubicBezTo>
                    <a:pt x="168" y="300"/>
                    <a:pt x="164" y="301"/>
                    <a:pt x="160" y="300"/>
                  </a:cubicBezTo>
                  <a:cubicBezTo>
                    <a:pt x="156" y="299"/>
                    <a:pt x="153" y="296"/>
                    <a:pt x="151" y="292"/>
                  </a:cubicBezTo>
                  <a:cubicBezTo>
                    <a:pt x="144" y="281"/>
                    <a:pt x="152" y="272"/>
                    <a:pt x="167" y="256"/>
                  </a:cubicBezTo>
                  <a:cubicBezTo>
                    <a:pt x="175" y="248"/>
                    <a:pt x="184" y="238"/>
                    <a:pt x="194" y="228"/>
                  </a:cubicBezTo>
                  <a:cubicBezTo>
                    <a:pt x="97" y="289"/>
                    <a:pt x="89" y="291"/>
                    <a:pt x="79" y="288"/>
                  </a:cubicBezTo>
                  <a:cubicBezTo>
                    <a:pt x="75" y="287"/>
                    <a:pt x="71" y="285"/>
                    <a:pt x="69" y="281"/>
                  </a:cubicBezTo>
                  <a:cubicBezTo>
                    <a:pt x="67" y="277"/>
                    <a:pt x="67" y="277"/>
                    <a:pt x="69" y="244"/>
                  </a:cubicBezTo>
                  <a:cubicBezTo>
                    <a:pt x="69" y="243"/>
                    <a:pt x="69" y="242"/>
                    <a:pt x="69" y="240"/>
                  </a:cubicBezTo>
                  <a:cubicBezTo>
                    <a:pt x="45" y="255"/>
                    <a:pt x="44" y="254"/>
                    <a:pt x="38" y="253"/>
                  </a:cubicBezTo>
                  <a:cubicBezTo>
                    <a:pt x="34" y="252"/>
                    <a:pt x="31" y="249"/>
                    <a:pt x="29" y="246"/>
                  </a:cubicBezTo>
                  <a:cubicBezTo>
                    <a:pt x="23" y="236"/>
                    <a:pt x="25" y="231"/>
                    <a:pt x="51" y="192"/>
                  </a:cubicBezTo>
                  <a:cubicBezTo>
                    <a:pt x="49" y="194"/>
                    <a:pt x="47" y="195"/>
                    <a:pt x="45" y="196"/>
                  </a:cubicBezTo>
                  <a:cubicBezTo>
                    <a:pt x="45" y="196"/>
                    <a:pt x="45" y="196"/>
                    <a:pt x="45" y="196"/>
                  </a:cubicBezTo>
                  <a:cubicBezTo>
                    <a:pt x="38" y="200"/>
                    <a:pt x="30" y="199"/>
                    <a:pt x="25" y="193"/>
                  </a:cubicBezTo>
                  <a:cubicBezTo>
                    <a:pt x="21" y="187"/>
                    <a:pt x="21" y="178"/>
                    <a:pt x="27" y="173"/>
                  </a:cubicBezTo>
                  <a:cubicBezTo>
                    <a:pt x="46" y="153"/>
                    <a:pt x="67" y="133"/>
                    <a:pt x="85" y="114"/>
                  </a:cubicBezTo>
                  <a:cubicBezTo>
                    <a:pt x="85" y="115"/>
                    <a:pt x="85" y="115"/>
                    <a:pt x="84" y="115"/>
                  </a:cubicBezTo>
                  <a:cubicBezTo>
                    <a:pt x="24" y="154"/>
                    <a:pt x="22" y="154"/>
                    <a:pt x="13" y="152"/>
                  </a:cubicBezTo>
                  <a:cubicBezTo>
                    <a:pt x="9" y="151"/>
                    <a:pt x="5" y="149"/>
                    <a:pt x="3" y="145"/>
                  </a:cubicBezTo>
                  <a:cubicBezTo>
                    <a:pt x="0" y="140"/>
                    <a:pt x="1" y="134"/>
                    <a:pt x="4" y="129"/>
                  </a:cubicBezTo>
                  <a:cubicBezTo>
                    <a:pt x="12" y="116"/>
                    <a:pt x="23" y="99"/>
                    <a:pt x="33" y="84"/>
                  </a:cubicBezTo>
                  <a:cubicBezTo>
                    <a:pt x="29" y="83"/>
                    <a:pt x="26" y="80"/>
                    <a:pt x="24" y="77"/>
                  </a:cubicBezTo>
                  <a:cubicBezTo>
                    <a:pt x="20" y="70"/>
                    <a:pt x="22" y="60"/>
                    <a:pt x="29" y="56"/>
                  </a:cubicBezTo>
                  <a:cubicBezTo>
                    <a:pt x="31" y="56"/>
                    <a:pt x="32" y="55"/>
                    <a:pt x="34" y="55"/>
                  </a:cubicBezTo>
                  <a:cubicBezTo>
                    <a:pt x="38" y="52"/>
                    <a:pt x="48" y="46"/>
                    <a:pt x="54" y="43"/>
                  </a:cubicBezTo>
                  <a:cubicBezTo>
                    <a:pt x="68" y="34"/>
                    <a:pt x="70" y="32"/>
                    <a:pt x="77" y="34"/>
                  </a:cubicBezTo>
                  <a:cubicBezTo>
                    <a:pt x="80" y="35"/>
                    <a:pt x="84" y="38"/>
                    <a:pt x="86" y="41"/>
                  </a:cubicBezTo>
                  <a:cubicBezTo>
                    <a:pt x="91" y="49"/>
                    <a:pt x="87" y="55"/>
                    <a:pt x="83" y="61"/>
                  </a:cubicBezTo>
                  <a:cubicBezTo>
                    <a:pt x="82" y="63"/>
                    <a:pt x="80" y="67"/>
                    <a:pt x="77" y="71"/>
                  </a:cubicBezTo>
                  <a:cubicBezTo>
                    <a:pt x="73" y="77"/>
                    <a:pt x="68" y="85"/>
                    <a:pt x="63" y="93"/>
                  </a:cubicBezTo>
                  <a:cubicBezTo>
                    <a:pt x="65" y="92"/>
                    <a:pt x="66" y="91"/>
                    <a:pt x="68" y="89"/>
                  </a:cubicBezTo>
                  <a:cubicBezTo>
                    <a:pt x="146" y="40"/>
                    <a:pt x="155" y="36"/>
                    <a:pt x="165" y="38"/>
                  </a:cubicBezTo>
                  <a:cubicBezTo>
                    <a:pt x="170" y="39"/>
                    <a:pt x="173" y="42"/>
                    <a:pt x="175" y="46"/>
                  </a:cubicBezTo>
                  <a:cubicBezTo>
                    <a:pt x="182" y="57"/>
                    <a:pt x="174" y="66"/>
                    <a:pt x="155" y="86"/>
                  </a:cubicBezTo>
                  <a:cubicBezTo>
                    <a:pt x="145" y="97"/>
                    <a:pt x="130" y="112"/>
                    <a:pt x="111" y="131"/>
                  </a:cubicBezTo>
                  <a:cubicBezTo>
                    <a:pt x="110" y="132"/>
                    <a:pt x="109" y="134"/>
                    <a:pt x="107" y="135"/>
                  </a:cubicBezTo>
                  <a:cubicBezTo>
                    <a:pt x="109" y="137"/>
                    <a:pt x="111" y="138"/>
                    <a:pt x="112" y="140"/>
                  </a:cubicBezTo>
                  <a:cubicBezTo>
                    <a:pt x="117" y="149"/>
                    <a:pt x="112" y="156"/>
                    <a:pt x="105" y="167"/>
                  </a:cubicBezTo>
                  <a:cubicBezTo>
                    <a:pt x="101" y="174"/>
                    <a:pt x="95" y="182"/>
                    <a:pt x="89" y="191"/>
                  </a:cubicBezTo>
                  <a:cubicBezTo>
                    <a:pt x="87" y="193"/>
                    <a:pt x="86" y="195"/>
                    <a:pt x="85" y="197"/>
                  </a:cubicBezTo>
                  <a:cubicBezTo>
                    <a:pt x="86" y="197"/>
                    <a:pt x="88" y="197"/>
                    <a:pt x="90" y="198"/>
                  </a:cubicBezTo>
                  <a:cubicBezTo>
                    <a:pt x="94" y="199"/>
                    <a:pt x="98" y="201"/>
                    <a:pt x="100" y="205"/>
                  </a:cubicBezTo>
                  <a:cubicBezTo>
                    <a:pt x="102" y="209"/>
                    <a:pt x="102" y="209"/>
                    <a:pt x="99" y="247"/>
                  </a:cubicBezTo>
                  <a:cubicBezTo>
                    <a:pt x="99" y="248"/>
                    <a:pt x="99" y="249"/>
                    <a:pt x="99" y="250"/>
                  </a:cubicBezTo>
                  <a:cubicBezTo>
                    <a:pt x="124" y="236"/>
                    <a:pt x="167" y="210"/>
                    <a:pt x="195" y="192"/>
                  </a:cubicBezTo>
                  <a:cubicBezTo>
                    <a:pt x="269" y="146"/>
                    <a:pt x="269" y="146"/>
                    <a:pt x="278" y="148"/>
                  </a:cubicBezTo>
                  <a:cubicBezTo>
                    <a:pt x="282" y="149"/>
                    <a:pt x="285" y="151"/>
                    <a:pt x="287" y="155"/>
                  </a:cubicBezTo>
                  <a:cubicBezTo>
                    <a:pt x="294" y="167"/>
                    <a:pt x="284" y="178"/>
                    <a:pt x="268" y="196"/>
                  </a:cubicBezTo>
                  <a:close/>
                  <a:moveTo>
                    <a:pt x="48" y="59"/>
                  </a:moveTo>
                  <a:cubicBezTo>
                    <a:pt x="47" y="58"/>
                    <a:pt x="47" y="58"/>
                    <a:pt x="46" y="57"/>
                  </a:cubicBezTo>
                  <a:cubicBezTo>
                    <a:pt x="47" y="58"/>
                    <a:pt x="47" y="59"/>
                    <a:pt x="48" y="59"/>
                  </a:cubicBezTo>
                  <a:close/>
                </a:path>
              </a:pathLst>
            </a:custGeom>
            <a:solidFill>
              <a:srgbClr val="FFAA1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  <p:sp>
          <p:nvSpPr>
            <p:cNvPr id="34" name="Freeform 35"/>
            <p:cNvSpPr>
              <a:spLocks noEditPoints="1"/>
            </p:cNvSpPr>
            <p:nvPr/>
          </p:nvSpPr>
          <p:spPr bwMode="auto">
            <a:xfrm>
              <a:off x="5856288" y="1096963"/>
              <a:ext cx="1214438" cy="1223963"/>
            </a:xfrm>
            <a:custGeom>
              <a:avLst/>
              <a:gdLst/>
              <a:ahLst/>
              <a:cxnLst>
                <a:cxn ang="0">
                  <a:pos x="154" y="99"/>
                </a:cxn>
                <a:cxn ang="0">
                  <a:pos x="175" y="207"/>
                </a:cxn>
                <a:cxn ang="0">
                  <a:pos x="153" y="212"/>
                </a:cxn>
                <a:cxn ang="0">
                  <a:pos x="282" y="199"/>
                </a:cxn>
                <a:cxn ang="0">
                  <a:pos x="312" y="161"/>
                </a:cxn>
                <a:cxn ang="0">
                  <a:pos x="274" y="184"/>
                </a:cxn>
                <a:cxn ang="0">
                  <a:pos x="260" y="210"/>
                </a:cxn>
                <a:cxn ang="0">
                  <a:pos x="267" y="260"/>
                </a:cxn>
                <a:cxn ang="0">
                  <a:pos x="222" y="255"/>
                </a:cxn>
                <a:cxn ang="0">
                  <a:pos x="212" y="258"/>
                </a:cxn>
                <a:cxn ang="0">
                  <a:pos x="196" y="265"/>
                </a:cxn>
                <a:cxn ang="0">
                  <a:pos x="187" y="276"/>
                </a:cxn>
                <a:cxn ang="0">
                  <a:pos x="147" y="305"/>
                </a:cxn>
                <a:cxn ang="0">
                  <a:pos x="121" y="262"/>
                </a:cxn>
                <a:cxn ang="0">
                  <a:pos x="111" y="258"/>
                </a:cxn>
                <a:cxn ang="0">
                  <a:pos x="62" y="265"/>
                </a:cxn>
                <a:cxn ang="0">
                  <a:pos x="61" y="204"/>
                </a:cxn>
                <a:cxn ang="0">
                  <a:pos x="51" y="185"/>
                </a:cxn>
                <a:cxn ang="0">
                  <a:pos x="18" y="160"/>
                </a:cxn>
                <a:cxn ang="0">
                  <a:pos x="62" y="115"/>
                </a:cxn>
                <a:cxn ang="0">
                  <a:pos x="66" y="100"/>
                </a:cxn>
                <a:cxn ang="0">
                  <a:pos x="48" y="72"/>
                </a:cxn>
                <a:cxn ang="0">
                  <a:pos x="112" y="62"/>
                </a:cxn>
                <a:cxn ang="0">
                  <a:pos x="133" y="53"/>
                </a:cxn>
                <a:cxn ang="0">
                  <a:pos x="157" y="15"/>
                </a:cxn>
                <a:cxn ang="0">
                  <a:pos x="191" y="50"/>
                </a:cxn>
                <a:cxn ang="0">
                  <a:pos x="195" y="48"/>
                </a:cxn>
                <a:cxn ang="0">
                  <a:pos x="198" y="55"/>
                </a:cxn>
                <a:cxn ang="0">
                  <a:pos x="241" y="43"/>
                </a:cxn>
                <a:cxn ang="0">
                  <a:pos x="267" y="91"/>
                </a:cxn>
                <a:cxn ang="0">
                  <a:pos x="272" y="127"/>
                </a:cxn>
                <a:cxn ang="0">
                  <a:pos x="286" y="123"/>
                </a:cxn>
                <a:cxn ang="0">
                  <a:pos x="286" y="63"/>
                </a:cxn>
                <a:cxn ang="0">
                  <a:pos x="229" y="40"/>
                </a:cxn>
                <a:cxn ang="0">
                  <a:pos x="206" y="46"/>
                </a:cxn>
                <a:cxn ang="0">
                  <a:pos x="144" y="2"/>
                </a:cxn>
                <a:cxn ang="0">
                  <a:pos x="118" y="46"/>
                </a:cxn>
                <a:cxn ang="0">
                  <a:pos x="64" y="35"/>
                </a:cxn>
                <a:cxn ang="0">
                  <a:pos x="51" y="104"/>
                </a:cxn>
                <a:cxn ang="0">
                  <a:pos x="21" y="124"/>
                </a:cxn>
                <a:cxn ang="0">
                  <a:pos x="27" y="199"/>
                </a:cxn>
                <a:cxn ang="0">
                  <a:pos x="50" y="218"/>
                </a:cxn>
                <a:cxn ang="0">
                  <a:pos x="57" y="284"/>
                </a:cxn>
                <a:cxn ang="0">
                  <a:pos x="89" y="290"/>
                </a:cxn>
                <a:cxn ang="0">
                  <a:pos x="124" y="282"/>
                </a:cxn>
                <a:cxn ang="0">
                  <a:pos x="162" y="323"/>
                </a:cxn>
                <a:cxn ang="0">
                  <a:pos x="207" y="280"/>
                </a:cxn>
                <a:cxn ang="0">
                  <a:pos x="240" y="287"/>
                </a:cxn>
                <a:cxn ang="0">
                  <a:pos x="277" y="213"/>
                </a:cxn>
                <a:cxn ang="0">
                  <a:pos x="282" y="199"/>
                </a:cxn>
                <a:cxn ang="0">
                  <a:pos x="308" y="194"/>
                </a:cxn>
              </a:cxnLst>
              <a:rect l="0" t="0" r="r" b="b"/>
              <a:pathLst>
                <a:path w="324" h="326">
                  <a:moveTo>
                    <a:pt x="152" y="220"/>
                  </a:moveTo>
                  <a:cubicBezTo>
                    <a:pt x="153" y="220"/>
                    <a:pt x="128" y="220"/>
                    <a:pt x="110" y="191"/>
                  </a:cubicBezTo>
                  <a:cubicBezTo>
                    <a:pt x="101" y="178"/>
                    <a:pt x="98" y="157"/>
                    <a:pt x="105" y="138"/>
                  </a:cubicBezTo>
                  <a:cubicBezTo>
                    <a:pt x="113" y="119"/>
                    <a:pt x="131" y="102"/>
                    <a:pt x="154" y="99"/>
                  </a:cubicBezTo>
                  <a:cubicBezTo>
                    <a:pt x="177" y="96"/>
                    <a:pt x="201" y="106"/>
                    <a:pt x="214" y="123"/>
                  </a:cubicBezTo>
                  <a:cubicBezTo>
                    <a:pt x="227" y="141"/>
                    <a:pt x="229" y="164"/>
                    <a:pt x="224" y="181"/>
                  </a:cubicBezTo>
                  <a:cubicBezTo>
                    <a:pt x="212" y="217"/>
                    <a:pt x="181" y="224"/>
                    <a:pt x="179" y="223"/>
                  </a:cubicBezTo>
                  <a:cubicBezTo>
                    <a:pt x="164" y="221"/>
                    <a:pt x="152" y="212"/>
                    <a:pt x="175" y="207"/>
                  </a:cubicBezTo>
                  <a:cubicBezTo>
                    <a:pt x="180" y="206"/>
                    <a:pt x="202" y="198"/>
                    <a:pt x="208" y="171"/>
                  </a:cubicBezTo>
                  <a:cubicBezTo>
                    <a:pt x="216" y="145"/>
                    <a:pt x="189" y="108"/>
                    <a:pt x="154" y="115"/>
                  </a:cubicBezTo>
                  <a:cubicBezTo>
                    <a:pt x="119" y="120"/>
                    <a:pt x="105" y="163"/>
                    <a:pt x="119" y="184"/>
                  </a:cubicBezTo>
                  <a:cubicBezTo>
                    <a:pt x="131" y="208"/>
                    <a:pt x="152" y="211"/>
                    <a:pt x="153" y="212"/>
                  </a:cubicBezTo>
                  <a:cubicBezTo>
                    <a:pt x="161" y="217"/>
                    <a:pt x="169" y="222"/>
                    <a:pt x="152" y="220"/>
                  </a:cubicBezTo>
                  <a:close/>
                  <a:moveTo>
                    <a:pt x="282" y="199"/>
                  </a:moveTo>
                  <a:cubicBezTo>
                    <a:pt x="282" y="199"/>
                    <a:pt x="282" y="199"/>
                    <a:pt x="282" y="199"/>
                  </a:cubicBezTo>
                  <a:cubicBezTo>
                    <a:pt x="283" y="200"/>
                    <a:pt x="284" y="200"/>
                    <a:pt x="282" y="199"/>
                  </a:cubicBezTo>
                  <a:close/>
                  <a:moveTo>
                    <a:pt x="323" y="162"/>
                  </a:moveTo>
                  <a:cubicBezTo>
                    <a:pt x="323" y="154"/>
                    <a:pt x="322" y="149"/>
                    <a:pt x="321" y="145"/>
                  </a:cubicBezTo>
                  <a:cubicBezTo>
                    <a:pt x="320" y="137"/>
                    <a:pt x="318" y="137"/>
                    <a:pt x="317" y="140"/>
                  </a:cubicBezTo>
                  <a:cubicBezTo>
                    <a:pt x="315" y="144"/>
                    <a:pt x="314" y="151"/>
                    <a:pt x="312" y="161"/>
                  </a:cubicBezTo>
                  <a:cubicBezTo>
                    <a:pt x="311" y="165"/>
                    <a:pt x="311" y="171"/>
                    <a:pt x="310" y="175"/>
                  </a:cubicBezTo>
                  <a:cubicBezTo>
                    <a:pt x="308" y="178"/>
                    <a:pt x="307" y="179"/>
                    <a:pt x="303" y="179"/>
                  </a:cubicBezTo>
                  <a:cubicBezTo>
                    <a:pt x="301" y="179"/>
                    <a:pt x="297" y="179"/>
                    <a:pt x="285" y="180"/>
                  </a:cubicBezTo>
                  <a:cubicBezTo>
                    <a:pt x="281" y="180"/>
                    <a:pt x="278" y="182"/>
                    <a:pt x="274" y="184"/>
                  </a:cubicBezTo>
                  <a:cubicBezTo>
                    <a:pt x="272" y="186"/>
                    <a:pt x="271" y="184"/>
                    <a:pt x="267" y="191"/>
                  </a:cubicBezTo>
                  <a:cubicBezTo>
                    <a:pt x="265" y="195"/>
                    <a:pt x="265" y="195"/>
                    <a:pt x="265" y="195"/>
                  </a:cubicBezTo>
                  <a:cubicBezTo>
                    <a:pt x="264" y="198"/>
                    <a:pt x="263" y="201"/>
                    <a:pt x="262" y="205"/>
                  </a:cubicBezTo>
                  <a:cubicBezTo>
                    <a:pt x="260" y="210"/>
                    <a:pt x="260" y="210"/>
                    <a:pt x="260" y="210"/>
                  </a:cubicBezTo>
                  <a:cubicBezTo>
                    <a:pt x="257" y="221"/>
                    <a:pt x="260" y="219"/>
                    <a:pt x="261" y="223"/>
                  </a:cubicBezTo>
                  <a:cubicBezTo>
                    <a:pt x="268" y="235"/>
                    <a:pt x="275" y="239"/>
                    <a:pt x="278" y="244"/>
                  </a:cubicBezTo>
                  <a:cubicBezTo>
                    <a:pt x="279" y="245"/>
                    <a:pt x="278" y="250"/>
                    <a:pt x="279" y="248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63" y="264"/>
                    <a:pt x="259" y="268"/>
                    <a:pt x="255" y="272"/>
                  </a:cubicBezTo>
                  <a:cubicBezTo>
                    <a:pt x="252" y="275"/>
                    <a:pt x="254" y="274"/>
                    <a:pt x="249" y="272"/>
                  </a:cubicBezTo>
                  <a:cubicBezTo>
                    <a:pt x="245" y="269"/>
                    <a:pt x="243" y="267"/>
                    <a:pt x="235" y="261"/>
                  </a:cubicBezTo>
                  <a:cubicBezTo>
                    <a:pt x="232" y="258"/>
                    <a:pt x="227" y="256"/>
                    <a:pt x="222" y="255"/>
                  </a:cubicBezTo>
                  <a:cubicBezTo>
                    <a:pt x="220" y="255"/>
                    <a:pt x="220" y="255"/>
                    <a:pt x="220" y="255"/>
                  </a:cubicBezTo>
                  <a:cubicBezTo>
                    <a:pt x="218" y="256"/>
                    <a:pt x="224" y="254"/>
                    <a:pt x="215" y="256"/>
                  </a:cubicBezTo>
                  <a:cubicBezTo>
                    <a:pt x="214" y="257"/>
                    <a:pt x="214" y="257"/>
                    <a:pt x="214" y="257"/>
                  </a:cubicBezTo>
                  <a:cubicBezTo>
                    <a:pt x="212" y="258"/>
                    <a:pt x="212" y="258"/>
                    <a:pt x="212" y="258"/>
                  </a:cubicBezTo>
                  <a:cubicBezTo>
                    <a:pt x="208" y="260"/>
                    <a:pt x="208" y="260"/>
                    <a:pt x="208" y="260"/>
                  </a:cubicBezTo>
                  <a:cubicBezTo>
                    <a:pt x="205" y="261"/>
                    <a:pt x="202" y="262"/>
                    <a:pt x="199" y="263"/>
                  </a:cubicBezTo>
                  <a:cubicBezTo>
                    <a:pt x="197" y="264"/>
                    <a:pt x="197" y="264"/>
                    <a:pt x="197" y="264"/>
                  </a:cubicBezTo>
                  <a:cubicBezTo>
                    <a:pt x="196" y="265"/>
                    <a:pt x="196" y="265"/>
                    <a:pt x="196" y="265"/>
                  </a:cubicBezTo>
                  <a:cubicBezTo>
                    <a:pt x="196" y="265"/>
                    <a:pt x="196" y="265"/>
                    <a:pt x="196" y="265"/>
                  </a:cubicBezTo>
                  <a:cubicBezTo>
                    <a:pt x="194" y="266"/>
                    <a:pt x="200" y="261"/>
                    <a:pt x="191" y="268"/>
                  </a:cubicBezTo>
                  <a:cubicBezTo>
                    <a:pt x="190" y="269"/>
                    <a:pt x="190" y="269"/>
                    <a:pt x="190" y="269"/>
                  </a:cubicBezTo>
                  <a:cubicBezTo>
                    <a:pt x="189" y="272"/>
                    <a:pt x="188" y="274"/>
                    <a:pt x="187" y="276"/>
                  </a:cubicBezTo>
                  <a:cubicBezTo>
                    <a:pt x="185" y="288"/>
                    <a:pt x="187" y="291"/>
                    <a:pt x="186" y="299"/>
                  </a:cubicBezTo>
                  <a:cubicBezTo>
                    <a:pt x="185" y="303"/>
                    <a:pt x="183" y="306"/>
                    <a:pt x="181" y="305"/>
                  </a:cubicBezTo>
                  <a:cubicBezTo>
                    <a:pt x="158" y="305"/>
                    <a:pt x="158" y="305"/>
                    <a:pt x="158" y="305"/>
                  </a:cubicBezTo>
                  <a:cubicBezTo>
                    <a:pt x="155" y="305"/>
                    <a:pt x="151" y="305"/>
                    <a:pt x="147" y="305"/>
                  </a:cubicBezTo>
                  <a:cubicBezTo>
                    <a:pt x="147" y="305"/>
                    <a:pt x="146" y="305"/>
                    <a:pt x="146" y="304"/>
                  </a:cubicBezTo>
                  <a:cubicBezTo>
                    <a:pt x="144" y="299"/>
                    <a:pt x="144" y="293"/>
                    <a:pt x="143" y="283"/>
                  </a:cubicBezTo>
                  <a:cubicBezTo>
                    <a:pt x="140" y="277"/>
                    <a:pt x="143" y="274"/>
                    <a:pt x="131" y="266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16" y="260"/>
                    <a:pt x="116" y="260"/>
                    <a:pt x="116" y="260"/>
                  </a:cubicBezTo>
                  <a:cubicBezTo>
                    <a:pt x="113" y="259"/>
                    <a:pt x="113" y="259"/>
                    <a:pt x="113" y="259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1" y="258"/>
                    <a:pt x="111" y="258"/>
                    <a:pt x="111" y="258"/>
                  </a:cubicBezTo>
                  <a:cubicBezTo>
                    <a:pt x="111" y="258"/>
                    <a:pt x="111" y="258"/>
                    <a:pt x="111" y="258"/>
                  </a:cubicBezTo>
                  <a:cubicBezTo>
                    <a:pt x="98" y="256"/>
                    <a:pt x="107" y="257"/>
                    <a:pt x="104" y="257"/>
                  </a:cubicBezTo>
                  <a:cubicBezTo>
                    <a:pt x="98" y="258"/>
                    <a:pt x="93" y="263"/>
                    <a:pt x="90" y="266"/>
                  </a:cubicBezTo>
                  <a:cubicBezTo>
                    <a:pt x="75" y="281"/>
                    <a:pt x="78" y="281"/>
                    <a:pt x="62" y="265"/>
                  </a:cubicBezTo>
                  <a:cubicBezTo>
                    <a:pt x="58" y="260"/>
                    <a:pt x="47" y="250"/>
                    <a:pt x="48" y="250"/>
                  </a:cubicBezTo>
                  <a:cubicBezTo>
                    <a:pt x="47" y="249"/>
                    <a:pt x="53" y="241"/>
                    <a:pt x="59" y="235"/>
                  </a:cubicBezTo>
                  <a:cubicBezTo>
                    <a:pt x="62" y="231"/>
                    <a:pt x="66" y="226"/>
                    <a:pt x="66" y="220"/>
                  </a:cubicBezTo>
                  <a:cubicBezTo>
                    <a:pt x="65" y="206"/>
                    <a:pt x="63" y="210"/>
                    <a:pt x="61" y="204"/>
                  </a:cubicBezTo>
                  <a:cubicBezTo>
                    <a:pt x="60" y="200"/>
                    <a:pt x="59" y="196"/>
                    <a:pt x="57" y="192"/>
                  </a:cubicBezTo>
                  <a:cubicBezTo>
                    <a:pt x="57" y="191"/>
                    <a:pt x="57" y="191"/>
                    <a:pt x="57" y="191"/>
                  </a:cubicBezTo>
                  <a:cubicBezTo>
                    <a:pt x="58" y="192"/>
                    <a:pt x="48" y="181"/>
                    <a:pt x="52" y="186"/>
                  </a:cubicBezTo>
                  <a:cubicBezTo>
                    <a:pt x="51" y="185"/>
                    <a:pt x="51" y="185"/>
                    <a:pt x="51" y="185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49" y="185"/>
                    <a:pt x="47" y="184"/>
                    <a:pt x="46" y="184"/>
                  </a:cubicBezTo>
                  <a:cubicBezTo>
                    <a:pt x="43" y="183"/>
                    <a:pt x="40" y="183"/>
                    <a:pt x="38" y="183"/>
                  </a:cubicBezTo>
                  <a:cubicBezTo>
                    <a:pt x="15" y="185"/>
                    <a:pt x="19" y="182"/>
                    <a:pt x="18" y="160"/>
                  </a:cubicBezTo>
                  <a:cubicBezTo>
                    <a:pt x="18" y="152"/>
                    <a:pt x="18" y="141"/>
                    <a:pt x="20" y="141"/>
                  </a:cubicBezTo>
                  <a:cubicBezTo>
                    <a:pt x="23" y="138"/>
                    <a:pt x="31" y="139"/>
                    <a:pt x="42" y="137"/>
                  </a:cubicBezTo>
                  <a:cubicBezTo>
                    <a:pt x="47" y="135"/>
                    <a:pt x="52" y="137"/>
                    <a:pt x="58" y="127"/>
                  </a:cubicBezTo>
                  <a:cubicBezTo>
                    <a:pt x="59" y="123"/>
                    <a:pt x="60" y="119"/>
                    <a:pt x="62" y="115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12"/>
                    <a:pt x="67" y="100"/>
                    <a:pt x="67" y="101"/>
                  </a:cubicBezTo>
                  <a:cubicBezTo>
                    <a:pt x="66" y="100"/>
                    <a:pt x="66" y="100"/>
                    <a:pt x="66" y="100"/>
                  </a:cubicBezTo>
                  <a:cubicBezTo>
                    <a:pt x="66" y="99"/>
                    <a:pt x="66" y="99"/>
                    <a:pt x="66" y="99"/>
                  </a:cubicBezTo>
                  <a:cubicBezTo>
                    <a:pt x="65" y="98"/>
                    <a:pt x="65" y="98"/>
                    <a:pt x="65" y="98"/>
                  </a:cubicBezTo>
                  <a:cubicBezTo>
                    <a:pt x="62" y="93"/>
                    <a:pt x="58" y="90"/>
                    <a:pt x="56" y="87"/>
                  </a:cubicBezTo>
                  <a:cubicBezTo>
                    <a:pt x="49" y="80"/>
                    <a:pt x="45" y="77"/>
                    <a:pt x="48" y="72"/>
                  </a:cubicBezTo>
                  <a:cubicBezTo>
                    <a:pt x="50" y="70"/>
                    <a:pt x="58" y="61"/>
                    <a:pt x="63" y="56"/>
                  </a:cubicBezTo>
                  <a:cubicBezTo>
                    <a:pt x="70" y="50"/>
                    <a:pt x="74" y="43"/>
                    <a:pt x="77" y="45"/>
                  </a:cubicBezTo>
                  <a:cubicBezTo>
                    <a:pt x="83" y="47"/>
                    <a:pt x="87" y="52"/>
                    <a:pt x="95" y="58"/>
                  </a:cubicBezTo>
                  <a:cubicBezTo>
                    <a:pt x="100" y="61"/>
                    <a:pt x="102" y="64"/>
                    <a:pt x="112" y="62"/>
                  </a:cubicBezTo>
                  <a:cubicBezTo>
                    <a:pt x="123" y="58"/>
                    <a:pt x="123" y="58"/>
                    <a:pt x="123" y="58"/>
                  </a:cubicBezTo>
                  <a:cubicBezTo>
                    <a:pt x="128" y="56"/>
                    <a:pt x="128" y="56"/>
                    <a:pt x="128" y="56"/>
                  </a:cubicBezTo>
                  <a:cubicBezTo>
                    <a:pt x="129" y="55"/>
                    <a:pt x="129" y="55"/>
                    <a:pt x="129" y="55"/>
                  </a:cubicBezTo>
                  <a:cubicBezTo>
                    <a:pt x="131" y="54"/>
                    <a:pt x="127" y="58"/>
                    <a:pt x="133" y="53"/>
                  </a:cubicBezTo>
                  <a:cubicBezTo>
                    <a:pt x="134" y="52"/>
                    <a:pt x="134" y="52"/>
                    <a:pt x="134" y="52"/>
                  </a:cubicBezTo>
                  <a:cubicBezTo>
                    <a:pt x="134" y="50"/>
                    <a:pt x="135" y="49"/>
                    <a:pt x="135" y="48"/>
                  </a:cubicBezTo>
                  <a:cubicBezTo>
                    <a:pt x="137" y="43"/>
                    <a:pt x="137" y="38"/>
                    <a:pt x="137" y="35"/>
                  </a:cubicBezTo>
                  <a:cubicBezTo>
                    <a:pt x="136" y="15"/>
                    <a:pt x="139" y="14"/>
                    <a:pt x="157" y="15"/>
                  </a:cubicBezTo>
                  <a:cubicBezTo>
                    <a:pt x="165" y="15"/>
                    <a:pt x="172" y="14"/>
                    <a:pt x="179" y="15"/>
                  </a:cubicBezTo>
                  <a:cubicBezTo>
                    <a:pt x="183" y="15"/>
                    <a:pt x="185" y="19"/>
                    <a:pt x="186" y="26"/>
                  </a:cubicBezTo>
                  <a:cubicBezTo>
                    <a:pt x="187" y="32"/>
                    <a:pt x="185" y="40"/>
                    <a:pt x="189" y="48"/>
                  </a:cubicBezTo>
                  <a:cubicBezTo>
                    <a:pt x="190" y="49"/>
                    <a:pt x="191" y="49"/>
                    <a:pt x="191" y="50"/>
                  </a:cubicBezTo>
                  <a:cubicBezTo>
                    <a:pt x="192" y="52"/>
                    <a:pt x="192" y="52"/>
                    <a:pt x="192" y="52"/>
                  </a:cubicBezTo>
                  <a:cubicBezTo>
                    <a:pt x="193" y="52"/>
                    <a:pt x="193" y="52"/>
                    <a:pt x="193" y="52"/>
                  </a:cubicBezTo>
                  <a:cubicBezTo>
                    <a:pt x="193" y="53"/>
                    <a:pt x="193" y="53"/>
                    <a:pt x="193" y="53"/>
                  </a:cubicBezTo>
                  <a:cubicBezTo>
                    <a:pt x="194" y="49"/>
                    <a:pt x="191" y="59"/>
                    <a:pt x="195" y="48"/>
                  </a:cubicBezTo>
                  <a:cubicBezTo>
                    <a:pt x="195" y="51"/>
                    <a:pt x="194" y="55"/>
                    <a:pt x="194" y="54"/>
                  </a:cubicBezTo>
                  <a:cubicBezTo>
                    <a:pt x="195" y="54"/>
                    <a:pt x="195" y="54"/>
                    <a:pt x="195" y="54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8" y="55"/>
                    <a:pt x="198" y="55"/>
                    <a:pt x="198" y="55"/>
                  </a:cubicBezTo>
                  <a:cubicBezTo>
                    <a:pt x="201" y="56"/>
                    <a:pt x="204" y="57"/>
                    <a:pt x="207" y="59"/>
                  </a:cubicBezTo>
                  <a:cubicBezTo>
                    <a:pt x="211" y="60"/>
                    <a:pt x="209" y="62"/>
                    <a:pt x="219" y="62"/>
                  </a:cubicBezTo>
                  <a:cubicBezTo>
                    <a:pt x="223" y="60"/>
                    <a:pt x="225" y="58"/>
                    <a:pt x="229" y="56"/>
                  </a:cubicBezTo>
                  <a:cubicBezTo>
                    <a:pt x="233" y="51"/>
                    <a:pt x="237" y="47"/>
                    <a:pt x="241" y="43"/>
                  </a:cubicBezTo>
                  <a:cubicBezTo>
                    <a:pt x="244" y="41"/>
                    <a:pt x="250" y="41"/>
                    <a:pt x="251" y="42"/>
                  </a:cubicBezTo>
                  <a:cubicBezTo>
                    <a:pt x="263" y="53"/>
                    <a:pt x="263" y="53"/>
                    <a:pt x="263" y="53"/>
                  </a:cubicBezTo>
                  <a:cubicBezTo>
                    <a:pt x="270" y="60"/>
                    <a:pt x="280" y="68"/>
                    <a:pt x="279" y="73"/>
                  </a:cubicBezTo>
                  <a:cubicBezTo>
                    <a:pt x="279" y="79"/>
                    <a:pt x="272" y="85"/>
                    <a:pt x="267" y="91"/>
                  </a:cubicBezTo>
                  <a:cubicBezTo>
                    <a:pt x="264" y="94"/>
                    <a:pt x="262" y="98"/>
                    <a:pt x="262" y="102"/>
                  </a:cubicBezTo>
                  <a:cubicBezTo>
                    <a:pt x="261" y="102"/>
                    <a:pt x="262" y="108"/>
                    <a:pt x="263" y="109"/>
                  </a:cubicBezTo>
                  <a:cubicBezTo>
                    <a:pt x="264" y="113"/>
                    <a:pt x="264" y="113"/>
                    <a:pt x="264" y="113"/>
                  </a:cubicBezTo>
                  <a:cubicBezTo>
                    <a:pt x="267" y="118"/>
                    <a:pt x="267" y="121"/>
                    <a:pt x="272" y="127"/>
                  </a:cubicBezTo>
                  <a:cubicBezTo>
                    <a:pt x="281" y="132"/>
                    <a:pt x="286" y="131"/>
                    <a:pt x="286" y="131"/>
                  </a:cubicBezTo>
                  <a:cubicBezTo>
                    <a:pt x="316" y="128"/>
                    <a:pt x="312" y="142"/>
                    <a:pt x="314" y="138"/>
                  </a:cubicBezTo>
                  <a:cubicBezTo>
                    <a:pt x="314" y="137"/>
                    <a:pt x="313" y="132"/>
                    <a:pt x="308" y="128"/>
                  </a:cubicBezTo>
                  <a:cubicBezTo>
                    <a:pt x="301" y="125"/>
                    <a:pt x="294" y="125"/>
                    <a:pt x="286" y="123"/>
                  </a:cubicBezTo>
                  <a:cubicBezTo>
                    <a:pt x="285" y="123"/>
                    <a:pt x="277" y="122"/>
                    <a:pt x="276" y="119"/>
                  </a:cubicBezTo>
                  <a:cubicBezTo>
                    <a:pt x="275" y="114"/>
                    <a:pt x="272" y="109"/>
                    <a:pt x="270" y="103"/>
                  </a:cubicBezTo>
                  <a:cubicBezTo>
                    <a:pt x="271" y="104"/>
                    <a:pt x="273" y="97"/>
                    <a:pt x="279" y="92"/>
                  </a:cubicBezTo>
                  <a:cubicBezTo>
                    <a:pt x="283" y="87"/>
                    <a:pt x="295" y="77"/>
                    <a:pt x="286" y="63"/>
                  </a:cubicBezTo>
                  <a:cubicBezTo>
                    <a:pt x="279" y="54"/>
                    <a:pt x="273" y="48"/>
                    <a:pt x="265" y="41"/>
                  </a:cubicBezTo>
                  <a:cubicBezTo>
                    <a:pt x="260" y="35"/>
                    <a:pt x="260" y="35"/>
                    <a:pt x="260" y="35"/>
                  </a:cubicBezTo>
                  <a:cubicBezTo>
                    <a:pt x="256" y="31"/>
                    <a:pt x="252" y="31"/>
                    <a:pt x="248" y="30"/>
                  </a:cubicBezTo>
                  <a:cubicBezTo>
                    <a:pt x="240" y="29"/>
                    <a:pt x="232" y="36"/>
                    <a:pt x="229" y="40"/>
                  </a:cubicBezTo>
                  <a:cubicBezTo>
                    <a:pt x="225" y="43"/>
                    <a:pt x="221" y="48"/>
                    <a:pt x="217" y="50"/>
                  </a:cubicBezTo>
                  <a:cubicBezTo>
                    <a:pt x="217" y="50"/>
                    <a:pt x="217" y="50"/>
                    <a:pt x="216" y="50"/>
                  </a:cubicBezTo>
                  <a:cubicBezTo>
                    <a:pt x="216" y="50"/>
                    <a:pt x="215" y="50"/>
                    <a:pt x="215" y="50"/>
                  </a:cubicBezTo>
                  <a:cubicBezTo>
                    <a:pt x="212" y="48"/>
                    <a:pt x="209" y="47"/>
                    <a:pt x="206" y="46"/>
                  </a:cubicBezTo>
                  <a:cubicBezTo>
                    <a:pt x="197" y="46"/>
                    <a:pt x="199" y="36"/>
                    <a:pt x="197" y="19"/>
                  </a:cubicBezTo>
                  <a:cubicBezTo>
                    <a:pt x="198" y="11"/>
                    <a:pt x="184" y="0"/>
                    <a:pt x="176" y="2"/>
                  </a:cubicBezTo>
                  <a:cubicBezTo>
                    <a:pt x="169" y="2"/>
                    <a:pt x="162" y="2"/>
                    <a:pt x="154" y="2"/>
                  </a:cubicBezTo>
                  <a:cubicBezTo>
                    <a:pt x="144" y="2"/>
                    <a:pt x="144" y="2"/>
                    <a:pt x="144" y="2"/>
                  </a:cubicBezTo>
                  <a:cubicBezTo>
                    <a:pt x="136" y="2"/>
                    <a:pt x="132" y="5"/>
                    <a:pt x="129" y="10"/>
                  </a:cubicBezTo>
                  <a:cubicBezTo>
                    <a:pt x="122" y="21"/>
                    <a:pt x="124" y="28"/>
                    <a:pt x="123" y="36"/>
                  </a:cubicBezTo>
                  <a:cubicBezTo>
                    <a:pt x="123" y="40"/>
                    <a:pt x="123" y="41"/>
                    <a:pt x="122" y="4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9" y="49"/>
                    <a:pt x="104" y="49"/>
                    <a:pt x="103" y="47"/>
                  </a:cubicBezTo>
                  <a:cubicBezTo>
                    <a:pt x="99" y="45"/>
                    <a:pt x="93" y="36"/>
                    <a:pt x="83" y="32"/>
                  </a:cubicBezTo>
                  <a:cubicBezTo>
                    <a:pt x="78" y="30"/>
                    <a:pt x="69" y="30"/>
                    <a:pt x="64" y="35"/>
                  </a:cubicBezTo>
                  <a:cubicBezTo>
                    <a:pt x="60" y="38"/>
                    <a:pt x="58" y="41"/>
                    <a:pt x="55" y="44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26" y="72"/>
                    <a:pt x="36" y="89"/>
                    <a:pt x="42" y="93"/>
                  </a:cubicBezTo>
                  <a:cubicBezTo>
                    <a:pt x="45" y="96"/>
                    <a:pt x="49" y="101"/>
                    <a:pt x="51" y="104"/>
                  </a:cubicBezTo>
                  <a:cubicBezTo>
                    <a:pt x="49" y="108"/>
                    <a:pt x="47" y="111"/>
                    <a:pt x="46" y="115"/>
                  </a:cubicBezTo>
                  <a:cubicBezTo>
                    <a:pt x="44" y="121"/>
                    <a:pt x="44" y="121"/>
                    <a:pt x="44" y="121"/>
                  </a:cubicBezTo>
                  <a:cubicBezTo>
                    <a:pt x="44" y="121"/>
                    <a:pt x="43" y="121"/>
                    <a:pt x="43" y="121"/>
                  </a:cubicBezTo>
                  <a:cubicBezTo>
                    <a:pt x="40" y="123"/>
                    <a:pt x="31" y="122"/>
                    <a:pt x="21" y="124"/>
                  </a:cubicBezTo>
                  <a:cubicBezTo>
                    <a:pt x="16" y="124"/>
                    <a:pt x="8" y="128"/>
                    <a:pt x="5" y="135"/>
                  </a:cubicBezTo>
                  <a:cubicBezTo>
                    <a:pt x="2" y="143"/>
                    <a:pt x="3" y="147"/>
                    <a:pt x="2" y="151"/>
                  </a:cubicBezTo>
                  <a:cubicBezTo>
                    <a:pt x="3" y="176"/>
                    <a:pt x="3" y="176"/>
                    <a:pt x="3" y="176"/>
                  </a:cubicBezTo>
                  <a:cubicBezTo>
                    <a:pt x="0" y="190"/>
                    <a:pt x="17" y="200"/>
                    <a:pt x="27" y="199"/>
                  </a:cubicBezTo>
                  <a:cubicBezTo>
                    <a:pt x="31" y="199"/>
                    <a:pt x="39" y="200"/>
                    <a:pt x="43" y="200"/>
                  </a:cubicBezTo>
                  <a:cubicBezTo>
                    <a:pt x="44" y="204"/>
                    <a:pt x="45" y="207"/>
                    <a:pt x="46" y="210"/>
                  </a:cubicBezTo>
                  <a:cubicBezTo>
                    <a:pt x="49" y="217"/>
                    <a:pt x="49" y="217"/>
                    <a:pt x="49" y="217"/>
                  </a:cubicBezTo>
                  <a:cubicBezTo>
                    <a:pt x="50" y="218"/>
                    <a:pt x="50" y="218"/>
                    <a:pt x="50" y="218"/>
                  </a:cubicBezTo>
                  <a:cubicBezTo>
                    <a:pt x="49" y="222"/>
                    <a:pt x="44" y="226"/>
                    <a:pt x="38" y="234"/>
                  </a:cubicBezTo>
                  <a:cubicBezTo>
                    <a:pt x="36" y="237"/>
                    <a:pt x="32" y="242"/>
                    <a:pt x="32" y="250"/>
                  </a:cubicBezTo>
                  <a:cubicBezTo>
                    <a:pt x="31" y="258"/>
                    <a:pt x="38" y="264"/>
                    <a:pt x="40" y="267"/>
                  </a:cubicBezTo>
                  <a:cubicBezTo>
                    <a:pt x="46" y="273"/>
                    <a:pt x="51" y="278"/>
                    <a:pt x="57" y="284"/>
                  </a:cubicBezTo>
                  <a:cubicBezTo>
                    <a:pt x="62" y="288"/>
                    <a:pt x="62" y="288"/>
                    <a:pt x="62" y="288"/>
                  </a:cubicBezTo>
                  <a:cubicBezTo>
                    <a:pt x="63" y="290"/>
                    <a:pt x="61" y="288"/>
                    <a:pt x="66" y="292"/>
                  </a:cubicBezTo>
                  <a:cubicBezTo>
                    <a:pt x="68" y="293"/>
                    <a:pt x="69" y="293"/>
                    <a:pt x="71" y="294"/>
                  </a:cubicBezTo>
                  <a:cubicBezTo>
                    <a:pt x="77" y="295"/>
                    <a:pt x="84" y="294"/>
                    <a:pt x="89" y="290"/>
                  </a:cubicBezTo>
                  <a:cubicBezTo>
                    <a:pt x="97" y="285"/>
                    <a:pt x="103" y="277"/>
                    <a:pt x="107" y="275"/>
                  </a:cubicBezTo>
                  <a:cubicBezTo>
                    <a:pt x="109" y="276"/>
                    <a:pt x="109" y="276"/>
                    <a:pt x="109" y="276"/>
                  </a:cubicBezTo>
                  <a:cubicBezTo>
                    <a:pt x="113" y="278"/>
                    <a:pt x="117" y="279"/>
                    <a:pt x="121" y="281"/>
                  </a:cubicBezTo>
                  <a:cubicBezTo>
                    <a:pt x="124" y="282"/>
                    <a:pt x="124" y="282"/>
                    <a:pt x="124" y="282"/>
                  </a:cubicBezTo>
                  <a:cubicBezTo>
                    <a:pt x="125" y="282"/>
                    <a:pt x="125" y="283"/>
                    <a:pt x="125" y="283"/>
                  </a:cubicBezTo>
                  <a:cubicBezTo>
                    <a:pt x="126" y="285"/>
                    <a:pt x="126" y="286"/>
                    <a:pt x="126" y="290"/>
                  </a:cubicBezTo>
                  <a:cubicBezTo>
                    <a:pt x="127" y="298"/>
                    <a:pt x="125" y="307"/>
                    <a:pt x="135" y="318"/>
                  </a:cubicBezTo>
                  <a:cubicBezTo>
                    <a:pt x="149" y="326"/>
                    <a:pt x="154" y="322"/>
                    <a:pt x="162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200" y="321"/>
                    <a:pt x="204" y="305"/>
                    <a:pt x="204" y="298"/>
                  </a:cubicBezTo>
                  <a:cubicBezTo>
                    <a:pt x="204" y="291"/>
                    <a:pt x="203" y="284"/>
                    <a:pt x="205" y="280"/>
                  </a:cubicBezTo>
                  <a:cubicBezTo>
                    <a:pt x="207" y="280"/>
                    <a:pt x="207" y="280"/>
                    <a:pt x="207" y="280"/>
                  </a:cubicBezTo>
                  <a:cubicBezTo>
                    <a:pt x="210" y="278"/>
                    <a:pt x="213" y="277"/>
                    <a:pt x="216" y="276"/>
                  </a:cubicBezTo>
                  <a:cubicBezTo>
                    <a:pt x="221" y="273"/>
                    <a:pt x="221" y="273"/>
                    <a:pt x="221" y="273"/>
                  </a:cubicBezTo>
                  <a:cubicBezTo>
                    <a:pt x="222" y="274"/>
                    <a:pt x="224" y="274"/>
                    <a:pt x="225" y="275"/>
                  </a:cubicBezTo>
                  <a:cubicBezTo>
                    <a:pt x="228" y="277"/>
                    <a:pt x="234" y="284"/>
                    <a:pt x="240" y="287"/>
                  </a:cubicBezTo>
                  <a:cubicBezTo>
                    <a:pt x="245" y="293"/>
                    <a:pt x="261" y="293"/>
                    <a:pt x="267" y="286"/>
                  </a:cubicBezTo>
                  <a:cubicBezTo>
                    <a:pt x="276" y="277"/>
                    <a:pt x="283" y="269"/>
                    <a:pt x="290" y="262"/>
                  </a:cubicBezTo>
                  <a:cubicBezTo>
                    <a:pt x="306" y="247"/>
                    <a:pt x="289" y="227"/>
                    <a:pt x="285" y="225"/>
                  </a:cubicBezTo>
                  <a:cubicBezTo>
                    <a:pt x="277" y="217"/>
                    <a:pt x="274" y="213"/>
                    <a:pt x="277" y="213"/>
                  </a:cubicBezTo>
                  <a:cubicBezTo>
                    <a:pt x="279" y="209"/>
                    <a:pt x="280" y="205"/>
                    <a:pt x="281" y="202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2" y="199"/>
                    <a:pt x="283" y="199"/>
                    <a:pt x="283" y="199"/>
                  </a:cubicBezTo>
                  <a:cubicBezTo>
                    <a:pt x="287" y="195"/>
                    <a:pt x="300" y="197"/>
                    <a:pt x="308" y="194"/>
                  </a:cubicBezTo>
                  <a:cubicBezTo>
                    <a:pt x="316" y="194"/>
                    <a:pt x="324" y="183"/>
                    <a:pt x="323" y="175"/>
                  </a:cubicBezTo>
                  <a:cubicBezTo>
                    <a:pt x="323" y="170"/>
                    <a:pt x="323" y="166"/>
                    <a:pt x="323" y="16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</p:grpSp>
      <p:grpSp>
        <p:nvGrpSpPr>
          <p:cNvPr id="133" name="Grupa 107"/>
          <p:cNvGrpSpPr>
            <a:grpSpLocks noChangeAspect="1"/>
          </p:cNvGrpSpPr>
          <p:nvPr/>
        </p:nvGrpSpPr>
        <p:grpSpPr>
          <a:xfrm>
            <a:off x="322249" y="3064381"/>
            <a:ext cx="330741" cy="339405"/>
            <a:chOff x="6191672" y="5085184"/>
            <a:chExt cx="1030288" cy="1057275"/>
          </a:xfrm>
          <a:solidFill>
            <a:srgbClr val="C00000"/>
          </a:solidFill>
        </p:grpSpPr>
        <p:sp>
          <p:nvSpPr>
            <p:cNvPr id="134" name="Freeform 21"/>
            <p:cNvSpPr>
              <a:spLocks/>
            </p:cNvSpPr>
            <p:nvPr/>
          </p:nvSpPr>
          <p:spPr bwMode="auto">
            <a:xfrm>
              <a:off x="6253583" y="5157193"/>
              <a:ext cx="936105" cy="886887"/>
            </a:xfrm>
            <a:custGeom>
              <a:avLst/>
              <a:gdLst/>
              <a:ahLst/>
              <a:cxnLst>
                <a:cxn ang="0">
                  <a:pos x="89" y="129"/>
                </a:cxn>
                <a:cxn ang="0">
                  <a:pos x="81" y="131"/>
                </a:cxn>
                <a:cxn ang="0">
                  <a:pos x="76" y="128"/>
                </a:cxn>
                <a:cxn ang="0">
                  <a:pos x="93" y="99"/>
                </a:cxn>
                <a:cxn ang="0">
                  <a:pos x="86" y="104"/>
                </a:cxn>
                <a:cxn ang="0">
                  <a:pos x="51" y="122"/>
                </a:cxn>
                <a:cxn ang="0">
                  <a:pos x="46" y="119"/>
                </a:cxn>
                <a:cxn ang="0">
                  <a:pos x="67" y="90"/>
                </a:cxn>
                <a:cxn ang="0">
                  <a:pos x="80" y="77"/>
                </a:cxn>
                <a:cxn ang="0">
                  <a:pos x="50" y="96"/>
                </a:cxn>
                <a:cxn ang="0">
                  <a:pos x="26" y="109"/>
                </a:cxn>
                <a:cxn ang="0">
                  <a:pos x="21" y="105"/>
                </a:cxn>
                <a:cxn ang="0">
                  <a:pos x="31" y="87"/>
                </a:cxn>
                <a:cxn ang="0">
                  <a:pos x="48" y="73"/>
                </a:cxn>
                <a:cxn ang="0">
                  <a:pos x="17" y="87"/>
                </a:cxn>
                <a:cxn ang="0">
                  <a:pos x="12" y="83"/>
                </a:cxn>
                <a:cxn ang="0">
                  <a:pos x="19" y="67"/>
                </a:cxn>
                <a:cxn ang="0">
                  <a:pos x="34" y="52"/>
                </a:cxn>
                <a:cxn ang="0">
                  <a:pos x="36" y="50"/>
                </a:cxn>
                <a:cxn ang="0">
                  <a:pos x="21" y="59"/>
                </a:cxn>
                <a:cxn ang="0">
                  <a:pos x="7" y="65"/>
                </a:cxn>
                <a:cxn ang="0">
                  <a:pos x="2" y="62"/>
                </a:cxn>
                <a:cxn ang="0">
                  <a:pos x="6" y="50"/>
                </a:cxn>
                <a:cxn ang="0">
                  <a:pos x="12" y="42"/>
                </a:cxn>
                <a:cxn ang="0">
                  <a:pos x="28" y="24"/>
                </a:cxn>
                <a:cxn ang="0">
                  <a:pos x="25" y="22"/>
                </a:cxn>
                <a:cxn ang="0">
                  <a:pos x="28" y="12"/>
                </a:cxn>
                <a:cxn ang="0">
                  <a:pos x="30" y="11"/>
                </a:cxn>
                <a:cxn ang="0">
                  <a:pos x="37" y="7"/>
                </a:cxn>
                <a:cxn ang="0">
                  <a:pos x="51" y="1"/>
                </a:cxn>
                <a:cxn ang="0">
                  <a:pos x="56" y="4"/>
                </a:cxn>
                <a:cxn ang="0">
                  <a:pos x="42" y="29"/>
                </a:cxn>
                <a:cxn ang="0">
                  <a:pos x="73" y="15"/>
                </a:cxn>
                <a:cxn ang="0">
                  <a:pos x="78" y="18"/>
                </a:cxn>
                <a:cxn ang="0">
                  <a:pos x="56" y="51"/>
                </a:cxn>
                <a:cxn ang="0">
                  <a:pos x="76" y="38"/>
                </a:cxn>
                <a:cxn ang="0">
                  <a:pos x="105" y="23"/>
                </a:cxn>
                <a:cxn ang="0">
                  <a:pos x="109" y="27"/>
                </a:cxn>
                <a:cxn ang="0">
                  <a:pos x="91" y="53"/>
                </a:cxn>
                <a:cxn ang="0">
                  <a:pos x="118" y="43"/>
                </a:cxn>
                <a:cxn ang="0">
                  <a:pos x="123" y="47"/>
                </a:cxn>
                <a:cxn ang="0">
                  <a:pos x="107" y="71"/>
                </a:cxn>
                <a:cxn ang="0">
                  <a:pos x="101" y="77"/>
                </a:cxn>
                <a:cxn ang="0">
                  <a:pos x="123" y="68"/>
                </a:cxn>
                <a:cxn ang="0">
                  <a:pos x="128" y="72"/>
                </a:cxn>
                <a:cxn ang="0">
                  <a:pos x="109" y="103"/>
                </a:cxn>
                <a:cxn ang="0">
                  <a:pos x="108" y="104"/>
                </a:cxn>
                <a:cxn ang="0">
                  <a:pos x="112" y="107"/>
                </a:cxn>
                <a:cxn ang="0">
                  <a:pos x="110" y="117"/>
                </a:cxn>
                <a:cxn ang="0">
                  <a:pos x="108" y="118"/>
                </a:cxn>
                <a:cxn ang="0">
                  <a:pos x="99" y="123"/>
                </a:cxn>
                <a:cxn ang="0">
                  <a:pos x="89" y="129"/>
                </a:cxn>
              </a:cxnLst>
              <a:rect l="0" t="0" r="r" b="b"/>
              <a:pathLst>
                <a:path w="131" h="132">
                  <a:moveTo>
                    <a:pt x="89" y="129"/>
                  </a:moveTo>
                  <a:cubicBezTo>
                    <a:pt x="85" y="132"/>
                    <a:pt x="83" y="132"/>
                    <a:pt x="81" y="131"/>
                  </a:cubicBezTo>
                  <a:cubicBezTo>
                    <a:pt x="79" y="131"/>
                    <a:pt x="77" y="130"/>
                    <a:pt x="76" y="128"/>
                  </a:cubicBezTo>
                  <a:cubicBezTo>
                    <a:pt x="74" y="123"/>
                    <a:pt x="73" y="123"/>
                    <a:pt x="93" y="99"/>
                  </a:cubicBezTo>
                  <a:cubicBezTo>
                    <a:pt x="90" y="101"/>
                    <a:pt x="88" y="103"/>
                    <a:pt x="86" y="104"/>
                  </a:cubicBezTo>
                  <a:cubicBezTo>
                    <a:pt x="58" y="122"/>
                    <a:pt x="55" y="124"/>
                    <a:pt x="51" y="122"/>
                  </a:cubicBezTo>
                  <a:cubicBezTo>
                    <a:pt x="49" y="122"/>
                    <a:pt x="47" y="121"/>
                    <a:pt x="46" y="119"/>
                  </a:cubicBezTo>
                  <a:cubicBezTo>
                    <a:pt x="43" y="114"/>
                    <a:pt x="43" y="114"/>
                    <a:pt x="67" y="90"/>
                  </a:cubicBezTo>
                  <a:cubicBezTo>
                    <a:pt x="71" y="86"/>
                    <a:pt x="76" y="82"/>
                    <a:pt x="80" y="77"/>
                  </a:cubicBezTo>
                  <a:cubicBezTo>
                    <a:pt x="69" y="84"/>
                    <a:pt x="58" y="91"/>
                    <a:pt x="50" y="96"/>
                  </a:cubicBezTo>
                  <a:cubicBezTo>
                    <a:pt x="29" y="110"/>
                    <a:pt x="29" y="110"/>
                    <a:pt x="26" y="109"/>
                  </a:cubicBezTo>
                  <a:cubicBezTo>
                    <a:pt x="24" y="108"/>
                    <a:pt x="22" y="107"/>
                    <a:pt x="21" y="105"/>
                  </a:cubicBezTo>
                  <a:cubicBezTo>
                    <a:pt x="18" y="100"/>
                    <a:pt x="22" y="96"/>
                    <a:pt x="31" y="87"/>
                  </a:cubicBezTo>
                  <a:cubicBezTo>
                    <a:pt x="36" y="83"/>
                    <a:pt x="42" y="78"/>
                    <a:pt x="48" y="73"/>
                  </a:cubicBezTo>
                  <a:cubicBezTo>
                    <a:pt x="24" y="87"/>
                    <a:pt x="21" y="87"/>
                    <a:pt x="17" y="87"/>
                  </a:cubicBezTo>
                  <a:cubicBezTo>
                    <a:pt x="15" y="86"/>
                    <a:pt x="13" y="85"/>
                    <a:pt x="12" y="83"/>
                  </a:cubicBezTo>
                  <a:cubicBezTo>
                    <a:pt x="9" y="78"/>
                    <a:pt x="13" y="74"/>
                    <a:pt x="19" y="67"/>
                  </a:cubicBezTo>
                  <a:cubicBezTo>
                    <a:pt x="23" y="63"/>
                    <a:pt x="28" y="58"/>
                    <a:pt x="34" y="52"/>
                  </a:cubicBezTo>
                  <a:cubicBezTo>
                    <a:pt x="35" y="52"/>
                    <a:pt x="35" y="51"/>
                    <a:pt x="36" y="50"/>
                  </a:cubicBezTo>
                  <a:cubicBezTo>
                    <a:pt x="30" y="54"/>
                    <a:pt x="25" y="57"/>
                    <a:pt x="21" y="59"/>
                  </a:cubicBezTo>
                  <a:cubicBezTo>
                    <a:pt x="10" y="66"/>
                    <a:pt x="10" y="66"/>
                    <a:pt x="7" y="65"/>
                  </a:cubicBezTo>
                  <a:cubicBezTo>
                    <a:pt x="5" y="65"/>
                    <a:pt x="3" y="64"/>
                    <a:pt x="2" y="62"/>
                  </a:cubicBezTo>
                  <a:cubicBezTo>
                    <a:pt x="0" y="57"/>
                    <a:pt x="2" y="54"/>
                    <a:pt x="6" y="50"/>
                  </a:cubicBezTo>
                  <a:cubicBezTo>
                    <a:pt x="7" y="48"/>
                    <a:pt x="10" y="46"/>
                    <a:pt x="12" y="42"/>
                  </a:cubicBezTo>
                  <a:cubicBezTo>
                    <a:pt x="16" y="38"/>
                    <a:pt x="22" y="31"/>
                    <a:pt x="28" y="24"/>
                  </a:cubicBezTo>
                  <a:cubicBezTo>
                    <a:pt x="27" y="24"/>
                    <a:pt x="26" y="23"/>
                    <a:pt x="25" y="22"/>
                  </a:cubicBezTo>
                  <a:cubicBezTo>
                    <a:pt x="23" y="18"/>
                    <a:pt x="24" y="14"/>
                    <a:pt x="28" y="12"/>
                  </a:cubicBezTo>
                  <a:cubicBezTo>
                    <a:pt x="29" y="11"/>
                    <a:pt x="29" y="11"/>
                    <a:pt x="30" y="11"/>
                  </a:cubicBezTo>
                  <a:cubicBezTo>
                    <a:pt x="32" y="10"/>
                    <a:pt x="35" y="8"/>
                    <a:pt x="37" y="7"/>
                  </a:cubicBezTo>
                  <a:cubicBezTo>
                    <a:pt x="45" y="1"/>
                    <a:pt x="47" y="0"/>
                    <a:pt x="51" y="1"/>
                  </a:cubicBezTo>
                  <a:cubicBezTo>
                    <a:pt x="53" y="1"/>
                    <a:pt x="55" y="2"/>
                    <a:pt x="56" y="4"/>
                  </a:cubicBezTo>
                  <a:cubicBezTo>
                    <a:pt x="58" y="8"/>
                    <a:pt x="59" y="10"/>
                    <a:pt x="42" y="29"/>
                  </a:cubicBezTo>
                  <a:cubicBezTo>
                    <a:pt x="69" y="14"/>
                    <a:pt x="70" y="14"/>
                    <a:pt x="73" y="15"/>
                  </a:cubicBezTo>
                  <a:cubicBezTo>
                    <a:pt x="75" y="15"/>
                    <a:pt x="77" y="17"/>
                    <a:pt x="78" y="18"/>
                  </a:cubicBezTo>
                  <a:cubicBezTo>
                    <a:pt x="81" y="24"/>
                    <a:pt x="80" y="27"/>
                    <a:pt x="56" y="51"/>
                  </a:cubicBezTo>
                  <a:cubicBezTo>
                    <a:pt x="63" y="46"/>
                    <a:pt x="70" y="42"/>
                    <a:pt x="76" y="38"/>
                  </a:cubicBezTo>
                  <a:cubicBezTo>
                    <a:pt x="101" y="23"/>
                    <a:pt x="101" y="23"/>
                    <a:pt x="105" y="23"/>
                  </a:cubicBezTo>
                  <a:cubicBezTo>
                    <a:pt x="107" y="24"/>
                    <a:pt x="108" y="25"/>
                    <a:pt x="109" y="27"/>
                  </a:cubicBezTo>
                  <a:cubicBezTo>
                    <a:pt x="112" y="32"/>
                    <a:pt x="112" y="34"/>
                    <a:pt x="91" y="53"/>
                  </a:cubicBezTo>
                  <a:cubicBezTo>
                    <a:pt x="109" y="43"/>
                    <a:pt x="114" y="42"/>
                    <a:pt x="118" y="43"/>
                  </a:cubicBezTo>
                  <a:cubicBezTo>
                    <a:pt x="120" y="43"/>
                    <a:pt x="122" y="45"/>
                    <a:pt x="123" y="47"/>
                  </a:cubicBezTo>
                  <a:cubicBezTo>
                    <a:pt x="126" y="52"/>
                    <a:pt x="125" y="53"/>
                    <a:pt x="107" y="71"/>
                  </a:cubicBezTo>
                  <a:cubicBezTo>
                    <a:pt x="105" y="73"/>
                    <a:pt x="103" y="75"/>
                    <a:pt x="101" y="77"/>
                  </a:cubicBezTo>
                  <a:cubicBezTo>
                    <a:pt x="115" y="68"/>
                    <a:pt x="119" y="67"/>
                    <a:pt x="123" y="68"/>
                  </a:cubicBezTo>
                  <a:cubicBezTo>
                    <a:pt x="125" y="69"/>
                    <a:pt x="127" y="70"/>
                    <a:pt x="128" y="72"/>
                  </a:cubicBezTo>
                  <a:cubicBezTo>
                    <a:pt x="131" y="76"/>
                    <a:pt x="131" y="76"/>
                    <a:pt x="109" y="103"/>
                  </a:cubicBezTo>
                  <a:cubicBezTo>
                    <a:pt x="108" y="103"/>
                    <a:pt x="108" y="103"/>
                    <a:pt x="108" y="104"/>
                  </a:cubicBezTo>
                  <a:cubicBezTo>
                    <a:pt x="110" y="104"/>
                    <a:pt x="112" y="105"/>
                    <a:pt x="112" y="107"/>
                  </a:cubicBezTo>
                  <a:cubicBezTo>
                    <a:pt x="114" y="110"/>
                    <a:pt x="113" y="115"/>
                    <a:pt x="110" y="117"/>
                  </a:cubicBezTo>
                  <a:cubicBezTo>
                    <a:pt x="109" y="117"/>
                    <a:pt x="108" y="118"/>
                    <a:pt x="108" y="118"/>
                  </a:cubicBezTo>
                  <a:cubicBezTo>
                    <a:pt x="106" y="119"/>
                    <a:pt x="102" y="121"/>
                    <a:pt x="99" y="123"/>
                  </a:cubicBezTo>
                  <a:cubicBezTo>
                    <a:pt x="95" y="126"/>
                    <a:pt x="92" y="128"/>
                    <a:pt x="89" y="129"/>
                  </a:cubicBezTo>
                  <a:close/>
                </a:path>
              </a:pathLst>
            </a:custGeom>
            <a:solidFill>
              <a:srgbClr val="FFC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l-PL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 Inspira Sans"/>
                <a:ea typeface="+mn-ea"/>
                <a:cs typeface="+mn-cs"/>
              </a:endParaRPr>
            </a:p>
          </p:txBody>
        </p:sp>
        <p:grpSp>
          <p:nvGrpSpPr>
            <p:cNvPr id="135" name="Grupa 96"/>
            <p:cNvGrpSpPr/>
            <p:nvPr/>
          </p:nvGrpSpPr>
          <p:grpSpPr>
            <a:xfrm>
              <a:off x="6191672" y="5085184"/>
              <a:ext cx="1030288" cy="1057275"/>
              <a:chOff x="6334125" y="2901950"/>
              <a:chExt cx="1030288" cy="1057275"/>
            </a:xfrm>
            <a:grpFill/>
          </p:grpSpPr>
          <p:sp>
            <p:nvSpPr>
              <p:cNvPr id="136" name="Freeform 62"/>
              <p:cNvSpPr>
                <a:spLocks/>
              </p:cNvSpPr>
              <p:nvPr/>
            </p:nvSpPr>
            <p:spPr bwMode="auto">
              <a:xfrm>
                <a:off x="6334125" y="2901950"/>
                <a:ext cx="1030288" cy="1057275"/>
              </a:xfrm>
              <a:custGeom>
                <a:avLst/>
                <a:gdLst/>
                <a:ahLst/>
                <a:cxnLst>
                  <a:cxn ang="0">
                    <a:pos x="265" y="163"/>
                  </a:cxn>
                  <a:cxn ang="0">
                    <a:pos x="199" y="250"/>
                  </a:cxn>
                  <a:cxn ang="0">
                    <a:pos x="95" y="254"/>
                  </a:cxn>
                  <a:cxn ang="0">
                    <a:pos x="22" y="163"/>
                  </a:cxn>
                  <a:cxn ang="0">
                    <a:pos x="62" y="51"/>
                  </a:cxn>
                  <a:cxn ang="0">
                    <a:pos x="165" y="23"/>
                  </a:cxn>
                  <a:cxn ang="0">
                    <a:pos x="258" y="109"/>
                  </a:cxn>
                  <a:cxn ang="0">
                    <a:pos x="269" y="140"/>
                  </a:cxn>
                  <a:cxn ang="0">
                    <a:pos x="272" y="105"/>
                  </a:cxn>
                  <a:cxn ang="0">
                    <a:pos x="255" y="66"/>
                  </a:cxn>
                  <a:cxn ang="0">
                    <a:pos x="182" y="11"/>
                  </a:cxn>
                  <a:cxn ang="0">
                    <a:pos x="60" y="32"/>
                  </a:cxn>
                  <a:cxn ang="0">
                    <a:pos x="8" y="159"/>
                  </a:cxn>
                  <a:cxn ang="0">
                    <a:pos x="90" y="265"/>
                  </a:cxn>
                  <a:cxn ang="0">
                    <a:pos x="207" y="257"/>
                  </a:cxn>
                  <a:cxn ang="0">
                    <a:pos x="271" y="164"/>
                  </a:cxn>
                  <a:cxn ang="0">
                    <a:pos x="265" y="163"/>
                  </a:cxn>
                </a:cxnLst>
                <a:rect l="0" t="0" r="r" b="b"/>
                <a:pathLst>
                  <a:path w="275" h="282">
                    <a:moveTo>
                      <a:pt x="265" y="163"/>
                    </a:moveTo>
                    <a:cubicBezTo>
                      <a:pt x="263" y="166"/>
                      <a:pt x="257" y="218"/>
                      <a:pt x="199" y="250"/>
                    </a:cubicBezTo>
                    <a:cubicBezTo>
                      <a:pt x="171" y="265"/>
                      <a:pt x="131" y="269"/>
                      <a:pt x="95" y="254"/>
                    </a:cubicBezTo>
                    <a:cubicBezTo>
                      <a:pt x="59" y="239"/>
                      <a:pt x="29" y="204"/>
                      <a:pt x="22" y="163"/>
                    </a:cubicBezTo>
                    <a:cubicBezTo>
                      <a:pt x="15" y="121"/>
                      <a:pt x="31" y="77"/>
                      <a:pt x="62" y="51"/>
                    </a:cubicBezTo>
                    <a:cubicBezTo>
                      <a:pt x="92" y="24"/>
                      <a:pt x="133" y="16"/>
                      <a:pt x="165" y="23"/>
                    </a:cubicBezTo>
                    <a:cubicBezTo>
                      <a:pt x="235" y="38"/>
                      <a:pt x="255" y="97"/>
                      <a:pt x="258" y="109"/>
                    </a:cubicBezTo>
                    <a:cubicBezTo>
                      <a:pt x="266" y="138"/>
                      <a:pt x="265" y="145"/>
                      <a:pt x="269" y="140"/>
                    </a:cubicBezTo>
                    <a:cubicBezTo>
                      <a:pt x="271" y="136"/>
                      <a:pt x="274" y="119"/>
                      <a:pt x="272" y="105"/>
                    </a:cubicBezTo>
                    <a:cubicBezTo>
                      <a:pt x="272" y="101"/>
                      <a:pt x="268" y="86"/>
                      <a:pt x="255" y="66"/>
                    </a:cubicBezTo>
                    <a:cubicBezTo>
                      <a:pt x="243" y="47"/>
                      <a:pt x="219" y="22"/>
                      <a:pt x="182" y="11"/>
                    </a:cubicBezTo>
                    <a:cubicBezTo>
                      <a:pt x="146" y="0"/>
                      <a:pt x="97" y="4"/>
                      <a:pt x="60" y="32"/>
                    </a:cubicBezTo>
                    <a:cubicBezTo>
                      <a:pt x="23" y="60"/>
                      <a:pt x="0" y="111"/>
                      <a:pt x="8" y="159"/>
                    </a:cubicBezTo>
                    <a:cubicBezTo>
                      <a:pt x="13" y="207"/>
                      <a:pt x="49" y="249"/>
                      <a:pt x="90" y="265"/>
                    </a:cubicBezTo>
                    <a:cubicBezTo>
                      <a:pt x="132" y="282"/>
                      <a:pt x="177" y="275"/>
                      <a:pt x="207" y="257"/>
                    </a:cubicBezTo>
                    <a:cubicBezTo>
                      <a:pt x="270" y="219"/>
                      <a:pt x="270" y="161"/>
                      <a:pt x="271" y="164"/>
                    </a:cubicBezTo>
                    <a:cubicBezTo>
                      <a:pt x="275" y="126"/>
                      <a:pt x="271" y="143"/>
                      <a:pt x="265" y="163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  <p:sp>
            <p:nvSpPr>
              <p:cNvPr id="137" name="Freeform 63"/>
              <p:cNvSpPr>
                <a:spLocks/>
              </p:cNvSpPr>
              <p:nvPr/>
            </p:nvSpPr>
            <p:spPr bwMode="auto">
              <a:xfrm>
                <a:off x="6551613" y="3168650"/>
                <a:ext cx="619125" cy="592138"/>
              </a:xfrm>
              <a:custGeom>
                <a:avLst/>
                <a:gdLst/>
                <a:ahLst/>
                <a:cxnLst>
                  <a:cxn ang="0">
                    <a:pos x="162" y="14"/>
                  </a:cxn>
                  <a:cxn ang="0">
                    <a:pos x="152" y="8"/>
                  </a:cxn>
                  <a:cxn ang="0">
                    <a:pos x="83" y="66"/>
                  </a:cxn>
                  <a:cxn ang="0">
                    <a:pos x="20" y="21"/>
                  </a:cxn>
                  <a:cxn ang="0">
                    <a:pos x="8" y="27"/>
                  </a:cxn>
                  <a:cxn ang="0">
                    <a:pos x="7" y="27"/>
                  </a:cxn>
                  <a:cxn ang="0">
                    <a:pos x="8" y="27"/>
                  </a:cxn>
                  <a:cxn ang="0">
                    <a:pos x="6" y="42"/>
                  </a:cxn>
                  <a:cxn ang="0">
                    <a:pos x="62" y="83"/>
                  </a:cxn>
                  <a:cxn ang="0">
                    <a:pos x="10" y="131"/>
                  </a:cxn>
                  <a:cxn ang="0">
                    <a:pos x="28" y="149"/>
                  </a:cxn>
                  <a:cxn ang="0">
                    <a:pos x="85" y="98"/>
                  </a:cxn>
                  <a:cxn ang="0">
                    <a:pos x="142" y="134"/>
                  </a:cxn>
                  <a:cxn ang="0">
                    <a:pos x="150" y="132"/>
                  </a:cxn>
                  <a:cxn ang="0">
                    <a:pos x="150" y="133"/>
                  </a:cxn>
                  <a:cxn ang="0">
                    <a:pos x="150" y="132"/>
                  </a:cxn>
                  <a:cxn ang="0">
                    <a:pos x="151" y="126"/>
                  </a:cxn>
                  <a:cxn ang="0">
                    <a:pos x="103" y="82"/>
                  </a:cxn>
                  <a:cxn ang="0">
                    <a:pos x="162" y="14"/>
                  </a:cxn>
                </a:cxnLst>
                <a:rect l="0" t="0" r="r" b="b"/>
                <a:pathLst>
                  <a:path w="165" h="158">
                    <a:moveTo>
                      <a:pt x="162" y="14"/>
                    </a:moveTo>
                    <a:cubicBezTo>
                      <a:pt x="160" y="6"/>
                      <a:pt x="157" y="0"/>
                      <a:pt x="152" y="8"/>
                    </a:cubicBezTo>
                    <a:cubicBezTo>
                      <a:pt x="156" y="11"/>
                      <a:pt x="120" y="38"/>
                      <a:pt x="83" y="66"/>
                    </a:cubicBezTo>
                    <a:cubicBezTo>
                      <a:pt x="54" y="42"/>
                      <a:pt x="25" y="20"/>
                      <a:pt x="20" y="21"/>
                    </a:cubicBezTo>
                    <a:cubicBezTo>
                      <a:pt x="17" y="23"/>
                      <a:pt x="12" y="25"/>
                      <a:pt x="8" y="27"/>
                    </a:cubicBezTo>
                    <a:cubicBezTo>
                      <a:pt x="8" y="27"/>
                      <a:pt x="8" y="27"/>
                      <a:pt x="7" y="27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3" y="31"/>
                      <a:pt x="0" y="36"/>
                      <a:pt x="6" y="42"/>
                    </a:cubicBezTo>
                    <a:cubicBezTo>
                      <a:pt x="10" y="46"/>
                      <a:pt x="35" y="64"/>
                      <a:pt x="62" y="83"/>
                    </a:cubicBezTo>
                    <a:cubicBezTo>
                      <a:pt x="34" y="105"/>
                      <a:pt x="9" y="125"/>
                      <a:pt x="10" y="131"/>
                    </a:cubicBezTo>
                    <a:cubicBezTo>
                      <a:pt x="10" y="142"/>
                      <a:pt x="16" y="158"/>
                      <a:pt x="28" y="149"/>
                    </a:cubicBezTo>
                    <a:cubicBezTo>
                      <a:pt x="32" y="144"/>
                      <a:pt x="57" y="123"/>
                      <a:pt x="85" y="98"/>
                    </a:cubicBezTo>
                    <a:cubicBezTo>
                      <a:pt x="114" y="117"/>
                      <a:pt x="140" y="134"/>
                      <a:pt x="142" y="134"/>
                    </a:cubicBezTo>
                    <a:cubicBezTo>
                      <a:pt x="145" y="134"/>
                      <a:pt x="148" y="133"/>
                      <a:pt x="150" y="132"/>
                    </a:cubicBezTo>
                    <a:cubicBezTo>
                      <a:pt x="150" y="133"/>
                      <a:pt x="150" y="133"/>
                      <a:pt x="150" y="133"/>
                    </a:cubicBezTo>
                    <a:cubicBezTo>
                      <a:pt x="150" y="133"/>
                      <a:pt x="150" y="133"/>
                      <a:pt x="150" y="132"/>
                    </a:cubicBezTo>
                    <a:cubicBezTo>
                      <a:pt x="153" y="131"/>
                      <a:pt x="154" y="129"/>
                      <a:pt x="151" y="126"/>
                    </a:cubicBezTo>
                    <a:cubicBezTo>
                      <a:pt x="151" y="124"/>
                      <a:pt x="129" y="104"/>
                      <a:pt x="103" y="82"/>
                    </a:cubicBezTo>
                    <a:cubicBezTo>
                      <a:pt x="135" y="52"/>
                      <a:pt x="165" y="22"/>
                      <a:pt x="162" y="1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l-PL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E Inspira Sans"/>
                  <a:ea typeface="+mn-ea"/>
                  <a:cs typeface="+mn-cs"/>
                </a:endParaRPr>
              </a:p>
            </p:txBody>
          </p:sp>
        </p:grp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B39541-3E60-4895-AF4F-A197BE70BC91}"/>
              </a:ext>
            </a:extLst>
          </p:cNvPr>
          <p:cNvSpPr txBox="1">
            <a:spLocks/>
          </p:cNvSpPr>
          <p:nvPr/>
        </p:nvSpPr>
        <p:spPr>
          <a:xfrm>
            <a:off x="922483" y="1159298"/>
            <a:ext cx="7184280" cy="468249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92024" indent="-192024" algn="l" defTabSz="914400" rtl="0" eaLnBrk="1" latinLnBrk="0" hangingPunct="1">
              <a:lnSpc>
                <a:spcPct val="99000"/>
              </a:lnSpc>
              <a:spcBef>
                <a:spcPts val="14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92024" indent="0" algn="l" defTabSz="914400" rtl="0" eaLnBrk="1" latinLnBrk="0" hangingPunct="1">
              <a:lnSpc>
                <a:spcPct val="99000"/>
              </a:lnSpc>
              <a:spcBef>
                <a:spcPts val="0"/>
              </a:spcBef>
              <a:buFontTx/>
              <a:buNone/>
              <a:defRPr sz="2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92088" indent="-192088" algn="l" defTabSz="914400" rtl="0" eaLnBrk="1" latinLnBrk="0" hangingPunct="1">
              <a:lnSpc>
                <a:spcPct val="99000"/>
              </a:lnSpc>
              <a:spcBef>
                <a:spcPts val="1200"/>
              </a:spcBef>
              <a:buSzPct val="91000"/>
              <a:buFont typeface="Arial" panose="020B0604020202020204" pitchFamily="34" charset="0"/>
              <a:buChar char="•"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92024" indent="0" algn="l" defTabSz="914400" rtl="0" eaLnBrk="1" latinLnBrk="0" hangingPunct="1">
              <a:lnSpc>
                <a:spcPct val="99000"/>
              </a:lnSpc>
              <a:spcBef>
                <a:spcPts val="0"/>
              </a:spcBef>
              <a:buFontTx/>
              <a:buNone/>
              <a:defRPr sz="24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92024" indent="-192024" algn="l" defTabSz="914400" rtl="0" eaLnBrk="1" latinLnBrk="0" hangingPunct="1">
              <a:lnSpc>
                <a:spcPct val="99000"/>
              </a:lnSpc>
              <a:spcBef>
                <a:spcPts val="900"/>
              </a:spcBef>
              <a:buSzPct val="91000"/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92024" indent="0" algn="l" defTabSz="914400" rtl="0" eaLnBrk="1" latinLnBrk="0" hangingPunct="1">
              <a:lnSpc>
                <a:spcPct val="99000"/>
              </a:lnSpc>
              <a:spcBef>
                <a:spcPts val="0"/>
              </a:spcBef>
              <a:buSzPct val="91000"/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9000"/>
              </a:lnSpc>
              <a:spcBef>
                <a:spcPts val="900"/>
              </a:spcBef>
              <a:buSzPct val="91000"/>
              <a:buFontTx/>
              <a:buNone/>
              <a:defRPr sz="18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9000"/>
              </a:lnSpc>
              <a:spcBef>
                <a:spcPts val="0"/>
              </a:spcBef>
              <a:buSzPct val="91000"/>
              <a:buFontTx/>
              <a:buNone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9000"/>
              </a:lnSpc>
              <a:spcBef>
                <a:spcPts val="900"/>
              </a:spcBef>
              <a:buSzPct val="91000"/>
              <a:buFontTx/>
              <a:buNone/>
              <a:defRPr sz="1800" i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Risk / Solution Title:</a:t>
            </a: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Region: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  </a:t>
            </a: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Implementation Cost/Time: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  </a:t>
            </a: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Risk Mitigation: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  </a:t>
            </a: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Applicability of Solution: 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ontserrat SemiBold" panose="00000700000000000000" pitchFamily="2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46A4C-9912-4718-8307-8B8598E03BC9}"/>
              </a:ext>
            </a:extLst>
          </p:cNvPr>
          <p:cNvSpPr/>
          <p:nvPr/>
        </p:nvSpPr>
        <p:spPr>
          <a:xfrm>
            <a:off x="8486590" y="975883"/>
            <a:ext cx="3379351" cy="2524660"/>
          </a:xfrm>
          <a:prstGeom prst="rect">
            <a:avLst/>
          </a:prstGeom>
          <a:solidFill>
            <a:srgbClr val="63666A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anose="00000700000000000000" pitchFamily="2" charset="0"/>
                <a:ea typeface="Arial" charset="0"/>
                <a:cs typeface="+mn-cs"/>
              </a:rPr>
              <a:t>Pictures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73946-8C26-4576-A99D-A8FCF9189566}"/>
              </a:ext>
            </a:extLst>
          </p:cNvPr>
          <p:cNvSpPr/>
          <p:nvPr/>
        </p:nvSpPr>
        <p:spPr>
          <a:xfrm>
            <a:off x="8485607" y="4122260"/>
            <a:ext cx="3379351" cy="1364566"/>
          </a:xfrm>
          <a:prstGeom prst="rect">
            <a:avLst/>
          </a:prstGeom>
          <a:solidFill>
            <a:srgbClr val="FE5000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SemiBold" panose="00000700000000000000" pitchFamily="2" charset="0"/>
                <a:ea typeface="Arial" charset="0"/>
                <a:cs typeface="+mn-cs"/>
              </a:rPr>
              <a:t>Share a brief project summary that reduced the risk in your region. 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1FAAAB-8659-4519-8984-D370FCA61BBB}"/>
              </a:ext>
            </a:extLst>
          </p:cNvPr>
          <p:cNvSpPr txBox="1"/>
          <p:nvPr/>
        </p:nvSpPr>
        <p:spPr>
          <a:xfrm>
            <a:off x="269700" y="601734"/>
            <a:ext cx="3690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E5000"/>
                </a:solidFill>
                <a:effectLst/>
                <a:uLnTx/>
                <a:uFillTx/>
                <a:latin typeface="Montserrat SemiBold" panose="00000700000000000000" pitchFamily="2" charset="0"/>
                <a:ea typeface="+mn-ea"/>
                <a:cs typeface="+mn-cs"/>
              </a:rPr>
              <a:t>Risk Reduction Project Summary…. </a:t>
            </a:r>
          </a:p>
        </p:txBody>
      </p:sp>
      <p:pic>
        <p:nvPicPr>
          <p:cNvPr id="7" name="Graphic 6" descr="Briefcase with solid fill">
            <a:extLst>
              <a:ext uri="{FF2B5EF4-FFF2-40B4-BE49-F238E27FC236}">
                <a16:creationId xmlns:a16="http://schemas.microsoft.com/office/drawing/2014/main" id="{DC07931B-B94D-4E0B-AE00-6E9B9ED70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429099"/>
            <a:ext cx="914400" cy="9144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B1C5A60-284E-4C7F-ACCB-D03BB70CDC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448" y="5949614"/>
            <a:ext cx="1519582" cy="58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3611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FieldCore_2017">
  <a:themeElements>
    <a:clrScheme name="Custom 1">
      <a:dk1>
        <a:srgbClr val="63666A"/>
      </a:dk1>
      <a:lt1>
        <a:srgbClr val="FFFFFF"/>
      </a:lt1>
      <a:dk2>
        <a:srgbClr val="13294B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3 Montserrat_FieldCore Template_R6" id="{A0A66B9B-FB8F-47E7-80AD-4F376B801242}" vid="{107EFE21-410D-475B-B591-622379B5E832}"/>
    </a:ext>
  </a:extLst>
</a:theme>
</file>

<file path=ppt/theme/theme2.xml><?xml version="1.0" encoding="utf-8"?>
<a:theme xmlns:a="http://schemas.openxmlformats.org/drawingml/2006/main" name="1_FieldCore_2017">
  <a:themeElements>
    <a:clrScheme name="Custom 1">
      <a:dk1>
        <a:srgbClr val="63666A"/>
      </a:dk1>
      <a:lt1>
        <a:srgbClr val="FFFFFF"/>
      </a:lt1>
      <a:dk2>
        <a:srgbClr val="13294B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3 Montserrat_FieldCore Template_R6" id="{A0A66B9B-FB8F-47E7-80AD-4F376B801242}" vid="{107EFE21-410D-475B-B591-622379B5E832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Bluhm, Joyce (FieldCore)</DisplayName>
        <AccountId>72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Key Tool</Nomenclature>
    <LastReviewDate xmlns="cc7fbaa3-8214-4644-99f1-d2e5a6ae9914" xsi:nil="true"/>
    <RevisionNumber xmlns="cc7fbaa3-8214-4644-99f1-d2e5a6ae9914" xsi:nil="true"/>
  </documentManagement>
</p:properties>
</file>

<file path=customXml/itemProps1.xml><?xml version="1.0" encoding="utf-8"?>
<ds:datastoreItem xmlns:ds="http://schemas.openxmlformats.org/officeDocument/2006/customXml" ds:itemID="{0ACF6336-C6B1-438A-9EBF-E05F65D03D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BCAD61-26FA-43F2-BD07-BE38CA9A02D9}"/>
</file>

<file path=customXml/itemProps3.xml><?xml version="1.0" encoding="utf-8"?>
<ds:datastoreItem xmlns:ds="http://schemas.openxmlformats.org/officeDocument/2006/customXml" ds:itemID="{23437A54-72A5-4156-AB59-7F8081ED2DEA}">
  <ds:schemaRefs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42054fea-1c7a-4775-a5bc-42c69eb541e4"/>
    <ds:schemaRef ds:uri="http://purl.org/dc/dcmitype/"/>
    <ds:schemaRef ds:uri="http://schemas.microsoft.com/office/infopath/2007/PartnerControls"/>
    <ds:schemaRef ds:uri="d6057043-4bab-4082-934f-7693f7fd0ead"/>
    <ds:schemaRef ds:uri="http://schemas.microsoft.com/office/2006/documentManagement/typ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405</TotalTime>
  <Words>42</Words>
  <Application>Microsoft Office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Montserrat Light</vt:lpstr>
      <vt:lpstr>Calibri Light</vt:lpstr>
      <vt:lpstr>GE Inspira Sans</vt:lpstr>
      <vt:lpstr>Gotham Rounded Book</vt:lpstr>
      <vt:lpstr>Montserrat Black</vt:lpstr>
      <vt:lpstr>Calibri</vt:lpstr>
      <vt:lpstr>Montserrat</vt:lpstr>
      <vt:lpstr>Gotham</vt:lpstr>
      <vt:lpstr>Gotham Rounded</vt:lpstr>
      <vt:lpstr>Montserrat SemiBold</vt:lpstr>
      <vt:lpstr>Arial</vt:lpstr>
      <vt:lpstr>FieldCore_2017</vt:lpstr>
      <vt:lpstr>1_FieldCore_2017</vt:lpstr>
      <vt:lpstr>1_Office Theme</vt:lpstr>
      <vt:lpstr>Learning Moment…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Bluhm, Joyce (FieldCore)</dc:creator>
  <dc:description>Version 1.08
Job 1437
August 25, 2016</dc:description>
  <cp:lastModifiedBy>Bluhm, Joyce (FieldCore)</cp:lastModifiedBy>
  <cp:revision>42</cp:revision>
  <dcterms:created xsi:type="dcterms:W3CDTF">2020-06-05T14:47:33Z</dcterms:created>
  <dcterms:modified xsi:type="dcterms:W3CDTF">2021-09-23T18:12:31Z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