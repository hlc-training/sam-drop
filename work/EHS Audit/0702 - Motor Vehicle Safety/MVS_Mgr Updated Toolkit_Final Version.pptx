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2"/>
  </p:notesMasterIdLst>
  <p:sldIdLst>
    <p:sldId id="342" r:id="rId5"/>
    <p:sldId id="320" r:id="rId6"/>
    <p:sldId id="269" r:id="rId7"/>
    <p:sldId id="455" r:id="rId8"/>
    <p:sldId id="337" r:id="rId9"/>
    <p:sldId id="321" r:id="rId10"/>
    <p:sldId id="343" r:id="rId11"/>
    <p:sldId id="338" r:id="rId12"/>
    <p:sldId id="339" r:id="rId13"/>
    <p:sldId id="344" r:id="rId14"/>
    <p:sldId id="453" r:id="rId15"/>
    <p:sldId id="332" r:id="rId16"/>
    <p:sldId id="340" r:id="rId17"/>
    <p:sldId id="281" r:id="rId18"/>
    <p:sldId id="324" r:id="rId19"/>
    <p:sldId id="331" r:id="rId20"/>
    <p:sldId id="341" r:id="rId21"/>
    <p:sldId id="282" r:id="rId22"/>
    <p:sldId id="325" r:id="rId23"/>
    <p:sldId id="336" r:id="rId24"/>
    <p:sldId id="323" r:id="rId25"/>
    <p:sldId id="326" r:id="rId26"/>
    <p:sldId id="283" r:id="rId27"/>
    <p:sldId id="457" r:id="rId28"/>
    <p:sldId id="458" r:id="rId29"/>
    <p:sldId id="459" r:id="rId30"/>
    <p:sldId id="452" r:id="rId31"/>
  </p:sldIdLst>
  <p:sldSz cx="12192000" cy="6858000"/>
  <p:notesSz cx="6938963"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0EC0"/>
    <a:srgbClr val="000000"/>
    <a:srgbClr val="64604A"/>
    <a:srgbClr val="A6A6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3" autoAdjust="0"/>
    <p:restoredTop sz="94291" autoAdjust="0"/>
  </p:normalViewPr>
  <p:slideViewPr>
    <p:cSldViewPr snapToGrid="0">
      <p:cViewPr varScale="1">
        <p:scale>
          <a:sx n="72" d="100"/>
          <a:sy n="72" d="100"/>
        </p:scale>
        <p:origin x="618" y="7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6" d="100"/>
          <a:sy n="86" d="100"/>
        </p:scale>
        <p:origin x="384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right, Keith (FieldCore)" userId="S::605013927@ge.com::35f68339-670e-4fe4-a565-c6a7591818b1" providerId="AD" clId="Web-{7D0D78BD-5013-351D-BFB4-B06B255CAED5}"/>
    <pc:docChg chg="modSld">
      <pc:chgData name="Wright, Keith (FieldCore)" userId="S::605013927@ge.com::35f68339-670e-4fe4-a565-c6a7591818b1" providerId="AD" clId="Web-{7D0D78BD-5013-351D-BFB4-B06B255CAED5}" dt="2019-05-29T14:08:13.663" v="0" actId="14100"/>
      <pc:docMkLst>
        <pc:docMk/>
      </pc:docMkLst>
      <pc:sldChg chg="modSp">
        <pc:chgData name="Wright, Keith (FieldCore)" userId="S::605013927@ge.com::35f68339-670e-4fe4-a565-c6a7591818b1" providerId="AD" clId="Web-{7D0D78BD-5013-351D-BFB4-B06B255CAED5}" dt="2019-05-29T14:08:13.663" v="0" actId="14100"/>
        <pc:sldMkLst>
          <pc:docMk/>
          <pc:sldMk cId="572521327" sldId="340"/>
        </pc:sldMkLst>
        <pc:spChg chg="mod">
          <ac:chgData name="Wright, Keith (FieldCore)" userId="S::605013927@ge.com::35f68339-670e-4fe4-a565-c6a7591818b1" providerId="AD" clId="Web-{7D0D78BD-5013-351D-BFB4-B06B255CAED5}" dt="2019-05-29T14:08:13.663" v="0" actId="14100"/>
          <ac:spMkLst>
            <pc:docMk/>
            <pc:sldMk cId="572521327" sldId="340"/>
            <ac:spMk id="12" creationId="{ACC43B7E-0FEC-4ACA-B038-5E9948792FE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oleObject" Target="file:///C:\Users\605014294\Documents\Programs\Motor%20Vehicles\table_02_17q418%20(1)%20from%20buerue%20of%20transportion%20staticss%20for%20chart.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MVAs by Country</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BC13-41CE-ACE1-8825E757A5CF}"/>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BC13-41CE-ACE1-8825E757A5CF}"/>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BC13-41CE-ACE1-8825E757A5CF}"/>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BC13-41CE-ACE1-8825E757A5CF}"/>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BC13-41CE-ACE1-8825E757A5CF}"/>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BC13-41CE-ACE1-8825E757A5CF}"/>
              </c:ext>
            </c:extLst>
          </c:dPt>
          <c:dPt>
            <c:idx val="6"/>
            <c:bubble3D val="0"/>
            <c:spPr>
              <a:gradFill>
                <a:gsLst>
                  <a:gs pos="100000">
                    <a:schemeClr val="accent1">
                      <a:lumMod val="60000"/>
                      <a:lumMod val="60000"/>
                      <a:lumOff val="40000"/>
                    </a:schemeClr>
                  </a:gs>
                  <a:gs pos="0">
                    <a:schemeClr val="accent1">
                      <a:lumMod val="60000"/>
                    </a:schemeClr>
                  </a:gs>
                </a:gsLst>
                <a:lin ang="5400000" scaled="0"/>
              </a:gradFill>
              <a:ln w="19050">
                <a:solidFill>
                  <a:schemeClr val="lt1"/>
                </a:solidFill>
              </a:ln>
              <a:effectLst/>
            </c:spPr>
            <c:extLst>
              <c:ext xmlns:c16="http://schemas.microsoft.com/office/drawing/2014/chart" uri="{C3380CC4-5D6E-409C-BE32-E72D297353CC}">
                <c16:uniqueId val="{0000000D-BC13-41CE-ACE1-8825E757A5CF}"/>
              </c:ext>
            </c:extLst>
          </c:dPt>
          <c:dPt>
            <c:idx val="7"/>
            <c:bubble3D val="0"/>
            <c:spPr>
              <a:gradFill>
                <a:gsLst>
                  <a:gs pos="100000">
                    <a:schemeClr val="accent2">
                      <a:lumMod val="60000"/>
                      <a:lumMod val="60000"/>
                      <a:lumOff val="40000"/>
                    </a:schemeClr>
                  </a:gs>
                  <a:gs pos="0">
                    <a:schemeClr val="accent2">
                      <a:lumMod val="60000"/>
                    </a:schemeClr>
                  </a:gs>
                </a:gsLst>
                <a:lin ang="5400000" scaled="0"/>
              </a:gradFill>
              <a:ln w="19050">
                <a:solidFill>
                  <a:schemeClr val="lt1"/>
                </a:solidFill>
              </a:ln>
              <a:effectLst/>
            </c:spPr>
            <c:extLst>
              <c:ext xmlns:c16="http://schemas.microsoft.com/office/drawing/2014/chart" uri="{C3380CC4-5D6E-409C-BE32-E72D297353CC}">
                <c16:uniqueId val="{0000000F-BC13-41CE-ACE1-8825E757A5CF}"/>
              </c:ext>
            </c:extLst>
          </c:dPt>
          <c:dPt>
            <c:idx val="8"/>
            <c:bubble3D val="0"/>
            <c:spPr>
              <a:gradFill>
                <a:gsLst>
                  <a:gs pos="100000">
                    <a:schemeClr val="accent3">
                      <a:lumMod val="60000"/>
                      <a:lumMod val="60000"/>
                      <a:lumOff val="40000"/>
                    </a:schemeClr>
                  </a:gs>
                  <a:gs pos="0">
                    <a:schemeClr val="accent3">
                      <a:lumMod val="60000"/>
                    </a:schemeClr>
                  </a:gs>
                </a:gsLst>
                <a:lin ang="5400000" scaled="0"/>
              </a:gradFill>
              <a:ln w="19050">
                <a:solidFill>
                  <a:schemeClr val="lt1"/>
                </a:solidFill>
              </a:ln>
              <a:effectLst/>
            </c:spPr>
            <c:extLst>
              <c:ext xmlns:c16="http://schemas.microsoft.com/office/drawing/2014/chart" uri="{C3380CC4-5D6E-409C-BE32-E72D297353CC}">
                <c16:uniqueId val="{00000011-BC13-41CE-ACE1-8825E757A5CF}"/>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Sheet1!$B$3:$B$11</c:f>
              <c:strCache>
                <c:ptCount val="9"/>
                <c:pt idx="0">
                  <c:v>USA </c:v>
                </c:pt>
                <c:pt idx="1">
                  <c:v>Australia </c:v>
                </c:pt>
                <c:pt idx="2">
                  <c:v>Brazil </c:v>
                </c:pt>
                <c:pt idx="3">
                  <c:v>Italy </c:v>
                </c:pt>
                <c:pt idx="4">
                  <c:v>United Kingdom </c:v>
                </c:pt>
                <c:pt idx="5">
                  <c:v>UAE </c:v>
                </c:pt>
                <c:pt idx="6">
                  <c:v>Egypt </c:v>
                </c:pt>
                <c:pt idx="7">
                  <c:v>Netherlands </c:v>
                </c:pt>
                <c:pt idx="8">
                  <c:v>Hong Kong </c:v>
                </c:pt>
              </c:strCache>
            </c:strRef>
          </c:cat>
          <c:val>
            <c:numRef>
              <c:f>Sheet1!$C$3:$C$11</c:f>
              <c:numCache>
                <c:formatCode>General</c:formatCode>
                <c:ptCount val="9"/>
                <c:pt idx="0">
                  <c:v>17</c:v>
                </c:pt>
                <c:pt idx="1">
                  <c:v>12</c:v>
                </c:pt>
                <c:pt idx="2">
                  <c:v>8</c:v>
                </c:pt>
                <c:pt idx="3">
                  <c:v>5</c:v>
                </c:pt>
                <c:pt idx="4">
                  <c:v>5</c:v>
                </c:pt>
                <c:pt idx="5">
                  <c:v>4</c:v>
                </c:pt>
                <c:pt idx="6">
                  <c:v>3</c:v>
                </c:pt>
                <c:pt idx="7">
                  <c:v>3</c:v>
                </c:pt>
                <c:pt idx="8">
                  <c:v>2</c:v>
                </c:pt>
              </c:numCache>
            </c:numRef>
          </c:val>
          <c:extLst>
            <c:ext xmlns:c16="http://schemas.microsoft.com/office/drawing/2014/chart" uri="{C3380CC4-5D6E-409C-BE32-E72D297353CC}">
              <c16:uniqueId val="{00000012-BC13-41CE-ACE1-8825E757A5CF}"/>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dk1">
          <a:lumMod val="15000"/>
          <a:lumOff val="85000"/>
        </a:schemeClr>
      </a:solidFill>
      <a:round/>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MVAs by Region</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F90B-49E0-8C5C-2543BA362CAE}"/>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F90B-49E0-8C5C-2543BA362CAE}"/>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F90B-49E0-8C5C-2543BA362CAE}"/>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F90B-49E0-8C5C-2543BA362CAE}"/>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F90B-49E0-8C5C-2543BA362CAE}"/>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dk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Sheet1!$B$27:$B$31</c:f>
              <c:strCache>
                <c:ptCount val="5"/>
                <c:pt idx="0">
                  <c:v>AIM</c:v>
                </c:pt>
                <c:pt idx="1">
                  <c:v>APAC</c:v>
                </c:pt>
                <c:pt idx="2">
                  <c:v>Europe</c:v>
                </c:pt>
                <c:pt idx="3">
                  <c:v>LATAM</c:v>
                </c:pt>
                <c:pt idx="4">
                  <c:v>NAM</c:v>
                </c:pt>
              </c:strCache>
            </c:strRef>
          </c:cat>
          <c:val>
            <c:numRef>
              <c:f>Sheet1!$C$27:$C$31</c:f>
              <c:numCache>
                <c:formatCode>General</c:formatCode>
                <c:ptCount val="5"/>
                <c:pt idx="0">
                  <c:v>9</c:v>
                </c:pt>
                <c:pt idx="1">
                  <c:v>16</c:v>
                </c:pt>
                <c:pt idx="2">
                  <c:v>18</c:v>
                </c:pt>
                <c:pt idx="3">
                  <c:v>9</c:v>
                </c:pt>
                <c:pt idx="4">
                  <c:v>17</c:v>
                </c:pt>
              </c:numCache>
            </c:numRef>
          </c:val>
          <c:extLst>
            <c:ext xmlns:c16="http://schemas.microsoft.com/office/drawing/2014/chart" uri="{C3380CC4-5D6E-409C-BE32-E72D297353CC}">
              <c16:uniqueId val="{0000000A-F90B-49E0-8C5C-2543BA362CAE}"/>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dk1">
          <a:lumMod val="15000"/>
          <a:lumOff val="85000"/>
        </a:schemeClr>
      </a:solidFill>
      <a:round/>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MVAs by Service Line</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1D66-44AD-8995-7094E8295D78}"/>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1D66-44AD-8995-7094E8295D78}"/>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1D66-44AD-8995-7094E8295D78}"/>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1D66-44AD-8995-7094E8295D78}"/>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1D66-44AD-8995-7094E8295D78}"/>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1D66-44AD-8995-7094E8295D78}"/>
              </c:ext>
            </c:extLst>
          </c:dPt>
          <c:dPt>
            <c:idx val="6"/>
            <c:bubble3D val="0"/>
            <c:spPr>
              <a:gradFill>
                <a:gsLst>
                  <a:gs pos="100000">
                    <a:schemeClr val="accent1">
                      <a:lumMod val="60000"/>
                      <a:lumMod val="60000"/>
                      <a:lumOff val="40000"/>
                    </a:schemeClr>
                  </a:gs>
                  <a:gs pos="0">
                    <a:schemeClr val="accent1">
                      <a:lumMod val="60000"/>
                    </a:schemeClr>
                  </a:gs>
                </a:gsLst>
                <a:lin ang="5400000" scaled="0"/>
              </a:gradFill>
              <a:ln w="19050">
                <a:solidFill>
                  <a:schemeClr val="lt1"/>
                </a:solidFill>
              </a:ln>
              <a:effectLst/>
            </c:spPr>
            <c:extLst>
              <c:ext xmlns:c16="http://schemas.microsoft.com/office/drawing/2014/chart" uri="{C3380CC4-5D6E-409C-BE32-E72D297353CC}">
                <c16:uniqueId val="{0000000D-1D66-44AD-8995-7094E8295D78}"/>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Sheet1!$B$15:$B$21</c:f>
              <c:strCache>
                <c:ptCount val="7"/>
                <c:pt idx="0">
                  <c:v>PS (Rotating) </c:v>
                </c:pt>
                <c:pt idx="1">
                  <c:v>Wind</c:v>
                </c:pt>
                <c:pt idx="2">
                  <c:v>Jenbacher</c:v>
                </c:pt>
                <c:pt idx="3">
                  <c:v>Steam/Boiler</c:v>
                </c:pt>
                <c:pt idx="4">
                  <c:v>Aero</c:v>
                </c:pt>
                <c:pt idx="5">
                  <c:v>Region Staff</c:v>
                </c:pt>
                <c:pt idx="6">
                  <c:v>Tool Centers</c:v>
                </c:pt>
              </c:strCache>
            </c:strRef>
          </c:cat>
          <c:val>
            <c:numRef>
              <c:f>Sheet1!$C$15:$C$21</c:f>
              <c:numCache>
                <c:formatCode>General</c:formatCode>
                <c:ptCount val="7"/>
                <c:pt idx="0">
                  <c:v>26</c:v>
                </c:pt>
                <c:pt idx="1">
                  <c:v>25</c:v>
                </c:pt>
                <c:pt idx="2">
                  <c:v>10</c:v>
                </c:pt>
                <c:pt idx="3">
                  <c:v>3</c:v>
                </c:pt>
                <c:pt idx="4">
                  <c:v>2</c:v>
                </c:pt>
                <c:pt idx="5">
                  <c:v>2</c:v>
                </c:pt>
                <c:pt idx="6">
                  <c:v>1</c:v>
                </c:pt>
              </c:numCache>
            </c:numRef>
          </c:val>
          <c:extLst>
            <c:ext xmlns:c16="http://schemas.microsoft.com/office/drawing/2014/chart" uri="{C3380CC4-5D6E-409C-BE32-E72D297353CC}">
              <c16:uniqueId val="{0000000E-1D66-44AD-8995-7094E8295D78}"/>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dk1">
          <a:lumMod val="15000"/>
          <a:lumOff val="85000"/>
        </a:schemeClr>
      </a:solidFill>
      <a:round/>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MVAs by Weather Condition</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0FD5-46D1-9790-67D11D0DDC50}"/>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0FD5-46D1-9790-67D11D0DDC50}"/>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0FD5-46D1-9790-67D11D0DDC50}"/>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0FD5-46D1-9790-67D11D0DDC50}"/>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0FD5-46D1-9790-67D11D0DDC50}"/>
              </c:ext>
            </c:extLst>
          </c:dPt>
          <c:dLbls>
            <c:dLbl>
              <c:idx val="3"/>
              <c:tx>
                <c:rich>
                  <a:bodyPr/>
                  <a:lstStyle/>
                  <a:p>
                    <a:fld id="{FA4C8AC7-B3B5-4950-BB05-073C03FDC9C9}" type="PERCENTAGE">
                      <a:rPr lang="en-US" baseline="0"/>
                      <a:pPr/>
                      <a:t>[PERCENTAGE]</a:t>
                    </a:fld>
                    <a:endParaRPr lang="en-US"/>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0FD5-46D1-9790-67D11D0DDC50}"/>
                </c:ext>
              </c:extLst>
            </c:dLbl>
            <c:dLbl>
              <c:idx val="4"/>
              <c:tx>
                <c:rich>
                  <a:bodyPr/>
                  <a:lstStyle/>
                  <a:p>
                    <a:fld id="{77992EB7-060C-46A7-AE94-D6060129677C}" type="PERCENTAGE">
                      <a:rPr lang="en-US" baseline="0"/>
                      <a:pPr/>
                      <a:t>[PERCENTAGE]</a:t>
                    </a:fld>
                    <a:endParaRPr lang="en-US"/>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0FD5-46D1-9790-67D11D0DDC50}"/>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dk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Sheet1!$B$39:$B$43</c:f>
              <c:strCache>
                <c:ptCount val="5"/>
                <c:pt idx="0">
                  <c:v>Clear  </c:v>
                </c:pt>
                <c:pt idx="1">
                  <c:v>Overcast  </c:v>
                </c:pt>
                <c:pt idx="2">
                  <c:v>Raining  </c:v>
                </c:pt>
                <c:pt idx="3">
                  <c:v>Windy  </c:v>
                </c:pt>
                <c:pt idx="4">
                  <c:v>Snow/Sleet  </c:v>
                </c:pt>
              </c:strCache>
            </c:strRef>
          </c:cat>
          <c:val>
            <c:numRef>
              <c:f>Sheet1!$C$39:$C$43</c:f>
              <c:numCache>
                <c:formatCode>General</c:formatCode>
                <c:ptCount val="5"/>
                <c:pt idx="0">
                  <c:v>52</c:v>
                </c:pt>
                <c:pt idx="1">
                  <c:v>9</c:v>
                </c:pt>
                <c:pt idx="2">
                  <c:v>3</c:v>
                </c:pt>
                <c:pt idx="3">
                  <c:v>2</c:v>
                </c:pt>
                <c:pt idx="4">
                  <c:v>1</c:v>
                </c:pt>
              </c:numCache>
            </c:numRef>
          </c:val>
          <c:extLst>
            <c:ext xmlns:c16="http://schemas.microsoft.com/office/drawing/2014/chart" uri="{C3380CC4-5D6E-409C-BE32-E72D297353CC}">
              <c16:uniqueId val="{0000000A-0FD5-46D1-9790-67D11D0DDC50}"/>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dk1">
          <a:lumMod val="15000"/>
          <a:lumOff val="85000"/>
        </a:schemeClr>
      </a:solidFill>
      <a:round/>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MVAs by Road Condition</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lotArea>
      <c:layout>
        <c:manualLayout>
          <c:layoutTarget val="inner"/>
          <c:xMode val="edge"/>
          <c:yMode val="edge"/>
          <c:x val="0.10464927613435213"/>
          <c:y val="0.14538458814427391"/>
          <c:w val="0.55987148540893261"/>
          <c:h val="0.75698690519848666"/>
        </c:manualLayout>
      </c:layout>
      <c:pieChart>
        <c:varyColors val="1"/>
        <c:ser>
          <c:idx val="0"/>
          <c:order val="0"/>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B76D-4A50-9FE5-B814EFDD9EC1}"/>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B76D-4A50-9FE5-B814EFDD9EC1}"/>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B76D-4A50-9FE5-B814EFDD9EC1}"/>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B76D-4A50-9FE5-B814EFDD9EC1}"/>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B76D-4A50-9FE5-B814EFDD9EC1}"/>
              </c:ext>
            </c:extLst>
          </c:dPt>
          <c:dLbls>
            <c:dLbl>
              <c:idx val="0"/>
              <c:layout>
                <c:manualLayout>
                  <c:x val="-7.1502055900517725E-2"/>
                  <c:y val="-0.3531680032363372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B76D-4A50-9FE5-B814EFDD9EC1}"/>
                </c:ext>
              </c:extLst>
            </c:dLbl>
            <c:dLbl>
              <c:idx val="2"/>
              <c:tx>
                <c:rich>
                  <a:bodyPr/>
                  <a:lstStyle/>
                  <a:p>
                    <a:fld id="{F05EDA08-E655-46B1-9BD7-ED0657F9E010}" type="PERCENTAGE">
                      <a:rPr lang="en-US" baseline="0"/>
                      <a:pPr/>
                      <a:t>[PERCENTAGE]</a:t>
                    </a:fld>
                    <a:endParaRPr lang="en-US"/>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B76D-4A50-9FE5-B814EFDD9EC1}"/>
                </c:ext>
              </c:extLst>
            </c:dLbl>
            <c:dLbl>
              <c:idx val="3"/>
              <c:tx>
                <c:rich>
                  <a:bodyPr/>
                  <a:lstStyle/>
                  <a:p>
                    <a:fld id="{8D7C1384-7C5F-4C7E-BE14-C67B6015D7FA}" type="PERCENTAGE">
                      <a:rPr lang="en-US" baseline="0"/>
                      <a:pPr/>
                      <a:t>[PERCENTAGE]</a:t>
                    </a:fld>
                    <a:endParaRPr lang="en-US"/>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B76D-4A50-9FE5-B814EFDD9EC1}"/>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dk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Sheet1!$B$49:$B$53</c:f>
              <c:strCache>
                <c:ptCount val="5"/>
                <c:pt idx="0">
                  <c:v>Dry  </c:v>
                </c:pt>
                <c:pt idx="1">
                  <c:v>Icy  </c:v>
                </c:pt>
                <c:pt idx="2">
                  <c:v>Slick (Oil etc)  </c:v>
                </c:pt>
                <c:pt idx="3">
                  <c:v>Under Construction  </c:v>
                </c:pt>
                <c:pt idx="4">
                  <c:v>Wet  </c:v>
                </c:pt>
              </c:strCache>
            </c:strRef>
          </c:cat>
          <c:val>
            <c:numRef>
              <c:f>Sheet1!$C$49:$C$53</c:f>
              <c:numCache>
                <c:formatCode>General</c:formatCode>
                <c:ptCount val="5"/>
                <c:pt idx="0">
                  <c:v>56</c:v>
                </c:pt>
                <c:pt idx="1">
                  <c:v>2</c:v>
                </c:pt>
                <c:pt idx="2">
                  <c:v>1</c:v>
                </c:pt>
                <c:pt idx="3">
                  <c:v>3</c:v>
                </c:pt>
                <c:pt idx="4">
                  <c:v>7</c:v>
                </c:pt>
              </c:numCache>
            </c:numRef>
          </c:val>
          <c:extLst>
            <c:ext xmlns:c16="http://schemas.microsoft.com/office/drawing/2014/chart" uri="{C3380CC4-5D6E-409C-BE32-E72D297353CC}">
              <c16:uniqueId val="{0000000A-B76D-4A50-9FE5-B814EFDD9EC1}"/>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dk1">
          <a:lumMod val="15000"/>
          <a:lumOff val="85000"/>
        </a:schemeClr>
      </a:solidFill>
      <a:round/>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MV Accident</a:t>
            </a:r>
            <a:r>
              <a:rPr lang="en-US" baseline="0" dirty="0"/>
              <a:t> Rate per MM in US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990827475650564E-2"/>
          <c:y val="0.17656254157464812"/>
          <c:w val="0.90349959103968125"/>
          <c:h val="0.68675431711145996"/>
        </c:manualLayout>
      </c:layout>
      <c:lineChart>
        <c:grouping val="standard"/>
        <c:varyColors val="0"/>
        <c:ser>
          <c:idx val="0"/>
          <c:order val="0"/>
          <c:spPr>
            <a:ln w="28575" cap="rnd">
              <a:solidFill>
                <a:schemeClr val="accent1"/>
              </a:solidFill>
              <a:round/>
            </a:ln>
            <a:effectLst/>
          </c:spPr>
          <c:marker>
            <c:symbol val="none"/>
          </c:marker>
          <c:cat>
            <c:numRef>
              <c:f>'2-17'!$B$2:$R$2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formatCode="@">
                  <c:v>2013</c:v>
                </c:pt>
                <c:pt idx="14" formatCode="@">
                  <c:v>2014</c:v>
                </c:pt>
                <c:pt idx="15">
                  <c:v>2015</c:v>
                </c:pt>
                <c:pt idx="16">
                  <c:v>2016</c:v>
                </c:pt>
              </c:numCache>
            </c:numRef>
          </c:cat>
          <c:val>
            <c:numRef>
              <c:f>'2-17'!$B$3:$R$3</c:f>
              <c:numCache>
                <c:formatCode>#,##0</c:formatCode>
                <c:ptCount val="17"/>
                <c:pt idx="0">
                  <c:v>232.75568135278539</c:v>
                </c:pt>
                <c:pt idx="1">
                  <c:v>226.17471678810708</c:v>
                </c:pt>
                <c:pt idx="2">
                  <c:v>221.17633710008866</c:v>
                </c:pt>
                <c:pt idx="3">
                  <c:v>218.94363787405877</c:v>
                </c:pt>
                <c:pt idx="4">
                  <c:v>208.48124722577128</c:v>
                </c:pt>
                <c:pt idx="5">
                  <c:v>206.03760583121198</c:v>
                </c:pt>
                <c:pt idx="6">
                  <c:v>198.15785780847813</c:v>
                </c:pt>
                <c:pt idx="7">
                  <c:v>198.73842178676952</c:v>
                </c:pt>
                <c:pt idx="8">
                  <c:v>195.22228583100849</c:v>
                </c:pt>
                <c:pt idx="9">
                  <c:v>186.18936107176631</c:v>
                </c:pt>
                <c:pt idx="10">
                  <c:v>182.64102375722297</c:v>
                </c:pt>
                <c:pt idx="11">
                  <c:v>180.91870192604262</c:v>
                </c:pt>
                <c:pt idx="12">
                  <c:v>189.09485413545278</c:v>
                </c:pt>
                <c:pt idx="13">
                  <c:v>190.30648531784757</c:v>
                </c:pt>
                <c:pt idx="14">
                  <c:v>200.42875156236059</c:v>
                </c:pt>
                <c:pt idx="15">
                  <c:v>203.40471433127618</c:v>
                </c:pt>
                <c:pt idx="16">
                  <c:v>229.23449338958491</c:v>
                </c:pt>
              </c:numCache>
            </c:numRef>
          </c:val>
          <c:smooth val="0"/>
          <c:extLst>
            <c:ext xmlns:c16="http://schemas.microsoft.com/office/drawing/2014/chart" uri="{C3380CC4-5D6E-409C-BE32-E72D297353CC}">
              <c16:uniqueId val="{00000000-C249-43DC-81C0-7E8CE017D3FB}"/>
            </c:ext>
          </c:extLst>
        </c:ser>
        <c:dLbls>
          <c:showLegendKey val="0"/>
          <c:showVal val="0"/>
          <c:showCatName val="0"/>
          <c:showSerName val="0"/>
          <c:showPercent val="0"/>
          <c:showBubbleSize val="0"/>
        </c:dLbls>
        <c:smooth val="0"/>
        <c:axId val="623756096"/>
        <c:axId val="623751832"/>
      </c:lineChart>
      <c:catAx>
        <c:axId val="623756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3751832"/>
        <c:crosses val="autoZero"/>
        <c:auto val="1"/>
        <c:lblAlgn val="ctr"/>
        <c:lblOffset val="100"/>
        <c:noMultiLvlLbl val="0"/>
      </c:catAx>
      <c:valAx>
        <c:axId val="623751832"/>
        <c:scaling>
          <c:orientation val="minMax"/>
          <c:max val="235"/>
          <c:min val="17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37560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3.xml.rels><?xml version="1.0" encoding="UTF-8" standalone="yes"?>
<Relationships xmlns="http://schemas.openxmlformats.org/package/2006/relationships"><Relationship Id="rId3" Type="http://schemas.openxmlformats.org/officeDocument/2006/relationships/image" Target="../media/image30.png"/><Relationship Id="rId2" Type="http://schemas.microsoft.com/office/2007/relationships/hdphoto" Target="../media/hdphoto4.wdp"/><Relationship Id="rId1" Type="http://schemas.openxmlformats.org/officeDocument/2006/relationships/image" Target="../media/image29.png"/><Relationship Id="rId6" Type="http://schemas.openxmlformats.org/officeDocument/2006/relationships/image" Target="../media/image32.png"/><Relationship Id="rId5" Type="http://schemas.microsoft.com/office/2007/relationships/hdphoto" Target="../media/hdphoto5.wdp"/><Relationship Id="rId4" Type="http://schemas.openxmlformats.org/officeDocument/2006/relationships/image" Target="../media/image31.png"/></Relationships>
</file>

<file path=ppt/diagrams/_rels/drawing3.xml.rels><?xml version="1.0" encoding="UTF-8" standalone="yes"?>
<Relationships xmlns="http://schemas.openxmlformats.org/package/2006/relationships"><Relationship Id="rId3" Type="http://schemas.openxmlformats.org/officeDocument/2006/relationships/image" Target="../media/image30.png"/><Relationship Id="rId2" Type="http://schemas.microsoft.com/office/2007/relationships/hdphoto" Target="../media/hdphoto4.wdp"/><Relationship Id="rId1" Type="http://schemas.openxmlformats.org/officeDocument/2006/relationships/image" Target="../media/image29.png"/><Relationship Id="rId6" Type="http://schemas.openxmlformats.org/officeDocument/2006/relationships/image" Target="../media/image32.png"/><Relationship Id="rId5" Type="http://schemas.microsoft.com/office/2007/relationships/hdphoto" Target="../media/hdphoto5.wdp"/><Relationship Id="rId4" Type="http://schemas.openxmlformats.org/officeDocument/2006/relationships/image" Target="../media/image31.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ED0947-F5A3-4C78-B1CF-AFB829685BBE}" type="doc">
      <dgm:prSet loTypeId="urn:microsoft.com/office/officeart/2005/8/layout/cycle8" loCatId="cycle" qsTypeId="urn:microsoft.com/office/officeart/2005/8/quickstyle/simple1" qsCatId="simple" csTypeId="urn:microsoft.com/office/officeart/2005/8/colors/colorful1" csCatId="colorful" phldr="1"/>
      <dgm:spPr/>
    </dgm:pt>
    <dgm:pt modelId="{5EBEFAB7-3B27-4883-8927-F71BDE9D4E0F}">
      <dgm:prSet phldrT="[Text]"/>
      <dgm:spPr/>
      <dgm:t>
        <a:bodyPr/>
        <a:lstStyle/>
        <a:p>
          <a:r>
            <a:rPr lang="en-US" dirty="0"/>
            <a:t>Vehicle</a:t>
          </a:r>
        </a:p>
      </dgm:t>
    </dgm:pt>
    <dgm:pt modelId="{DFC1B21E-BF85-4113-A7DD-FB1E8B3FEB6B}" type="parTrans" cxnId="{AF63ECF1-F240-41EC-9156-B80743368A9F}">
      <dgm:prSet/>
      <dgm:spPr/>
      <dgm:t>
        <a:bodyPr/>
        <a:lstStyle/>
        <a:p>
          <a:endParaRPr lang="en-US"/>
        </a:p>
      </dgm:t>
    </dgm:pt>
    <dgm:pt modelId="{56DC9E6A-F05F-4ED4-9CB6-1FDBFD7E19E5}" type="sibTrans" cxnId="{AF63ECF1-F240-41EC-9156-B80743368A9F}">
      <dgm:prSet/>
      <dgm:spPr/>
      <dgm:t>
        <a:bodyPr/>
        <a:lstStyle/>
        <a:p>
          <a:endParaRPr lang="en-US"/>
        </a:p>
      </dgm:t>
    </dgm:pt>
    <dgm:pt modelId="{3F4ACDCB-F9C4-4F07-BE8D-DA9B48AFDB3F}">
      <dgm:prSet phldrT="[Text]"/>
      <dgm:spPr/>
      <dgm:t>
        <a:bodyPr/>
        <a:lstStyle/>
        <a:p>
          <a:r>
            <a:rPr lang="en-US" dirty="0"/>
            <a:t>Journey</a:t>
          </a:r>
        </a:p>
      </dgm:t>
    </dgm:pt>
    <dgm:pt modelId="{79A59689-D4CF-4AB8-848B-FA4662158183}" type="parTrans" cxnId="{0E9B2C57-0D6C-47DD-A8D4-5315AB8ECA02}">
      <dgm:prSet/>
      <dgm:spPr/>
      <dgm:t>
        <a:bodyPr/>
        <a:lstStyle/>
        <a:p>
          <a:endParaRPr lang="en-US"/>
        </a:p>
      </dgm:t>
    </dgm:pt>
    <dgm:pt modelId="{900391DA-59F0-45A6-91C7-EBDAFFF98F55}" type="sibTrans" cxnId="{0E9B2C57-0D6C-47DD-A8D4-5315AB8ECA02}">
      <dgm:prSet/>
      <dgm:spPr/>
      <dgm:t>
        <a:bodyPr/>
        <a:lstStyle/>
        <a:p>
          <a:endParaRPr lang="en-US"/>
        </a:p>
      </dgm:t>
    </dgm:pt>
    <dgm:pt modelId="{946BD2B0-D19C-4969-8463-B0292240244E}">
      <dgm:prSet phldrT="[Text]"/>
      <dgm:spPr>
        <a:solidFill>
          <a:schemeClr val="accent1"/>
        </a:solidFill>
      </dgm:spPr>
      <dgm:t>
        <a:bodyPr/>
        <a:lstStyle/>
        <a:p>
          <a:r>
            <a:rPr lang="en-US" dirty="0"/>
            <a:t>Driver</a:t>
          </a:r>
        </a:p>
      </dgm:t>
    </dgm:pt>
    <dgm:pt modelId="{CC4FFBAF-34D4-4112-B723-968FAD4E8CCC}" type="parTrans" cxnId="{1C0D1050-0938-46E1-BB5F-424BFEBEDFF5}">
      <dgm:prSet/>
      <dgm:spPr/>
      <dgm:t>
        <a:bodyPr/>
        <a:lstStyle/>
        <a:p>
          <a:endParaRPr lang="en-US"/>
        </a:p>
      </dgm:t>
    </dgm:pt>
    <dgm:pt modelId="{285FCB9F-3E45-471F-BE5E-4A7F799F4357}" type="sibTrans" cxnId="{1C0D1050-0938-46E1-BB5F-424BFEBEDFF5}">
      <dgm:prSet/>
      <dgm:spPr/>
      <dgm:t>
        <a:bodyPr/>
        <a:lstStyle/>
        <a:p>
          <a:endParaRPr lang="en-US"/>
        </a:p>
      </dgm:t>
    </dgm:pt>
    <dgm:pt modelId="{D4856712-905D-49EE-A2D2-8D5F11571269}" type="pres">
      <dgm:prSet presAssocID="{27ED0947-F5A3-4C78-B1CF-AFB829685BBE}" presName="compositeShape" presStyleCnt="0">
        <dgm:presLayoutVars>
          <dgm:chMax val="7"/>
          <dgm:dir/>
          <dgm:resizeHandles val="exact"/>
        </dgm:presLayoutVars>
      </dgm:prSet>
      <dgm:spPr/>
    </dgm:pt>
    <dgm:pt modelId="{4C702869-149B-4501-92DC-C59F97E656FC}" type="pres">
      <dgm:prSet presAssocID="{27ED0947-F5A3-4C78-B1CF-AFB829685BBE}" presName="wedge1" presStyleLbl="node1" presStyleIdx="0" presStyleCnt="3"/>
      <dgm:spPr/>
    </dgm:pt>
    <dgm:pt modelId="{F589F585-CD6D-4DCE-A092-9DAAC8A58EF6}" type="pres">
      <dgm:prSet presAssocID="{27ED0947-F5A3-4C78-B1CF-AFB829685BBE}" presName="dummy1a" presStyleCnt="0"/>
      <dgm:spPr/>
    </dgm:pt>
    <dgm:pt modelId="{24752EAD-A0AF-4CDC-896E-70AA70CC4EA8}" type="pres">
      <dgm:prSet presAssocID="{27ED0947-F5A3-4C78-B1CF-AFB829685BBE}" presName="dummy1b" presStyleCnt="0"/>
      <dgm:spPr/>
    </dgm:pt>
    <dgm:pt modelId="{7BD4AB67-8218-45FB-BE39-07E67D50AA19}" type="pres">
      <dgm:prSet presAssocID="{27ED0947-F5A3-4C78-B1CF-AFB829685BBE}" presName="wedge1Tx" presStyleLbl="node1" presStyleIdx="0" presStyleCnt="3">
        <dgm:presLayoutVars>
          <dgm:chMax val="0"/>
          <dgm:chPref val="0"/>
          <dgm:bulletEnabled val="1"/>
        </dgm:presLayoutVars>
      </dgm:prSet>
      <dgm:spPr/>
    </dgm:pt>
    <dgm:pt modelId="{FCE2FD8A-4437-4360-9E16-7B1A74ADF5C1}" type="pres">
      <dgm:prSet presAssocID="{27ED0947-F5A3-4C78-B1CF-AFB829685BBE}" presName="wedge2" presStyleLbl="node1" presStyleIdx="1" presStyleCnt="3"/>
      <dgm:spPr/>
    </dgm:pt>
    <dgm:pt modelId="{1A83259E-5448-4C64-BFB0-AB55649680E5}" type="pres">
      <dgm:prSet presAssocID="{27ED0947-F5A3-4C78-B1CF-AFB829685BBE}" presName="dummy2a" presStyleCnt="0"/>
      <dgm:spPr/>
    </dgm:pt>
    <dgm:pt modelId="{F1401AF1-38C0-474B-9EA4-D1FE10241412}" type="pres">
      <dgm:prSet presAssocID="{27ED0947-F5A3-4C78-B1CF-AFB829685BBE}" presName="dummy2b" presStyleCnt="0"/>
      <dgm:spPr/>
    </dgm:pt>
    <dgm:pt modelId="{BCA1DBCD-220D-4A51-9E3D-A3ED3C02A782}" type="pres">
      <dgm:prSet presAssocID="{27ED0947-F5A3-4C78-B1CF-AFB829685BBE}" presName="wedge2Tx" presStyleLbl="node1" presStyleIdx="1" presStyleCnt="3">
        <dgm:presLayoutVars>
          <dgm:chMax val="0"/>
          <dgm:chPref val="0"/>
          <dgm:bulletEnabled val="1"/>
        </dgm:presLayoutVars>
      </dgm:prSet>
      <dgm:spPr/>
    </dgm:pt>
    <dgm:pt modelId="{4BB9A639-3A03-4BC6-9E59-C2998F7275F9}" type="pres">
      <dgm:prSet presAssocID="{27ED0947-F5A3-4C78-B1CF-AFB829685BBE}" presName="wedge3" presStyleLbl="node1" presStyleIdx="2" presStyleCnt="3"/>
      <dgm:spPr/>
    </dgm:pt>
    <dgm:pt modelId="{BEB663B1-31D5-46EE-BF5D-1F70C910DABE}" type="pres">
      <dgm:prSet presAssocID="{27ED0947-F5A3-4C78-B1CF-AFB829685BBE}" presName="dummy3a" presStyleCnt="0"/>
      <dgm:spPr/>
    </dgm:pt>
    <dgm:pt modelId="{F0F0DA02-2950-4756-B885-D36FEE222208}" type="pres">
      <dgm:prSet presAssocID="{27ED0947-F5A3-4C78-B1CF-AFB829685BBE}" presName="dummy3b" presStyleCnt="0"/>
      <dgm:spPr/>
    </dgm:pt>
    <dgm:pt modelId="{75879CF6-618E-4E09-AB8F-11F8408F2119}" type="pres">
      <dgm:prSet presAssocID="{27ED0947-F5A3-4C78-B1CF-AFB829685BBE}" presName="wedge3Tx" presStyleLbl="node1" presStyleIdx="2" presStyleCnt="3">
        <dgm:presLayoutVars>
          <dgm:chMax val="0"/>
          <dgm:chPref val="0"/>
          <dgm:bulletEnabled val="1"/>
        </dgm:presLayoutVars>
      </dgm:prSet>
      <dgm:spPr/>
    </dgm:pt>
    <dgm:pt modelId="{C6C140B4-C8AA-420E-9D49-683E4126F7FC}" type="pres">
      <dgm:prSet presAssocID="{56DC9E6A-F05F-4ED4-9CB6-1FDBFD7E19E5}" presName="arrowWedge1" presStyleLbl="fgSibTrans2D1" presStyleIdx="0" presStyleCnt="3"/>
      <dgm:spPr/>
    </dgm:pt>
    <dgm:pt modelId="{665A739C-9C86-4C02-92FF-F9C33655BF61}" type="pres">
      <dgm:prSet presAssocID="{900391DA-59F0-45A6-91C7-EBDAFFF98F55}" presName="arrowWedge2" presStyleLbl="fgSibTrans2D1" presStyleIdx="1" presStyleCnt="3"/>
      <dgm:spPr/>
    </dgm:pt>
    <dgm:pt modelId="{4E60BA92-49B0-48A9-831B-788ADADC09B8}" type="pres">
      <dgm:prSet presAssocID="{285FCB9F-3E45-471F-BE5E-4A7F799F4357}" presName="arrowWedge3" presStyleLbl="fgSibTrans2D1" presStyleIdx="2" presStyleCnt="3" custLinFactNeighborX="3122" custLinFactNeighborY="-2668"/>
      <dgm:spPr>
        <a:solidFill>
          <a:schemeClr val="accent1"/>
        </a:solidFill>
        <a:ln>
          <a:solidFill>
            <a:schemeClr val="accent1"/>
          </a:solidFill>
        </a:ln>
      </dgm:spPr>
    </dgm:pt>
  </dgm:ptLst>
  <dgm:cxnLst>
    <dgm:cxn modelId="{36121F15-ED2B-4979-9999-C559BB32A418}" type="presOf" srcId="{5EBEFAB7-3B27-4883-8927-F71BDE9D4E0F}" destId="{7BD4AB67-8218-45FB-BE39-07E67D50AA19}" srcOrd="1" destOrd="0" presId="urn:microsoft.com/office/officeart/2005/8/layout/cycle8"/>
    <dgm:cxn modelId="{BD00A429-28BE-4C4E-98B1-62D2B9540B46}" type="presOf" srcId="{946BD2B0-D19C-4969-8463-B0292240244E}" destId="{4BB9A639-3A03-4BC6-9E59-C2998F7275F9}" srcOrd="0" destOrd="0" presId="urn:microsoft.com/office/officeart/2005/8/layout/cycle8"/>
    <dgm:cxn modelId="{871F683E-23E1-4B8E-9EF4-EDB2ED8E6D5B}" type="presOf" srcId="{5EBEFAB7-3B27-4883-8927-F71BDE9D4E0F}" destId="{4C702869-149B-4501-92DC-C59F97E656FC}" srcOrd="0" destOrd="0" presId="urn:microsoft.com/office/officeart/2005/8/layout/cycle8"/>
    <dgm:cxn modelId="{F459134B-9DC2-4DCE-A1F4-B3EF1128B77B}" type="presOf" srcId="{946BD2B0-D19C-4969-8463-B0292240244E}" destId="{75879CF6-618E-4E09-AB8F-11F8408F2119}" srcOrd="1" destOrd="0" presId="urn:microsoft.com/office/officeart/2005/8/layout/cycle8"/>
    <dgm:cxn modelId="{1C0D1050-0938-46E1-BB5F-424BFEBEDFF5}" srcId="{27ED0947-F5A3-4C78-B1CF-AFB829685BBE}" destId="{946BD2B0-D19C-4969-8463-B0292240244E}" srcOrd="2" destOrd="0" parTransId="{CC4FFBAF-34D4-4112-B723-968FAD4E8CCC}" sibTransId="{285FCB9F-3E45-471F-BE5E-4A7F799F4357}"/>
    <dgm:cxn modelId="{720A7B50-1C1E-47E5-A11F-CFDD8E05EC87}" type="presOf" srcId="{27ED0947-F5A3-4C78-B1CF-AFB829685BBE}" destId="{D4856712-905D-49EE-A2D2-8D5F11571269}" srcOrd="0" destOrd="0" presId="urn:microsoft.com/office/officeart/2005/8/layout/cycle8"/>
    <dgm:cxn modelId="{0E9B2C57-0D6C-47DD-A8D4-5315AB8ECA02}" srcId="{27ED0947-F5A3-4C78-B1CF-AFB829685BBE}" destId="{3F4ACDCB-F9C4-4F07-BE8D-DA9B48AFDB3F}" srcOrd="1" destOrd="0" parTransId="{79A59689-D4CF-4AB8-848B-FA4662158183}" sibTransId="{900391DA-59F0-45A6-91C7-EBDAFFF98F55}"/>
    <dgm:cxn modelId="{E69D41B1-CF28-47EF-8F83-D1FC9F285A72}" type="presOf" srcId="{3F4ACDCB-F9C4-4F07-BE8D-DA9B48AFDB3F}" destId="{FCE2FD8A-4437-4360-9E16-7B1A74ADF5C1}" srcOrd="0" destOrd="0" presId="urn:microsoft.com/office/officeart/2005/8/layout/cycle8"/>
    <dgm:cxn modelId="{6BCF19D1-A6BA-4500-A03F-C3B624FB865A}" type="presOf" srcId="{3F4ACDCB-F9C4-4F07-BE8D-DA9B48AFDB3F}" destId="{BCA1DBCD-220D-4A51-9E3D-A3ED3C02A782}" srcOrd="1" destOrd="0" presId="urn:microsoft.com/office/officeart/2005/8/layout/cycle8"/>
    <dgm:cxn modelId="{AF63ECF1-F240-41EC-9156-B80743368A9F}" srcId="{27ED0947-F5A3-4C78-B1CF-AFB829685BBE}" destId="{5EBEFAB7-3B27-4883-8927-F71BDE9D4E0F}" srcOrd="0" destOrd="0" parTransId="{DFC1B21E-BF85-4113-A7DD-FB1E8B3FEB6B}" sibTransId="{56DC9E6A-F05F-4ED4-9CB6-1FDBFD7E19E5}"/>
    <dgm:cxn modelId="{9AC7482D-0700-43EB-9147-855B37225C02}" type="presParOf" srcId="{D4856712-905D-49EE-A2D2-8D5F11571269}" destId="{4C702869-149B-4501-92DC-C59F97E656FC}" srcOrd="0" destOrd="0" presId="urn:microsoft.com/office/officeart/2005/8/layout/cycle8"/>
    <dgm:cxn modelId="{5375E951-79BB-4D88-A395-B1DF021A24DE}" type="presParOf" srcId="{D4856712-905D-49EE-A2D2-8D5F11571269}" destId="{F589F585-CD6D-4DCE-A092-9DAAC8A58EF6}" srcOrd="1" destOrd="0" presId="urn:microsoft.com/office/officeart/2005/8/layout/cycle8"/>
    <dgm:cxn modelId="{48F37B7A-6BB8-4A78-A500-9B14CCB8E4C3}" type="presParOf" srcId="{D4856712-905D-49EE-A2D2-8D5F11571269}" destId="{24752EAD-A0AF-4CDC-896E-70AA70CC4EA8}" srcOrd="2" destOrd="0" presId="urn:microsoft.com/office/officeart/2005/8/layout/cycle8"/>
    <dgm:cxn modelId="{DC1B7933-C99F-4F92-A96E-6DBB3C62E0E6}" type="presParOf" srcId="{D4856712-905D-49EE-A2D2-8D5F11571269}" destId="{7BD4AB67-8218-45FB-BE39-07E67D50AA19}" srcOrd="3" destOrd="0" presId="urn:microsoft.com/office/officeart/2005/8/layout/cycle8"/>
    <dgm:cxn modelId="{F6A1D8AF-A185-4718-9C70-953D747975D5}" type="presParOf" srcId="{D4856712-905D-49EE-A2D2-8D5F11571269}" destId="{FCE2FD8A-4437-4360-9E16-7B1A74ADF5C1}" srcOrd="4" destOrd="0" presId="urn:microsoft.com/office/officeart/2005/8/layout/cycle8"/>
    <dgm:cxn modelId="{DCBB70FF-46D8-486D-934E-E40524AB2A89}" type="presParOf" srcId="{D4856712-905D-49EE-A2D2-8D5F11571269}" destId="{1A83259E-5448-4C64-BFB0-AB55649680E5}" srcOrd="5" destOrd="0" presId="urn:microsoft.com/office/officeart/2005/8/layout/cycle8"/>
    <dgm:cxn modelId="{17B979E9-B6E9-4E49-B5D6-651B83A5D2A6}" type="presParOf" srcId="{D4856712-905D-49EE-A2D2-8D5F11571269}" destId="{F1401AF1-38C0-474B-9EA4-D1FE10241412}" srcOrd="6" destOrd="0" presId="urn:microsoft.com/office/officeart/2005/8/layout/cycle8"/>
    <dgm:cxn modelId="{F5D59D49-E08D-4C40-B313-0336745FCEAD}" type="presParOf" srcId="{D4856712-905D-49EE-A2D2-8D5F11571269}" destId="{BCA1DBCD-220D-4A51-9E3D-A3ED3C02A782}" srcOrd="7" destOrd="0" presId="urn:microsoft.com/office/officeart/2005/8/layout/cycle8"/>
    <dgm:cxn modelId="{0C173672-4722-43E0-98F4-AAC44A3F8B10}" type="presParOf" srcId="{D4856712-905D-49EE-A2D2-8D5F11571269}" destId="{4BB9A639-3A03-4BC6-9E59-C2998F7275F9}" srcOrd="8" destOrd="0" presId="urn:microsoft.com/office/officeart/2005/8/layout/cycle8"/>
    <dgm:cxn modelId="{173D2665-A184-4C98-9079-E36240A7DFBF}" type="presParOf" srcId="{D4856712-905D-49EE-A2D2-8D5F11571269}" destId="{BEB663B1-31D5-46EE-BF5D-1F70C910DABE}" srcOrd="9" destOrd="0" presId="urn:microsoft.com/office/officeart/2005/8/layout/cycle8"/>
    <dgm:cxn modelId="{67A76F50-3DAD-4FD9-B2EA-743DE0E8CB53}" type="presParOf" srcId="{D4856712-905D-49EE-A2D2-8D5F11571269}" destId="{F0F0DA02-2950-4756-B885-D36FEE222208}" srcOrd="10" destOrd="0" presId="urn:microsoft.com/office/officeart/2005/8/layout/cycle8"/>
    <dgm:cxn modelId="{B60FF760-CDDB-43B2-8ED3-B00F74BD2EE0}" type="presParOf" srcId="{D4856712-905D-49EE-A2D2-8D5F11571269}" destId="{75879CF6-618E-4E09-AB8F-11F8408F2119}" srcOrd="11" destOrd="0" presId="urn:microsoft.com/office/officeart/2005/8/layout/cycle8"/>
    <dgm:cxn modelId="{5B61E5D5-DFB6-4C7B-894E-B31C49083D2A}" type="presParOf" srcId="{D4856712-905D-49EE-A2D2-8D5F11571269}" destId="{C6C140B4-C8AA-420E-9D49-683E4126F7FC}" srcOrd="12" destOrd="0" presId="urn:microsoft.com/office/officeart/2005/8/layout/cycle8"/>
    <dgm:cxn modelId="{47CF192B-DB75-42FF-A8E9-C8635D2A8890}" type="presParOf" srcId="{D4856712-905D-49EE-A2D2-8D5F11571269}" destId="{665A739C-9C86-4C02-92FF-F9C33655BF61}" srcOrd="13" destOrd="0" presId="urn:microsoft.com/office/officeart/2005/8/layout/cycle8"/>
    <dgm:cxn modelId="{08D664EF-08E4-4626-8FD9-F92C4B703277}" type="presParOf" srcId="{D4856712-905D-49EE-A2D2-8D5F11571269}" destId="{4E60BA92-49B0-48A9-831B-788ADADC09B8}"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297D664D-7769-4542-965D-155F12FA7D30}" type="doc">
      <dgm:prSet loTypeId="urn:microsoft.com/office/officeart/2008/layout/IncreasingCircleProcess" loCatId="list" qsTypeId="urn:microsoft.com/office/officeart/2005/8/quickstyle/simple1" qsCatId="simple" csTypeId="urn:microsoft.com/office/officeart/2005/8/colors/accent1_2" csCatId="accent1" phldr="1"/>
      <dgm:spPr/>
      <dgm:t>
        <a:bodyPr/>
        <a:lstStyle/>
        <a:p>
          <a:endParaRPr lang="en-US"/>
        </a:p>
      </dgm:t>
    </dgm:pt>
    <dgm:pt modelId="{42C8D716-7703-4D3A-8FA8-08F0F63F143A}">
      <dgm:prSet phldrT="[Text]"/>
      <dgm:spPr/>
      <dgm:t>
        <a:bodyPr/>
        <a:lstStyle/>
        <a:p>
          <a:r>
            <a:rPr lang="en-US" dirty="0">
              <a:solidFill>
                <a:schemeClr val="tx1"/>
              </a:solidFill>
              <a:latin typeface="Gotham Rounded Medium" panose="02000000000000000000" pitchFamily="50" charset="0"/>
            </a:rPr>
            <a:t>PLAN</a:t>
          </a:r>
        </a:p>
      </dgm:t>
    </dgm:pt>
    <dgm:pt modelId="{370C505F-C886-4843-B42A-EF9BEFE33EBC}" type="parTrans" cxnId="{DB350BCC-442A-4EF4-85D5-E4FF0AFC303C}">
      <dgm:prSet/>
      <dgm:spPr/>
      <dgm:t>
        <a:bodyPr/>
        <a:lstStyle/>
        <a:p>
          <a:endParaRPr lang="en-US"/>
        </a:p>
      </dgm:t>
    </dgm:pt>
    <dgm:pt modelId="{5D167798-BEA5-4E96-ADD4-36F9D1B35F66}" type="sibTrans" cxnId="{DB350BCC-442A-4EF4-85D5-E4FF0AFC303C}">
      <dgm:prSet/>
      <dgm:spPr/>
      <dgm:t>
        <a:bodyPr/>
        <a:lstStyle/>
        <a:p>
          <a:endParaRPr lang="en-US"/>
        </a:p>
      </dgm:t>
    </dgm:pt>
    <dgm:pt modelId="{19105857-9A2E-433B-94C1-CE43A15D3720}">
      <dgm:prSet phldrT="[Text]"/>
      <dgm:spPr/>
      <dgm:t>
        <a:bodyPr/>
        <a:lstStyle/>
        <a:p>
          <a:r>
            <a:rPr lang="en-US" dirty="0">
              <a:solidFill>
                <a:schemeClr val="tx1"/>
              </a:solidFill>
              <a:latin typeface="+mj-lt"/>
            </a:rPr>
            <a:t>PREPARE</a:t>
          </a:r>
        </a:p>
      </dgm:t>
    </dgm:pt>
    <dgm:pt modelId="{342A1A6A-F097-4B1D-9245-DB87EF52325E}" type="parTrans" cxnId="{D46E274E-8C0F-462E-AE89-958070A114C8}">
      <dgm:prSet/>
      <dgm:spPr/>
      <dgm:t>
        <a:bodyPr/>
        <a:lstStyle/>
        <a:p>
          <a:endParaRPr lang="en-US"/>
        </a:p>
      </dgm:t>
    </dgm:pt>
    <dgm:pt modelId="{CFD61610-8CDE-432F-8215-BCB644C337B3}" type="sibTrans" cxnId="{D46E274E-8C0F-462E-AE89-958070A114C8}">
      <dgm:prSet/>
      <dgm:spPr/>
      <dgm:t>
        <a:bodyPr/>
        <a:lstStyle/>
        <a:p>
          <a:endParaRPr lang="en-US"/>
        </a:p>
      </dgm:t>
    </dgm:pt>
    <dgm:pt modelId="{C959B329-E59A-448B-8399-6F1FB427F9A8}">
      <dgm:prSet phldrT="[Text]"/>
      <dgm:spPr/>
      <dgm:t>
        <a:bodyPr/>
        <a:lstStyle/>
        <a:p>
          <a:r>
            <a:rPr lang="en-US" dirty="0">
              <a:latin typeface="+mj-lt"/>
            </a:rPr>
            <a:t>DRIVE</a:t>
          </a:r>
        </a:p>
      </dgm:t>
    </dgm:pt>
    <dgm:pt modelId="{74ECFC48-46C9-45A3-BEB2-38E0054A75A3}" type="parTrans" cxnId="{12C21A2B-5B95-4B8E-9DA1-1781B457412A}">
      <dgm:prSet/>
      <dgm:spPr/>
      <dgm:t>
        <a:bodyPr/>
        <a:lstStyle/>
        <a:p>
          <a:endParaRPr lang="en-US"/>
        </a:p>
      </dgm:t>
    </dgm:pt>
    <dgm:pt modelId="{18F849F3-BE34-4822-8ED1-D518D2E1F801}" type="sibTrans" cxnId="{12C21A2B-5B95-4B8E-9DA1-1781B457412A}">
      <dgm:prSet/>
      <dgm:spPr/>
      <dgm:t>
        <a:bodyPr/>
        <a:lstStyle/>
        <a:p>
          <a:endParaRPr lang="en-US"/>
        </a:p>
      </dgm:t>
    </dgm:pt>
    <dgm:pt modelId="{683AB567-B896-4F61-A0BB-9D6B0235D155}" type="pres">
      <dgm:prSet presAssocID="{297D664D-7769-4542-965D-155F12FA7D30}" presName="Name0" presStyleCnt="0">
        <dgm:presLayoutVars>
          <dgm:chMax val="7"/>
          <dgm:chPref val="7"/>
          <dgm:dir/>
          <dgm:animOne val="branch"/>
          <dgm:animLvl val="lvl"/>
        </dgm:presLayoutVars>
      </dgm:prSet>
      <dgm:spPr/>
    </dgm:pt>
    <dgm:pt modelId="{F556DFF0-B3C4-4887-A426-26D3F63985F0}" type="pres">
      <dgm:prSet presAssocID="{42C8D716-7703-4D3A-8FA8-08F0F63F143A}" presName="composite" presStyleCnt="0"/>
      <dgm:spPr/>
    </dgm:pt>
    <dgm:pt modelId="{88450122-8F8E-4B3A-BA40-9406714CF9E4}" type="pres">
      <dgm:prSet presAssocID="{42C8D716-7703-4D3A-8FA8-08F0F63F143A}" presName="BackAccent" presStyleLbl="bgShp" presStyleIdx="0" presStyleCnt="3"/>
      <dgm:spPr>
        <a:solidFill>
          <a:schemeClr val="tx2"/>
        </a:solidFill>
      </dgm:spPr>
    </dgm:pt>
    <dgm:pt modelId="{D16B55AF-B64E-4CBB-9965-27F7DCEFC7F3}" type="pres">
      <dgm:prSet presAssocID="{42C8D716-7703-4D3A-8FA8-08F0F63F143A}" presName="Accent" presStyleLbl="alignNode1" presStyleIdx="0" presStyleCnt="3"/>
      <dgm:spPr/>
    </dgm:pt>
    <dgm:pt modelId="{7FE40900-A112-45E3-B0FD-865D2045B684}" type="pres">
      <dgm:prSet presAssocID="{42C8D716-7703-4D3A-8FA8-08F0F63F143A}" presName="Child" presStyleLbl="revTx" presStyleIdx="0" presStyleCnt="3">
        <dgm:presLayoutVars>
          <dgm:chMax val="0"/>
          <dgm:chPref val="0"/>
          <dgm:bulletEnabled val="1"/>
        </dgm:presLayoutVars>
      </dgm:prSet>
      <dgm:spPr/>
    </dgm:pt>
    <dgm:pt modelId="{87547969-3D7D-4970-84E4-757B98920A02}" type="pres">
      <dgm:prSet presAssocID="{42C8D716-7703-4D3A-8FA8-08F0F63F143A}" presName="Parent" presStyleLbl="revTx" presStyleIdx="0" presStyleCnt="3">
        <dgm:presLayoutVars>
          <dgm:chMax val="1"/>
          <dgm:chPref val="1"/>
          <dgm:bulletEnabled val="1"/>
        </dgm:presLayoutVars>
      </dgm:prSet>
      <dgm:spPr/>
    </dgm:pt>
    <dgm:pt modelId="{F02113CC-A5D2-4C40-98F8-E1D7FBEE5567}" type="pres">
      <dgm:prSet presAssocID="{5D167798-BEA5-4E96-ADD4-36F9D1B35F66}" presName="sibTrans" presStyleCnt="0"/>
      <dgm:spPr/>
    </dgm:pt>
    <dgm:pt modelId="{C424BE55-0352-4E93-906A-182659B87A73}" type="pres">
      <dgm:prSet presAssocID="{19105857-9A2E-433B-94C1-CE43A15D3720}" presName="composite" presStyleCnt="0"/>
      <dgm:spPr/>
    </dgm:pt>
    <dgm:pt modelId="{1EF9A1E0-0E73-484F-AC98-5956C5105BF4}" type="pres">
      <dgm:prSet presAssocID="{19105857-9A2E-433B-94C1-CE43A15D3720}" presName="BackAccent" presStyleLbl="bgShp" presStyleIdx="1" presStyleCnt="3"/>
      <dgm:spPr>
        <a:solidFill>
          <a:schemeClr val="tx2"/>
        </a:solidFill>
      </dgm:spPr>
    </dgm:pt>
    <dgm:pt modelId="{55B7F7A3-37F2-4CF8-A29F-9DB46718A718}" type="pres">
      <dgm:prSet presAssocID="{19105857-9A2E-433B-94C1-CE43A15D3720}" presName="Accent" presStyleLbl="alignNode1" presStyleIdx="1" presStyleCnt="3"/>
      <dgm:spPr/>
    </dgm:pt>
    <dgm:pt modelId="{F5663574-48CF-409D-9C7D-FD0932CA7488}" type="pres">
      <dgm:prSet presAssocID="{19105857-9A2E-433B-94C1-CE43A15D3720}" presName="Child" presStyleLbl="revTx" presStyleIdx="0" presStyleCnt="3">
        <dgm:presLayoutVars>
          <dgm:chMax val="0"/>
          <dgm:chPref val="0"/>
          <dgm:bulletEnabled val="1"/>
        </dgm:presLayoutVars>
      </dgm:prSet>
      <dgm:spPr/>
    </dgm:pt>
    <dgm:pt modelId="{758BB6B7-4E20-4583-8547-F3C4F213C92E}" type="pres">
      <dgm:prSet presAssocID="{19105857-9A2E-433B-94C1-CE43A15D3720}" presName="Parent" presStyleLbl="revTx" presStyleIdx="1" presStyleCnt="3">
        <dgm:presLayoutVars>
          <dgm:chMax val="1"/>
          <dgm:chPref val="1"/>
          <dgm:bulletEnabled val="1"/>
        </dgm:presLayoutVars>
      </dgm:prSet>
      <dgm:spPr/>
    </dgm:pt>
    <dgm:pt modelId="{D3712A21-D862-47FB-9F6F-DBB26C670789}" type="pres">
      <dgm:prSet presAssocID="{CFD61610-8CDE-432F-8215-BCB644C337B3}" presName="sibTrans" presStyleCnt="0"/>
      <dgm:spPr/>
    </dgm:pt>
    <dgm:pt modelId="{8E49258E-E878-4420-839B-38187B5DB763}" type="pres">
      <dgm:prSet presAssocID="{C959B329-E59A-448B-8399-6F1FB427F9A8}" presName="composite" presStyleCnt="0"/>
      <dgm:spPr/>
    </dgm:pt>
    <dgm:pt modelId="{CC6D53A2-0D3D-4781-AD34-81E30881286C}" type="pres">
      <dgm:prSet presAssocID="{C959B329-E59A-448B-8399-6F1FB427F9A8}" presName="BackAccent" presStyleLbl="bgShp" presStyleIdx="2" presStyleCnt="3"/>
      <dgm:spPr>
        <a:solidFill>
          <a:schemeClr val="tx2"/>
        </a:solidFill>
      </dgm:spPr>
    </dgm:pt>
    <dgm:pt modelId="{5969FC40-52FD-4076-A84C-3B7D78617422}" type="pres">
      <dgm:prSet presAssocID="{C959B329-E59A-448B-8399-6F1FB427F9A8}" presName="Accent" presStyleLbl="alignNode1" presStyleIdx="2" presStyleCnt="3"/>
      <dgm:spPr/>
    </dgm:pt>
    <dgm:pt modelId="{D0AD38E5-E963-4D0F-8429-EEC16BAB47E0}" type="pres">
      <dgm:prSet presAssocID="{C959B329-E59A-448B-8399-6F1FB427F9A8}" presName="Child" presStyleLbl="revTx" presStyleIdx="1" presStyleCnt="3">
        <dgm:presLayoutVars>
          <dgm:chMax val="0"/>
          <dgm:chPref val="0"/>
          <dgm:bulletEnabled val="1"/>
        </dgm:presLayoutVars>
      </dgm:prSet>
      <dgm:spPr/>
    </dgm:pt>
    <dgm:pt modelId="{0F265B89-BF9C-4D9D-8C0D-0065792DBAC1}" type="pres">
      <dgm:prSet presAssocID="{C959B329-E59A-448B-8399-6F1FB427F9A8}" presName="Parent" presStyleLbl="revTx" presStyleIdx="2" presStyleCnt="3">
        <dgm:presLayoutVars>
          <dgm:chMax val="1"/>
          <dgm:chPref val="1"/>
          <dgm:bulletEnabled val="1"/>
        </dgm:presLayoutVars>
      </dgm:prSet>
      <dgm:spPr/>
    </dgm:pt>
  </dgm:ptLst>
  <dgm:cxnLst>
    <dgm:cxn modelId="{8BBF7508-AF31-46EE-ACD3-F491D989B598}" type="presOf" srcId="{19105857-9A2E-433B-94C1-CE43A15D3720}" destId="{758BB6B7-4E20-4583-8547-F3C4F213C92E}" srcOrd="0" destOrd="0" presId="urn:microsoft.com/office/officeart/2008/layout/IncreasingCircleProcess"/>
    <dgm:cxn modelId="{12C21A2B-5B95-4B8E-9DA1-1781B457412A}" srcId="{297D664D-7769-4542-965D-155F12FA7D30}" destId="{C959B329-E59A-448B-8399-6F1FB427F9A8}" srcOrd="2" destOrd="0" parTransId="{74ECFC48-46C9-45A3-BEB2-38E0054A75A3}" sibTransId="{18F849F3-BE34-4822-8ED1-D518D2E1F801}"/>
    <dgm:cxn modelId="{D46E274E-8C0F-462E-AE89-958070A114C8}" srcId="{297D664D-7769-4542-965D-155F12FA7D30}" destId="{19105857-9A2E-433B-94C1-CE43A15D3720}" srcOrd="1" destOrd="0" parTransId="{342A1A6A-F097-4B1D-9245-DB87EF52325E}" sibTransId="{CFD61610-8CDE-432F-8215-BCB644C337B3}"/>
    <dgm:cxn modelId="{5E046494-524B-4869-BCBA-F99F7416E40B}" type="presOf" srcId="{42C8D716-7703-4D3A-8FA8-08F0F63F143A}" destId="{87547969-3D7D-4970-84E4-757B98920A02}" srcOrd="0" destOrd="0" presId="urn:microsoft.com/office/officeart/2008/layout/IncreasingCircleProcess"/>
    <dgm:cxn modelId="{A3598AAE-581D-464D-8C57-426C81355FCA}" type="presOf" srcId="{297D664D-7769-4542-965D-155F12FA7D30}" destId="{683AB567-B896-4F61-A0BB-9D6B0235D155}" srcOrd="0" destOrd="0" presId="urn:microsoft.com/office/officeart/2008/layout/IncreasingCircleProcess"/>
    <dgm:cxn modelId="{DB350BCC-442A-4EF4-85D5-E4FF0AFC303C}" srcId="{297D664D-7769-4542-965D-155F12FA7D30}" destId="{42C8D716-7703-4D3A-8FA8-08F0F63F143A}" srcOrd="0" destOrd="0" parTransId="{370C505F-C886-4843-B42A-EF9BEFE33EBC}" sibTransId="{5D167798-BEA5-4E96-ADD4-36F9D1B35F66}"/>
    <dgm:cxn modelId="{05EC7BE2-0CA2-4F39-BAD0-BCB626BEE069}" type="presOf" srcId="{C959B329-E59A-448B-8399-6F1FB427F9A8}" destId="{0F265B89-BF9C-4D9D-8C0D-0065792DBAC1}" srcOrd="0" destOrd="0" presId="urn:microsoft.com/office/officeart/2008/layout/IncreasingCircleProcess"/>
    <dgm:cxn modelId="{4C26873D-650B-4DD1-AF7E-D38E8F176DA5}" type="presParOf" srcId="{683AB567-B896-4F61-A0BB-9D6B0235D155}" destId="{F556DFF0-B3C4-4887-A426-26D3F63985F0}" srcOrd="0" destOrd="0" presId="urn:microsoft.com/office/officeart/2008/layout/IncreasingCircleProcess"/>
    <dgm:cxn modelId="{5AAE2DE2-295B-4EC9-8D65-81BE93BDCB30}" type="presParOf" srcId="{F556DFF0-B3C4-4887-A426-26D3F63985F0}" destId="{88450122-8F8E-4B3A-BA40-9406714CF9E4}" srcOrd="0" destOrd="0" presId="urn:microsoft.com/office/officeart/2008/layout/IncreasingCircleProcess"/>
    <dgm:cxn modelId="{2647B593-7E6B-4198-8606-B02F436E30F7}" type="presParOf" srcId="{F556DFF0-B3C4-4887-A426-26D3F63985F0}" destId="{D16B55AF-B64E-4CBB-9965-27F7DCEFC7F3}" srcOrd="1" destOrd="0" presId="urn:microsoft.com/office/officeart/2008/layout/IncreasingCircleProcess"/>
    <dgm:cxn modelId="{445B2566-9CD8-4545-9F71-CA9DE22007AD}" type="presParOf" srcId="{F556DFF0-B3C4-4887-A426-26D3F63985F0}" destId="{7FE40900-A112-45E3-B0FD-865D2045B684}" srcOrd="2" destOrd="0" presId="urn:microsoft.com/office/officeart/2008/layout/IncreasingCircleProcess"/>
    <dgm:cxn modelId="{68CA4DBA-6DFB-46FE-891D-EC91CD14D717}" type="presParOf" srcId="{F556DFF0-B3C4-4887-A426-26D3F63985F0}" destId="{87547969-3D7D-4970-84E4-757B98920A02}" srcOrd="3" destOrd="0" presId="urn:microsoft.com/office/officeart/2008/layout/IncreasingCircleProcess"/>
    <dgm:cxn modelId="{CCD1F90A-78B4-4421-BBF2-B55DB4F10597}" type="presParOf" srcId="{683AB567-B896-4F61-A0BB-9D6B0235D155}" destId="{F02113CC-A5D2-4C40-98F8-E1D7FBEE5567}" srcOrd="1" destOrd="0" presId="urn:microsoft.com/office/officeart/2008/layout/IncreasingCircleProcess"/>
    <dgm:cxn modelId="{713AF5AE-8E60-4AD8-A4BF-6DFDEA37F7AA}" type="presParOf" srcId="{683AB567-B896-4F61-A0BB-9D6B0235D155}" destId="{C424BE55-0352-4E93-906A-182659B87A73}" srcOrd="2" destOrd="0" presId="urn:microsoft.com/office/officeart/2008/layout/IncreasingCircleProcess"/>
    <dgm:cxn modelId="{8DC35393-B1F6-4240-B06F-3CD57C7877AF}" type="presParOf" srcId="{C424BE55-0352-4E93-906A-182659B87A73}" destId="{1EF9A1E0-0E73-484F-AC98-5956C5105BF4}" srcOrd="0" destOrd="0" presId="urn:microsoft.com/office/officeart/2008/layout/IncreasingCircleProcess"/>
    <dgm:cxn modelId="{C94EE084-7F2E-4FE6-8806-289589FEC77A}" type="presParOf" srcId="{C424BE55-0352-4E93-906A-182659B87A73}" destId="{55B7F7A3-37F2-4CF8-A29F-9DB46718A718}" srcOrd="1" destOrd="0" presId="urn:microsoft.com/office/officeart/2008/layout/IncreasingCircleProcess"/>
    <dgm:cxn modelId="{875A37D4-A7E9-43D6-8176-84BCAB8EF87F}" type="presParOf" srcId="{C424BE55-0352-4E93-906A-182659B87A73}" destId="{F5663574-48CF-409D-9C7D-FD0932CA7488}" srcOrd="2" destOrd="0" presId="urn:microsoft.com/office/officeart/2008/layout/IncreasingCircleProcess"/>
    <dgm:cxn modelId="{23E44F60-24C9-4337-85A2-9816C11FF941}" type="presParOf" srcId="{C424BE55-0352-4E93-906A-182659B87A73}" destId="{758BB6B7-4E20-4583-8547-F3C4F213C92E}" srcOrd="3" destOrd="0" presId="urn:microsoft.com/office/officeart/2008/layout/IncreasingCircleProcess"/>
    <dgm:cxn modelId="{AA6F83F8-B43C-462D-8EDA-C62463F047EB}" type="presParOf" srcId="{683AB567-B896-4F61-A0BB-9D6B0235D155}" destId="{D3712A21-D862-47FB-9F6F-DBB26C670789}" srcOrd="3" destOrd="0" presId="urn:microsoft.com/office/officeart/2008/layout/IncreasingCircleProcess"/>
    <dgm:cxn modelId="{0AC8FDC2-7061-4C92-B892-73215EA4172F}" type="presParOf" srcId="{683AB567-B896-4F61-A0BB-9D6B0235D155}" destId="{8E49258E-E878-4420-839B-38187B5DB763}" srcOrd="4" destOrd="0" presId="urn:microsoft.com/office/officeart/2008/layout/IncreasingCircleProcess"/>
    <dgm:cxn modelId="{C71FD80C-19DB-4BD7-BF37-A047561BC174}" type="presParOf" srcId="{8E49258E-E878-4420-839B-38187B5DB763}" destId="{CC6D53A2-0D3D-4781-AD34-81E30881286C}" srcOrd="0" destOrd="0" presId="urn:microsoft.com/office/officeart/2008/layout/IncreasingCircleProcess"/>
    <dgm:cxn modelId="{5638628E-B439-465D-88CC-8D8A39AF2CEE}" type="presParOf" srcId="{8E49258E-E878-4420-839B-38187B5DB763}" destId="{5969FC40-52FD-4076-A84C-3B7D78617422}" srcOrd="1" destOrd="0" presId="urn:microsoft.com/office/officeart/2008/layout/IncreasingCircleProcess"/>
    <dgm:cxn modelId="{4B5D8B88-819A-4CB9-969A-D814C067B13E}" type="presParOf" srcId="{8E49258E-E878-4420-839B-38187B5DB763}" destId="{D0AD38E5-E963-4D0F-8429-EEC16BAB47E0}" srcOrd="2" destOrd="0" presId="urn:microsoft.com/office/officeart/2008/layout/IncreasingCircleProcess"/>
    <dgm:cxn modelId="{22F0FC68-43C5-42FD-B3FE-6286988CDA74}" type="presParOf" srcId="{8E49258E-E878-4420-839B-38187B5DB763}" destId="{0F265B89-BF9C-4D9D-8C0D-0065792DBAC1}"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236BAC-2EAF-46EB-B3A5-14DF1E39FE16}" type="doc">
      <dgm:prSet loTypeId="urn:microsoft.com/office/officeart/2005/8/layout/hList7" loCatId="list" qsTypeId="urn:microsoft.com/office/officeart/2005/8/quickstyle/simple1" qsCatId="simple" csTypeId="urn:microsoft.com/office/officeart/2005/8/colors/colorful1" csCatId="colorful" phldr="1"/>
      <dgm:spPr/>
    </dgm:pt>
    <dgm:pt modelId="{A14283B0-7E36-48CC-AC21-8D82D0D537C2}">
      <dgm:prSet phldrT="[Text]" custT="1"/>
      <dgm:spPr/>
      <dgm:t>
        <a:bodyPr/>
        <a:lstStyle/>
        <a:p>
          <a:r>
            <a:rPr lang="en-US" sz="1800" dirty="0"/>
            <a:t>Plan Route </a:t>
          </a:r>
        </a:p>
        <a:p>
          <a:r>
            <a:rPr lang="en-US" sz="1800" dirty="0"/>
            <a:t>Consider Time of Day </a:t>
          </a:r>
        </a:p>
        <a:p>
          <a:r>
            <a:rPr lang="en-US" sz="1800" dirty="0"/>
            <a:t>Work Schedule</a:t>
          </a:r>
        </a:p>
      </dgm:t>
    </dgm:pt>
    <dgm:pt modelId="{ED989D87-8D51-455F-8562-53D7742315F4}" type="parTrans" cxnId="{56F4C0AD-F889-4967-BE02-007372B0D529}">
      <dgm:prSet/>
      <dgm:spPr/>
      <dgm:t>
        <a:bodyPr/>
        <a:lstStyle/>
        <a:p>
          <a:endParaRPr lang="en-US"/>
        </a:p>
      </dgm:t>
    </dgm:pt>
    <dgm:pt modelId="{43243676-9697-43DD-A3DC-7D7913613D96}" type="sibTrans" cxnId="{56F4C0AD-F889-4967-BE02-007372B0D529}">
      <dgm:prSet/>
      <dgm:spPr/>
      <dgm:t>
        <a:bodyPr/>
        <a:lstStyle/>
        <a:p>
          <a:endParaRPr lang="en-US"/>
        </a:p>
      </dgm:t>
    </dgm:pt>
    <dgm:pt modelId="{25E0CAD9-51DE-4DD0-9684-D8B5EA2EE7EB}">
      <dgm:prSet phldrT="[Text]" custT="1"/>
      <dgm:spPr/>
      <dgm:t>
        <a:bodyPr/>
        <a:lstStyle/>
        <a:p>
          <a:r>
            <a:rPr lang="en-US" sz="1800" dirty="0"/>
            <a:t>Prepare Info</a:t>
          </a:r>
        </a:p>
        <a:p>
          <a:r>
            <a:rPr lang="en-US" sz="1800" dirty="0"/>
            <a:t>Share Travel Plans</a:t>
          </a:r>
        </a:p>
        <a:p>
          <a:r>
            <a:rPr lang="en-US" sz="1800" dirty="0"/>
            <a:t>Check in with Contact at Destination</a:t>
          </a:r>
        </a:p>
      </dgm:t>
    </dgm:pt>
    <dgm:pt modelId="{B533DCC5-7434-45F1-A7FC-FC8041C95390}" type="parTrans" cxnId="{811B37DD-8D9D-4F1B-924F-DC62FD5DB7C2}">
      <dgm:prSet/>
      <dgm:spPr/>
      <dgm:t>
        <a:bodyPr/>
        <a:lstStyle/>
        <a:p>
          <a:endParaRPr lang="en-US"/>
        </a:p>
      </dgm:t>
    </dgm:pt>
    <dgm:pt modelId="{2CF7A501-F9D7-4612-8782-1CB0C49EE706}" type="sibTrans" cxnId="{811B37DD-8D9D-4F1B-924F-DC62FD5DB7C2}">
      <dgm:prSet/>
      <dgm:spPr/>
      <dgm:t>
        <a:bodyPr/>
        <a:lstStyle/>
        <a:p>
          <a:endParaRPr lang="en-US"/>
        </a:p>
      </dgm:t>
    </dgm:pt>
    <dgm:pt modelId="{5193FA47-3541-40B9-885C-B3C853999100}">
      <dgm:prSet phldrT="[Text]" custT="1"/>
      <dgm:spPr/>
      <dgm:t>
        <a:bodyPr/>
        <a:lstStyle/>
        <a:p>
          <a:r>
            <a:rPr lang="en-US" sz="1800" dirty="0"/>
            <a:t>Understand Driving Conditions</a:t>
          </a:r>
        </a:p>
        <a:p>
          <a:endParaRPr lang="en-US" sz="1800" dirty="0"/>
        </a:p>
        <a:p>
          <a:r>
            <a:rPr lang="en-US" sz="1800" dirty="0"/>
            <a:t>Including Weather</a:t>
          </a:r>
        </a:p>
      </dgm:t>
    </dgm:pt>
    <dgm:pt modelId="{491842EB-C7D8-4396-900C-D453AE69AD71}" type="parTrans" cxnId="{000C995C-FDC9-41A1-9056-B4DE764F7E21}">
      <dgm:prSet/>
      <dgm:spPr/>
      <dgm:t>
        <a:bodyPr/>
        <a:lstStyle/>
        <a:p>
          <a:endParaRPr lang="en-US"/>
        </a:p>
      </dgm:t>
    </dgm:pt>
    <dgm:pt modelId="{8F87F316-CFD7-4F83-9E22-BB642277B5B2}" type="sibTrans" cxnId="{000C995C-FDC9-41A1-9056-B4DE764F7E21}">
      <dgm:prSet/>
      <dgm:spPr/>
      <dgm:t>
        <a:bodyPr/>
        <a:lstStyle/>
        <a:p>
          <a:endParaRPr lang="en-US"/>
        </a:p>
      </dgm:t>
    </dgm:pt>
    <dgm:pt modelId="{5C9EED32-60C7-43A8-B1AA-E34157A2CDBE}">
      <dgm:prSet custT="1"/>
      <dgm:spPr/>
      <dgm:t>
        <a:bodyPr/>
        <a:lstStyle/>
        <a:p>
          <a:pPr algn="ctr">
            <a:buNone/>
          </a:pPr>
          <a:endParaRPr lang="en-US" sz="1800" dirty="0">
            <a:solidFill>
              <a:schemeClr val="accent2"/>
            </a:solidFill>
          </a:endParaRPr>
        </a:p>
        <a:p>
          <a:pPr algn="ctr">
            <a:buNone/>
          </a:pPr>
          <a:endParaRPr lang="en-US" sz="1800" dirty="0">
            <a:solidFill>
              <a:schemeClr val="accent2"/>
            </a:solidFill>
          </a:endParaRPr>
        </a:p>
        <a:p>
          <a:pPr algn="ctr">
            <a:buNone/>
          </a:pPr>
          <a:r>
            <a:rPr lang="en-US" sz="1800" dirty="0">
              <a:solidFill>
                <a:schemeClr val="accent2"/>
              </a:solidFill>
            </a:rPr>
            <a:t>Stop – Minimum every 4 Hours</a:t>
          </a:r>
        </a:p>
        <a:p>
          <a:pPr algn="ctr">
            <a:buNone/>
          </a:pPr>
          <a:r>
            <a:rPr lang="en-US" sz="1800" dirty="0">
              <a:solidFill>
                <a:schemeClr val="accent2"/>
              </a:solidFill>
            </a:rPr>
            <a:t>More frequently as needed</a:t>
          </a:r>
        </a:p>
      </dgm:t>
    </dgm:pt>
    <dgm:pt modelId="{0426450C-B5C1-45F4-B778-0B966EDA278B}" type="parTrans" cxnId="{B7CC1659-CA27-435D-A4B3-A2C3254F499E}">
      <dgm:prSet/>
      <dgm:spPr/>
      <dgm:t>
        <a:bodyPr/>
        <a:lstStyle/>
        <a:p>
          <a:endParaRPr lang="en-US"/>
        </a:p>
      </dgm:t>
    </dgm:pt>
    <dgm:pt modelId="{700F28D8-43F0-48D8-B3A1-2A4D473A8C18}" type="sibTrans" cxnId="{B7CC1659-CA27-435D-A4B3-A2C3254F499E}">
      <dgm:prSet/>
      <dgm:spPr/>
      <dgm:t>
        <a:bodyPr/>
        <a:lstStyle/>
        <a:p>
          <a:endParaRPr lang="en-US"/>
        </a:p>
      </dgm:t>
    </dgm:pt>
    <dgm:pt modelId="{2B50482C-AB25-4085-8A9C-AD8B483331AC}">
      <dgm:prSet custT="1"/>
      <dgm:spPr/>
      <dgm:t>
        <a:bodyPr/>
        <a:lstStyle/>
        <a:p>
          <a:pPr algn="ctr">
            <a:buNone/>
          </a:pPr>
          <a:endParaRPr lang="en-US" sz="1800" dirty="0">
            <a:solidFill>
              <a:schemeClr val="accent2"/>
            </a:solidFill>
          </a:endParaRPr>
        </a:p>
      </dgm:t>
    </dgm:pt>
    <dgm:pt modelId="{C9EEE3A6-B046-4719-9107-64B302A0057D}" type="parTrans" cxnId="{4A5AE9C7-4076-4CED-A463-5BB948F3B0B1}">
      <dgm:prSet/>
      <dgm:spPr/>
      <dgm:t>
        <a:bodyPr/>
        <a:lstStyle/>
        <a:p>
          <a:endParaRPr lang="en-US"/>
        </a:p>
      </dgm:t>
    </dgm:pt>
    <dgm:pt modelId="{802DE64E-36DC-40B8-AC6A-7C0D506ED6DC}" type="sibTrans" cxnId="{4A5AE9C7-4076-4CED-A463-5BB948F3B0B1}">
      <dgm:prSet/>
      <dgm:spPr/>
      <dgm:t>
        <a:bodyPr/>
        <a:lstStyle/>
        <a:p>
          <a:endParaRPr lang="en-US"/>
        </a:p>
      </dgm:t>
    </dgm:pt>
    <dgm:pt modelId="{26B2544B-D4FD-4A0B-91BC-70EC25E9D3F5}" type="pres">
      <dgm:prSet presAssocID="{35236BAC-2EAF-46EB-B3A5-14DF1E39FE16}" presName="Name0" presStyleCnt="0">
        <dgm:presLayoutVars>
          <dgm:dir/>
          <dgm:resizeHandles val="exact"/>
        </dgm:presLayoutVars>
      </dgm:prSet>
      <dgm:spPr/>
    </dgm:pt>
    <dgm:pt modelId="{D139DBA6-16E6-4FB9-8EEB-E57AB89C42FF}" type="pres">
      <dgm:prSet presAssocID="{35236BAC-2EAF-46EB-B3A5-14DF1E39FE16}" presName="fgShape" presStyleLbl="fgShp" presStyleIdx="0" presStyleCnt="1" custLinFactNeighborY="15002"/>
      <dgm:spPr/>
    </dgm:pt>
    <dgm:pt modelId="{CFD913C3-AA16-4A3F-9B6E-35FD509D22BE}" type="pres">
      <dgm:prSet presAssocID="{35236BAC-2EAF-46EB-B3A5-14DF1E39FE16}" presName="linComp" presStyleCnt="0"/>
      <dgm:spPr/>
    </dgm:pt>
    <dgm:pt modelId="{2AB7E4F5-BA41-4774-8C44-02D58EC75C0F}" type="pres">
      <dgm:prSet presAssocID="{A14283B0-7E36-48CC-AC21-8D82D0D537C2}" presName="compNode" presStyleCnt="0"/>
      <dgm:spPr/>
    </dgm:pt>
    <dgm:pt modelId="{ACB2ECD8-7B17-40CB-9466-9EFA75A4AD40}" type="pres">
      <dgm:prSet presAssocID="{A14283B0-7E36-48CC-AC21-8D82D0D537C2}" presName="bkgdShape" presStyleLbl="node1" presStyleIdx="0" presStyleCnt="4" custLinFactNeighborX="2490"/>
      <dgm:spPr/>
    </dgm:pt>
    <dgm:pt modelId="{0C11E184-A5E0-4334-B84C-F3B974908029}" type="pres">
      <dgm:prSet presAssocID="{A14283B0-7E36-48CC-AC21-8D82D0D537C2}" presName="nodeTx" presStyleLbl="node1" presStyleIdx="0" presStyleCnt="4">
        <dgm:presLayoutVars>
          <dgm:bulletEnabled val="1"/>
        </dgm:presLayoutVars>
      </dgm:prSet>
      <dgm:spPr/>
    </dgm:pt>
    <dgm:pt modelId="{6A0F9824-0C3E-4776-BA97-416D64455E96}" type="pres">
      <dgm:prSet presAssocID="{A14283B0-7E36-48CC-AC21-8D82D0D537C2}" presName="invisiNode" presStyleLbl="node1" presStyleIdx="0" presStyleCnt="4"/>
      <dgm:spPr/>
    </dgm:pt>
    <dgm:pt modelId="{4311944E-696E-40BC-B9B8-D5B3977203B3}" type="pres">
      <dgm:prSet presAssocID="{A14283B0-7E36-48CC-AC21-8D82D0D537C2}" presName="imagNode" presStyleLbl="fgImgPlace1" presStyleIdx="0" presStyleCnt="4"/>
      <dgm:spPr>
        <a:blipFill>
          <a:blip xmlns:r="http://schemas.openxmlformats.org/officeDocument/2006/relationships" r:embed="rId1">
            <a:biLevel thresh="25000"/>
            <a:extLst>
              <a:ext uri="{BEBA8EAE-BF5A-486C-A8C5-ECC9F3942E4B}">
                <a14:imgProps xmlns:a14="http://schemas.microsoft.com/office/drawing/2010/main">
                  <a14:imgLayer r:embed="rId2">
                    <a14:imgEffect>
                      <a14:brightnessContrast contrast="-1000"/>
                    </a14:imgEffect>
                  </a14:imgLayer>
                </a14:imgProps>
              </a:ext>
              <a:ext uri="{28A0092B-C50C-407E-A947-70E740481C1C}">
                <a14:useLocalDpi xmlns:a14="http://schemas.microsoft.com/office/drawing/2010/main" val="0"/>
              </a:ext>
            </a:extLst>
          </a:blip>
          <a:srcRect/>
          <a:stretch>
            <a:fillRect/>
          </a:stretch>
        </a:blipFill>
        <a:ln>
          <a:noFill/>
        </a:ln>
      </dgm:spPr>
    </dgm:pt>
    <dgm:pt modelId="{AA2E3D83-734F-48CC-8745-24D4BE37D1E4}" type="pres">
      <dgm:prSet presAssocID="{43243676-9697-43DD-A3DC-7D7913613D96}" presName="sibTrans" presStyleLbl="sibTrans2D1" presStyleIdx="0" presStyleCnt="0"/>
      <dgm:spPr/>
    </dgm:pt>
    <dgm:pt modelId="{E7BCD276-E7D1-4C76-85AB-956A0BE474E4}" type="pres">
      <dgm:prSet presAssocID="{25E0CAD9-51DE-4DD0-9684-D8B5EA2EE7EB}" presName="compNode" presStyleCnt="0"/>
      <dgm:spPr/>
    </dgm:pt>
    <dgm:pt modelId="{B8A3563C-38C3-4F33-9072-B6D764828A7A}" type="pres">
      <dgm:prSet presAssocID="{25E0CAD9-51DE-4DD0-9684-D8B5EA2EE7EB}" presName="bkgdShape" presStyleLbl="node1" presStyleIdx="1" presStyleCnt="4" custLinFactNeighborX="1679"/>
      <dgm:spPr/>
    </dgm:pt>
    <dgm:pt modelId="{9EA1FC7B-FFAB-4DD3-8A43-1E7039E54C90}" type="pres">
      <dgm:prSet presAssocID="{25E0CAD9-51DE-4DD0-9684-D8B5EA2EE7EB}" presName="nodeTx" presStyleLbl="node1" presStyleIdx="1" presStyleCnt="4">
        <dgm:presLayoutVars>
          <dgm:bulletEnabled val="1"/>
        </dgm:presLayoutVars>
      </dgm:prSet>
      <dgm:spPr/>
    </dgm:pt>
    <dgm:pt modelId="{BB2AC417-5C1B-40D9-BE8E-77F5B53AE4A2}" type="pres">
      <dgm:prSet presAssocID="{25E0CAD9-51DE-4DD0-9684-D8B5EA2EE7EB}" presName="invisiNode" presStyleLbl="node1" presStyleIdx="1" presStyleCnt="4"/>
      <dgm:spPr/>
    </dgm:pt>
    <dgm:pt modelId="{75F0EDD3-8802-439D-84FE-A98EF8C7E54F}" type="pres">
      <dgm:prSet presAssocID="{25E0CAD9-51DE-4DD0-9684-D8B5EA2EE7EB}" presName="imagNode" presStyleLbl="fgImgPlace1" presStyleIdx="1" presStyleCnt="4"/>
      <dgm:spPr>
        <a:blipFill>
          <a:blip xmlns:r="http://schemas.openxmlformats.org/officeDocument/2006/relationships" r:embed="rId3">
            <a:biLevel thresh="50000"/>
            <a:extLst>
              <a:ext uri="{28A0092B-C50C-407E-A947-70E740481C1C}">
                <a14:useLocalDpi xmlns:a14="http://schemas.microsoft.com/office/drawing/2010/main" val="0"/>
              </a:ext>
            </a:extLst>
          </a:blip>
          <a:srcRect/>
          <a:stretch>
            <a:fillRect/>
          </a:stretch>
        </a:blipFill>
      </dgm:spPr>
    </dgm:pt>
    <dgm:pt modelId="{FF8C6F74-158F-4FE4-B7F7-615102FD2712}" type="pres">
      <dgm:prSet presAssocID="{2CF7A501-F9D7-4612-8782-1CB0C49EE706}" presName="sibTrans" presStyleLbl="sibTrans2D1" presStyleIdx="0" presStyleCnt="0"/>
      <dgm:spPr/>
    </dgm:pt>
    <dgm:pt modelId="{04F19C77-06C7-488C-8BD9-9062E42621FA}" type="pres">
      <dgm:prSet presAssocID="{5193FA47-3541-40B9-885C-B3C853999100}" presName="compNode" presStyleCnt="0"/>
      <dgm:spPr/>
    </dgm:pt>
    <dgm:pt modelId="{C1A659A4-5C9E-406F-9AE8-DD6DB4040E3E}" type="pres">
      <dgm:prSet presAssocID="{5193FA47-3541-40B9-885C-B3C853999100}" presName="bkgdShape" presStyleLbl="node1" presStyleIdx="2" presStyleCnt="4"/>
      <dgm:spPr/>
    </dgm:pt>
    <dgm:pt modelId="{1EB76C78-06B8-4746-BDEA-7E8D69571964}" type="pres">
      <dgm:prSet presAssocID="{5193FA47-3541-40B9-885C-B3C853999100}" presName="nodeTx" presStyleLbl="node1" presStyleIdx="2" presStyleCnt="4">
        <dgm:presLayoutVars>
          <dgm:bulletEnabled val="1"/>
        </dgm:presLayoutVars>
      </dgm:prSet>
      <dgm:spPr/>
    </dgm:pt>
    <dgm:pt modelId="{5F07B629-DD7A-42AC-9F68-BCEE7655B461}" type="pres">
      <dgm:prSet presAssocID="{5193FA47-3541-40B9-885C-B3C853999100}" presName="invisiNode" presStyleLbl="node1" presStyleIdx="2" presStyleCnt="4"/>
      <dgm:spPr/>
    </dgm:pt>
    <dgm:pt modelId="{670CE455-408E-4941-ADE4-269B1EBE6D3C}" type="pres">
      <dgm:prSet presAssocID="{5193FA47-3541-40B9-885C-B3C853999100}" presName="imagNode" presStyleLbl="fgImgPlace1" presStyleIdx="2" presStyleCnt="4"/>
      <dgm:spPr>
        <a:blipFill>
          <a:blip xmlns:r="http://schemas.openxmlformats.org/officeDocument/2006/relationships" r:embed="rId4">
            <a:biLevel thresh="50000"/>
            <a:extLst>
              <a:ext uri="{BEBA8EAE-BF5A-486C-A8C5-ECC9F3942E4B}">
                <a14:imgProps xmlns:a14="http://schemas.microsoft.com/office/drawing/2010/main">
                  <a14:imgLayer r:embed="rId5">
                    <a14:imgEffect>
                      <a14:brightnessContrast bright="-2000"/>
                    </a14:imgEffect>
                  </a14:imgLayer>
                </a14:imgProps>
              </a:ext>
              <a:ext uri="{28A0092B-C50C-407E-A947-70E740481C1C}">
                <a14:useLocalDpi xmlns:a14="http://schemas.microsoft.com/office/drawing/2010/main" val="0"/>
              </a:ext>
            </a:extLst>
          </a:blip>
          <a:srcRect/>
          <a:stretch>
            <a:fillRect t="-5000" b="-5000"/>
          </a:stretch>
        </a:blipFill>
        <a:ln>
          <a:noFill/>
        </a:ln>
      </dgm:spPr>
    </dgm:pt>
    <dgm:pt modelId="{102F5DE8-EDA2-4F14-874C-B9920AE72B44}" type="pres">
      <dgm:prSet presAssocID="{8F87F316-CFD7-4F83-9E22-BB642277B5B2}" presName="sibTrans" presStyleLbl="sibTrans2D1" presStyleIdx="0" presStyleCnt="0"/>
      <dgm:spPr/>
    </dgm:pt>
    <dgm:pt modelId="{7CED539C-5E50-41EA-B91C-0020E2B4343E}" type="pres">
      <dgm:prSet presAssocID="{5C9EED32-60C7-43A8-B1AA-E34157A2CDBE}" presName="compNode" presStyleCnt="0"/>
      <dgm:spPr/>
    </dgm:pt>
    <dgm:pt modelId="{45D40210-F883-4002-A42E-55FE8DC01AD9}" type="pres">
      <dgm:prSet presAssocID="{5C9EED32-60C7-43A8-B1AA-E34157A2CDBE}" presName="bkgdShape" presStyleLbl="node1" presStyleIdx="3" presStyleCnt="4" custLinFactNeighborX="20965"/>
      <dgm:spPr/>
    </dgm:pt>
    <dgm:pt modelId="{9B6F6DC6-BB8C-4E9E-85ED-5B60980439F2}" type="pres">
      <dgm:prSet presAssocID="{5C9EED32-60C7-43A8-B1AA-E34157A2CDBE}" presName="nodeTx" presStyleLbl="node1" presStyleIdx="3" presStyleCnt="4">
        <dgm:presLayoutVars>
          <dgm:bulletEnabled val="1"/>
        </dgm:presLayoutVars>
      </dgm:prSet>
      <dgm:spPr/>
    </dgm:pt>
    <dgm:pt modelId="{BC434D84-0307-4F1B-A899-7D6E2FB6947B}" type="pres">
      <dgm:prSet presAssocID="{5C9EED32-60C7-43A8-B1AA-E34157A2CDBE}" presName="invisiNode" presStyleLbl="node1" presStyleIdx="3" presStyleCnt="4"/>
      <dgm:spPr/>
    </dgm:pt>
    <dgm:pt modelId="{306377A3-AA59-4EE7-A3AB-FA5707EFBD07}" type="pres">
      <dgm:prSet presAssocID="{5C9EED32-60C7-43A8-B1AA-E34157A2CDBE}" presName="imagNode" presStyleLbl="fgImgPlace1" presStyleIdx="3" presStyleCnt="4"/>
      <dgm:spPr>
        <a:blipFill>
          <a:blip xmlns:r="http://schemas.openxmlformats.org/officeDocument/2006/relationships" r:embed="rId6">
            <a:biLevel thresh="25000"/>
            <a:extLst>
              <a:ext uri="{28A0092B-C50C-407E-A947-70E740481C1C}">
                <a14:useLocalDpi xmlns:a14="http://schemas.microsoft.com/office/drawing/2010/main" val="0"/>
              </a:ext>
            </a:extLst>
          </a:blip>
          <a:srcRect/>
          <a:stretch>
            <a:fillRect/>
          </a:stretch>
        </a:blipFill>
      </dgm:spPr>
    </dgm:pt>
  </dgm:ptLst>
  <dgm:cxnLst>
    <dgm:cxn modelId="{7A918006-33E4-48F0-97BB-169A9DCE62B8}" type="presOf" srcId="{A14283B0-7E36-48CC-AC21-8D82D0D537C2}" destId="{0C11E184-A5E0-4334-B84C-F3B974908029}" srcOrd="1" destOrd="0" presId="urn:microsoft.com/office/officeart/2005/8/layout/hList7"/>
    <dgm:cxn modelId="{335EB808-3A46-4BF7-907B-F20B3C0EB925}" type="presOf" srcId="{43243676-9697-43DD-A3DC-7D7913613D96}" destId="{AA2E3D83-734F-48CC-8745-24D4BE37D1E4}" srcOrd="0" destOrd="0" presId="urn:microsoft.com/office/officeart/2005/8/layout/hList7"/>
    <dgm:cxn modelId="{9BA21C0A-E80B-4046-9AEA-9DC71D79B911}" type="presOf" srcId="{2B50482C-AB25-4085-8A9C-AD8B483331AC}" destId="{45D40210-F883-4002-A42E-55FE8DC01AD9}" srcOrd="0" destOrd="1" presId="urn:microsoft.com/office/officeart/2005/8/layout/hList7"/>
    <dgm:cxn modelId="{C3F3FE24-75DC-4263-B652-84F0AE0C1459}" type="presOf" srcId="{5193FA47-3541-40B9-885C-B3C853999100}" destId="{1EB76C78-06B8-4746-BDEA-7E8D69571964}" srcOrd="1" destOrd="0" presId="urn:microsoft.com/office/officeart/2005/8/layout/hList7"/>
    <dgm:cxn modelId="{73866C2D-4274-4C0D-A5E4-8AC6DB734096}" type="presOf" srcId="{A14283B0-7E36-48CC-AC21-8D82D0D537C2}" destId="{ACB2ECD8-7B17-40CB-9466-9EFA75A4AD40}" srcOrd="0" destOrd="0" presId="urn:microsoft.com/office/officeart/2005/8/layout/hList7"/>
    <dgm:cxn modelId="{4FC12E33-91E8-48B0-B485-5744109DEA67}" type="presOf" srcId="{2B50482C-AB25-4085-8A9C-AD8B483331AC}" destId="{9B6F6DC6-BB8C-4E9E-85ED-5B60980439F2}" srcOrd="1" destOrd="1" presId="urn:microsoft.com/office/officeart/2005/8/layout/hList7"/>
    <dgm:cxn modelId="{3E8E033A-3362-4E36-88B9-A84E9B6D7D7C}" type="presOf" srcId="{5C9EED32-60C7-43A8-B1AA-E34157A2CDBE}" destId="{45D40210-F883-4002-A42E-55FE8DC01AD9}" srcOrd="0" destOrd="0" presId="urn:microsoft.com/office/officeart/2005/8/layout/hList7"/>
    <dgm:cxn modelId="{500D5B3B-C68B-4074-ACFE-3C823E186B27}" type="presOf" srcId="{2CF7A501-F9D7-4612-8782-1CB0C49EE706}" destId="{FF8C6F74-158F-4FE4-B7F7-615102FD2712}" srcOrd="0" destOrd="0" presId="urn:microsoft.com/office/officeart/2005/8/layout/hList7"/>
    <dgm:cxn modelId="{000C995C-FDC9-41A1-9056-B4DE764F7E21}" srcId="{35236BAC-2EAF-46EB-B3A5-14DF1E39FE16}" destId="{5193FA47-3541-40B9-885C-B3C853999100}" srcOrd="2" destOrd="0" parTransId="{491842EB-C7D8-4396-900C-D453AE69AD71}" sibTransId="{8F87F316-CFD7-4F83-9E22-BB642277B5B2}"/>
    <dgm:cxn modelId="{2CEB8E48-C69F-41D0-BCA8-6ABA850CC86A}" type="presOf" srcId="{5C9EED32-60C7-43A8-B1AA-E34157A2CDBE}" destId="{9B6F6DC6-BB8C-4E9E-85ED-5B60980439F2}" srcOrd="1" destOrd="0" presId="urn:microsoft.com/office/officeart/2005/8/layout/hList7"/>
    <dgm:cxn modelId="{AAA85A53-BC6E-48D2-A486-3B3F9816BB07}" type="presOf" srcId="{25E0CAD9-51DE-4DD0-9684-D8B5EA2EE7EB}" destId="{B8A3563C-38C3-4F33-9072-B6D764828A7A}" srcOrd="0" destOrd="0" presId="urn:microsoft.com/office/officeart/2005/8/layout/hList7"/>
    <dgm:cxn modelId="{5613EB75-EA55-4D86-A517-37BF6D039C03}" type="presOf" srcId="{5193FA47-3541-40B9-885C-B3C853999100}" destId="{C1A659A4-5C9E-406F-9AE8-DD6DB4040E3E}" srcOrd="0" destOrd="0" presId="urn:microsoft.com/office/officeart/2005/8/layout/hList7"/>
    <dgm:cxn modelId="{B7CC1659-CA27-435D-A4B3-A2C3254F499E}" srcId="{35236BAC-2EAF-46EB-B3A5-14DF1E39FE16}" destId="{5C9EED32-60C7-43A8-B1AA-E34157A2CDBE}" srcOrd="3" destOrd="0" parTransId="{0426450C-B5C1-45F4-B778-0B966EDA278B}" sibTransId="{700F28D8-43F0-48D8-B3A1-2A4D473A8C18}"/>
    <dgm:cxn modelId="{0BEBEC94-4298-48CD-A226-D6A51AC24F7B}" type="presOf" srcId="{25E0CAD9-51DE-4DD0-9684-D8B5EA2EE7EB}" destId="{9EA1FC7B-FFAB-4DD3-8A43-1E7039E54C90}" srcOrd="1" destOrd="0" presId="urn:microsoft.com/office/officeart/2005/8/layout/hList7"/>
    <dgm:cxn modelId="{56F4C0AD-F889-4967-BE02-007372B0D529}" srcId="{35236BAC-2EAF-46EB-B3A5-14DF1E39FE16}" destId="{A14283B0-7E36-48CC-AC21-8D82D0D537C2}" srcOrd="0" destOrd="0" parTransId="{ED989D87-8D51-455F-8562-53D7742315F4}" sibTransId="{43243676-9697-43DD-A3DC-7D7913613D96}"/>
    <dgm:cxn modelId="{4A5AE9C7-4076-4CED-A463-5BB948F3B0B1}" srcId="{5C9EED32-60C7-43A8-B1AA-E34157A2CDBE}" destId="{2B50482C-AB25-4085-8A9C-AD8B483331AC}" srcOrd="0" destOrd="0" parTransId="{C9EEE3A6-B046-4719-9107-64B302A0057D}" sibTransId="{802DE64E-36DC-40B8-AC6A-7C0D506ED6DC}"/>
    <dgm:cxn modelId="{1DDD3ED3-2A2D-4C44-9D65-3064640CF515}" type="presOf" srcId="{8F87F316-CFD7-4F83-9E22-BB642277B5B2}" destId="{102F5DE8-EDA2-4F14-874C-B9920AE72B44}" srcOrd="0" destOrd="0" presId="urn:microsoft.com/office/officeart/2005/8/layout/hList7"/>
    <dgm:cxn modelId="{811B37DD-8D9D-4F1B-924F-DC62FD5DB7C2}" srcId="{35236BAC-2EAF-46EB-B3A5-14DF1E39FE16}" destId="{25E0CAD9-51DE-4DD0-9684-D8B5EA2EE7EB}" srcOrd="1" destOrd="0" parTransId="{B533DCC5-7434-45F1-A7FC-FC8041C95390}" sibTransId="{2CF7A501-F9D7-4612-8782-1CB0C49EE706}"/>
    <dgm:cxn modelId="{CBB9DFE9-AF91-419F-88FA-1C910E144E1E}" type="presOf" srcId="{35236BAC-2EAF-46EB-B3A5-14DF1E39FE16}" destId="{26B2544B-D4FD-4A0B-91BC-70EC25E9D3F5}" srcOrd="0" destOrd="0" presId="urn:microsoft.com/office/officeart/2005/8/layout/hList7"/>
    <dgm:cxn modelId="{CB7DAB76-C795-4D5E-99E5-5E248C323B5D}" type="presParOf" srcId="{26B2544B-D4FD-4A0B-91BC-70EC25E9D3F5}" destId="{D139DBA6-16E6-4FB9-8EEB-E57AB89C42FF}" srcOrd="0" destOrd="0" presId="urn:microsoft.com/office/officeart/2005/8/layout/hList7"/>
    <dgm:cxn modelId="{D3757470-EDB6-41AD-A8C5-5C2CAA1F4A5B}" type="presParOf" srcId="{26B2544B-D4FD-4A0B-91BC-70EC25E9D3F5}" destId="{CFD913C3-AA16-4A3F-9B6E-35FD509D22BE}" srcOrd="1" destOrd="0" presId="urn:microsoft.com/office/officeart/2005/8/layout/hList7"/>
    <dgm:cxn modelId="{35A978BA-9AA0-466D-9F38-5C8AE4A50BDF}" type="presParOf" srcId="{CFD913C3-AA16-4A3F-9B6E-35FD509D22BE}" destId="{2AB7E4F5-BA41-4774-8C44-02D58EC75C0F}" srcOrd="0" destOrd="0" presId="urn:microsoft.com/office/officeart/2005/8/layout/hList7"/>
    <dgm:cxn modelId="{03D92EE8-5D2D-42A6-AE35-78209569A4BF}" type="presParOf" srcId="{2AB7E4F5-BA41-4774-8C44-02D58EC75C0F}" destId="{ACB2ECD8-7B17-40CB-9466-9EFA75A4AD40}" srcOrd="0" destOrd="0" presId="urn:microsoft.com/office/officeart/2005/8/layout/hList7"/>
    <dgm:cxn modelId="{85069656-AEAD-4A24-A153-FC92AB81ECE8}" type="presParOf" srcId="{2AB7E4F5-BA41-4774-8C44-02D58EC75C0F}" destId="{0C11E184-A5E0-4334-B84C-F3B974908029}" srcOrd="1" destOrd="0" presId="urn:microsoft.com/office/officeart/2005/8/layout/hList7"/>
    <dgm:cxn modelId="{05BC8592-5777-4921-9925-9659A929E96C}" type="presParOf" srcId="{2AB7E4F5-BA41-4774-8C44-02D58EC75C0F}" destId="{6A0F9824-0C3E-4776-BA97-416D64455E96}" srcOrd="2" destOrd="0" presId="urn:microsoft.com/office/officeart/2005/8/layout/hList7"/>
    <dgm:cxn modelId="{27A59599-2F65-4E96-9C95-91E06EE2D6BF}" type="presParOf" srcId="{2AB7E4F5-BA41-4774-8C44-02D58EC75C0F}" destId="{4311944E-696E-40BC-B9B8-D5B3977203B3}" srcOrd="3" destOrd="0" presId="urn:microsoft.com/office/officeart/2005/8/layout/hList7"/>
    <dgm:cxn modelId="{14DA365C-6CC4-47BD-9AB5-577177036BD7}" type="presParOf" srcId="{CFD913C3-AA16-4A3F-9B6E-35FD509D22BE}" destId="{AA2E3D83-734F-48CC-8745-24D4BE37D1E4}" srcOrd="1" destOrd="0" presId="urn:microsoft.com/office/officeart/2005/8/layout/hList7"/>
    <dgm:cxn modelId="{5C7EECC7-4E1C-4642-B524-E08C4CA88D6F}" type="presParOf" srcId="{CFD913C3-AA16-4A3F-9B6E-35FD509D22BE}" destId="{E7BCD276-E7D1-4C76-85AB-956A0BE474E4}" srcOrd="2" destOrd="0" presId="urn:microsoft.com/office/officeart/2005/8/layout/hList7"/>
    <dgm:cxn modelId="{3135077A-449C-4A2E-885F-3606F9FE4EEB}" type="presParOf" srcId="{E7BCD276-E7D1-4C76-85AB-956A0BE474E4}" destId="{B8A3563C-38C3-4F33-9072-B6D764828A7A}" srcOrd="0" destOrd="0" presId="urn:microsoft.com/office/officeart/2005/8/layout/hList7"/>
    <dgm:cxn modelId="{AAD1EA92-68D7-4166-880D-80E7CA577DAE}" type="presParOf" srcId="{E7BCD276-E7D1-4C76-85AB-956A0BE474E4}" destId="{9EA1FC7B-FFAB-4DD3-8A43-1E7039E54C90}" srcOrd="1" destOrd="0" presId="urn:microsoft.com/office/officeart/2005/8/layout/hList7"/>
    <dgm:cxn modelId="{E6067FE1-A7C9-4651-9953-DD84117485C2}" type="presParOf" srcId="{E7BCD276-E7D1-4C76-85AB-956A0BE474E4}" destId="{BB2AC417-5C1B-40D9-BE8E-77F5B53AE4A2}" srcOrd="2" destOrd="0" presId="urn:microsoft.com/office/officeart/2005/8/layout/hList7"/>
    <dgm:cxn modelId="{4E891344-64CF-47E6-B04D-1560761ADA40}" type="presParOf" srcId="{E7BCD276-E7D1-4C76-85AB-956A0BE474E4}" destId="{75F0EDD3-8802-439D-84FE-A98EF8C7E54F}" srcOrd="3" destOrd="0" presId="urn:microsoft.com/office/officeart/2005/8/layout/hList7"/>
    <dgm:cxn modelId="{C69BBF55-7835-4F9C-A8EC-D89DA32AE3F2}" type="presParOf" srcId="{CFD913C3-AA16-4A3F-9B6E-35FD509D22BE}" destId="{FF8C6F74-158F-4FE4-B7F7-615102FD2712}" srcOrd="3" destOrd="0" presId="urn:microsoft.com/office/officeart/2005/8/layout/hList7"/>
    <dgm:cxn modelId="{824D2910-B8FA-4B08-A2AD-B3DFA7A09F72}" type="presParOf" srcId="{CFD913C3-AA16-4A3F-9B6E-35FD509D22BE}" destId="{04F19C77-06C7-488C-8BD9-9062E42621FA}" srcOrd="4" destOrd="0" presId="urn:microsoft.com/office/officeart/2005/8/layout/hList7"/>
    <dgm:cxn modelId="{5FB9CF9B-A972-4688-98C7-7BEFC44E5947}" type="presParOf" srcId="{04F19C77-06C7-488C-8BD9-9062E42621FA}" destId="{C1A659A4-5C9E-406F-9AE8-DD6DB4040E3E}" srcOrd="0" destOrd="0" presId="urn:microsoft.com/office/officeart/2005/8/layout/hList7"/>
    <dgm:cxn modelId="{3CB1B6C5-7C8E-440F-B5FF-DEE4C7068E99}" type="presParOf" srcId="{04F19C77-06C7-488C-8BD9-9062E42621FA}" destId="{1EB76C78-06B8-4746-BDEA-7E8D69571964}" srcOrd="1" destOrd="0" presId="urn:microsoft.com/office/officeart/2005/8/layout/hList7"/>
    <dgm:cxn modelId="{591E8CDC-6EC5-4A8C-BBC0-FF56460E23B4}" type="presParOf" srcId="{04F19C77-06C7-488C-8BD9-9062E42621FA}" destId="{5F07B629-DD7A-42AC-9F68-BCEE7655B461}" srcOrd="2" destOrd="0" presId="urn:microsoft.com/office/officeart/2005/8/layout/hList7"/>
    <dgm:cxn modelId="{F1A520A1-7B33-4F31-AA90-8F6B7CB03A5C}" type="presParOf" srcId="{04F19C77-06C7-488C-8BD9-9062E42621FA}" destId="{670CE455-408E-4941-ADE4-269B1EBE6D3C}" srcOrd="3" destOrd="0" presId="urn:microsoft.com/office/officeart/2005/8/layout/hList7"/>
    <dgm:cxn modelId="{44B9ECF4-98A5-4D73-AA8F-607297F27251}" type="presParOf" srcId="{CFD913C3-AA16-4A3F-9B6E-35FD509D22BE}" destId="{102F5DE8-EDA2-4F14-874C-B9920AE72B44}" srcOrd="5" destOrd="0" presId="urn:microsoft.com/office/officeart/2005/8/layout/hList7"/>
    <dgm:cxn modelId="{6F9254AD-C7CC-405C-8036-9551D7ACA84C}" type="presParOf" srcId="{CFD913C3-AA16-4A3F-9B6E-35FD509D22BE}" destId="{7CED539C-5E50-41EA-B91C-0020E2B4343E}" srcOrd="6" destOrd="0" presId="urn:microsoft.com/office/officeart/2005/8/layout/hList7"/>
    <dgm:cxn modelId="{8BFEC114-FB98-4DC0-9843-3B5F9858A234}" type="presParOf" srcId="{7CED539C-5E50-41EA-B91C-0020E2B4343E}" destId="{45D40210-F883-4002-A42E-55FE8DC01AD9}" srcOrd="0" destOrd="0" presId="urn:microsoft.com/office/officeart/2005/8/layout/hList7"/>
    <dgm:cxn modelId="{5CA03AEC-25DC-4D9A-BD1D-BFE1F87D19BA}" type="presParOf" srcId="{7CED539C-5E50-41EA-B91C-0020E2B4343E}" destId="{9B6F6DC6-BB8C-4E9E-85ED-5B60980439F2}" srcOrd="1" destOrd="0" presId="urn:microsoft.com/office/officeart/2005/8/layout/hList7"/>
    <dgm:cxn modelId="{03B80968-363C-4999-BFEA-FA3A167E7C70}" type="presParOf" srcId="{7CED539C-5E50-41EA-B91C-0020E2B4343E}" destId="{BC434D84-0307-4F1B-A899-7D6E2FB6947B}" srcOrd="2" destOrd="0" presId="urn:microsoft.com/office/officeart/2005/8/layout/hList7"/>
    <dgm:cxn modelId="{0E8B1D11-C6B3-4278-98FA-FC7465C9ADE7}" type="presParOf" srcId="{7CED539C-5E50-41EA-B91C-0020E2B4343E}" destId="{306377A3-AA59-4EE7-A3AB-FA5707EFBD07}"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02869-149B-4501-92DC-C59F97E656FC}">
      <dsp:nvSpPr>
        <dsp:cNvPr id="0" name=""/>
        <dsp:cNvSpPr/>
      </dsp:nvSpPr>
      <dsp:spPr>
        <a:xfrm>
          <a:off x="1363825" y="239430"/>
          <a:ext cx="3094183" cy="3094183"/>
        </a:xfrm>
        <a:prstGeom prst="pie">
          <a:avLst>
            <a:gd name="adj1" fmla="val 16200000"/>
            <a:gd name="adj2" fmla="val 1800000"/>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kern="1200" dirty="0"/>
            <a:t>Vehicle</a:t>
          </a:r>
        </a:p>
      </dsp:txBody>
      <dsp:txXfrm>
        <a:off x="2994534" y="895103"/>
        <a:ext cx="1105065" cy="920888"/>
      </dsp:txXfrm>
    </dsp:sp>
    <dsp:sp modelId="{FCE2FD8A-4437-4360-9E16-7B1A74ADF5C1}">
      <dsp:nvSpPr>
        <dsp:cNvPr id="0" name=""/>
        <dsp:cNvSpPr/>
      </dsp:nvSpPr>
      <dsp:spPr>
        <a:xfrm>
          <a:off x="1300100" y="349937"/>
          <a:ext cx="3094183" cy="3094183"/>
        </a:xfrm>
        <a:prstGeom prst="pie">
          <a:avLst>
            <a:gd name="adj1" fmla="val 1800000"/>
            <a:gd name="adj2" fmla="val 9000000"/>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kern="1200" dirty="0"/>
            <a:t>Journey</a:t>
          </a:r>
        </a:p>
      </dsp:txBody>
      <dsp:txXfrm>
        <a:off x="2036810" y="2357473"/>
        <a:ext cx="1657598" cy="810381"/>
      </dsp:txXfrm>
    </dsp:sp>
    <dsp:sp modelId="{4BB9A639-3A03-4BC6-9E59-C2998F7275F9}">
      <dsp:nvSpPr>
        <dsp:cNvPr id="0" name=""/>
        <dsp:cNvSpPr/>
      </dsp:nvSpPr>
      <dsp:spPr>
        <a:xfrm>
          <a:off x="1236374" y="239430"/>
          <a:ext cx="3094183" cy="3094183"/>
        </a:xfrm>
        <a:prstGeom prst="pie">
          <a:avLst>
            <a:gd name="adj1" fmla="val 9000000"/>
            <a:gd name="adj2" fmla="val 16200000"/>
          </a:avLst>
        </a:prstGeom>
        <a:solidFill>
          <a:schemeClr val="accent1"/>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kern="1200" dirty="0"/>
            <a:t>Driver</a:t>
          </a:r>
        </a:p>
      </dsp:txBody>
      <dsp:txXfrm>
        <a:off x="1594784" y="895103"/>
        <a:ext cx="1105065" cy="920888"/>
      </dsp:txXfrm>
    </dsp:sp>
    <dsp:sp modelId="{C6C140B4-C8AA-420E-9D49-683E4126F7FC}">
      <dsp:nvSpPr>
        <dsp:cNvPr id="0" name=""/>
        <dsp:cNvSpPr/>
      </dsp:nvSpPr>
      <dsp:spPr>
        <a:xfrm>
          <a:off x="1172536" y="47886"/>
          <a:ext cx="3477273" cy="3477273"/>
        </a:xfrm>
        <a:prstGeom prst="circularArrow">
          <a:avLst>
            <a:gd name="adj1" fmla="val 5085"/>
            <a:gd name="adj2" fmla="val 327528"/>
            <a:gd name="adj3" fmla="val 1472472"/>
            <a:gd name="adj4" fmla="val 16199432"/>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65A739C-9C86-4C02-92FF-F9C33655BF61}">
      <dsp:nvSpPr>
        <dsp:cNvPr id="0" name=""/>
        <dsp:cNvSpPr/>
      </dsp:nvSpPr>
      <dsp:spPr>
        <a:xfrm>
          <a:off x="1108555" y="158197"/>
          <a:ext cx="3477273" cy="3477273"/>
        </a:xfrm>
        <a:prstGeom prst="circularArrow">
          <a:avLst>
            <a:gd name="adj1" fmla="val 5085"/>
            <a:gd name="adj2" fmla="val 327528"/>
            <a:gd name="adj3" fmla="val 8671970"/>
            <a:gd name="adj4" fmla="val 1800502"/>
            <a:gd name="adj5" fmla="val 5932"/>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E60BA92-49B0-48A9-831B-788ADADC09B8}">
      <dsp:nvSpPr>
        <dsp:cNvPr id="0" name=""/>
        <dsp:cNvSpPr/>
      </dsp:nvSpPr>
      <dsp:spPr>
        <a:xfrm>
          <a:off x="1153135" y="-44887"/>
          <a:ext cx="3477273" cy="3477273"/>
        </a:xfrm>
        <a:prstGeom prst="circularArrow">
          <a:avLst>
            <a:gd name="adj1" fmla="val 5085"/>
            <a:gd name="adj2" fmla="val 327528"/>
            <a:gd name="adj3" fmla="val 15873039"/>
            <a:gd name="adj4" fmla="val 9000000"/>
            <a:gd name="adj5" fmla="val 5932"/>
          </a:avLst>
        </a:prstGeom>
        <a:solidFill>
          <a:schemeClr val="accent1"/>
        </a:solidFill>
        <a:ln>
          <a:solidFill>
            <a:schemeClr val="accent1"/>
          </a:solid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450122-8F8E-4B3A-BA40-9406714CF9E4}">
      <dsp:nvSpPr>
        <dsp:cNvPr id="0" name=""/>
        <dsp:cNvSpPr/>
      </dsp:nvSpPr>
      <dsp:spPr>
        <a:xfrm>
          <a:off x="2328" y="0"/>
          <a:ext cx="628904" cy="628904"/>
        </a:xfrm>
        <a:prstGeom prst="ellipse">
          <a:avLst/>
        </a:prstGeom>
        <a:solidFill>
          <a:schemeClr val="tx2"/>
        </a:solidFill>
        <a:ln>
          <a:noFill/>
        </a:ln>
        <a:effectLst/>
      </dsp:spPr>
      <dsp:style>
        <a:lnRef idx="0">
          <a:scrgbClr r="0" g="0" b="0"/>
        </a:lnRef>
        <a:fillRef idx="1">
          <a:scrgbClr r="0" g="0" b="0"/>
        </a:fillRef>
        <a:effectRef idx="0">
          <a:scrgbClr r="0" g="0" b="0"/>
        </a:effectRef>
        <a:fontRef idx="minor"/>
      </dsp:style>
    </dsp:sp>
    <dsp:sp modelId="{D16B55AF-B64E-4CBB-9965-27F7DCEFC7F3}">
      <dsp:nvSpPr>
        <dsp:cNvPr id="0" name=""/>
        <dsp:cNvSpPr/>
      </dsp:nvSpPr>
      <dsp:spPr>
        <a:xfrm>
          <a:off x="65218" y="62890"/>
          <a:ext cx="503123" cy="503123"/>
        </a:xfrm>
        <a:prstGeom prst="chord">
          <a:avLst>
            <a:gd name="adj1" fmla="val 1168272"/>
            <a:gd name="adj2" fmla="val 9631728"/>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547969-3D7D-4970-84E4-757B98920A02}">
      <dsp:nvSpPr>
        <dsp:cNvPr id="0" name=""/>
        <dsp:cNvSpPr/>
      </dsp:nvSpPr>
      <dsp:spPr>
        <a:xfrm>
          <a:off x="762253" y="0"/>
          <a:ext cx="1860507" cy="628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b" anchorCtr="0">
          <a:noAutofit/>
        </a:bodyPr>
        <a:lstStyle/>
        <a:p>
          <a:pPr marL="0" lvl="0" indent="0" algn="l" defTabSz="1466850">
            <a:lnSpc>
              <a:spcPct val="90000"/>
            </a:lnSpc>
            <a:spcBef>
              <a:spcPct val="0"/>
            </a:spcBef>
            <a:spcAft>
              <a:spcPct val="35000"/>
            </a:spcAft>
            <a:buNone/>
          </a:pPr>
          <a:r>
            <a:rPr lang="en-US" sz="3300" kern="1200" dirty="0">
              <a:solidFill>
                <a:schemeClr val="tx1"/>
              </a:solidFill>
              <a:latin typeface="Gotham Rounded Medium" panose="02000000000000000000" pitchFamily="50" charset="0"/>
            </a:rPr>
            <a:t>PLAN</a:t>
          </a:r>
        </a:p>
      </dsp:txBody>
      <dsp:txXfrm>
        <a:off x="762253" y="0"/>
        <a:ext cx="1860507" cy="628904"/>
      </dsp:txXfrm>
    </dsp:sp>
    <dsp:sp modelId="{1EF9A1E0-0E73-484F-AC98-5956C5105BF4}">
      <dsp:nvSpPr>
        <dsp:cNvPr id="0" name=""/>
        <dsp:cNvSpPr/>
      </dsp:nvSpPr>
      <dsp:spPr>
        <a:xfrm>
          <a:off x="2753783" y="0"/>
          <a:ext cx="628904" cy="628904"/>
        </a:xfrm>
        <a:prstGeom prst="ellipse">
          <a:avLst/>
        </a:prstGeom>
        <a:solidFill>
          <a:schemeClr val="tx2"/>
        </a:solidFill>
        <a:ln>
          <a:noFill/>
        </a:ln>
        <a:effectLst/>
      </dsp:spPr>
      <dsp:style>
        <a:lnRef idx="0">
          <a:scrgbClr r="0" g="0" b="0"/>
        </a:lnRef>
        <a:fillRef idx="1">
          <a:scrgbClr r="0" g="0" b="0"/>
        </a:fillRef>
        <a:effectRef idx="0">
          <a:scrgbClr r="0" g="0" b="0"/>
        </a:effectRef>
        <a:fontRef idx="minor"/>
      </dsp:style>
    </dsp:sp>
    <dsp:sp modelId="{55B7F7A3-37F2-4CF8-A29F-9DB46718A718}">
      <dsp:nvSpPr>
        <dsp:cNvPr id="0" name=""/>
        <dsp:cNvSpPr/>
      </dsp:nvSpPr>
      <dsp:spPr>
        <a:xfrm>
          <a:off x="2816673" y="62890"/>
          <a:ext cx="503123" cy="503123"/>
        </a:xfrm>
        <a:prstGeom prst="chord">
          <a:avLst>
            <a:gd name="adj1" fmla="val 20431728"/>
            <a:gd name="adj2" fmla="val 11968272"/>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8BB6B7-4E20-4583-8547-F3C4F213C92E}">
      <dsp:nvSpPr>
        <dsp:cNvPr id="0" name=""/>
        <dsp:cNvSpPr/>
      </dsp:nvSpPr>
      <dsp:spPr>
        <a:xfrm>
          <a:off x="3513708" y="0"/>
          <a:ext cx="1860507" cy="628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b" anchorCtr="0">
          <a:noAutofit/>
        </a:bodyPr>
        <a:lstStyle/>
        <a:p>
          <a:pPr marL="0" lvl="0" indent="0" algn="l" defTabSz="1466850">
            <a:lnSpc>
              <a:spcPct val="90000"/>
            </a:lnSpc>
            <a:spcBef>
              <a:spcPct val="0"/>
            </a:spcBef>
            <a:spcAft>
              <a:spcPct val="35000"/>
            </a:spcAft>
            <a:buNone/>
          </a:pPr>
          <a:r>
            <a:rPr lang="en-US" sz="3300" kern="1200" dirty="0">
              <a:solidFill>
                <a:schemeClr val="tx1"/>
              </a:solidFill>
              <a:latin typeface="+mj-lt"/>
            </a:rPr>
            <a:t>PREPARE</a:t>
          </a:r>
        </a:p>
      </dsp:txBody>
      <dsp:txXfrm>
        <a:off x="3513708" y="0"/>
        <a:ext cx="1860507" cy="628904"/>
      </dsp:txXfrm>
    </dsp:sp>
    <dsp:sp modelId="{CC6D53A2-0D3D-4781-AD34-81E30881286C}">
      <dsp:nvSpPr>
        <dsp:cNvPr id="0" name=""/>
        <dsp:cNvSpPr/>
      </dsp:nvSpPr>
      <dsp:spPr>
        <a:xfrm>
          <a:off x="5505238" y="0"/>
          <a:ext cx="628904" cy="628904"/>
        </a:xfrm>
        <a:prstGeom prst="ellipse">
          <a:avLst/>
        </a:prstGeom>
        <a:solidFill>
          <a:schemeClr val="tx2"/>
        </a:solidFill>
        <a:ln>
          <a:noFill/>
        </a:ln>
        <a:effectLst/>
      </dsp:spPr>
      <dsp:style>
        <a:lnRef idx="0">
          <a:scrgbClr r="0" g="0" b="0"/>
        </a:lnRef>
        <a:fillRef idx="1">
          <a:scrgbClr r="0" g="0" b="0"/>
        </a:fillRef>
        <a:effectRef idx="0">
          <a:scrgbClr r="0" g="0" b="0"/>
        </a:effectRef>
        <a:fontRef idx="minor"/>
      </dsp:style>
    </dsp:sp>
    <dsp:sp modelId="{5969FC40-52FD-4076-A84C-3B7D78617422}">
      <dsp:nvSpPr>
        <dsp:cNvPr id="0" name=""/>
        <dsp:cNvSpPr/>
      </dsp:nvSpPr>
      <dsp:spPr>
        <a:xfrm>
          <a:off x="5568128" y="62890"/>
          <a:ext cx="503123" cy="503123"/>
        </a:xfrm>
        <a:prstGeom prst="chord">
          <a:avLst>
            <a:gd name="adj1" fmla="val 16200000"/>
            <a:gd name="adj2" fmla="val 16200000"/>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265B89-BF9C-4D9D-8C0D-0065792DBAC1}">
      <dsp:nvSpPr>
        <dsp:cNvPr id="0" name=""/>
        <dsp:cNvSpPr/>
      </dsp:nvSpPr>
      <dsp:spPr>
        <a:xfrm>
          <a:off x="6265164" y="0"/>
          <a:ext cx="1860507" cy="628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b" anchorCtr="0">
          <a:noAutofit/>
        </a:bodyPr>
        <a:lstStyle/>
        <a:p>
          <a:pPr marL="0" lvl="0" indent="0" algn="l" defTabSz="1466850">
            <a:lnSpc>
              <a:spcPct val="90000"/>
            </a:lnSpc>
            <a:spcBef>
              <a:spcPct val="0"/>
            </a:spcBef>
            <a:spcAft>
              <a:spcPct val="35000"/>
            </a:spcAft>
            <a:buNone/>
          </a:pPr>
          <a:r>
            <a:rPr lang="en-US" sz="3300" kern="1200" dirty="0">
              <a:latin typeface="+mj-lt"/>
            </a:rPr>
            <a:t>DRIVE</a:t>
          </a:r>
        </a:p>
      </dsp:txBody>
      <dsp:txXfrm>
        <a:off x="6265164" y="0"/>
        <a:ext cx="1860507" cy="6289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B2ECD8-7B17-40CB-9466-9EFA75A4AD40}">
      <dsp:nvSpPr>
        <dsp:cNvPr id="0" name=""/>
        <dsp:cNvSpPr/>
      </dsp:nvSpPr>
      <dsp:spPr>
        <a:xfrm>
          <a:off x="62100" y="0"/>
          <a:ext cx="2401983" cy="6552464"/>
        </a:xfrm>
        <a:prstGeom prst="roundRect">
          <a:avLst>
            <a:gd name="adj" fmla="val 10000"/>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Plan Route </a:t>
          </a:r>
        </a:p>
        <a:p>
          <a:pPr marL="0" lvl="0" indent="0" algn="ctr" defTabSz="800100">
            <a:lnSpc>
              <a:spcPct val="90000"/>
            </a:lnSpc>
            <a:spcBef>
              <a:spcPct val="0"/>
            </a:spcBef>
            <a:spcAft>
              <a:spcPct val="35000"/>
            </a:spcAft>
            <a:buNone/>
          </a:pPr>
          <a:r>
            <a:rPr lang="en-US" sz="1800" kern="1200" dirty="0"/>
            <a:t>Consider Time of Day </a:t>
          </a:r>
        </a:p>
        <a:p>
          <a:pPr marL="0" lvl="0" indent="0" algn="ctr" defTabSz="800100">
            <a:lnSpc>
              <a:spcPct val="90000"/>
            </a:lnSpc>
            <a:spcBef>
              <a:spcPct val="0"/>
            </a:spcBef>
            <a:spcAft>
              <a:spcPct val="35000"/>
            </a:spcAft>
            <a:buNone/>
          </a:pPr>
          <a:r>
            <a:rPr lang="en-US" sz="1800" kern="1200" dirty="0"/>
            <a:t>Work Schedule</a:t>
          </a:r>
        </a:p>
      </dsp:txBody>
      <dsp:txXfrm>
        <a:off x="62100" y="2620985"/>
        <a:ext cx="2401983" cy="2620985"/>
      </dsp:txXfrm>
    </dsp:sp>
    <dsp:sp modelId="{4311944E-696E-40BC-B9B8-D5B3977203B3}">
      <dsp:nvSpPr>
        <dsp:cNvPr id="0" name=""/>
        <dsp:cNvSpPr/>
      </dsp:nvSpPr>
      <dsp:spPr>
        <a:xfrm>
          <a:off x="112298" y="393147"/>
          <a:ext cx="2181970" cy="2181970"/>
        </a:xfrm>
        <a:prstGeom prst="ellipse">
          <a:avLst/>
        </a:prstGeom>
        <a:blipFill>
          <a:blip xmlns:r="http://schemas.openxmlformats.org/officeDocument/2006/relationships" r:embed="rId1">
            <a:biLevel thresh="25000"/>
            <a:extLst>
              <a:ext uri="{BEBA8EAE-BF5A-486C-A8C5-ECC9F3942E4B}">
                <a14:imgProps xmlns:a14="http://schemas.microsoft.com/office/drawing/2010/main">
                  <a14:imgLayer r:embed="rId2">
                    <a14:imgEffect>
                      <a14:brightnessContrast contrast="-1000"/>
                    </a14:imgEffect>
                  </a14:imgLayer>
                </a14:imgProps>
              </a:ext>
              <a:ext uri="{28A0092B-C50C-407E-A947-70E740481C1C}">
                <a14:useLocalDpi xmlns:a14="http://schemas.microsoft.com/office/drawing/2010/main" val="0"/>
              </a:ext>
            </a:extLst>
          </a:blip>
          <a:srcRect/>
          <a:stretch>
            <a:fillRect/>
          </a:stretch>
        </a:blipFill>
        <a:ln w="10795" cap="flat" cmpd="sng" algn="ctr">
          <a:noFill/>
          <a:prstDash val="solid"/>
        </a:ln>
        <a:effectLst/>
      </dsp:spPr>
      <dsp:style>
        <a:lnRef idx="2">
          <a:scrgbClr r="0" g="0" b="0"/>
        </a:lnRef>
        <a:fillRef idx="1">
          <a:scrgbClr r="0" g="0" b="0"/>
        </a:fillRef>
        <a:effectRef idx="0">
          <a:scrgbClr r="0" g="0" b="0"/>
        </a:effectRef>
        <a:fontRef idx="minor"/>
      </dsp:style>
    </dsp:sp>
    <dsp:sp modelId="{B8A3563C-38C3-4F33-9072-B6D764828A7A}">
      <dsp:nvSpPr>
        <dsp:cNvPr id="0" name=""/>
        <dsp:cNvSpPr/>
      </dsp:nvSpPr>
      <dsp:spPr>
        <a:xfrm>
          <a:off x="2516663" y="0"/>
          <a:ext cx="2401983" cy="6552464"/>
        </a:xfrm>
        <a:prstGeom prst="roundRect">
          <a:avLst>
            <a:gd name="adj" fmla="val 10000"/>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Prepare Info</a:t>
          </a:r>
        </a:p>
        <a:p>
          <a:pPr marL="0" lvl="0" indent="0" algn="ctr" defTabSz="800100">
            <a:lnSpc>
              <a:spcPct val="90000"/>
            </a:lnSpc>
            <a:spcBef>
              <a:spcPct val="0"/>
            </a:spcBef>
            <a:spcAft>
              <a:spcPct val="35000"/>
            </a:spcAft>
            <a:buNone/>
          </a:pPr>
          <a:r>
            <a:rPr lang="en-US" sz="1800" kern="1200" dirty="0"/>
            <a:t>Share Travel Plans</a:t>
          </a:r>
        </a:p>
        <a:p>
          <a:pPr marL="0" lvl="0" indent="0" algn="ctr" defTabSz="800100">
            <a:lnSpc>
              <a:spcPct val="90000"/>
            </a:lnSpc>
            <a:spcBef>
              <a:spcPct val="0"/>
            </a:spcBef>
            <a:spcAft>
              <a:spcPct val="35000"/>
            </a:spcAft>
            <a:buNone/>
          </a:pPr>
          <a:r>
            <a:rPr lang="en-US" sz="1800" kern="1200" dirty="0"/>
            <a:t>Check in with Contact at Destination</a:t>
          </a:r>
        </a:p>
      </dsp:txBody>
      <dsp:txXfrm>
        <a:off x="2516663" y="2620985"/>
        <a:ext cx="2401983" cy="2620985"/>
      </dsp:txXfrm>
    </dsp:sp>
    <dsp:sp modelId="{75F0EDD3-8802-439D-84FE-A98EF8C7E54F}">
      <dsp:nvSpPr>
        <dsp:cNvPr id="0" name=""/>
        <dsp:cNvSpPr/>
      </dsp:nvSpPr>
      <dsp:spPr>
        <a:xfrm>
          <a:off x="2586341" y="393147"/>
          <a:ext cx="2181970" cy="2181970"/>
        </a:xfrm>
        <a:prstGeom prst="ellipse">
          <a:avLst/>
        </a:prstGeom>
        <a:blipFill>
          <a:blip xmlns:r="http://schemas.openxmlformats.org/officeDocument/2006/relationships" r:embed="rId3">
            <a:biLevel thresh="50000"/>
            <a:extLst>
              <a:ext uri="{28A0092B-C50C-407E-A947-70E740481C1C}">
                <a14:useLocalDpi xmlns:a14="http://schemas.microsoft.com/office/drawing/2010/main" val="0"/>
              </a:ext>
            </a:extLst>
          </a:blip>
          <a:srcRect/>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1A659A4-5C9E-406F-9AE8-DD6DB4040E3E}">
      <dsp:nvSpPr>
        <dsp:cNvPr id="0" name=""/>
        <dsp:cNvSpPr/>
      </dsp:nvSpPr>
      <dsp:spPr>
        <a:xfrm>
          <a:off x="4950377" y="0"/>
          <a:ext cx="2401983" cy="6552464"/>
        </a:xfrm>
        <a:prstGeom prst="roundRect">
          <a:avLst>
            <a:gd name="adj" fmla="val 10000"/>
          </a:avLst>
        </a:prstGeom>
        <a:solidFill>
          <a:schemeClr val="accent4">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Understand Driving Conditions</a:t>
          </a:r>
        </a:p>
        <a:p>
          <a:pPr marL="0" lvl="0" indent="0" algn="ctr" defTabSz="800100">
            <a:lnSpc>
              <a:spcPct val="90000"/>
            </a:lnSpc>
            <a:spcBef>
              <a:spcPct val="0"/>
            </a:spcBef>
            <a:spcAft>
              <a:spcPct val="35000"/>
            </a:spcAft>
            <a:buNone/>
          </a:pPr>
          <a:endParaRPr lang="en-US" sz="1800" kern="1200" dirty="0"/>
        </a:p>
        <a:p>
          <a:pPr marL="0" lvl="0" indent="0" algn="ctr" defTabSz="800100">
            <a:lnSpc>
              <a:spcPct val="90000"/>
            </a:lnSpc>
            <a:spcBef>
              <a:spcPct val="0"/>
            </a:spcBef>
            <a:spcAft>
              <a:spcPct val="35000"/>
            </a:spcAft>
            <a:buNone/>
          </a:pPr>
          <a:r>
            <a:rPr lang="en-US" sz="1800" kern="1200" dirty="0"/>
            <a:t>Including Weather</a:t>
          </a:r>
        </a:p>
      </dsp:txBody>
      <dsp:txXfrm>
        <a:off x="4950377" y="2620985"/>
        <a:ext cx="2401983" cy="2620985"/>
      </dsp:txXfrm>
    </dsp:sp>
    <dsp:sp modelId="{670CE455-408E-4941-ADE4-269B1EBE6D3C}">
      <dsp:nvSpPr>
        <dsp:cNvPr id="0" name=""/>
        <dsp:cNvSpPr/>
      </dsp:nvSpPr>
      <dsp:spPr>
        <a:xfrm>
          <a:off x="5060384" y="393147"/>
          <a:ext cx="2181970" cy="2181970"/>
        </a:xfrm>
        <a:prstGeom prst="ellipse">
          <a:avLst/>
        </a:prstGeom>
        <a:blipFill>
          <a:blip xmlns:r="http://schemas.openxmlformats.org/officeDocument/2006/relationships" r:embed="rId4">
            <a:biLevel thresh="50000"/>
            <a:extLst>
              <a:ext uri="{BEBA8EAE-BF5A-486C-A8C5-ECC9F3942E4B}">
                <a14:imgProps xmlns:a14="http://schemas.microsoft.com/office/drawing/2010/main">
                  <a14:imgLayer r:embed="rId5">
                    <a14:imgEffect>
                      <a14:brightnessContrast bright="-2000"/>
                    </a14:imgEffect>
                  </a14:imgLayer>
                </a14:imgProps>
              </a:ext>
              <a:ext uri="{28A0092B-C50C-407E-A947-70E740481C1C}">
                <a14:useLocalDpi xmlns:a14="http://schemas.microsoft.com/office/drawing/2010/main" val="0"/>
              </a:ext>
            </a:extLst>
          </a:blip>
          <a:srcRect/>
          <a:stretch>
            <a:fillRect t="-5000" b="-5000"/>
          </a:stretch>
        </a:blipFill>
        <a:ln w="10795" cap="flat" cmpd="sng" algn="ctr">
          <a:noFill/>
          <a:prstDash val="solid"/>
        </a:ln>
        <a:effectLst/>
      </dsp:spPr>
      <dsp:style>
        <a:lnRef idx="2">
          <a:scrgbClr r="0" g="0" b="0"/>
        </a:lnRef>
        <a:fillRef idx="1">
          <a:scrgbClr r="0" g="0" b="0"/>
        </a:fillRef>
        <a:effectRef idx="0">
          <a:scrgbClr r="0" g="0" b="0"/>
        </a:effectRef>
        <a:fontRef idx="minor"/>
      </dsp:style>
    </dsp:sp>
    <dsp:sp modelId="{45D40210-F883-4002-A42E-55FE8DC01AD9}">
      <dsp:nvSpPr>
        <dsp:cNvPr id="0" name=""/>
        <dsp:cNvSpPr/>
      </dsp:nvSpPr>
      <dsp:spPr>
        <a:xfrm>
          <a:off x="7426712" y="0"/>
          <a:ext cx="2401983" cy="6552464"/>
        </a:xfrm>
        <a:prstGeom prst="roundRect">
          <a:avLst>
            <a:gd name="adj" fmla="val 10000"/>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1">
          <a:noAutofit/>
        </a:bodyPr>
        <a:lstStyle/>
        <a:p>
          <a:pPr marL="0" lvl="0" indent="0" algn="ctr" defTabSz="800100">
            <a:lnSpc>
              <a:spcPct val="90000"/>
            </a:lnSpc>
            <a:spcBef>
              <a:spcPct val="0"/>
            </a:spcBef>
            <a:spcAft>
              <a:spcPct val="35000"/>
            </a:spcAft>
            <a:buNone/>
          </a:pPr>
          <a:endParaRPr lang="en-US" sz="1800" kern="1200" dirty="0">
            <a:solidFill>
              <a:schemeClr val="accent2"/>
            </a:solidFill>
          </a:endParaRPr>
        </a:p>
        <a:p>
          <a:pPr marL="0" lvl="0" indent="0" algn="ctr" defTabSz="800100">
            <a:lnSpc>
              <a:spcPct val="90000"/>
            </a:lnSpc>
            <a:spcBef>
              <a:spcPct val="0"/>
            </a:spcBef>
            <a:spcAft>
              <a:spcPct val="35000"/>
            </a:spcAft>
            <a:buNone/>
          </a:pPr>
          <a:endParaRPr lang="en-US" sz="1800" kern="1200" dirty="0">
            <a:solidFill>
              <a:schemeClr val="accent2"/>
            </a:solidFill>
          </a:endParaRPr>
        </a:p>
        <a:p>
          <a:pPr marL="0" lvl="0" indent="0" algn="ctr" defTabSz="800100">
            <a:lnSpc>
              <a:spcPct val="90000"/>
            </a:lnSpc>
            <a:spcBef>
              <a:spcPct val="0"/>
            </a:spcBef>
            <a:spcAft>
              <a:spcPct val="35000"/>
            </a:spcAft>
            <a:buNone/>
          </a:pPr>
          <a:r>
            <a:rPr lang="en-US" sz="1800" kern="1200" dirty="0">
              <a:solidFill>
                <a:schemeClr val="accent2"/>
              </a:solidFill>
            </a:rPr>
            <a:t>Stop – Minimum every 4 Hours</a:t>
          </a:r>
        </a:p>
        <a:p>
          <a:pPr marL="0" lvl="0" indent="0" algn="ctr" defTabSz="800100">
            <a:lnSpc>
              <a:spcPct val="90000"/>
            </a:lnSpc>
            <a:spcBef>
              <a:spcPct val="0"/>
            </a:spcBef>
            <a:spcAft>
              <a:spcPct val="35000"/>
            </a:spcAft>
            <a:buNone/>
          </a:pPr>
          <a:r>
            <a:rPr lang="en-US" sz="1800" kern="1200" dirty="0">
              <a:solidFill>
                <a:schemeClr val="accent2"/>
              </a:solidFill>
            </a:rPr>
            <a:t>More frequently as needed</a:t>
          </a:r>
        </a:p>
        <a:p>
          <a:pPr marL="171450" lvl="1" indent="-171450" algn="ctr" defTabSz="800100">
            <a:lnSpc>
              <a:spcPct val="90000"/>
            </a:lnSpc>
            <a:spcBef>
              <a:spcPct val="0"/>
            </a:spcBef>
            <a:spcAft>
              <a:spcPct val="15000"/>
            </a:spcAft>
            <a:buNone/>
          </a:pPr>
          <a:endParaRPr lang="en-US" sz="1800" kern="1200" dirty="0">
            <a:solidFill>
              <a:schemeClr val="accent2"/>
            </a:solidFill>
          </a:endParaRPr>
        </a:p>
      </dsp:txBody>
      <dsp:txXfrm>
        <a:off x="7426712" y="2620985"/>
        <a:ext cx="2401983" cy="2620985"/>
      </dsp:txXfrm>
    </dsp:sp>
    <dsp:sp modelId="{306377A3-AA59-4EE7-A3AB-FA5707EFBD07}">
      <dsp:nvSpPr>
        <dsp:cNvPr id="0" name=""/>
        <dsp:cNvSpPr/>
      </dsp:nvSpPr>
      <dsp:spPr>
        <a:xfrm>
          <a:off x="7534427" y="393147"/>
          <a:ext cx="2181970" cy="2181970"/>
        </a:xfrm>
        <a:prstGeom prst="ellipse">
          <a:avLst/>
        </a:prstGeom>
        <a:blipFill>
          <a:blip xmlns:r="http://schemas.openxmlformats.org/officeDocument/2006/relationships" r:embed="rId6">
            <a:biLevel thresh="25000"/>
            <a:extLst>
              <a:ext uri="{28A0092B-C50C-407E-A947-70E740481C1C}">
                <a14:useLocalDpi xmlns:a14="http://schemas.microsoft.com/office/drawing/2010/main" val="0"/>
              </a:ext>
            </a:extLst>
          </a:blip>
          <a:srcRect/>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39DBA6-16E6-4FB9-8EEB-E57AB89C42FF}">
      <dsp:nvSpPr>
        <dsp:cNvPr id="0" name=""/>
        <dsp:cNvSpPr/>
      </dsp:nvSpPr>
      <dsp:spPr>
        <a:xfrm>
          <a:off x="393147" y="5389421"/>
          <a:ext cx="9042400" cy="982869"/>
        </a:xfrm>
        <a:prstGeom prst="leftRightArrow">
          <a:avLst/>
        </a:prstGeom>
        <a:solidFill>
          <a:schemeClr val="accent2">
            <a:tint val="40000"/>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6725" cy="4635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30650" y="0"/>
            <a:ext cx="3006725" cy="463550"/>
          </a:xfrm>
          <a:prstGeom prst="rect">
            <a:avLst/>
          </a:prstGeom>
        </p:spPr>
        <p:txBody>
          <a:bodyPr vert="horz" lIns="91440" tIns="45720" rIns="91440" bIns="45720" rtlCol="0"/>
          <a:lstStyle>
            <a:lvl1pPr algn="r">
              <a:defRPr sz="1200"/>
            </a:lvl1pPr>
          </a:lstStyle>
          <a:p>
            <a:fld id="{903BCD96-484B-4533-9DB1-380D9D9B9B12}" type="datetimeFigureOut">
              <a:rPr lang="en-US" smtClean="0"/>
              <a:t>5/29/2019</a:t>
            </a:fld>
            <a:endParaRPr lang="en-US" dirty="0"/>
          </a:p>
        </p:txBody>
      </p:sp>
      <p:sp>
        <p:nvSpPr>
          <p:cNvPr id="4" name="Slide Image Placeholder 3"/>
          <p:cNvSpPr>
            <a:spLocks noGrp="1" noRot="1" noChangeAspect="1"/>
          </p:cNvSpPr>
          <p:nvPr>
            <p:ph type="sldImg" idx="2"/>
          </p:nvPr>
        </p:nvSpPr>
        <p:spPr>
          <a:xfrm>
            <a:off x="698500" y="1154113"/>
            <a:ext cx="5541963" cy="31178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93738" y="4445000"/>
            <a:ext cx="5551487" cy="3636963"/>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525"/>
            <a:ext cx="3006725" cy="4635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0650" y="8772525"/>
            <a:ext cx="3006725" cy="463550"/>
          </a:xfrm>
          <a:prstGeom prst="rect">
            <a:avLst/>
          </a:prstGeom>
        </p:spPr>
        <p:txBody>
          <a:bodyPr vert="horz" lIns="91440" tIns="45720" rIns="91440" bIns="45720" rtlCol="0" anchor="b"/>
          <a:lstStyle>
            <a:lvl1pPr algn="r">
              <a:defRPr sz="1200"/>
            </a:lvl1pPr>
          </a:lstStyle>
          <a:p>
            <a:fld id="{FAA9E662-14CC-4616-9794-D7AFEDED4132}" type="slidenum">
              <a:rPr lang="en-US" smtClean="0"/>
              <a:t>‹#›</a:t>
            </a:fld>
            <a:endParaRPr lang="en-US" dirty="0"/>
          </a:p>
        </p:txBody>
      </p:sp>
    </p:spTree>
    <p:extLst>
      <p:ext uri="{BB962C8B-B14F-4D97-AF65-F5344CB8AC3E}">
        <p14:creationId xmlns:p14="http://schemas.microsoft.com/office/powerpoint/2010/main" val="240447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1</a:t>
            </a:fld>
            <a:endParaRPr lang="en-US" dirty="0"/>
          </a:p>
        </p:txBody>
      </p:sp>
    </p:spTree>
    <p:extLst>
      <p:ext uri="{BB962C8B-B14F-4D97-AF65-F5344CB8AC3E}">
        <p14:creationId xmlns:p14="http://schemas.microsoft.com/office/powerpoint/2010/main" val="1853148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do not think of driving as a high risk activity; it is something we do everyday.  But if you think about it, motor vehicle accidents are quite likely to result in severe injury, property damage or death</a:t>
            </a:r>
            <a:r>
              <a:rPr lang="en-US" strike="noStrike" baseline="0" dirty="0"/>
              <a:t>.   T</a:t>
            </a:r>
            <a:r>
              <a:rPr lang="en-US" strike="noStrike" dirty="0"/>
              <a:t>here </a:t>
            </a:r>
            <a:r>
              <a:rPr lang="en-US" dirty="0"/>
              <a:t>are also a lot of specific rules of the road that must be followed in addition to training, having a license and safety equipment related to driving a motor vehicle.  Very similar to our other high risk work activities.</a:t>
            </a:r>
          </a:p>
          <a:p>
            <a:r>
              <a:rPr lang="en-US" dirty="0"/>
              <a:t> </a:t>
            </a:r>
          </a:p>
        </p:txBody>
      </p:sp>
      <p:sp>
        <p:nvSpPr>
          <p:cNvPr id="4" name="Slide Number Placeholder 3"/>
          <p:cNvSpPr>
            <a:spLocks noGrp="1"/>
          </p:cNvSpPr>
          <p:nvPr>
            <p:ph type="sldNum" sz="quarter" idx="5"/>
          </p:nvPr>
        </p:nvSpPr>
        <p:spPr/>
        <p:txBody>
          <a:bodyPr/>
          <a:lstStyle/>
          <a:p>
            <a:fld id="{FAA9E662-14CC-4616-9794-D7AFEDED4132}" type="slidenum">
              <a:rPr lang="en-US" smtClean="0"/>
              <a:t>2</a:t>
            </a:fld>
            <a:endParaRPr lang="en-US" dirty="0"/>
          </a:p>
        </p:txBody>
      </p:sp>
    </p:spTree>
    <p:extLst>
      <p:ext uri="{BB962C8B-B14F-4D97-AF65-F5344CB8AC3E}">
        <p14:creationId xmlns:p14="http://schemas.microsoft.com/office/powerpoint/2010/main" val="693827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of the elements of the Motor Vehicle Procedure are unchanged.  Previously there were two different documents that addressed Motor Vehicle Safety – an HR Policy and an EHS Procedure. These two documents have been consolidated into one that will reside on the EHS SharePoint site.   Items related to License acknowledgments, records checks that were in the HR Motor Vehicle Policy have been retained in this updated procedure.  This procedure does not make any changes to the eligibility and issuing of Company Leased or Owned Vehicles.  This presentation focuses on changes to the Motor Vehicle Safety Procedure.  </a:t>
            </a:r>
          </a:p>
        </p:txBody>
      </p:sp>
      <p:sp>
        <p:nvSpPr>
          <p:cNvPr id="4" name="Slide Number Placeholder 3"/>
          <p:cNvSpPr>
            <a:spLocks noGrp="1"/>
          </p:cNvSpPr>
          <p:nvPr>
            <p:ph type="sldNum" sz="quarter" idx="5"/>
          </p:nvPr>
        </p:nvSpPr>
        <p:spPr/>
        <p:txBody>
          <a:bodyPr/>
          <a:lstStyle/>
          <a:p>
            <a:fld id="{FAA9E662-14CC-4616-9794-D7AFEDED4132}" type="slidenum">
              <a:rPr lang="en-US" smtClean="0"/>
              <a:t>3</a:t>
            </a:fld>
            <a:endParaRPr lang="en-US" dirty="0"/>
          </a:p>
        </p:txBody>
      </p:sp>
    </p:spTree>
    <p:extLst>
      <p:ext uri="{BB962C8B-B14F-4D97-AF65-F5344CB8AC3E}">
        <p14:creationId xmlns:p14="http://schemas.microsoft.com/office/powerpoint/2010/main" val="904246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Driving related incidents are reported in all regions. It is a global risk for FieldCore.</a:t>
            </a:r>
          </a:p>
          <a:p>
            <a:r>
              <a:rPr lang="en-US" dirty="0"/>
              <a:t>80% of the incidents happen in clear weather and dry roads.</a:t>
            </a:r>
          </a:p>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4</a:t>
            </a:fld>
            <a:endParaRPr lang="en-US" dirty="0"/>
          </a:p>
        </p:txBody>
      </p:sp>
    </p:spTree>
    <p:extLst>
      <p:ext uri="{BB962C8B-B14F-4D97-AF65-F5344CB8AC3E}">
        <p14:creationId xmlns:p14="http://schemas.microsoft.com/office/powerpoint/2010/main" val="3827899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5</a:t>
            </a:fld>
            <a:endParaRPr lang="en-US" dirty="0"/>
          </a:p>
        </p:txBody>
      </p:sp>
    </p:spTree>
    <p:extLst>
      <p:ext uri="{BB962C8B-B14F-4D97-AF65-F5344CB8AC3E}">
        <p14:creationId xmlns:p14="http://schemas.microsoft.com/office/powerpoint/2010/main" val="468010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change that will most impact people.  Prior to this FieldCore discouraged mobile use, but per company policy allowed use of hands-free devices while driving.  We are making a change because of overwhelming evidence that hands free use of mobile phones while driving presents a significant danger to the driver, passengers, and other vehicles on the road.  We will spend the next few slides discussing some of the research that has been done in this area and why hands free is not risk free.  </a:t>
            </a:r>
          </a:p>
          <a:p>
            <a:endParaRPr lang="en-US" dirty="0"/>
          </a:p>
          <a:p>
            <a:r>
              <a:rPr lang="en-US" dirty="0"/>
              <a:t>Please note that mobile phones may still be used in a passive manner example GPS driving directions or playing music.  Note if adjustments need to be made drivers must find a safe spot to pull over and make the adjusts.</a:t>
            </a:r>
          </a:p>
          <a:p>
            <a:endParaRPr lang="en-US" dirty="0"/>
          </a:p>
          <a:p>
            <a:r>
              <a:rPr lang="en-US" dirty="0"/>
              <a:t>This procedure applies to the following situations:</a:t>
            </a:r>
          </a:p>
          <a:p>
            <a:pPr lvl="3"/>
            <a:r>
              <a:rPr lang="en-GB" sz="1200" b="1" kern="1200" dirty="0">
                <a:solidFill>
                  <a:schemeClr val="tx1"/>
                </a:solidFill>
                <a:effectLst/>
                <a:latin typeface="+mn-lt"/>
                <a:ea typeface="+mn-ea"/>
                <a:cs typeface="+mn-cs"/>
              </a:rPr>
              <a:t>Traveling for business regardless of vehicle type</a:t>
            </a:r>
            <a:endParaRPr lang="en-US" sz="1200" b="1" kern="1200" dirty="0">
              <a:solidFill>
                <a:schemeClr val="tx1"/>
              </a:solidFill>
              <a:effectLst/>
              <a:latin typeface="+mn-lt"/>
              <a:ea typeface="+mn-ea"/>
              <a:cs typeface="+mn-cs"/>
            </a:endParaRPr>
          </a:p>
          <a:p>
            <a:pPr lvl="3"/>
            <a:r>
              <a:rPr lang="en-GB" sz="1200" b="1" kern="1200" dirty="0">
                <a:solidFill>
                  <a:schemeClr val="tx1"/>
                </a:solidFill>
                <a:effectLst/>
                <a:latin typeface="+mn-lt"/>
                <a:ea typeface="+mn-ea"/>
                <a:cs typeface="+mn-cs"/>
              </a:rPr>
              <a:t>When driving a company owned or leased vehicle, this includes authorised spouses/partners and dependents as drivers.  </a:t>
            </a:r>
            <a:endParaRPr lang="en-US" sz="1200" b="1" kern="1200" dirty="0">
              <a:solidFill>
                <a:schemeClr val="tx1"/>
              </a:solidFill>
              <a:effectLst/>
              <a:latin typeface="+mn-lt"/>
              <a:ea typeface="+mn-ea"/>
              <a:cs typeface="+mn-cs"/>
            </a:endParaRPr>
          </a:p>
          <a:p>
            <a:pPr lvl="3"/>
            <a:r>
              <a:rPr lang="en-GB" sz="1200" b="1" kern="1200" dirty="0">
                <a:solidFill>
                  <a:schemeClr val="tx1"/>
                </a:solidFill>
                <a:effectLst/>
                <a:latin typeface="+mn-lt"/>
                <a:ea typeface="+mn-ea"/>
                <a:cs typeface="+mn-cs"/>
              </a:rPr>
              <a:t>When using a company issued electronic device or phone, and </a:t>
            </a:r>
            <a:endParaRPr lang="en-US" sz="1200" b="1" kern="1200" dirty="0">
              <a:solidFill>
                <a:schemeClr val="tx1"/>
              </a:solidFill>
              <a:effectLst/>
              <a:latin typeface="+mn-lt"/>
              <a:ea typeface="+mn-ea"/>
              <a:cs typeface="+mn-cs"/>
            </a:endParaRPr>
          </a:p>
          <a:p>
            <a:pPr lvl="3"/>
            <a:r>
              <a:rPr lang="en-GB" sz="1200" b="1" kern="1200" dirty="0">
                <a:solidFill>
                  <a:schemeClr val="tx1"/>
                </a:solidFill>
                <a:effectLst/>
                <a:latin typeface="+mn-lt"/>
                <a:ea typeface="+mn-ea"/>
                <a:cs typeface="+mn-cs"/>
              </a:rPr>
              <a:t>When engaging in company calls or other electronic communication.  </a:t>
            </a:r>
            <a:endParaRPr lang="en-US" sz="1200" b="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6</a:t>
            </a:fld>
            <a:endParaRPr lang="en-US" dirty="0"/>
          </a:p>
        </p:txBody>
      </p:sp>
    </p:spTree>
    <p:extLst>
      <p:ext uri="{BB962C8B-B14F-4D97-AF65-F5344CB8AC3E}">
        <p14:creationId xmlns:p14="http://schemas.microsoft.com/office/powerpoint/2010/main" val="908806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2011 the US National Transportation Safety Board issued a recommendation that states enact legislation to ban use of mobile phones including hands free use.  While government has been slow to react, many companies have been proactive in prohibiting all use of mobile phones while driving.  As far back as 2012 more that 25% of Fortune 500 companies have banned all phone use while driving.  This includes many of our customers such as Shell, BP, DuPont, ExxonMobil, Johnson &amp; Johnson and Cargill.  The majority of these companies have found no negative impact on productivity. (around 1.5% said that it decreased productivity)  In fact &gt;10% of companies surveyed said they actually felt a productivity increase.  </a:t>
            </a:r>
          </a:p>
          <a:p>
            <a:endParaRPr lang="en-US" dirty="0"/>
          </a:p>
          <a:p>
            <a:r>
              <a:rPr lang="en-US" dirty="0"/>
              <a:t>Recently there have been lawsuits filed against employers for accident involving their employee who were using phones while driving on company business.  Awards of up to $21 million to the injured parties have been issued.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the main reason is FieldCore wants to provide a safe workplace for our employees including when they are on the road.  Studies have show that 27% of motor vehicle accidents involve some type of cell phone use of those 6% involves texting, 21% phone conversations.   </a:t>
            </a:r>
          </a:p>
          <a:p>
            <a:endParaRPr lang="en-US" dirty="0"/>
          </a:p>
          <a:p>
            <a:endParaRPr lang="en-US" dirty="0"/>
          </a:p>
          <a:p>
            <a:endParaRPr lang="en-US" dirty="0"/>
          </a:p>
          <a:p>
            <a:endParaRPr lang="en-US" dirty="0"/>
          </a:p>
          <a:p>
            <a:endParaRPr lang="en-US" dirty="0"/>
          </a:p>
          <a:p>
            <a:endParaRPr lang="en-US" dirty="0"/>
          </a:p>
          <a:p>
            <a:r>
              <a:rPr lang="en-US" dirty="0"/>
              <a:t>https://www.bts.gov/content/motor-vehicle-safety-data</a:t>
            </a:r>
          </a:p>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7</a:t>
            </a:fld>
            <a:endParaRPr lang="en-US" dirty="0"/>
          </a:p>
        </p:txBody>
      </p:sp>
    </p:spTree>
    <p:extLst>
      <p:ext uri="{BB962C8B-B14F-4D97-AF65-F5344CB8AC3E}">
        <p14:creationId xmlns:p14="http://schemas.microsoft.com/office/powerpoint/2010/main" val="2616253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use of phones while driving is not risk free, we need to understand how the brain processes information.  Both driving and carrying on a conversation are thinking tasks.  The brain cannot perform multiple thinking tasks at one time – rather it toggles between the two tasks not doing either one of them effectively.  This is know as cognitive distraction and occurs whether or not you are using hands free or hand held phones.  </a:t>
            </a:r>
          </a:p>
          <a:p>
            <a:endParaRPr lang="en-US" dirty="0"/>
          </a:p>
          <a:p>
            <a:r>
              <a:rPr lang="en-US" dirty="0"/>
              <a:t> A study conducted at Carnegie Mellon University, subjects were placed in driving simulators while MRI pictures were taken, in order view activity in the brain.  Pictures were taken when the subjects were simply driving in the simulator and again when they were asked true/false questions and driving at the same time – this was to simulate being on the phone while driving.  In the second picture you can see that there is a big decrease in active brain function.  The portion of the brain in green is that part that is used to process visual information including movement – which is critical to being able to drive safely.   </a:t>
            </a:r>
          </a:p>
          <a:p>
            <a:endParaRPr lang="en-US" dirty="0"/>
          </a:p>
          <a:p>
            <a:r>
              <a:rPr lang="en-US" dirty="0"/>
              <a:t>Now people often ask – What if I am having a conversation with a passenger in the car? Is that as distracting? The answer is no for a couple of reasons.  The passenger acts as a second set of eyes and may assist in observing changes in traffic conditions.  You may have noticed that passengers often get quiet when driving conditions require additional focus. i.e., bad weather or traffic  </a:t>
            </a:r>
          </a:p>
          <a:p>
            <a:endParaRPr lang="en-US" dirty="0"/>
          </a:p>
          <a:p>
            <a:r>
              <a:rPr lang="en-US" dirty="0"/>
              <a:t>The passenger will adjust the conversation depending upon overall conditions, however, the person on the other end of the phone has no idea what the overall conditions are; therefore they make no adjustments and then expect an answer as if you were sitting at your desk.  </a:t>
            </a:r>
          </a:p>
          <a:p>
            <a:endParaRPr lang="en-US" dirty="0"/>
          </a:p>
          <a:p>
            <a:r>
              <a:rPr lang="en-US" dirty="0"/>
              <a:t>As for listening to the music or podcasts this is considered passive listening and does not put the same load on your brain as you are not trying to think of an answer or engage in a discussion.  </a:t>
            </a:r>
          </a:p>
        </p:txBody>
      </p:sp>
      <p:sp>
        <p:nvSpPr>
          <p:cNvPr id="4" name="Slide Number Placeholder 3"/>
          <p:cNvSpPr>
            <a:spLocks noGrp="1"/>
          </p:cNvSpPr>
          <p:nvPr>
            <p:ph type="sldNum" sz="quarter" idx="5"/>
          </p:nvPr>
        </p:nvSpPr>
        <p:spPr/>
        <p:txBody>
          <a:bodyPr/>
          <a:lstStyle/>
          <a:p>
            <a:fld id="{FAA9E662-14CC-4616-9794-D7AFEDED4132}" type="slidenum">
              <a:rPr lang="en-US" smtClean="0"/>
              <a:t>8</a:t>
            </a:fld>
            <a:endParaRPr lang="en-US" dirty="0"/>
          </a:p>
        </p:txBody>
      </p:sp>
    </p:spTree>
    <p:extLst>
      <p:ext uri="{BB962C8B-B14F-4D97-AF65-F5344CB8AC3E}">
        <p14:creationId xmlns:p14="http://schemas.microsoft.com/office/powerpoint/2010/main" val="1991238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Drivers on the phone also experience what is know as inattention blindness.  This means that the driver may be looking but they are not processing visual information.  A study done by Transport Canada used cameras inside vehicles to track where drivers eyes looked while driving.  In the picture above the black box indicates where drives look during normal driving, the red box shows where their eyes looked when talking on the phone.  Note this does not matter if the phone is hand held or hands free inattention blindness still occurred.  Drivers in this study often ignored looking in mirrors, noticing traffic lights, and monitoring instruments while talking on the phone. </a:t>
            </a:r>
          </a:p>
          <a:p>
            <a:endParaRPr lang="en-US" dirty="0"/>
          </a:p>
          <a:p>
            <a:r>
              <a:rPr lang="en-US" dirty="0"/>
              <a:t>People are not aware of what information they are missing – they think that they are seeing everything that they need to drive safely.  Some of the information missed with inattention blindness include pedestrians who may be getting ready to cross the street, traffic lights, and vehicles preparing to enter traffic.  </a:t>
            </a:r>
          </a:p>
        </p:txBody>
      </p:sp>
      <p:sp>
        <p:nvSpPr>
          <p:cNvPr id="4" name="Slide Number Placeholder 3"/>
          <p:cNvSpPr>
            <a:spLocks noGrp="1"/>
          </p:cNvSpPr>
          <p:nvPr>
            <p:ph type="sldNum" sz="quarter" idx="5"/>
          </p:nvPr>
        </p:nvSpPr>
        <p:spPr/>
        <p:txBody>
          <a:bodyPr/>
          <a:lstStyle/>
          <a:p>
            <a:fld id="{FAA9E662-14CC-4616-9794-D7AFEDED4132}" type="slidenum">
              <a:rPr lang="en-US" smtClean="0"/>
              <a:t>9</a:t>
            </a:fld>
            <a:endParaRPr lang="en-US" dirty="0"/>
          </a:p>
        </p:txBody>
      </p:sp>
    </p:spTree>
    <p:extLst>
      <p:ext uri="{BB962C8B-B14F-4D97-AF65-F5344CB8AC3E}">
        <p14:creationId xmlns:p14="http://schemas.microsoft.com/office/powerpoint/2010/main" val="2554860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this study both hand held and hands free cell phone use was measured and both situations led to slower reaction times then when intoxicated.  This is due to the brain having to toggle between two thinking tasks – talking on the phone and driving.  This toggling may only take fractions of a second – but that could be the difference between safely braking and rear ending the car in front of you.   In addition drivers also had more difficulty staying in their line while talking on the phone versus being intoxicated.  </a:t>
            </a:r>
          </a:p>
        </p:txBody>
      </p:sp>
      <p:sp>
        <p:nvSpPr>
          <p:cNvPr id="4" name="Slide Number Placeholder 3"/>
          <p:cNvSpPr>
            <a:spLocks noGrp="1"/>
          </p:cNvSpPr>
          <p:nvPr>
            <p:ph type="sldNum" sz="quarter" idx="5"/>
          </p:nvPr>
        </p:nvSpPr>
        <p:spPr/>
        <p:txBody>
          <a:bodyPr/>
          <a:lstStyle/>
          <a:p>
            <a:fld id="{FAA9E662-14CC-4616-9794-D7AFEDED4132}" type="slidenum">
              <a:rPr lang="en-US" smtClean="0"/>
              <a:t>10</a:t>
            </a:fld>
            <a:endParaRPr lang="en-US" dirty="0"/>
          </a:p>
        </p:txBody>
      </p:sp>
    </p:spTree>
    <p:extLst>
      <p:ext uri="{BB962C8B-B14F-4D97-AF65-F5344CB8AC3E}">
        <p14:creationId xmlns:p14="http://schemas.microsoft.com/office/powerpoint/2010/main" val="18648273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driving is a high risk work activity.  Ask yourself if you would perform other high risk work activities while on the phone.  </a:t>
            </a:r>
          </a:p>
        </p:txBody>
      </p:sp>
      <p:sp>
        <p:nvSpPr>
          <p:cNvPr id="4" name="Slide Number Placeholder 3"/>
          <p:cNvSpPr>
            <a:spLocks noGrp="1"/>
          </p:cNvSpPr>
          <p:nvPr>
            <p:ph type="sldNum" sz="quarter" idx="5"/>
          </p:nvPr>
        </p:nvSpPr>
        <p:spPr/>
        <p:txBody>
          <a:bodyPr/>
          <a:lstStyle/>
          <a:p>
            <a:fld id="{FAA9E662-14CC-4616-9794-D7AFEDED4132}" type="slidenum">
              <a:rPr lang="en-US" smtClean="0"/>
              <a:t>11</a:t>
            </a:fld>
            <a:endParaRPr lang="en-US" dirty="0"/>
          </a:p>
        </p:txBody>
      </p:sp>
    </p:spTree>
    <p:extLst>
      <p:ext uri="{BB962C8B-B14F-4D97-AF65-F5344CB8AC3E}">
        <p14:creationId xmlns:p14="http://schemas.microsoft.com/office/powerpoint/2010/main" val="17935432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1. It was an urgent work call!</a:t>
            </a:r>
            <a:r>
              <a:rPr lang="en-US" dirty="0"/>
              <a:t> Let callers know on your voicemail that you may be driving and there may be delay before you return their call.  Use Do Not Disturb While Driving settings on your phone. </a:t>
            </a:r>
            <a:endParaRPr lang="en-US" dirty="0">
              <a:solidFill>
                <a:schemeClr val="accent2"/>
              </a:solidFill>
            </a:endParaRPr>
          </a:p>
          <a:p>
            <a:r>
              <a:rPr lang="en-US" sz="1200" b="1" i="0" kern="1200" dirty="0">
                <a:solidFill>
                  <a:schemeClr val="tx1"/>
                </a:solidFill>
                <a:effectLst/>
                <a:latin typeface="+mn-lt"/>
                <a:ea typeface="+mn-ea"/>
                <a:cs typeface="+mn-cs"/>
              </a:rPr>
              <a:t>2. But I was stopped at a red light</a:t>
            </a:r>
            <a:r>
              <a:rPr lang="en-US" sz="1200" b="0" i="0" kern="1200" dirty="0">
                <a:solidFill>
                  <a:schemeClr val="tx1"/>
                </a:solidFill>
                <a:effectLst/>
                <a:latin typeface="+mn-lt"/>
                <a:ea typeface="+mn-ea"/>
                <a:cs typeface="+mn-cs"/>
              </a:rPr>
              <a:t>. Put a stop to this misconception: the rules apply even if you are stopped at a light,  need to be aware of changes in traffic patterns, pedestrians….</a:t>
            </a:r>
          </a:p>
          <a:p>
            <a:r>
              <a:rPr lang="en-US" sz="1200" b="1" i="0" kern="1200" dirty="0">
                <a:solidFill>
                  <a:schemeClr val="tx1"/>
                </a:solidFill>
                <a:effectLst/>
                <a:latin typeface="+mn-lt"/>
                <a:ea typeface="+mn-ea"/>
                <a:cs typeface="+mn-cs"/>
              </a:rPr>
              <a:t>3. I was just checking my voicemail</a:t>
            </a:r>
            <a:r>
              <a:rPr lang="en-US" sz="1200" b="0" i="0" kern="1200" dirty="0">
                <a:solidFill>
                  <a:schemeClr val="tx1"/>
                </a:solidFill>
                <a:effectLst/>
                <a:latin typeface="+mn-lt"/>
                <a:ea typeface="+mn-ea"/>
                <a:cs typeface="+mn-cs"/>
              </a:rPr>
              <a:t> – I didn't make a call.  Let voicemail do its job – call back later when it's safe to do so. Better yet, turn your cell phone off or put it in the trunk to avoid the temptation to pick it up.</a:t>
            </a:r>
          </a:p>
          <a:p>
            <a:r>
              <a:rPr lang="en-US" sz="1200" b="1" i="0" kern="1200" dirty="0">
                <a:solidFill>
                  <a:schemeClr val="tx1"/>
                </a:solidFill>
                <a:effectLst/>
                <a:latin typeface="+mn-lt"/>
                <a:ea typeface="+mn-ea"/>
                <a:cs typeface="+mn-cs"/>
              </a:rPr>
              <a:t>4. But I have it on hands-free!</a:t>
            </a:r>
            <a:r>
              <a:rPr lang="en-US" sz="1200" b="0" i="0" kern="1200" dirty="0">
                <a:solidFill>
                  <a:schemeClr val="tx1"/>
                </a:solidFill>
                <a:effectLst/>
                <a:latin typeface="+mn-lt"/>
                <a:ea typeface="+mn-ea"/>
                <a:cs typeface="+mn-cs"/>
              </a:rPr>
              <a:t> Hands free still means that your brain is doing something else and not driving</a:t>
            </a:r>
          </a:p>
          <a:p>
            <a:r>
              <a:rPr lang="en-US" sz="1200" b="1" i="0" kern="1200" dirty="0">
                <a:solidFill>
                  <a:schemeClr val="tx1"/>
                </a:solidFill>
                <a:effectLst/>
                <a:latin typeface="+mn-lt"/>
                <a:ea typeface="+mn-ea"/>
                <a:cs typeface="+mn-cs"/>
              </a:rPr>
              <a:t>5. I didn't know I'm not from here.</a:t>
            </a:r>
            <a:r>
              <a:rPr lang="en-US" sz="1200" b="0" i="0" kern="1200" dirty="0">
                <a:solidFill>
                  <a:schemeClr val="tx1"/>
                </a:solidFill>
                <a:effectLst/>
                <a:latin typeface="+mn-lt"/>
                <a:ea typeface="+mn-ea"/>
                <a:cs typeface="+mn-cs"/>
              </a:rPr>
              <a:t> The policy applies to every FieldCore employee.</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CDABC8-FD09-47BC-822A-A981D494E0D7}" type="slidenum">
              <a:rPr kumimoji="0" lang="en-CA" sz="1200" b="0" i="0" u="none" strike="noStrike" kern="1200" cap="none" spc="0" normalizeH="0" baseline="0" noProof="0" smtClean="0">
                <a:ln>
                  <a:noFill/>
                </a:ln>
                <a:solidFill>
                  <a:prstClr val="black"/>
                </a:solidFill>
                <a:effectLst/>
                <a:uLnTx/>
                <a:uFillTx/>
                <a:latin typeface="GE Inspira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CA" sz="1200" b="0" i="0" u="none" strike="noStrike" kern="1200" cap="none" spc="0" normalizeH="0" baseline="0" noProof="0" dirty="0">
              <a:ln>
                <a:noFill/>
              </a:ln>
              <a:solidFill>
                <a:prstClr val="black"/>
              </a:solidFill>
              <a:effectLst/>
              <a:uLnTx/>
              <a:uFillTx/>
              <a:latin typeface="GE Inspira Sans"/>
              <a:ea typeface="+mn-ea"/>
              <a:cs typeface="+mn-cs"/>
            </a:endParaRPr>
          </a:p>
        </p:txBody>
      </p:sp>
    </p:spTree>
    <p:extLst>
      <p:ext uri="{BB962C8B-B14F-4D97-AF65-F5344CB8AC3E}">
        <p14:creationId xmlns:p14="http://schemas.microsoft.com/office/powerpoint/2010/main" val="2184058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Hopefully you have learned some valuable information about the dangers of distracted driving.  Its important to not only follow these policy requirements to help your team examples include</a:t>
            </a:r>
          </a:p>
          <a:p>
            <a:pPr marL="171450" indent="-171450">
              <a:buFont typeface="Arial" panose="020B0604020202020204" pitchFamily="34" charset="0"/>
              <a:buChar char="•"/>
            </a:pPr>
            <a:r>
              <a:rPr lang="en-US" dirty="0"/>
              <a:t>Be understanding if someone does not pick up the phone</a:t>
            </a:r>
          </a:p>
          <a:p>
            <a:pPr marL="171450" indent="-171450">
              <a:buFont typeface="Arial" panose="020B0604020202020204" pitchFamily="34" charset="0"/>
              <a:buChar char="•"/>
            </a:pPr>
            <a:r>
              <a:rPr lang="en-US" dirty="0"/>
              <a:t>If you are leading a call check and make sure no one is driving while on the call</a:t>
            </a:r>
          </a:p>
          <a:p>
            <a:pPr marL="171450" indent="-171450">
              <a:buFont typeface="Arial" panose="020B0604020202020204" pitchFamily="34" charset="0"/>
              <a:buChar char="•"/>
            </a:pPr>
            <a:r>
              <a:rPr lang="en-US" dirty="0"/>
              <a:t>Record calls if people cannot attend because they are on the road</a:t>
            </a:r>
          </a:p>
          <a:p>
            <a:pPr marL="171450" indent="-171450">
              <a:buFont typeface="Arial" panose="020B0604020202020204" pitchFamily="34" charset="0"/>
              <a:buChar char="•"/>
            </a:pPr>
            <a:r>
              <a:rPr lang="en-US" dirty="0"/>
              <a:t>Allow your team flexibility in taking calls that may be during commute times – take the call from home rather than on the road </a:t>
            </a:r>
          </a:p>
          <a:p>
            <a:endParaRPr lang="en-US" dirty="0"/>
          </a:p>
          <a:p>
            <a:r>
              <a:rPr lang="en-US" dirty="0"/>
              <a:t>Also share this information with your family and friends and encourage them to end distracted driving.  </a:t>
            </a:r>
          </a:p>
        </p:txBody>
      </p:sp>
      <p:sp>
        <p:nvSpPr>
          <p:cNvPr id="4" name="Slide Number Placeholder 3"/>
          <p:cNvSpPr>
            <a:spLocks noGrp="1"/>
          </p:cNvSpPr>
          <p:nvPr>
            <p:ph type="sldNum" sz="quarter" idx="5"/>
          </p:nvPr>
        </p:nvSpPr>
        <p:spPr/>
        <p:txBody>
          <a:bodyPr/>
          <a:lstStyle/>
          <a:p>
            <a:fld id="{FAA9E662-14CC-4616-9794-D7AFEDED4132}" type="slidenum">
              <a:rPr lang="en-US" smtClean="0"/>
              <a:t>13</a:t>
            </a:fld>
            <a:endParaRPr lang="en-US" dirty="0"/>
          </a:p>
        </p:txBody>
      </p:sp>
    </p:spTree>
    <p:extLst>
      <p:ext uri="{BB962C8B-B14F-4D97-AF65-F5344CB8AC3E}">
        <p14:creationId xmlns:p14="http://schemas.microsoft.com/office/powerpoint/2010/main" val="40859984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14</a:t>
            </a:fld>
            <a:endParaRPr lang="en-US" dirty="0"/>
          </a:p>
        </p:txBody>
      </p:sp>
    </p:spTree>
    <p:extLst>
      <p:ext uri="{BB962C8B-B14F-4D97-AF65-F5344CB8AC3E}">
        <p14:creationId xmlns:p14="http://schemas.microsoft.com/office/powerpoint/2010/main" val="1646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risk factor related to driving is fatigue.  Its important to be aware of the risk factors and signs of fatigue.  Fatigue has a significant impact on being able to drive safely.  </a:t>
            </a:r>
          </a:p>
        </p:txBody>
      </p:sp>
      <p:sp>
        <p:nvSpPr>
          <p:cNvPr id="4" name="Slide Number Placeholder 3"/>
          <p:cNvSpPr>
            <a:spLocks noGrp="1"/>
          </p:cNvSpPr>
          <p:nvPr>
            <p:ph type="sldNum" sz="quarter" idx="5"/>
          </p:nvPr>
        </p:nvSpPr>
        <p:spPr/>
        <p:txBody>
          <a:bodyPr/>
          <a:lstStyle/>
          <a:p>
            <a:fld id="{FAA9E662-14CC-4616-9794-D7AFEDED4132}" type="slidenum">
              <a:rPr lang="en-US" smtClean="0"/>
              <a:t>15</a:t>
            </a:fld>
            <a:endParaRPr lang="en-US" dirty="0"/>
          </a:p>
        </p:txBody>
      </p:sp>
    </p:spTree>
    <p:extLst>
      <p:ext uri="{BB962C8B-B14F-4D97-AF65-F5344CB8AC3E}">
        <p14:creationId xmlns:p14="http://schemas.microsoft.com/office/powerpoint/2010/main" val="14480873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familiar with Fatigue Management requirements (See FC-GL-EHS-SAF- 0810 Fatigue Management available on EHS SharePoint).  Work hours limitations including travel time must be followed.  Pay particular attention to employees driving after night shifts or shift rotations.  Consider carpools or providing transport to and from site.  When demobilizing consider effects of long shifts followed by long drives home or to the next site.  </a:t>
            </a:r>
          </a:p>
        </p:txBody>
      </p:sp>
      <p:sp>
        <p:nvSpPr>
          <p:cNvPr id="4" name="Slide Number Placeholder 3"/>
          <p:cNvSpPr>
            <a:spLocks noGrp="1"/>
          </p:cNvSpPr>
          <p:nvPr>
            <p:ph type="sldNum" sz="quarter" idx="5"/>
          </p:nvPr>
        </p:nvSpPr>
        <p:spPr/>
        <p:txBody>
          <a:bodyPr/>
          <a:lstStyle/>
          <a:p>
            <a:fld id="{FAA9E662-14CC-4616-9794-D7AFEDED4132}" type="slidenum">
              <a:rPr lang="en-US" smtClean="0"/>
              <a:t>16</a:t>
            </a:fld>
            <a:endParaRPr lang="en-US" dirty="0"/>
          </a:p>
        </p:txBody>
      </p:sp>
    </p:spTree>
    <p:extLst>
      <p:ext uri="{BB962C8B-B14F-4D97-AF65-F5344CB8AC3E}">
        <p14:creationId xmlns:p14="http://schemas.microsoft.com/office/powerpoint/2010/main" val="17577119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way to manage Drive Fatigue is conducting Journey Management planning in particular for trips longer that 4 hours.  Your plan should include understanding the route you will be taking; check with others who have been to that location. Are there any road conditions you should be aware of?  Consider the time of day that you will be traveling plus your work schedule if you just finished a long shift consider resting first before beginning your drive.  If you have to drive at night consider breaking up your trip to rest for the night.  Share your travel plans with your manager or a contact at the site - check in with them when you have arrived, or if you have a change in plans that will delay your arrival.  Plan for breaks along the way.  Look out for your coworkers as well.  </a:t>
            </a:r>
          </a:p>
          <a:p>
            <a:endParaRPr lang="en-US" dirty="0"/>
          </a:p>
          <a:p>
            <a:r>
              <a:rPr lang="en-US" dirty="0"/>
              <a:t>Guidance on Journey Management is included in the Motor Vehicle Safety Procedure – if you have a trip where you will be driving more than 4 hours put a plan together.  The guidance document includes options for planning depending upon the particular trip they may be as simple as knowing your route, planning on breaks, and letting people know about your trip.  Other trips may require more elaborate planning.  </a:t>
            </a:r>
          </a:p>
        </p:txBody>
      </p:sp>
      <p:sp>
        <p:nvSpPr>
          <p:cNvPr id="4" name="Slide Number Placeholder 3"/>
          <p:cNvSpPr>
            <a:spLocks noGrp="1"/>
          </p:cNvSpPr>
          <p:nvPr>
            <p:ph type="sldNum" sz="quarter" idx="5"/>
          </p:nvPr>
        </p:nvSpPr>
        <p:spPr/>
        <p:txBody>
          <a:bodyPr/>
          <a:lstStyle/>
          <a:p>
            <a:fld id="{FAA9E662-14CC-4616-9794-D7AFEDED4132}" type="slidenum">
              <a:rPr lang="en-US" smtClean="0"/>
              <a:t>17</a:t>
            </a:fld>
            <a:endParaRPr lang="en-US" dirty="0"/>
          </a:p>
        </p:txBody>
      </p:sp>
    </p:spTree>
    <p:extLst>
      <p:ext uri="{BB962C8B-B14F-4D97-AF65-F5344CB8AC3E}">
        <p14:creationId xmlns:p14="http://schemas.microsoft.com/office/powerpoint/2010/main" val="104725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18</a:t>
            </a:fld>
            <a:endParaRPr lang="en-US" dirty="0"/>
          </a:p>
        </p:txBody>
      </p:sp>
    </p:spTree>
    <p:extLst>
      <p:ext uri="{BB962C8B-B14F-4D97-AF65-F5344CB8AC3E}">
        <p14:creationId xmlns:p14="http://schemas.microsoft.com/office/powerpoint/2010/main" val="1687988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Motor Vehicle safety does not end when the drive is over.  At many job sites there may be risks presented by vehicle movement in and around the work area.  Often during outages sites are crowded with limited parking or laydown space.   </a:t>
            </a:r>
          </a:p>
          <a:p>
            <a:endParaRPr lang="en-US" dirty="0"/>
          </a:p>
          <a:p>
            <a:r>
              <a:rPr lang="en-US" dirty="0"/>
              <a:t>If you have to use areas near parking lots or roadways as a laydown yard, tool storage or work area take the following precautions:</a:t>
            </a:r>
          </a:p>
          <a:p>
            <a:pPr marL="171450" indent="-171450">
              <a:buFont typeface="Arial" panose="020B0604020202020204" pitchFamily="34" charset="0"/>
              <a:buChar char="•"/>
            </a:pPr>
            <a:r>
              <a:rPr lang="en-US" dirty="0"/>
              <a:t>Wear safety vest or jacket, </a:t>
            </a:r>
          </a:p>
          <a:p>
            <a:pPr marL="171450" indent="-171450">
              <a:buFont typeface="Arial" panose="020B0604020202020204" pitchFamily="34" charset="0"/>
              <a:buChar char="•"/>
            </a:pPr>
            <a:r>
              <a:rPr lang="en-US" dirty="0"/>
              <a:t>Set up cones or bright flagging/tape around the work area. </a:t>
            </a:r>
          </a:p>
          <a:p>
            <a:pPr marL="171450" indent="-171450">
              <a:buFont typeface="Arial" panose="020B0604020202020204" pitchFamily="34" charset="0"/>
              <a:buChar char="•"/>
            </a:pPr>
            <a:r>
              <a:rPr lang="en-US" dirty="0"/>
              <a:t> If vehicles are active have someone on your crew act as an observer or spotter. </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 Recently at one of our project sites an employee was backed into by a contractors vehicles – it is very fortunate the employee was not injured.   You don’t know what the drivers are thinking and they may be distracted - look out for yourself and your coworkers.  </a:t>
            </a:r>
          </a:p>
        </p:txBody>
      </p:sp>
      <p:sp>
        <p:nvSpPr>
          <p:cNvPr id="4" name="Slide Number Placeholder 3"/>
          <p:cNvSpPr>
            <a:spLocks noGrp="1"/>
          </p:cNvSpPr>
          <p:nvPr>
            <p:ph type="sldNum" sz="quarter" idx="5"/>
          </p:nvPr>
        </p:nvSpPr>
        <p:spPr/>
        <p:txBody>
          <a:bodyPr/>
          <a:lstStyle/>
          <a:p>
            <a:fld id="{FAA9E662-14CC-4616-9794-D7AFEDED4132}" type="slidenum">
              <a:rPr lang="en-US" smtClean="0"/>
              <a:t>19</a:t>
            </a:fld>
            <a:endParaRPr lang="en-US" dirty="0"/>
          </a:p>
        </p:txBody>
      </p:sp>
    </p:spTree>
    <p:extLst>
      <p:ext uri="{BB962C8B-B14F-4D97-AF65-F5344CB8AC3E}">
        <p14:creationId xmlns:p14="http://schemas.microsoft.com/office/powerpoint/2010/main" val="42467931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of the job sites that we work with have limited or unpaved parking areas.  When parking take the time to check conditions in the area – we have had several injuries this year that may have been prevented by a quick assessment of conditions before exiting vehicle.  Reverse parking is recommended but if that’s not possible be sure to check for work activity when backing up.  Use a spotter if people are working in the area.  </a:t>
            </a:r>
          </a:p>
        </p:txBody>
      </p:sp>
      <p:sp>
        <p:nvSpPr>
          <p:cNvPr id="4" name="Slide Number Placeholder 3"/>
          <p:cNvSpPr>
            <a:spLocks noGrp="1"/>
          </p:cNvSpPr>
          <p:nvPr>
            <p:ph type="sldNum" sz="quarter" idx="5"/>
          </p:nvPr>
        </p:nvSpPr>
        <p:spPr/>
        <p:txBody>
          <a:bodyPr/>
          <a:lstStyle/>
          <a:p>
            <a:fld id="{FAA9E662-14CC-4616-9794-D7AFEDED4132}" type="slidenum">
              <a:rPr lang="en-US" smtClean="0"/>
              <a:t>20</a:t>
            </a:fld>
            <a:endParaRPr lang="en-US" dirty="0"/>
          </a:p>
        </p:txBody>
      </p:sp>
    </p:spTree>
    <p:extLst>
      <p:ext uri="{BB962C8B-B14F-4D97-AF65-F5344CB8AC3E}">
        <p14:creationId xmlns:p14="http://schemas.microsoft.com/office/powerpoint/2010/main" val="38646593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CHANGES IN THIS SECTION APPLY TO DRIVERS OF TOOLS OF TRADE VECHICLES ONLY AT THIS TIME – IE EMPLOYEES WHO ARE PROVIDED TRUCKS OR VANS FOR DAILY USE AT JOB SITES  </a:t>
            </a:r>
          </a:p>
        </p:txBody>
      </p:sp>
      <p:sp>
        <p:nvSpPr>
          <p:cNvPr id="4" name="Slide Number Placeholder 3"/>
          <p:cNvSpPr>
            <a:spLocks noGrp="1"/>
          </p:cNvSpPr>
          <p:nvPr>
            <p:ph type="sldNum" sz="quarter" idx="5"/>
          </p:nvPr>
        </p:nvSpPr>
        <p:spPr/>
        <p:txBody>
          <a:bodyPr/>
          <a:lstStyle/>
          <a:p>
            <a:fld id="{FAA9E662-14CC-4616-9794-D7AFEDED4132}" type="slidenum">
              <a:rPr lang="en-US" smtClean="0"/>
              <a:t>21</a:t>
            </a:fld>
            <a:endParaRPr lang="en-US" dirty="0"/>
          </a:p>
        </p:txBody>
      </p:sp>
    </p:spTree>
    <p:extLst>
      <p:ext uri="{BB962C8B-B14F-4D97-AF65-F5344CB8AC3E}">
        <p14:creationId xmlns:p14="http://schemas.microsoft.com/office/powerpoint/2010/main" val="2380133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Additional inspection requirements apply TO DRIVERS OF TOOLS OF TRADE VECHICLE ONLY AT THIS TIME – i.e., EMPLOYEES WHO ARE PROVIDED TRUCKS OR VANS FOR Regular USE AT JOB SITES  - this new requirement is for a documented weekly inspection that is to be kept with the vehicle.  A form to capture inspections is provided in the procedure</a:t>
            </a:r>
          </a:p>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22</a:t>
            </a:fld>
            <a:endParaRPr lang="en-US" dirty="0"/>
          </a:p>
        </p:txBody>
      </p:sp>
    </p:spTree>
    <p:extLst>
      <p:ext uri="{BB962C8B-B14F-4D97-AF65-F5344CB8AC3E}">
        <p14:creationId xmlns:p14="http://schemas.microsoft.com/office/powerpoint/2010/main" val="11825216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THE CHANGES IN THIS SECTION APPLY TO DRIVERS OF TOOLS OF TRADE VECHICLES ONLY AT THIS TIME – IE EMPLOYEES WHO ARE PROVIDED TRUCKS OR VANS FOR DAILY USE AT JOB SITES  </a:t>
            </a:r>
          </a:p>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23</a:t>
            </a:fld>
            <a:endParaRPr lang="en-US" dirty="0"/>
          </a:p>
        </p:txBody>
      </p:sp>
    </p:spTree>
    <p:extLst>
      <p:ext uri="{BB962C8B-B14F-4D97-AF65-F5344CB8AC3E}">
        <p14:creationId xmlns:p14="http://schemas.microsoft.com/office/powerpoint/2010/main" val="36393649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24</a:t>
            </a:fld>
            <a:endParaRPr lang="en-US" dirty="0"/>
          </a:p>
        </p:txBody>
      </p:sp>
    </p:spTree>
    <p:extLst>
      <p:ext uri="{BB962C8B-B14F-4D97-AF65-F5344CB8AC3E}">
        <p14:creationId xmlns:p14="http://schemas.microsoft.com/office/powerpoint/2010/main" val="1015776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25</a:t>
            </a:fld>
            <a:endParaRPr lang="en-US" dirty="0"/>
          </a:p>
        </p:txBody>
      </p:sp>
    </p:spTree>
    <p:extLst>
      <p:ext uri="{BB962C8B-B14F-4D97-AF65-F5344CB8AC3E}">
        <p14:creationId xmlns:p14="http://schemas.microsoft.com/office/powerpoint/2010/main" val="39771211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26</a:t>
            </a:fld>
            <a:endParaRPr lang="en-US" dirty="0"/>
          </a:p>
        </p:txBody>
      </p:sp>
    </p:spTree>
    <p:extLst>
      <p:ext uri="{BB962C8B-B14F-4D97-AF65-F5344CB8AC3E}">
        <p14:creationId xmlns:p14="http://schemas.microsoft.com/office/powerpoint/2010/main" val="42506269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A9E662-14CC-4616-9794-D7AFEDED4132}" type="slidenum">
              <a:rPr lang="en-US" smtClean="0"/>
              <a:t>27</a:t>
            </a:fld>
            <a:endParaRPr lang="en-US" dirty="0"/>
          </a:p>
        </p:txBody>
      </p:sp>
    </p:spTree>
    <p:extLst>
      <p:ext uri="{BB962C8B-B14F-4D97-AF65-F5344CB8AC3E}">
        <p14:creationId xmlns:p14="http://schemas.microsoft.com/office/powerpoint/2010/main" val="18121500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07149" y="3732060"/>
            <a:ext cx="9840912" cy="634200"/>
          </a:xfrm>
        </p:spPr>
        <p:txBody>
          <a:bodyPr anchor="t" anchorCtr="0">
            <a:noAutofit/>
          </a:bodyPr>
          <a:lstStyle>
            <a:lvl1pPr algn="l">
              <a:lnSpc>
                <a:spcPct val="90000"/>
              </a:lnSpc>
              <a:defRPr sz="3300" b="1" i="0" cap="all" baseline="0">
                <a:solidFill>
                  <a:schemeClr val="bg1"/>
                </a:solidFill>
                <a:latin typeface="Gotham Rounded" charset="0"/>
                <a:ea typeface="Gotham Rounded" charset="0"/>
                <a:cs typeface="Gotham Rounded" charset="0"/>
              </a:defRPr>
            </a:lvl1pPr>
          </a:lstStyle>
          <a:p>
            <a:endParaRPr lang="en-CA" dirty="0"/>
          </a:p>
        </p:txBody>
      </p:sp>
      <p:sp>
        <p:nvSpPr>
          <p:cNvPr id="14" name="Text Placeholder 19"/>
          <p:cNvSpPr>
            <a:spLocks noGrp="1"/>
          </p:cNvSpPr>
          <p:nvPr>
            <p:ph type="body" sz="quarter" idx="13" hasCustomPrompt="1"/>
          </p:nvPr>
        </p:nvSpPr>
        <p:spPr>
          <a:xfrm>
            <a:off x="1328004" y="3264158"/>
            <a:ext cx="9757093" cy="445042"/>
          </a:xfrm>
          <a:prstGeom prst="rect">
            <a:avLst/>
          </a:prstGeom>
        </p:spPr>
        <p:txBody>
          <a:bodyPr lIns="0"/>
          <a:lstStyle>
            <a:lvl1pPr marL="0" indent="0">
              <a:buFontTx/>
              <a:buNone/>
              <a:defRPr sz="1800" cap="all" baseline="0">
                <a:solidFill>
                  <a:schemeClr val="accent4"/>
                </a:solidFill>
              </a:defRPr>
            </a:lvl1pPr>
          </a:lstStyle>
          <a:p>
            <a:pPr lvl="0"/>
            <a:r>
              <a:rPr lang="en-US" dirty="0"/>
              <a:t>CLICK TO EDIT MASTER TEXT STYLES</a:t>
            </a:r>
          </a:p>
        </p:txBody>
      </p:sp>
      <p:sp>
        <p:nvSpPr>
          <p:cNvPr id="16" name="Slide Number Placeholder 5"/>
          <p:cNvSpPr>
            <a:spLocks noGrp="1"/>
          </p:cNvSpPr>
          <p:nvPr>
            <p:ph type="sldNum" sz="quarter" idx="4"/>
          </p:nvPr>
        </p:nvSpPr>
        <p:spPr>
          <a:xfrm>
            <a:off x="11698319" y="6659880"/>
            <a:ext cx="329637" cy="182880"/>
          </a:xfrm>
          <a:prstGeom prst="rect">
            <a:avLst/>
          </a:prstGeom>
        </p:spPr>
        <p:txBody>
          <a:bodyPr anchor="ctr" anchorCtr="0"/>
          <a:lstStyle>
            <a:lvl1pPr>
              <a:defRPr sz="674">
                <a:solidFill>
                  <a:schemeClr val="tx2"/>
                </a:solidFill>
              </a:defRPr>
            </a:lvl1pPr>
          </a:lstStyle>
          <a:p>
            <a:fld id="{00E6A5BD-C011-4A45-AA3A-201790FB7F2B}" type="slidenum">
              <a:rPr lang="en-CA" smtClean="0"/>
              <a:pPr/>
              <a:t>‹#›</a:t>
            </a:fld>
            <a:endParaRPr lang="en-CA" dirty="0"/>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a:ext>
            </a:extLst>
          </a:blip>
          <a:srcRect t="1147" b="2691"/>
          <a:stretch/>
        </p:blipFill>
        <p:spPr>
          <a:xfrm flipH="1" flipV="1">
            <a:off x="-11611" y="-8709"/>
            <a:ext cx="12198096" cy="6866708"/>
          </a:xfrm>
          <a:prstGeom prst="rect">
            <a:avLst/>
          </a:prstGeom>
        </p:spPr>
      </p:pic>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28004" y="535842"/>
            <a:ext cx="1759152" cy="446268"/>
          </a:xfrm>
          <a:prstGeom prst="rect">
            <a:avLst/>
          </a:prstGeom>
        </p:spPr>
      </p:pic>
    </p:spTree>
    <p:extLst>
      <p:ext uri="{BB962C8B-B14F-4D97-AF65-F5344CB8AC3E}">
        <p14:creationId xmlns:p14="http://schemas.microsoft.com/office/powerpoint/2010/main" val="2685352973"/>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Section Divider">
    <p:bg>
      <p:bgPr>
        <a:solidFill>
          <a:schemeClr val="accent1"/>
        </a:solidFill>
        <a:effectLst/>
      </p:bgPr>
    </p:bg>
    <p:spTree>
      <p:nvGrpSpPr>
        <p:cNvPr id="1" name=""/>
        <p:cNvGrpSpPr/>
        <p:nvPr/>
      </p:nvGrpSpPr>
      <p:grpSpPr>
        <a:xfrm>
          <a:off x="0" y="0"/>
          <a:ext cx="0" cy="0"/>
          <a:chOff x="0" y="0"/>
          <a:chExt cx="0" cy="0"/>
        </a:xfrm>
      </p:grpSpPr>
      <p:sp>
        <p:nvSpPr>
          <p:cNvPr id="7" name="Title 1"/>
          <p:cNvSpPr>
            <a:spLocks noGrp="1"/>
          </p:cNvSpPr>
          <p:nvPr>
            <p:ph type="title"/>
          </p:nvPr>
        </p:nvSpPr>
        <p:spPr>
          <a:xfrm>
            <a:off x="1307149" y="3732060"/>
            <a:ext cx="9840912" cy="634200"/>
          </a:xfrm>
        </p:spPr>
        <p:txBody>
          <a:bodyPr anchor="t" anchorCtr="0">
            <a:noAutofit/>
          </a:bodyPr>
          <a:lstStyle>
            <a:lvl1pPr algn="l">
              <a:lnSpc>
                <a:spcPct val="90000"/>
              </a:lnSpc>
              <a:defRPr sz="3300" b="1" i="0" cap="all" baseline="0">
                <a:solidFill>
                  <a:schemeClr val="bg1"/>
                </a:solidFill>
                <a:latin typeface="Gotham Rounded" charset="0"/>
                <a:ea typeface="Gotham Rounded" charset="0"/>
                <a:cs typeface="Gotham Rounded" charset="0"/>
              </a:defRPr>
            </a:lvl1pPr>
          </a:lstStyle>
          <a:p>
            <a:endParaRPr lang="en-CA" dirty="0"/>
          </a:p>
        </p:txBody>
      </p:sp>
      <p:sp>
        <p:nvSpPr>
          <p:cNvPr id="8" name="Text Placeholder 19"/>
          <p:cNvSpPr>
            <a:spLocks noGrp="1"/>
          </p:cNvSpPr>
          <p:nvPr>
            <p:ph type="body" sz="quarter" idx="13" hasCustomPrompt="1"/>
          </p:nvPr>
        </p:nvSpPr>
        <p:spPr>
          <a:xfrm>
            <a:off x="1328004" y="3264158"/>
            <a:ext cx="9757093" cy="445042"/>
          </a:xfrm>
          <a:prstGeom prst="rect">
            <a:avLst/>
          </a:prstGeom>
        </p:spPr>
        <p:txBody>
          <a:bodyPr lIns="0"/>
          <a:lstStyle>
            <a:lvl1pPr marL="0" indent="0">
              <a:buFontTx/>
              <a:buNone/>
              <a:defRPr sz="1800" cap="all" baseline="0">
                <a:solidFill>
                  <a:schemeClr val="accent1">
                    <a:lumMod val="40000"/>
                    <a:lumOff val="60000"/>
                  </a:schemeClr>
                </a:solidFill>
              </a:defRPr>
            </a:lvl1pPr>
          </a:lstStyle>
          <a:p>
            <a:pPr lvl="0"/>
            <a:r>
              <a:rPr lang="en-US" dirty="0"/>
              <a:t>CLICK TO EDIT MASTER TEXT STYLES</a:t>
            </a: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a:ext>
            </a:extLst>
          </a:blip>
          <a:srcRect t="1147" b="2691"/>
          <a:stretch/>
        </p:blipFill>
        <p:spPr>
          <a:xfrm flipH="1" flipV="1">
            <a:off x="-11611" y="-8709"/>
            <a:ext cx="12198096" cy="6866708"/>
          </a:xfrm>
          <a:prstGeom prst="rect">
            <a:avLst/>
          </a:prstGeom>
        </p:spPr>
      </p:pic>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40675" y="424502"/>
            <a:ext cx="1973204" cy="520408"/>
          </a:xfrm>
          <a:prstGeom prst="rect">
            <a:avLst/>
          </a:prstGeom>
        </p:spPr>
      </p:pic>
    </p:spTree>
    <p:extLst>
      <p:ext uri="{BB962C8B-B14F-4D97-AF65-F5344CB8AC3E}">
        <p14:creationId xmlns:p14="http://schemas.microsoft.com/office/powerpoint/2010/main" val="2139545809"/>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Section Divider">
    <p:bg>
      <p:bgPr>
        <a:solidFill>
          <a:schemeClr val="accent2"/>
        </a:solidFill>
        <a:effectLst/>
      </p:bgPr>
    </p:bg>
    <p:spTree>
      <p:nvGrpSpPr>
        <p:cNvPr id="1" name=""/>
        <p:cNvGrpSpPr/>
        <p:nvPr/>
      </p:nvGrpSpPr>
      <p:grpSpPr>
        <a:xfrm>
          <a:off x="0" y="0"/>
          <a:ext cx="0" cy="0"/>
          <a:chOff x="0" y="0"/>
          <a:chExt cx="0" cy="0"/>
        </a:xfrm>
      </p:grpSpPr>
      <p:sp>
        <p:nvSpPr>
          <p:cNvPr id="7" name="Title 1"/>
          <p:cNvSpPr>
            <a:spLocks noGrp="1"/>
          </p:cNvSpPr>
          <p:nvPr>
            <p:ph type="title"/>
          </p:nvPr>
        </p:nvSpPr>
        <p:spPr>
          <a:xfrm>
            <a:off x="1307149" y="3732060"/>
            <a:ext cx="9840912" cy="634200"/>
          </a:xfrm>
        </p:spPr>
        <p:txBody>
          <a:bodyPr anchor="t" anchorCtr="0">
            <a:noAutofit/>
          </a:bodyPr>
          <a:lstStyle>
            <a:lvl1pPr algn="l">
              <a:lnSpc>
                <a:spcPct val="90000"/>
              </a:lnSpc>
              <a:defRPr sz="3300" b="1" i="0" cap="all" baseline="0">
                <a:solidFill>
                  <a:schemeClr val="bg1"/>
                </a:solidFill>
                <a:latin typeface="Gotham Rounded" charset="0"/>
                <a:ea typeface="Gotham Rounded" charset="0"/>
                <a:cs typeface="Gotham Rounded" charset="0"/>
              </a:defRPr>
            </a:lvl1pPr>
          </a:lstStyle>
          <a:p>
            <a:endParaRPr lang="en-CA" dirty="0"/>
          </a:p>
        </p:txBody>
      </p:sp>
      <p:sp>
        <p:nvSpPr>
          <p:cNvPr id="8" name="Text Placeholder 19"/>
          <p:cNvSpPr>
            <a:spLocks noGrp="1"/>
          </p:cNvSpPr>
          <p:nvPr>
            <p:ph type="body" sz="quarter" idx="13" hasCustomPrompt="1"/>
          </p:nvPr>
        </p:nvSpPr>
        <p:spPr>
          <a:xfrm>
            <a:off x="1328004" y="3264158"/>
            <a:ext cx="9757093" cy="445042"/>
          </a:xfrm>
          <a:prstGeom prst="rect">
            <a:avLst/>
          </a:prstGeom>
        </p:spPr>
        <p:txBody>
          <a:bodyPr lIns="0"/>
          <a:lstStyle>
            <a:lvl1pPr marL="0" indent="0">
              <a:buFontTx/>
              <a:buNone/>
              <a:defRPr sz="1800" cap="all" baseline="0">
                <a:solidFill>
                  <a:srgbClr val="909AAA"/>
                </a:solidFill>
              </a:defRPr>
            </a:lvl1pPr>
          </a:lstStyle>
          <a:p>
            <a:pPr lvl="0"/>
            <a:r>
              <a:rPr lang="en-US" dirty="0"/>
              <a:t>CLICK TO EDIT MASTER TEXT STYLES</a:t>
            </a: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t="1147" b="2691"/>
          <a:stretch/>
        </p:blipFill>
        <p:spPr>
          <a:xfrm flipH="1" flipV="1">
            <a:off x="-11611" y="-8709"/>
            <a:ext cx="12198096" cy="6866708"/>
          </a:xfrm>
          <a:prstGeom prst="rect">
            <a:avLst/>
          </a:prstGeom>
        </p:spPr>
      </p:pic>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29790" y="424502"/>
            <a:ext cx="1750838" cy="472462"/>
          </a:xfrm>
          <a:prstGeom prst="rect">
            <a:avLst/>
          </a:prstGeom>
        </p:spPr>
      </p:pic>
    </p:spTree>
    <p:extLst>
      <p:ext uri="{BB962C8B-B14F-4D97-AF65-F5344CB8AC3E}">
        <p14:creationId xmlns:p14="http://schemas.microsoft.com/office/powerpoint/2010/main" val="3732377619"/>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Section Divider">
    <p:bg>
      <p:bgPr>
        <a:solidFill>
          <a:schemeClr val="accent3"/>
        </a:solidFill>
        <a:effectLst/>
      </p:bgPr>
    </p:bg>
    <p:spTree>
      <p:nvGrpSpPr>
        <p:cNvPr id="1" name=""/>
        <p:cNvGrpSpPr/>
        <p:nvPr/>
      </p:nvGrpSpPr>
      <p:grpSpPr>
        <a:xfrm>
          <a:off x="0" y="0"/>
          <a:ext cx="0" cy="0"/>
          <a:chOff x="0" y="0"/>
          <a:chExt cx="0" cy="0"/>
        </a:xfrm>
      </p:grpSpPr>
      <p:sp>
        <p:nvSpPr>
          <p:cNvPr id="7" name="Title 1"/>
          <p:cNvSpPr>
            <a:spLocks noGrp="1"/>
          </p:cNvSpPr>
          <p:nvPr>
            <p:ph type="title"/>
          </p:nvPr>
        </p:nvSpPr>
        <p:spPr>
          <a:xfrm>
            <a:off x="1307149" y="3732060"/>
            <a:ext cx="9840912" cy="634200"/>
          </a:xfrm>
        </p:spPr>
        <p:txBody>
          <a:bodyPr anchor="t" anchorCtr="0">
            <a:noAutofit/>
          </a:bodyPr>
          <a:lstStyle>
            <a:lvl1pPr algn="l">
              <a:lnSpc>
                <a:spcPct val="90000"/>
              </a:lnSpc>
              <a:defRPr sz="3300" b="1" i="0" cap="all" baseline="0">
                <a:solidFill>
                  <a:schemeClr val="bg1"/>
                </a:solidFill>
                <a:latin typeface="Gotham Rounded" charset="0"/>
                <a:ea typeface="Gotham Rounded" charset="0"/>
                <a:cs typeface="Gotham Rounded" charset="0"/>
              </a:defRPr>
            </a:lvl1pPr>
          </a:lstStyle>
          <a:p>
            <a:endParaRPr lang="en-CA" dirty="0"/>
          </a:p>
        </p:txBody>
      </p:sp>
      <p:sp>
        <p:nvSpPr>
          <p:cNvPr id="8" name="Text Placeholder 19"/>
          <p:cNvSpPr>
            <a:spLocks noGrp="1"/>
          </p:cNvSpPr>
          <p:nvPr>
            <p:ph type="body" sz="quarter" idx="13" hasCustomPrompt="1"/>
          </p:nvPr>
        </p:nvSpPr>
        <p:spPr>
          <a:xfrm>
            <a:off x="1328004" y="3264158"/>
            <a:ext cx="9757093" cy="445042"/>
          </a:xfrm>
          <a:prstGeom prst="rect">
            <a:avLst/>
          </a:prstGeom>
        </p:spPr>
        <p:txBody>
          <a:bodyPr lIns="0"/>
          <a:lstStyle>
            <a:lvl1pPr marL="0" indent="0">
              <a:buFontTx/>
              <a:buNone/>
              <a:defRPr sz="1800" cap="all" baseline="0">
                <a:solidFill>
                  <a:schemeClr val="accent3">
                    <a:lumMod val="40000"/>
                    <a:lumOff val="60000"/>
                  </a:schemeClr>
                </a:solidFill>
              </a:defRPr>
            </a:lvl1pPr>
          </a:lstStyle>
          <a:p>
            <a:pPr lvl="0"/>
            <a:r>
              <a:rPr lang="en-US" dirty="0"/>
              <a:t>CLICK TO EDIT MASTER TEXT STYLES</a:t>
            </a: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t="1147" b="2691"/>
          <a:stretch/>
        </p:blipFill>
        <p:spPr>
          <a:xfrm flipH="1" flipV="1">
            <a:off x="-11611" y="-8709"/>
            <a:ext cx="12198096" cy="6866708"/>
          </a:xfrm>
          <a:prstGeom prst="rect">
            <a:avLst/>
          </a:prstGeom>
        </p:spPr>
      </p:pic>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11787" y="491004"/>
            <a:ext cx="1802091" cy="445042"/>
          </a:xfrm>
          <a:prstGeom prst="rect">
            <a:avLst/>
          </a:prstGeom>
        </p:spPr>
      </p:pic>
    </p:spTree>
    <p:extLst>
      <p:ext uri="{BB962C8B-B14F-4D97-AF65-F5344CB8AC3E}">
        <p14:creationId xmlns:p14="http://schemas.microsoft.com/office/powerpoint/2010/main" val="3122689257"/>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 No Ru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1" y="448056"/>
            <a:ext cx="11010899" cy="914400"/>
          </a:xfrm>
        </p:spPr>
        <p:txBody>
          <a:bodyPr/>
          <a:lstStyle>
            <a:lvl1pPr>
              <a:defRPr sz="3200">
                <a:solidFill>
                  <a:schemeClr val="accent2"/>
                </a:solidFill>
              </a:defRPr>
            </a:lvl1pPr>
          </a:lstStyle>
          <a:p>
            <a:r>
              <a:rPr lang="en-US" dirty="0"/>
              <a:t>Title and Content – No Rule Layout</a:t>
            </a:r>
            <a:endParaRPr lang="en-CA" dirty="0"/>
          </a:p>
        </p:txBody>
      </p:sp>
      <p:sp>
        <p:nvSpPr>
          <p:cNvPr id="9" name="Text Placeholder 8"/>
          <p:cNvSpPr>
            <a:spLocks noGrp="1"/>
          </p:cNvSpPr>
          <p:nvPr>
            <p:ph type="body" sz="quarter" idx="13" hasCustomPrompt="1"/>
          </p:nvPr>
        </p:nvSpPr>
        <p:spPr>
          <a:xfrm>
            <a:off x="923472" y="1362456"/>
            <a:ext cx="10355123" cy="338328"/>
          </a:xfrm>
          <a:prstGeom prst="rect">
            <a:avLst/>
          </a:prstGeom>
        </p:spPr>
        <p:txBody>
          <a:bodyPr anchor="b" anchorCtr="0">
            <a:normAutofit/>
          </a:bodyPr>
          <a:lstStyle>
            <a:lvl1pPr marL="0" indent="0">
              <a:lnSpc>
                <a:spcPct val="90000"/>
              </a:lnSpc>
              <a:spcBef>
                <a:spcPts val="0"/>
              </a:spcBef>
              <a:buFontTx/>
              <a:buNone/>
              <a:defRPr sz="1200" b="1" i="0" cap="all" baseline="0">
                <a:solidFill>
                  <a:schemeClr val="accent1"/>
                </a:solidFill>
                <a:latin typeface="Gotham Rounded" charset="0"/>
                <a:ea typeface="Gotham Rounded" charset="0"/>
                <a:cs typeface="Gotham Rounded" charset="0"/>
              </a:defRPr>
            </a:lvl1pPr>
          </a:lstStyle>
          <a:p>
            <a:pPr lvl="0"/>
            <a:r>
              <a:rPr lang="en-US" dirty="0"/>
              <a:t>SUBTITLE</a:t>
            </a:r>
          </a:p>
        </p:txBody>
      </p:sp>
      <p:sp>
        <p:nvSpPr>
          <p:cNvPr id="12" name="Content Placeholder 11"/>
          <p:cNvSpPr>
            <a:spLocks noGrp="1"/>
          </p:cNvSpPr>
          <p:nvPr>
            <p:ph sz="quarter" idx="14"/>
          </p:nvPr>
        </p:nvSpPr>
        <p:spPr>
          <a:xfrm>
            <a:off x="930073" y="1816608"/>
            <a:ext cx="10347528" cy="3761232"/>
          </a:xfrm>
          <a:prstGeom prst="rect">
            <a:avLst/>
          </a:prstGeom>
        </p:spPr>
        <p:txBody>
          <a:bodyPr/>
          <a:lstStyle>
            <a:lvl1pPr>
              <a:buClr>
                <a:schemeClr val="accent1"/>
              </a:buClr>
              <a:defRPr sz="1500">
                <a:solidFill>
                  <a:schemeClr val="tx1"/>
                </a:solidFill>
              </a:defRPr>
            </a:lvl1pPr>
            <a:lvl2pPr>
              <a:buClr>
                <a:schemeClr val="accent1"/>
              </a:buClr>
              <a:defRPr sz="1350">
                <a:solidFill>
                  <a:schemeClr val="tx1"/>
                </a:solidFill>
              </a:defRPr>
            </a:lvl2pPr>
            <a:lvl3pPr>
              <a:buClr>
                <a:schemeClr val="accent1"/>
              </a:buClr>
              <a:defRPr sz="1350">
                <a:solidFill>
                  <a:schemeClr val="tx1"/>
                </a:solidFill>
              </a:defRPr>
            </a:lvl3pPr>
            <a:lvl4pPr>
              <a:buClr>
                <a:schemeClr val="accent1"/>
              </a:buClr>
              <a:defRPr sz="1200">
                <a:solidFill>
                  <a:schemeClr val="tx1"/>
                </a:solidFill>
              </a:defRPr>
            </a:lvl4pPr>
            <a:lvl5pPr>
              <a:buClr>
                <a:schemeClr val="accent1"/>
              </a:buClr>
              <a:defRPr sz="1200" b="0" i="0">
                <a:solidFill>
                  <a:schemeClr val="tx1"/>
                </a:solidFill>
                <a:latin typeface="Gotham Rounded Book" charset="0"/>
                <a:ea typeface="Gotham Rounded Book" charset="0"/>
                <a:cs typeface="Gotham Rounded Book"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1958313179"/>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71501" y="4"/>
            <a:ext cx="6400800" cy="5921828"/>
          </a:xfrm>
          <a:prstGeom prst="rect">
            <a:avLst/>
          </a:prstGeom>
        </p:spPr>
        <p:txBody>
          <a:bodyPr/>
          <a:lstStyle>
            <a:lvl1pPr marL="0" indent="0">
              <a:buNone/>
              <a:defRPr sz="1200"/>
            </a:lvl1pPr>
            <a:lvl2pPr marL="342864" indent="0">
              <a:buNone/>
              <a:defRPr sz="2100"/>
            </a:lvl2pPr>
            <a:lvl3pPr marL="685728" indent="0">
              <a:buNone/>
              <a:defRPr sz="1800"/>
            </a:lvl3pPr>
            <a:lvl4pPr marL="1028592" indent="0">
              <a:buNone/>
              <a:defRPr sz="1500"/>
            </a:lvl4pPr>
            <a:lvl5pPr marL="1371456" indent="0">
              <a:buNone/>
              <a:defRPr sz="1500"/>
            </a:lvl5pPr>
            <a:lvl6pPr marL="1714320" indent="0">
              <a:buNone/>
              <a:defRPr sz="1500"/>
            </a:lvl6pPr>
            <a:lvl7pPr marL="2057185" indent="0">
              <a:buNone/>
              <a:defRPr sz="1500"/>
            </a:lvl7pPr>
            <a:lvl8pPr marL="2400048" indent="0">
              <a:buNone/>
              <a:defRPr sz="1500"/>
            </a:lvl8pPr>
            <a:lvl9pPr marL="2742912" indent="0">
              <a:buNone/>
              <a:defRPr sz="1500"/>
            </a:lvl9pPr>
          </a:lstStyle>
          <a:p>
            <a:r>
              <a:rPr lang="en-US" dirty="0"/>
              <a:t>Drag picture to placeholder or click icon to add</a:t>
            </a:r>
            <a:endParaRPr lang="en-CA" dirty="0"/>
          </a:p>
        </p:txBody>
      </p:sp>
      <p:sp>
        <p:nvSpPr>
          <p:cNvPr id="8" name="Title 7"/>
          <p:cNvSpPr>
            <a:spLocks noGrp="1"/>
          </p:cNvSpPr>
          <p:nvPr>
            <p:ph type="title" hasCustomPrompt="1"/>
          </p:nvPr>
        </p:nvSpPr>
        <p:spPr>
          <a:xfrm>
            <a:off x="7266969" y="953002"/>
            <a:ext cx="4315432" cy="708660"/>
          </a:xfrm>
        </p:spPr>
        <p:txBody>
          <a:bodyPr/>
          <a:lstStyle>
            <a:lvl1pPr algn="l">
              <a:defRPr sz="2400"/>
            </a:lvl1pPr>
          </a:lstStyle>
          <a:p>
            <a:r>
              <a:rPr lang="en-US" dirty="0"/>
              <a:t>Picture with Caption Layout</a:t>
            </a:r>
            <a:endParaRPr lang="en-CA" dirty="0"/>
          </a:p>
        </p:txBody>
      </p:sp>
      <p:sp>
        <p:nvSpPr>
          <p:cNvPr id="4" name="Text Placeholder 3"/>
          <p:cNvSpPr>
            <a:spLocks noGrp="1"/>
          </p:cNvSpPr>
          <p:nvPr>
            <p:ph type="body" sz="quarter" idx="10"/>
          </p:nvPr>
        </p:nvSpPr>
        <p:spPr>
          <a:xfrm>
            <a:off x="7239001" y="2377780"/>
            <a:ext cx="4160520" cy="2926081"/>
          </a:xfrm>
          <a:prstGeom prst="rect">
            <a:avLst/>
          </a:prstGeom>
        </p:spPr>
        <p:txBody>
          <a:bodyPr>
            <a:normAutofit/>
          </a:bodyPr>
          <a:lstStyle>
            <a:lvl1pPr marL="0" indent="0">
              <a:spcBef>
                <a:spcPts val="600"/>
              </a:spcBef>
              <a:spcAft>
                <a:spcPts val="450"/>
              </a:spcAft>
              <a:buFontTx/>
              <a:buNone/>
              <a:defRPr sz="1200">
                <a:solidFill>
                  <a:schemeClr val="tx1"/>
                </a:solidFill>
              </a:defRPr>
            </a:lvl1pPr>
            <a:lvl2pPr>
              <a:buFontTx/>
              <a:buNone/>
              <a:defRPr sz="1350"/>
            </a:lvl2pPr>
            <a:lvl3pPr marL="0" indent="0">
              <a:buFontTx/>
              <a:buNone/>
              <a:defRPr sz="1350"/>
            </a:lvl3pPr>
            <a:lvl4pPr>
              <a:buFontTx/>
              <a:buNone/>
              <a:defRPr sz="1350"/>
            </a:lvl4pPr>
            <a:lvl5pPr marL="0" indent="0">
              <a:buFontTx/>
              <a:buNone/>
              <a:defRPr sz="1350"/>
            </a:lvl5pPr>
          </a:lstStyle>
          <a:p>
            <a:pPr lvl="0"/>
            <a:r>
              <a:rPr lang="en-US" dirty="0"/>
              <a:t>Click to edit Master text styles</a:t>
            </a:r>
          </a:p>
        </p:txBody>
      </p:sp>
      <p:sp>
        <p:nvSpPr>
          <p:cNvPr id="9" name="Text Placeholder 5"/>
          <p:cNvSpPr>
            <a:spLocks noGrp="1"/>
          </p:cNvSpPr>
          <p:nvPr>
            <p:ph type="body" sz="quarter" idx="14"/>
          </p:nvPr>
        </p:nvSpPr>
        <p:spPr>
          <a:xfrm>
            <a:off x="7239001" y="1925039"/>
            <a:ext cx="4160520" cy="338328"/>
          </a:xfrm>
          <a:prstGeom prst="rect">
            <a:avLst/>
          </a:prstGeom>
        </p:spPr>
        <p:txBody>
          <a:bodyPr anchor="b" anchorCtr="0">
            <a:noAutofit/>
          </a:bodyPr>
          <a:lstStyle>
            <a:lvl1pPr marL="0" indent="0">
              <a:lnSpc>
                <a:spcPct val="90000"/>
              </a:lnSpc>
              <a:spcBef>
                <a:spcPts val="0"/>
              </a:spcBef>
              <a:buFontTx/>
              <a:buNone/>
              <a:defRPr sz="1200" b="1" i="0" cap="all" baseline="0">
                <a:solidFill>
                  <a:schemeClr val="accent1"/>
                </a:solidFill>
                <a:latin typeface="Gotham Rounded" charset="0"/>
                <a:ea typeface="Gotham Rounded" charset="0"/>
                <a:cs typeface="Gotham Rounded" charset="0"/>
              </a:defRPr>
            </a:lvl1pPr>
          </a:lstStyle>
          <a:p>
            <a:pPr lvl="0"/>
            <a:endParaRPr lang="en-CA" dirty="0"/>
          </a:p>
        </p:txBody>
      </p:sp>
    </p:spTree>
    <p:extLst>
      <p:ext uri="{BB962C8B-B14F-4D97-AF65-F5344CB8AC3E}">
        <p14:creationId xmlns:p14="http://schemas.microsoft.com/office/powerpoint/2010/main" val="4178857173"/>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6014555"/>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_Blank w/Bar_Green">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0" y="6620256"/>
            <a:ext cx="12192000" cy="237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2"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34430"/>
          <a:stretch/>
        </p:blipFill>
        <p:spPr>
          <a:xfrm>
            <a:off x="0" y="6649517"/>
            <a:ext cx="12192000" cy="232776"/>
          </a:xfrm>
          <a:prstGeom prst="rect">
            <a:avLst/>
          </a:prstGeom>
          <a:noFill/>
        </p:spPr>
      </p:pic>
      <p:sp>
        <p:nvSpPr>
          <p:cNvPr id="7" name="Text Placeholder 2"/>
          <p:cNvSpPr>
            <a:spLocks noGrp="1"/>
          </p:cNvSpPr>
          <p:nvPr>
            <p:ph type="body" sz="quarter" idx="10"/>
          </p:nvPr>
        </p:nvSpPr>
        <p:spPr>
          <a:xfrm>
            <a:off x="1265239" y="2461847"/>
            <a:ext cx="9661525" cy="1014378"/>
          </a:xfrm>
        </p:spPr>
        <p:txBody>
          <a:bodyPr>
            <a:normAutofit/>
          </a:bodyPr>
          <a:lstStyle>
            <a:lvl1pPr marL="0" indent="0" algn="ctr">
              <a:buFontTx/>
              <a:buNone/>
              <a:defRPr sz="3600">
                <a:solidFill>
                  <a:schemeClr val="accent3"/>
                </a:solidFill>
              </a:defRPr>
            </a:lvl1pPr>
            <a:lvl2pPr>
              <a:buFontTx/>
              <a:buNone/>
              <a:defRPr/>
            </a:lvl2pPr>
            <a:lvl3pPr marL="0" indent="0">
              <a:buFontTx/>
              <a:buNone/>
              <a:defRPr/>
            </a:lvl3pPr>
            <a:lvl4pPr>
              <a:buFontTx/>
              <a:buNone/>
              <a:defRPr/>
            </a:lvl4pPr>
            <a:lvl5pPr marL="0" indent="0">
              <a:buFontTx/>
              <a:buNone/>
              <a:defRPr/>
            </a:lvl5pPr>
          </a:lstStyle>
          <a:p>
            <a:pPr lvl="0"/>
            <a:r>
              <a:rPr lang="en-US" dirty="0"/>
              <a:t>Click to edit Master text styles</a:t>
            </a:r>
          </a:p>
        </p:txBody>
      </p:sp>
    </p:spTree>
    <p:extLst>
      <p:ext uri="{BB962C8B-B14F-4D97-AF65-F5344CB8AC3E}">
        <p14:creationId xmlns:p14="http://schemas.microsoft.com/office/powerpoint/2010/main" val="24176427"/>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2_Section Header">
    <p:bg>
      <p:bgPr>
        <a:solidFill>
          <a:schemeClr val="bg1"/>
        </a:solidFill>
        <a:effectLst/>
      </p:bgPr>
    </p:bg>
    <p:spTree>
      <p:nvGrpSpPr>
        <p:cNvPr id="1" name=""/>
        <p:cNvGrpSpPr/>
        <p:nvPr/>
      </p:nvGrpSpPr>
      <p:grpSpPr>
        <a:xfrm>
          <a:off x="0" y="0"/>
          <a:ext cx="0" cy="0"/>
          <a:chOff x="0" y="0"/>
          <a:chExt cx="0" cy="0"/>
        </a:xfrm>
      </p:grpSpPr>
      <p:pic>
        <p:nvPicPr>
          <p:cNvPr id="3" name="Picture 2" descr="A person wearing a hat and glasses&#10;&#10;Description generated with very high confidence">
            <a:extLst>
              <a:ext uri="{FF2B5EF4-FFF2-40B4-BE49-F238E27FC236}">
                <a16:creationId xmlns:a16="http://schemas.microsoft.com/office/drawing/2014/main" id="{4D447001-10D0-4359-B108-652A64E629C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15469"/>
          <a:stretch/>
        </p:blipFill>
        <p:spPr>
          <a:xfrm>
            <a:off x="0" y="-12699"/>
            <a:ext cx="12192000" cy="6870699"/>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546" y="-12699"/>
            <a:ext cx="12200546" cy="6875987"/>
          </a:xfrm>
          <a:prstGeom prst="rect">
            <a:avLst/>
          </a:prstGeom>
        </p:spPr>
      </p:pic>
      <p:sp>
        <p:nvSpPr>
          <p:cNvPr id="4" name="Date Placeholder 3"/>
          <p:cNvSpPr>
            <a:spLocks noGrp="1"/>
          </p:cNvSpPr>
          <p:nvPr>
            <p:ph type="dt" sz="half" idx="10"/>
          </p:nvPr>
        </p:nvSpPr>
        <p:spPr>
          <a:xfrm>
            <a:off x="9065464" y="6360302"/>
            <a:ext cx="1544497" cy="309433"/>
          </a:xfrm>
          <a:prstGeom prst="rect">
            <a:avLst/>
          </a:prstGeom>
          <a:ln>
            <a:noFill/>
          </a:ln>
        </p:spPr>
        <p:txBody>
          <a:bodyPr/>
          <a:lstStyle>
            <a:lvl1pPr algn="ctr">
              <a:defRPr sz="1200" b="1" i="0">
                <a:solidFill>
                  <a:schemeClr val="accent1"/>
                </a:solidFill>
                <a:latin typeface="Gotham Rounded" charset="0"/>
                <a:ea typeface="Gotham Rounded" charset="0"/>
                <a:cs typeface="Gotham Rounded" charset="0"/>
              </a:defRPr>
            </a:lvl1pPr>
          </a:lstStyle>
          <a:p>
            <a:fld id="{9A587841-310F-2844-BBE1-2990194B9448}" type="datetime4">
              <a:rPr lang="en-US" smtClean="0"/>
              <a:pPr/>
              <a:t>May 29, 2019</a:t>
            </a:fld>
            <a:endParaRPr lang="en-CA" dirty="0"/>
          </a:p>
        </p:txBody>
      </p:sp>
      <p:cxnSp>
        <p:nvCxnSpPr>
          <p:cNvPr id="7" name="Straight Connector 6"/>
          <p:cNvCxnSpPr/>
          <p:nvPr userDrawn="1"/>
        </p:nvCxnSpPr>
        <p:spPr>
          <a:xfrm>
            <a:off x="1654483" y="6379352"/>
            <a:ext cx="1011574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itle 17"/>
          <p:cNvSpPr>
            <a:spLocks noGrp="1"/>
          </p:cNvSpPr>
          <p:nvPr>
            <p:ph type="title" hasCustomPrompt="1"/>
          </p:nvPr>
        </p:nvSpPr>
        <p:spPr>
          <a:xfrm>
            <a:off x="651012" y="4348877"/>
            <a:ext cx="6259033" cy="965529"/>
          </a:xfrm>
        </p:spPr>
        <p:txBody>
          <a:bodyPr anchor="t" anchorCtr="0"/>
          <a:lstStyle>
            <a:lvl1pPr algn="l">
              <a:lnSpc>
                <a:spcPct val="80000"/>
              </a:lnSpc>
              <a:defRPr sz="3800" b="1" i="0" cap="all" baseline="0">
                <a:solidFill>
                  <a:schemeClr val="bg1"/>
                </a:solidFill>
                <a:latin typeface="Gotham Rounded" charset="0"/>
                <a:ea typeface="Gotham Rounded" charset="0"/>
                <a:cs typeface="Gotham Rounded" charset="0"/>
              </a:defRPr>
            </a:lvl1pPr>
          </a:lstStyle>
          <a:p>
            <a:r>
              <a:rPr lang="en-US" dirty="0"/>
              <a:t>CLICK TO EDIT MASTER TITLE STYLE</a:t>
            </a:r>
          </a:p>
        </p:txBody>
      </p:sp>
      <p:sp>
        <p:nvSpPr>
          <p:cNvPr id="20" name="Text Placeholder 19"/>
          <p:cNvSpPr>
            <a:spLocks noGrp="1"/>
          </p:cNvSpPr>
          <p:nvPr>
            <p:ph type="body" sz="quarter" idx="13" hasCustomPrompt="1"/>
          </p:nvPr>
        </p:nvSpPr>
        <p:spPr>
          <a:xfrm>
            <a:off x="571500" y="3951899"/>
            <a:ext cx="6121874" cy="445042"/>
          </a:xfrm>
          <a:prstGeom prst="rect">
            <a:avLst/>
          </a:prstGeom>
        </p:spPr>
        <p:txBody>
          <a:bodyPr>
            <a:normAutofit/>
          </a:bodyPr>
          <a:lstStyle>
            <a:lvl1pPr marL="0" indent="0" algn="l">
              <a:buFontTx/>
              <a:buNone/>
              <a:defRPr sz="1600" cap="all" baseline="0">
                <a:solidFill>
                  <a:schemeClr val="bg1"/>
                </a:solidFill>
              </a:defRPr>
            </a:lvl1pPr>
          </a:lstStyle>
          <a:p>
            <a:pPr lvl="0"/>
            <a:r>
              <a:rPr lang="en-US" dirty="0"/>
              <a:t>CLICK TO EDIT MASTER TEXT STYLES</a:t>
            </a:r>
          </a:p>
        </p:txBody>
      </p:sp>
      <p:sp>
        <p:nvSpPr>
          <p:cNvPr id="10" name="TextBox 9"/>
          <p:cNvSpPr txBox="1"/>
          <p:nvPr userDrawn="1"/>
        </p:nvSpPr>
        <p:spPr>
          <a:xfrm>
            <a:off x="153264" y="6431474"/>
            <a:ext cx="8820760" cy="338554"/>
          </a:xfrm>
          <a:prstGeom prst="rect">
            <a:avLst/>
          </a:prstGeom>
          <a:noFill/>
        </p:spPr>
        <p:txBody>
          <a:bodyPr wrap="squar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100" b="0" i="0" dirty="0">
                <a:solidFill>
                  <a:schemeClr val="tx2"/>
                </a:solidFill>
                <a:latin typeface="Gotham Rounded Book" charset="0"/>
                <a:ea typeface="Gotham Rounded Book" charset="0"/>
                <a:cs typeface="Gotham Rounded Book" charset="0"/>
              </a:rPr>
              <a:t>Confidential. Not to be copied, distributed, or reproduced without prior approval. *Trademark of General Electric Company</a:t>
            </a:r>
          </a:p>
          <a:p>
            <a:pPr marL="0" marR="0" indent="0" algn="l" defTabSz="914400" rtl="0" eaLnBrk="1" fontAlgn="auto" latinLnBrk="0" hangingPunct="1">
              <a:lnSpc>
                <a:spcPct val="100000"/>
              </a:lnSpc>
              <a:spcBef>
                <a:spcPts val="0"/>
              </a:spcBef>
              <a:spcAft>
                <a:spcPts val="0"/>
              </a:spcAft>
              <a:buClrTx/>
              <a:buSzTx/>
              <a:buFontTx/>
              <a:buNone/>
              <a:tabLst/>
              <a:defRPr/>
            </a:pPr>
            <a:endParaRPr lang="en-CA" sz="1100" b="0" i="0" dirty="0">
              <a:solidFill>
                <a:schemeClr val="tx2"/>
              </a:solidFill>
              <a:latin typeface="Gotham Rounded Book" charset="0"/>
              <a:ea typeface="Gotham Rounded Book" charset="0"/>
              <a:cs typeface="Gotham Rounded Book" charset="0"/>
            </a:endParaRPr>
          </a:p>
        </p:txBody>
      </p:sp>
      <p:pic>
        <p:nvPicPr>
          <p:cNvPr id="12" name="Picture 11">
            <a:extLst>
              <a:ext uri="{FF2B5EF4-FFF2-40B4-BE49-F238E27FC236}">
                <a16:creationId xmlns:a16="http://schemas.microsoft.com/office/drawing/2014/main" id="{732F32BA-163A-40C0-8237-9E6CDA917CD6}"/>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56618" y="5534300"/>
            <a:ext cx="2177945" cy="845052"/>
          </a:xfrm>
          <a:prstGeom prst="rect">
            <a:avLst/>
          </a:prstGeom>
        </p:spPr>
      </p:pic>
    </p:spTree>
    <p:extLst>
      <p:ext uri="{BB962C8B-B14F-4D97-AF65-F5344CB8AC3E}">
        <p14:creationId xmlns:p14="http://schemas.microsoft.com/office/powerpoint/2010/main" val="4000761651"/>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1_FieldCore_Final">
    <p:bg>
      <p:bgPr>
        <a:solidFill>
          <a:schemeClr val="bg1"/>
        </a:solidFill>
        <a:effectLst/>
      </p:bgPr>
    </p:bg>
    <p:spTree>
      <p:nvGrpSpPr>
        <p:cNvPr id="1" name=""/>
        <p:cNvGrpSpPr/>
        <p:nvPr/>
      </p:nvGrpSpPr>
      <p:grpSpPr>
        <a:xfrm>
          <a:off x="0" y="0"/>
          <a:ext cx="0" cy="0"/>
          <a:chOff x="0" y="0"/>
          <a:chExt cx="0" cy="0"/>
        </a:xfrm>
      </p:grpSpPr>
      <p:sp>
        <p:nvSpPr>
          <p:cNvPr id="4" name="Rectangle 3"/>
          <p:cNvSpPr/>
          <p:nvPr userDrawn="1"/>
        </p:nvSpPr>
        <p:spPr>
          <a:xfrm>
            <a:off x="0" y="6620256"/>
            <a:ext cx="12188952" cy="237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t="36325"/>
          <a:stretch/>
        </p:blipFill>
        <p:spPr>
          <a:xfrm>
            <a:off x="2" y="6649518"/>
            <a:ext cx="12195047" cy="227073"/>
          </a:xfrm>
          <a:prstGeom prst="rect">
            <a:avLst/>
          </a:prstGeom>
          <a:noFill/>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47088" y="2003973"/>
            <a:ext cx="8497824" cy="2225040"/>
          </a:xfrm>
          <a:prstGeom prst="rect">
            <a:avLst/>
          </a:prstGeom>
        </p:spPr>
      </p:pic>
    </p:spTree>
    <p:extLst>
      <p:ext uri="{BB962C8B-B14F-4D97-AF65-F5344CB8AC3E}">
        <p14:creationId xmlns:p14="http://schemas.microsoft.com/office/powerpoint/2010/main" val="2483646407"/>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1502" y="354626"/>
            <a:ext cx="11033759" cy="914400"/>
          </a:xfrm>
          <a:prstGeom prst="rect">
            <a:avLst/>
          </a:prstGeom>
        </p:spPr>
        <p:txBody>
          <a:bodyPr vert="horz" lIns="0" tIns="0" rIns="0" bIns="0" rtlCol="0" anchor="ctr" anchorCtr="0">
            <a:noAutofit/>
          </a:bodyPr>
          <a:lstStyle/>
          <a:p>
            <a:r>
              <a:rPr lang="en-US" dirty="0"/>
              <a:t>Click to edit Master title style</a:t>
            </a:r>
            <a:endParaRPr lang="en-CA" dirty="0"/>
          </a:p>
        </p:txBody>
      </p:sp>
      <p:cxnSp>
        <p:nvCxnSpPr>
          <p:cNvPr id="22" name="Straight Connector 21"/>
          <p:cNvCxnSpPr/>
          <p:nvPr userDrawn="1"/>
        </p:nvCxnSpPr>
        <p:spPr>
          <a:xfrm>
            <a:off x="594360" y="6288895"/>
            <a:ext cx="11003280" cy="0"/>
          </a:xfrm>
          <a:prstGeom prst="line">
            <a:avLst/>
          </a:prstGeom>
          <a:ln w="28575"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3517392" y="6492607"/>
            <a:ext cx="5157216" cy="153888"/>
          </a:xfrm>
          <a:prstGeom prst="rect">
            <a:avLst/>
          </a:prstGeom>
          <a:noFill/>
        </p:spPr>
        <p:txBody>
          <a:bodyPr wrap="square" lIns="0" tIns="0" rIns="0" bIns="0" rtlCol="0">
            <a:spAutoFit/>
          </a:bodyPr>
          <a:lstStyle/>
          <a:p>
            <a:pPr algn="ctr"/>
            <a:r>
              <a:rPr lang="en-CA" sz="1000" b="0" i="0" dirty="0">
                <a:solidFill>
                  <a:schemeClr val="tx2"/>
                </a:solidFill>
                <a:latin typeface="Gotham Rounded Book" charset="0"/>
                <a:ea typeface="Gotham Rounded Book" charset="0"/>
                <a:cs typeface="Gotham Rounded Book" charset="0"/>
              </a:rPr>
              <a:t>Confidential. Not to be copied, distributed, or reproduced without prior approval. </a:t>
            </a:r>
          </a:p>
        </p:txBody>
      </p:sp>
      <p:sp>
        <p:nvSpPr>
          <p:cNvPr id="3" name="Text Placeholder 2"/>
          <p:cNvSpPr>
            <a:spLocks noGrp="1"/>
          </p:cNvSpPr>
          <p:nvPr>
            <p:ph type="body" idx="1"/>
          </p:nvPr>
        </p:nvSpPr>
        <p:spPr>
          <a:xfrm>
            <a:off x="571501" y="1436716"/>
            <a:ext cx="11010899"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5" name="Picture 4">
            <a:extLst>
              <a:ext uri="{FF2B5EF4-FFF2-40B4-BE49-F238E27FC236}">
                <a16:creationId xmlns:a16="http://schemas.microsoft.com/office/drawing/2014/main" id="{9B1C7072-D51C-4648-82EF-DF1D1C0FC54C}"/>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993086" y="6200537"/>
            <a:ext cx="1743462" cy="676471"/>
          </a:xfrm>
          <a:prstGeom prst="rect">
            <a:avLst/>
          </a:prstGeom>
        </p:spPr>
      </p:pic>
    </p:spTree>
    <p:extLst>
      <p:ext uri="{BB962C8B-B14F-4D97-AF65-F5344CB8AC3E}">
        <p14:creationId xmlns:p14="http://schemas.microsoft.com/office/powerpoint/2010/main" val="315778734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6" r:id="rId5"/>
    <p:sldLayoutId id="2147483699" r:id="rId6"/>
    <p:sldLayoutId id="2147483702" r:id="rId7"/>
    <p:sldLayoutId id="2147483713" r:id="rId8"/>
    <p:sldLayoutId id="2147483783" r:id="rId9"/>
    <p:sldLayoutId id="2147483784" r:id="rId10"/>
  </p:sldLayoutIdLst>
  <p:transition spd="slow">
    <p:push dir="u"/>
  </p:transition>
  <p:hf hdr="0"/>
  <p:txStyles>
    <p:titleStyle>
      <a:lvl1pPr algn="ctr" defTabSz="685728" rtl="0" eaLnBrk="1" latinLnBrk="0" hangingPunct="1">
        <a:lnSpc>
          <a:spcPct val="90000"/>
        </a:lnSpc>
        <a:spcBef>
          <a:spcPct val="0"/>
        </a:spcBef>
        <a:buNone/>
        <a:defRPr sz="3360" kern="1200" spc="0">
          <a:solidFill>
            <a:schemeClr val="accent2"/>
          </a:solidFill>
          <a:latin typeface="Gotham Rounded Book" charset="0"/>
          <a:ea typeface="Gotham Rounded Book" charset="0"/>
          <a:cs typeface="Gotham Rounded Book" charset="0"/>
        </a:defRPr>
      </a:lvl1pPr>
    </p:titleStyle>
    <p:bodyStyle>
      <a:lvl1pPr marL="116573" indent="-116573" algn="l" defTabSz="685728" rtl="0" eaLnBrk="1" latinLnBrk="0" hangingPunct="1">
        <a:lnSpc>
          <a:spcPct val="90000"/>
        </a:lnSpc>
        <a:spcBef>
          <a:spcPts val="600"/>
        </a:spcBef>
        <a:spcAft>
          <a:spcPts val="224"/>
        </a:spcAft>
        <a:buClr>
          <a:schemeClr val="accent1"/>
        </a:buClr>
        <a:buFont typeface="Arial" panose="020B0604020202020204" pitchFamily="34" charset="0"/>
        <a:buChar char="•"/>
        <a:defRPr sz="1500" b="0" i="0" kern="1200">
          <a:solidFill>
            <a:schemeClr val="tx1"/>
          </a:solidFill>
          <a:latin typeface="Gotham Rounded Book" charset="0"/>
          <a:ea typeface="Gotham Rounded Book" charset="0"/>
          <a:cs typeface="Gotham Rounded Book" charset="0"/>
        </a:defRPr>
      </a:lvl1pPr>
      <a:lvl2pPr marL="116573" indent="0" algn="l" defTabSz="685728" rtl="0" eaLnBrk="1" latinLnBrk="0" hangingPunct="1">
        <a:lnSpc>
          <a:spcPct val="90000"/>
        </a:lnSpc>
        <a:spcBef>
          <a:spcPts val="0"/>
        </a:spcBef>
        <a:buClr>
          <a:schemeClr val="accent1"/>
        </a:buClr>
        <a:buFontTx/>
        <a:buNone/>
        <a:defRPr sz="1350" b="0" i="0" kern="1200">
          <a:solidFill>
            <a:schemeClr val="tx1"/>
          </a:solidFill>
          <a:latin typeface="Gotham Rounded Book" charset="0"/>
          <a:ea typeface="Gotham Rounded Book" charset="0"/>
          <a:cs typeface="Gotham Rounded Book" charset="0"/>
        </a:defRPr>
      </a:lvl2pPr>
      <a:lvl3pPr marL="116573" indent="-116573" algn="l" defTabSz="685728" rtl="0" eaLnBrk="1" latinLnBrk="0" hangingPunct="1">
        <a:lnSpc>
          <a:spcPct val="90000"/>
        </a:lnSpc>
        <a:spcBef>
          <a:spcPts val="1544"/>
        </a:spcBef>
        <a:spcAft>
          <a:spcPts val="224"/>
        </a:spcAft>
        <a:buClr>
          <a:schemeClr val="accent1"/>
        </a:buClr>
        <a:buSzPct val="91000"/>
        <a:buFont typeface="Arial" charset="0"/>
        <a:buChar char="•"/>
        <a:defRPr lang="en-US" sz="1200" b="0" i="0" kern="1200" dirty="0">
          <a:solidFill>
            <a:schemeClr val="tx1"/>
          </a:solidFill>
          <a:latin typeface="Gotham Rounded Book" charset="0"/>
          <a:ea typeface="Gotham Rounded Book" charset="0"/>
          <a:cs typeface="Gotham Rounded Book" charset="0"/>
        </a:defRPr>
      </a:lvl3pPr>
      <a:lvl4pPr marL="116573" indent="0" algn="l" defTabSz="685728" rtl="0" eaLnBrk="1" latinLnBrk="0" hangingPunct="1">
        <a:lnSpc>
          <a:spcPct val="90000"/>
        </a:lnSpc>
        <a:spcBef>
          <a:spcPts val="0"/>
        </a:spcBef>
        <a:buClr>
          <a:schemeClr val="accent1"/>
        </a:buClr>
        <a:buFontTx/>
        <a:buNone/>
        <a:defRPr sz="1050" b="0" i="0" kern="1200">
          <a:solidFill>
            <a:schemeClr val="tx1"/>
          </a:solidFill>
          <a:latin typeface="Gotham Rounded Book" charset="0"/>
          <a:ea typeface="Gotham Rounded Book" charset="0"/>
          <a:cs typeface="Gotham Rounded Book" charset="0"/>
        </a:defRPr>
      </a:lvl4pPr>
      <a:lvl5pPr marL="116573" indent="-116573" algn="l" defTabSz="685728" rtl="0" eaLnBrk="1" latinLnBrk="0" hangingPunct="1">
        <a:lnSpc>
          <a:spcPct val="99000"/>
        </a:lnSpc>
        <a:spcBef>
          <a:spcPts val="674"/>
        </a:spcBef>
        <a:buClr>
          <a:schemeClr val="accent5"/>
        </a:buClr>
        <a:buSzPct val="91000"/>
        <a:buFont typeface="Arial" panose="020B0604020202020204" pitchFamily="34" charset="0"/>
        <a:buChar char="•"/>
        <a:defRPr sz="1350" kern="1200">
          <a:solidFill>
            <a:schemeClr val="accent2"/>
          </a:solidFill>
          <a:latin typeface="+mn-lt"/>
          <a:ea typeface="+mn-ea"/>
          <a:cs typeface="+mn-cs"/>
        </a:defRPr>
      </a:lvl5pPr>
      <a:lvl6pPr marL="144005" indent="0" algn="l" defTabSz="685728" rtl="0" eaLnBrk="1" latinLnBrk="0" hangingPunct="1">
        <a:lnSpc>
          <a:spcPct val="99000"/>
        </a:lnSpc>
        <a:spcBef>
          <a:spcPts val="0"/>
        </a:spcBef>
        <a:buSzPct val="91000"/>
        <a:buFontTx/>
        <a:buNone/>
        <a:defRPr sz="1350" kern="1200">
          <a:solidFill>
            <a:schemeClr val="accent2"/>
          </a:solidFill>
          <a:latin typeface="+mn-lt"/>
          <a:ea typeface="+mn-ea"/>
          <a:cs typeface="+mn-cs"/>
        </a:defRPr>
      </a:lvl6pPr>
      <a:lvl7pPr marL="0" indent="0" algn="l" defTabSz="685728" rtl="0" eaLnBrk="1" latinLnBrk="0" hangingPunct="1">
        <a:lnSpc>
          <a:spcPct val="99000"/>
        </a:lnSpc>
        <a:spcBef>
          <a:spcPts val="674"/>
        </a:spcBef>
        <a:buSzPct val="91000"/>
        <a:buFontTx/>
        <a:buNone/>
        <a:defRPr sz="1350" b="1" kern="1200">
          <a:solidFill>
            <a:schemeClr val="accent2"/>
          </a:solidFill>
          <a:latin typeface="+mn-lt"/>
          <a:ea typeface="+mn-ea"/>
          <a:cs typeface="+mn-cs"/>
        </a:defRPr>
      </a:lvl7pPr>
      <a:lvl8pPr marL="0" indent="0" algn="l" defTabSz="685728" rtl="0" eaLnBrk="1" latinLnBrk="0" hangingPunct="1">
        <a:lnSpc>
          <a:spcPct val="99000"/>
        </a:lnSpc>
        <a:spcBef>
          <a:spcPts val="0"/>
        </a:spcBef>
        <a:buSzPct val="91000"/>
        <a:buFontTx/>
        <a:buNone/>
        <a:defRPr sz="1350" kern="1200">
          <a:solidFill>
            <a:schemeClr val="accent2"/>
          </a:solidFill>
          <a:latin typeface="+mn-lt"/>
          <a:ea typeface="+mn-ea"/>
          <a:cs typeface="+mn-cs"/>
        </a:defRPr>
      </a:lvl8pPr>
      <a:lvl9pPr marL="0" indent="0" algn="l" defTabSz="685728" rtl="0" eaLnBrk="1" latinLnBrk="0" hangingPunct="1">
        <a:lnSpc>
          <a:spcPct val="99000"/>
        </a:lnSpc>
        <a:spcBef>
          <a:spcPts val="674"/>
        </a:spcBef>
        <a:buSzPct val="91000"/>
        <a:buFontTx/>
        <a:buNone/>
        <a:defRPr sz="1350" i="1" kern="1200">
          <a:solidFill>
            <a:schemeClr val="accent2"/>
          </a:solidFill>
          <a:latin typeface="+mn-lt"/>
          <a:ea typeface="+mn-ea"/>
          <a:cs typeface="+mn-cs"/>
        </a:defRPr>
      </a:lvl9pPr>
    </p:bodyStyle>
    <p:otherStyle>
      <a:defPPr>
        <a:defRPr lang="en-US"/>
      </a:defPPr>
      <a:lvl1pPr marL="0" algn="l" defTabSz="685728" rtl="0" eaLnBrk="1" latinLnBrk="0" hangingPunct="1">
        <a:lnSpc>
          <a:spcPct val="99000"/>
        </a:lnSpc>
        <a:defRPr sz="1050" kern="1200">
          <a:solidFill>
            <a:schemeClr val="accent2"/>
          </a:solidFill>
          <a:latin typeface="+mn-lt"/>
          <a:ea typeface="+mn-ea"/>
          <a:cs typeface="+mn-cs"/>
        </a:defRPr>
      </a:lvl1pPr>
      <a:lvl2pPr marL="0" algn="l" defTabSz="685728" rtl="0" eaLnBrk="1" latinLnBrk="0" hangingPunct="1">
        <a:lnSpc>
          <a:spcPct val="99000"/>
        </a:lnSpc>
        <a:spcBef>
          <a:spcPts val="674"/>
        </a:spcBef>
        <a:defRPr sz="1050" b="1" kern="1200">
          <a:solidFill>
            <a:schemeClr val="accent2"/>
          </a:solidFill>
          <a:latin typeface="+mn-lt"/>
          <a:ea typeface="+mn-ea"/>
          <a:cs typeface="+mn-cs"/>
        </a:defRPr>
      </a:lvl2pPr>
      <a:lvl3pPr marL="116573" indent="-116573" algn="l" defTabSz="685728" rtl="0" eaLnBrk="1" latinLnBrk="0" hangingPunct="1">
        <a:lnSpc>
          <a:spcPct val="99000"/>
        </a:lnSpc>
        <a:buSzPct val="91000"/>
        <a:buFont typeface="Arial" panose="020B0604020202020204" pitchFamily="34" charset="0"/>
        <a:buChar char="•"/>
        <a:defRPr sz="1050" kern="1200">
          <a:solidFill>
            <a:schemeClr val="accent2"/>
          </a:solidFill>
          <a:latin typeface="+mn-lt"/>
          <a:ea typeface="+mn-ea"/>
          <a:cs typeface="+mn-cs"/>
        </a:defRPr>
      </a:lvl3pPr>
      <a:lvl4pPr marL="116573" indent="-116573" algn="l" defTabSz="685728" rtl="0" eaLnBrk="1" latinLnBrk="0" hangingPunct="1">
        <a:lnSpc>
          <a:spcPct val="99000"/>
        </a:lnSpc>
        <a:spcBef>
          <a:spcPts val="674"/>
        </a:spcBef>
        <a:buSzPct val="91000"/>
        <a:buFont typeface="Arial" panose="020B0604020202020204" pitchFamily="34" charset="0"/>
        <a:buChar char="•"/>
        <a:defRPr sz="1050" b="1" kern="1200">
          <a:solidFill>
            <a:schemeClr val="accent2"/>
          </a:solidFill>
          <a:latin typeface="+mn-lt"/>
          <a:ea typeface="+mn-ea"/>
          <a:cs typeface="+mn-cs"/>
        </a:defRPr>
      </a:lvl4pPr>
      <a:lvl5pPr marL="116573" algn="l" defTabSz="685728" rtl="0" eaLnBrk="1" latinLnBrk="0" hangingPunct="1">
        <a:lnSpc>
          <a:spcPct val="99000"/>
        </a:lnSpc>
        <a:defRPr sz="1050" kern="1200">
          <a:solidFill>
            <a:schemeClr val="accent2"/>
          </a:solidFill>
          <a:latin typeface="+mn-lt"/>
          <a:ea typeface="+mn-ea"/>
          <a:cs typeface="+mn-cs"/>
        </a:defRPr>
      </a:lvl5pPr>
      <a:lvl6pPr marL="0" algn="l" defTabSz="685728" rtl="0" eaLnBrk="1" latinLnBrk="0" hangingPunct="1">
        <a:lnSpc>
          <a:spcPct val="99000"/>
        </a:lnSpc>
        <a:defRPr sz="1050" kern="1200">
          <a:solidFill>
            <a:schemeClr val="accent2"/>
          </a:solidFill>
          <a:latin typeface="+mn-lt"/>
          <a:ea typeface="+mn-ea"/>
          <a:cs typeface="+mn-cs"/>
        </a:defRPr>
      </a:lvl6pPr>
      <a:lvl7pPr marL="0" algn="l" defTabSz="685728" rtl="0" eaLnBrk="1" latinLnBrk="0" hangingPunct="1">
        <a:lnSpc>
          <a:spcPct val="99000"/>
        </a:lnSpc>
        <a:defRPr sz="1050" kern="1200">
          <a:solidFill>
            <a:schemeClr val="accent2"/>
          </a:solidFill>
          <a:latin typeface="+mn-lt"/>
          <a:ea typeface="+mn-ea"/>
          <a:cs typeface="+mn-cs"/>
        </a:defRPr>
      </a:lvl7pPr>
      <a:lvl8pPr marL="0" algn="l" defTabSz="685728" rtl="0" eaLnBrk="1" latinLnBrk="0" hangingPunct="1">
        <a:lnSpc>
          <a:spcPct val="99000"/>
        </a:lnSpc>
        <a:defRPr sz="1050" kern="1200">
          <a:solidFill>
            <a:schemeClr val="accent2"/>
          </a:solidFill>
          <a:latin typeface="+mn-lt"/>
          <a:ea typeface="+mn-ea"/>
          <a:cs typeface="+mn-cs"/>
        </a:defRPr>
      </a:lvl8pPr>
      <a:lvl9pPr marL="0" algn="l" defTabSz="685728" rtl="0" eaLnBrk="1" latinLnBrk="0" hangingPunct="1">
        <a:lnSpc>
          <a:spcPct val="99000"/>
        </a:lnSpc>
        <a:defRPr sz="1050" kern="1200">
          <a:solidFill>
            <a:schemeClr val="accent2"/>
          </a:solidFill>
          <a:latin typeface="+mn-lt"/>
          <a:ea typeface="+mn-ea"/>
          <a:cs typeface="+mn-cs"/>
        </a:defRPr>
      </a:lvl9pPr>
    </p:otherStyle>
  </p:txStyles>
  <p:extLst>
    <p:ext uri="{27BBF7A9-308A-43DC-89C8-2F10F3537804}">
      <p15:sldGuideLst xmlns:p15="http://schemas.microsoft.com/office/powerpoint/2012/main">
        <p15:guide id="1" orient="horz" pos="494" userDrawn="1">
          <p15:clr>
            <a:srgbClr val="F26B43"/>
          </p15:clr>
        </p15:guide>
        <p15:guide id="2" pos="3200" userDrawn="1">
          <p15:clr>
            <a:srgbClr val="F26B43"/>
          </p15:clr>
        </p15:guide>
        <p15:guide id="3" pos="300" userDrawn="1">
          <p15:clr>
            <a:srgbClr val="F26B43"/>
          </p15:clr>
        </p15:guide>
        <p15:guide id="4" pos="6080" userDrawn="1">
          <p15:clr>
            <a:srgbClr val="F26B43"/>
          </p15:clr>
        </p15:guide>
        <p15:guide id="5" pos="820" userDrawn="1">
          <p15:clr>
            <a:srgbClr val="F26B43"/>
          </p15:clr>
        </p15:guide>
        <p15:guide id="6" orient="horz" pos="3423" userDrawn="1">
          <p15:clr>
            <a:srgbClr val="F26B43"/>
          </p15:clr>
        </p15:guide>
        <p15:guide id="7" pos="480" userDrawn="1">
          <p15:clr>
            <a:srgbClr val="F26B43"/>
          </p15:clr>
        </p15:guide>
        <p15:guide id="8" pos="59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hyperlink" Target="https://www.nsc.org/"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hyperlink" Target="https://www.youtube.com/watch?v=VLVUR9Lesa4"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support.apple.com/en-us/HT208090" TargetMode="External"/><Relationship Id="rId7"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hyperlink" Target="https://support.google.com/pixelphone/answer/6111295"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microsoft.com/office/2007/relationships/hdphoto" Target="../media/hdphoto3.wdp"/><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26.png"/><Relationship Id="rId5" Type="http://schemas.microsoft.com/office/2007/relationships/hdphoto" Target="../media/hdphoto2.wdp"/><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hyperlink" Target="https://spo-teamsite.ge.com/:f:/r/sites/fieldcore/functions/ehs/EHS%20Programs%20and%20Procedures/FieldCore%20-%20Global%20-%20EHS%20Programs%20and%20Procedures/0810%20-%20Fatigue%20Management?csf=1&amp;e=2Jetqz" TargetMode="External"/><Relationship Id="rId4" Type="http://schemas.openxmlformats.org/officeDocument/2006/relationships/image" Target="../media/image28.jpg"/></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38.jpe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40.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BD10036-BD0D-4438-9A4D-9447F7A859B8}"/>
              </a:ext>
            </a:extLst>
          </p:cNvPr>
          <p:cNvSpPr/>
          <p:nvPr/>
        </p:nvSpPr>
        <p:spPr>
          <a:xfrm>
            <a:off x="185531" y="3745906"/>
            <a:ext cx="6334539" cy="1117642"/>
          </a:xfrm>
          <a:prstGeom prst="rect">
            <a:avLst/>
          </a:prstGeom>
          <a:solidFill>
            <a:schemeClr val="accent2"/>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2" name="Date Placeholder 1">
            <a:extLst>
              <a:ext uri="{FF2B5EF4-FFF2-40B4-BE49-F238E27FC236}">
                <a16:creationId xmlns:a16="http://schemas.microsoft.com/office/drawing/2014/main" id="{1FED4DB5-95B9-46AE-8FAB-CC2CD3A735C6}"/>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A587841-310F-2844-BBE1-2990194B9448}" type="datetime4">
              <a:rPr kumimoji="0" lang="en-US" sz="1200" b="1" i="0" u="none" strike="noStrike" kern="1200" cap="none" spc="0" normalizeH="0" baseline="0" noProof="0" smtClean="0">
                <a:ln>
                  <a:noFill/>
                </a:ln>
                <a:solidFill>
                  <a:srgbClr val="FE5000"/>
                </a:solidFill>
                <a:effectLst/>
                <a:uLnTx/>
                <a:uFillTx/>
                <a:latin typeface="Gotham Rounded" charset="0"/>
              </a:rPr>
              <a:pPr marL="0" marR="0" lvl="0" indent="0" algn="ctr" defTabSz="914400" rtl="0" eaLnBrk="1" fontAlgn="auto" latinLnBrk="0" hangingPunct="1">
                <a:lnSpc>
                  <a:spcPct val="100000"/>
                </a:lnSpc>
                <a:spcBef>
                  <a:spcPts val="0"/>
                </a:spcBef>
                <a:spcAft>
                  <a:spcPts val="0"/>
                </a:spcAft>
                <a:buClrTx/>
                <a:buSzTx/>
                <a:buFontTx/>
                <a:buNone/>
                <a:tabLst/>
                <a:defRPr/>
              </a:pPr>
              <a:t>May 29, 2019</a:t>
            </a:fld>
            <a:endParaRPr kumimoji="0" lang="en-CA" sz="1200" b="1" i="0" u="none" strike="noStrike" kern="1200" cap="none" spc="0" normalizeH="0" baseline="0" noProof="0" dirty="0">
              <a:ln>
                <a:noFill/>
              </a:ln>
              <a:solidFill>
                <a:srgbClr val="FE5000"/>
              </a:solidFill>
              <a:effectLst/>
              <a:uLnTx/>
              <a:uFillTx/>
              <a:latin typeface="Gotham Rounded" charset="0"/>
            </a:endParaRPr>
          </a:p>
        </p:txBody>
      </p:sp>
      <p:sp>
        <p:nvSpPr>
          <p:cNvPr id="3" name="Title 2">
            <a:extLst>
              <a:ext uri="{FF2B5EF4-FFF2-40B4-BE49-F238E27FC236}">
                <a16:creationId xmlns:a16="http://schemas.microsoft.com/office/drawing/2014/main" id="{953CF878-9EB0-4FC9-8ABA-46E268BB11E8}"/>
              </a:ext>
            </a:extLst>
          </p:cNvPr>
          <p:cNvSpPr>
            <a:spLocks noGrp="1"/>
          </p:cNvSpPr>
          <p:nvPr>
            <p:ph type="title"/>
          </p:nvPr>
        </p:nvSpPr>
        <p:spPr>
          <a:xfrm>
            <a:off x="287445" y="3900153"/>
            <a:ext cx="6554252" cy="508042"/>
          </a:xfrm>
        </p:spPr>
        <p:txBody>
          <a:bodyPr/>
          <a:lstStyle/>
          <a:p>
            <a:r>
              <a:rPr lang="en-US" dirty="0"/>
              <a:t>Motor vehicle Procedure</a:t>
            </a:r>
            <a:endParaRPr lang="en-US" spc="1350" dirty="0"/>
          </a:p>
        </p:txBody>
      </p:sp>
      <p:sp>
        <p:nvSpPr>
          <p:cNvPr id="6" name="TextBox 5">
            <a:extLst>
              <a:ext uri="{FF2B5EF4-FFF2-40B4-BE49-F238E27FC236}">
                <a16:creationId xmlns:a16="http://schemas.microsoft.com/office/drawing/2014/main" id="{CDCEB068-4B52-4B6A-BE64-A0F177C5F59D}"/>
              </a:ext>
            </a:extLst>
          </p:cNvPr>
          <p:cNvSpPr txBox="1"/>
          <p:nvPr/>
        </p:nvSpPr>
        <p:spPr>
          <a:xfrm>
            <a:off x="287445" y="4292494"/>
            <a:ext cx="6334539"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400" normalizeH="0" baseline="0" noProof="0" dirty="0">
                <a:ln>
                  <a:noFill/>
                </a:ln>
                <a:solidFill>
                  <a:srgbClr val="FFFFFF"/>
                </a:solidFill>
                <a:effectLst/>
                <a:uLnTx/>
                <a:uFillTx/>
                <a:latin typeface="Gotham Rounded Medium"/>
                <a:ea typeface="+mn-ea"/>
                <a:cs typeface="+mn-cs"/>
              </a:rPr>
              <a:t>Updates-Managers Toolkit </a:t>
            </a:r>
          </a:p>
        </p:txBody>
      </p:sp>
      <p:sp>
        <p:nvSpPr>
          <p:cNvPr id="22" name="Arrow: Chevron 21">
            <a:extLst>
              <a:ext uri="{FF2B5EF4-FFF2-40B4-BE49-F238E27FC236}">
                <a16:creationId xmlns:a16="http://schemas.microsoft.com/office/drawing/2014/main" id="{4B06516C-64A2-42D8-80A4-44B9F782C0C2}"/>
              </a:ext>
            </a:extLst>
          </p:cNvPr>
          <p:cNvSpPr/>
          <p:nvPr/>
        </p:nvSpPr>
        <p:spPr>
          <a:xfrm>
            <a:off x="6249346" y="3733673"/>
            <a:ext cx="592351" cy="1117642"/>
          </a:xfrm>
          <a:prstGeom prst="chevron">
            <a:avLst/>
          </a:prstGeom>
          <a:solidFill>
            <a:schemeClr val="accent1"/>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Tree>
    <p:extLst>
      <p:ext uri="{BB962C8B-B14F-4D97-AF65-F5344CB8AC3E}">
        <p14:creationId xmlns:p14="http://schemas.microsoft.com/office/powerpoint/2010/main" val="3224591974"/>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 y="0"/>
            <a:ext cx="10607040" cy="914400"/>
          </a:xfrm>
        </p:spPr>
        <p:txBody>
          <a:bodyPr/>
          <a:lstStyle/>
          <a:p>
            <a:r>
              <a:rPr lang="en-US" dirty="0"/>
              <a:t>Motor Vehicle Procedure - Updates</a:t>
            </a:r>
          </a:p>
        </p:txBody>
      </p:sp>
      <p:sp>
        <p:nvSpPr>
          <p:cNvPr id="5" name="TextBox 4">
            <a:extLst>
              <a:ext uri="{FF2B5EF4-FFF2-40B4-BE49-F238E27FC236}">
                <a16:creationId xmlns:a16="http://schemas.microsoft.com/office/drawing/2014/main" id="{25FD5FEA-5537-4E63-9351-77851F8BF6C7}"/>
              </a:ext>
            </a:extLst>
          </p:cNvPr>
          <p:cNvSpPr txBox="1"/>
          <p:nvPr/>
        </p:nvSpPr>
        <p:spPr>
          <a:xfrm>
            <a:off x="475422" y="914400"/>
            <a:ext cx="8081764" cy="5282985"/>
          </a:xfrm>
          <a:prstGeom prst="rect">
            <a:avLst/>
          </a:prstGeom>
          <a:noFill/>
        </p:spPr>
        <p:txBody>
          <a:bodyPr wrap="non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3666A"/>
                </a:solidFill>
                <a:effectLst/>
                <a:uLnTx/>
                <a:uFillTx/>
                <a:latin typeface="Gotham Rounded Book" pitchFamily="50" charset="0"/>
                <a:ea typeface="+mn-ea"/>
                <a:cs typeface="+mn-cs"/>
              </a:rPr>
              <a:t>In FieldCore our employees do High Risk Activities everyday . . .</a:t>
            </a:r>
          </a:p>
          <a:p>
            <a:pPr marL="342900" marR="0" lvl="0" indent="-342900" algn="l" defTabSz="914400" rtl="0" eaLnBrk="1" fontAlgn="auto" latinLnBrk="0" hangingPunct="1">
              <a:lnSpc>
                <a:spcPct val="150000"/>
              </a:lnSpc>
              <a:spcBef>
                <a:spcPts val="0"/>
              </a:spcBef>
              <a:spcAft>
                <a:spcPts val="0"/>
              </a:spcAft>
              <a:buClr>
                <a:srgbClr val="FE5000"/>
              </a:buClr>
              <a:buSzTx/>
              <a:buFont typeface="Wingdings" panose="05000000000000000000" pitchFamily="2" charset="2"/>
              <a:buChar char="ü"/>
              <a:tabLst/>
              <a:defRPr/>
            </a:pPr>
            <a:r>
              <a:rPr kumimoji="0" lang="en-US" sz="2000" b="0" i="0" u="none" strike="noStrike" kern="1200" cap="none" spc="0" normalizeH="0" baseline="0" noProof="0" dirty="0">
                <a:ln>
                  <a:noFill/>
                </a:ln>
                <a:solidFill>
                  <a:srgbClr val="63666A"/>
                </a:solidFill>
                <a:effectLst/>
                <a:uLnTx/>
                <a:uFillTx/>
                <a:latin typeface="Gotham Rounded Book" pitchFamily="50" charset="0"/>
                <a:ea typeface="+mn-ea"/>
                <a:cs typeface="+mn-cs"/>
              </a:rPr>
              <a:t>Working at Heights</a:t>
            </a:r>
          </a:p>
          <a:p>
            <a:pPr marL="342900" marR="0" lvl="0" indent="-342900" algn="l" defTabSz="914400" rtl="0" eaLnBrk="1" fontAlgn="auto" latinLnBrk="0" hangingPunct="1">
              <a:lnSpc>
                <a:spcPct val="150000"/>
              </a:lnSpc>
              <a:spcBef>
                <a:spcPts val="0"/>
              </a:spcBef>
              <a:spcAft>
                <a:spcPts val="0"/>
              </a:spcAft>
              <a:buClr>
                <a:srgbClr val="FE5000"/>
              </a:buClr>
              <a:buSzTx/>
              <a:buFont typeface="Wingdings" panose="05000000000000000000" pitchFamily="2" charset="2"/>
              <a:buChar char="ü"/>
              <a:tabLst/>
              <a:defRPr/>
            </a:pPr>
            <a:r>
              <a:rPr kumimoji="0" lang="en-US" sz="2000" b="0" i="0" u="none" strike="noStrike" kern="1200" cap="none" spc="0" normalizeH="0" baseline="0" noProof="0" dirty="0">
                <a:ln>
                  <a:noFill/>
                </a:ln>
                <a:solidFill>
                  <a:srgbClr val="63666A"/>
                </a:solidFill>
                <a:effectLst/>
                <a:uLnTx/>
                <a:uFillTx/>
                <a:latin typeface="Gotham Rounded Book" pitchFamily="50" charset="0"/>
                <a:ea typeface="+mn-ea"/>
                <a:cs typeface="+mn-cs"/>
              </a:rPr>
              <a:t>Testing Electrical Systems</a:t>
            </a:r>
          </a:p>
          <a:p>
            <a:pPr marL="342900" marR="0" lvl="0" indent="-342900" algn="l" defTabSz="914400" rtl="0" eaLnBrk="1" fontAlgn="auto" latinLnBrk="0" hangingPunct="1">
              <a:lnSpc>
                <a:spcPct val="150000"/>
              </a:lnSpc>
              <a:spcBef>
                <a:spcPts val="0"/>
              </a:spcBef>
              <a:spcAft>
                <a:spcPts val="0"/>
              </a:spcAft>
              <a:buClr>
                <a:srgbClr val="FE5000"/>
              </a:buClr>
              <a:buSzTx/>
              <a:buFont typeface="Wingdings" panose="05000000000000000000" pitchFamily="2" charset="2"/>
              <a:buChar char="ü"/>
              <a:tabLst/>
              <a:defRPr/>
            </a:pPr>
            <a:r>
              <a:rPr kumimoji="0" lang="en-US" sz="2000" b="0" i="0" u="none" strike="noStrike" kern="1200" cap="none" spc="0" normalizeH="0" baseline="0" noProof="0" dirty="0">
                <a:ln>
                  <a:noFill/>
                </a:ln>
                <a:solidFill>
                  <a:srgbClr val="63666A"/>
                </a:solidFill>
                <a:effectLst/>
                <a:uLnTx/>
                <a:uFillTx/>
                <a:latin typeface="Gotham Rounded Book" pitchFamily="50" charset="0"/>
                <a:ea typeface="+mn-ea"/>
                <a:cs typeface="+mn-cs"/>
              </a:rPr>
              <a:t>Entering Confined Spaces</a:t>
            </a:r>
          </a:p>
          <a:p>
            <a:pPr marL="342900" marR="0" lvl="0" indent="-342900" algn="l" defTabSz="914400" rtl="0" eaLnBrk="1" fontAlgn="auto" latinLnBrk="0" hangingPunct="1">
              <a:lnSpc>
                <a:spcPct val="150000"/>
              </a:lnSpc>
              <a:spcBef>
                <a:spcPts val="0"/>
              </a:spcBef>
              <a:spcAft>
                <a:spcPts val="0"/>
              </a:spcAft>
              <a:buClr>
                <a:srgbClr val="FE5000"/>
              </a:buClr>
              <a:buSzTx/>
              <a:buFont typeface="Wingdings" panose="05000000000000000000" pitchFamily="2" charset="2"/>
              <a:buChar char="ü"/>
              <a:tabLst/>
              <a:defRPr/>
            </a:pPr>
            <a:r>
              <a:rPr kumimoji="0" lang="en-US" sz="2000" b="0" i="0" u="none" strike="noStrike" kern="1200" cap="none" spc="0" normalizeH="0" baseline="0" noProof="0" dirty="0">
                <a:ln>
                  <a:noFill/>
                </a:ln>
                <a:solidFill>
                  <a:srgbClr val="63666A"/>
                </a:solidFill>
                <a:effectLst/>
                <a:uLnTx/>
                <a:uFillTx/>
                <a:latin typeface="Gotham Rounded Book" pitchFamily="50" charset="0"/>
                <a:ea typeface="+mn-ea"/>
                <a:cs typeface="+mn-cs"/>
              </a:rPr>
              <a:t>Lifting Heavy Loads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90936"/>
              </a:solidFill>
              <a:effectLst/>
              <a:uLnTx/>
              <a:uFillTx/>
              <a:latin typeface="Gotham Rounded Book"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90936"/>
              </a:solidFill>
              <a:effectLst/>
              <a:uLnTx/>
              <a:uFillTx/>
              <a:latin typeface="Gotham Rounded Book"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90936"/>
              </a:solidFill>
              <a:effectLst/>
              <a:uLnTx/>
              <a:uFillTx/>
              <a:latin typeface="Gotham Rounded Book"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90936"/>
              </a:solidFill>
              <a:effectLst/>
              <a:uLnTx/>
              <a:uFillTx/>
              <a:latin typeface="Gotham Rounded Book"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90936"/>
              </a:solidFill>
              <a:effectLst/>
              <a:uLnTx/>
              <a:uFillTx/>
              <a:latin typeface="Gotham Rounded Book"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90936"/>
              </a:solidFill>
              <a:effectLst/>
              <a:uLnTx/>
              <a:uFillTx/>
              <a:latin typeface="Gotham Rounded Book" pitchFamily="50"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63666A"/>
                </a:solidFill>
                <a:effectLst/>
                <a:uLnTx/>
                <a:uFillTx/>
                <a:latin typeface="Gotham Rounded Book" pitchFamily="50" charset="0"/>
                <a:ea typeface="+mn-ea"/>
                <a:cs typeface="+mn-cs"/>
              </a:rPr>
              <a:t>High Risk Activity that almost all of us do every day . . .</a:t>
            </a:r>
          </a:p>
          <a:p>
            <a:pPr marL="285750" marR="0" lvl="0" indent="-285750" algn="l" defTabSz="914400" rtl="0" eaLnBrk="1" fontAlgn="auto" latinLnBrk="0" hangingPunct="1">
              <a:lnSpc>
                <a:spcPct val="150000"/>
              </a:lnSpc>
              <a:spcBef>
                <a:spcPts val="0"/>
              </a:spcBef>
              <a:spcAft>
                <a:spcPts val="0"/>
              </a:spcAft>
              <a:buClr>
                <a:srgbClr val="FE5000"/>
              </a:buClr>
              <a:buSzTx/>
              <a:buFont typeface="Wingdings" panose="05000000000000000000" pitchFamily="2" charset="2"/>
              <a:buChar char="ü"/>
              <a:tabLst/>
              <a:defRPr/>
            </a:pPr>
            <a:r>
              <a:rPr kumimoji="0" lang="en-US" sz="4400" b="0" i="0" u="none" strike="noStrike" kern="1200" cap="none" spc="200" normalizeH="0" baseline="0" noProof="0" dirty="0">
                <a:ln>
                  <a:noFill/>
                </a:ln>
                <a:solidFill>
                  <a:srgbClr val="FE5000"/>
                </a:solidFill>
                <a:effectLst/>
                <a:uLnTx/>
                <a:uFillTx/>
                <a:latin typeface="Gotham Rounded Medium" panose="02000000000000000000" pitchFamily="50" charset="0"/>
                <a:ea typeface="+mn-ea"/>
                <a:cs typeface="+mn-cs"/>
              </a:rPr>
              <a:t>Driving</a:t>
            </a:r>
          </a:p>
        </p:txBody>
      </p:sp>
      <p:sp>
        <p:nvSpPr>
          <p:cNvPr id="4" name="TextBox 3">
            <a:extLst>
              <a:ext uri="{FF2B5EF4-FFF2-40B4-BE49-F238E27FC236}">
                <a16:creationId xmlns:a16="http://schemas.microsoft.com/office/drawing/2014/main" id="{F27700DD-D7DB-46FE-BA08-16452EE5D4CB}"/>
              </a:ext>
            </a:extLst>
          </p:cNvPr>
          <p:cNvSpPr txBox="1"/>
          <p:nvPr/>
        </p:nvSpPr>
        <p:spPr>
          <a:xfrm>
            <a:off x="1948070" y="3243470"/>
            <a:ext cx="1349728" cy="147732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0" i="0" u="none" strike="noStrike" kern="1200" cap="none" spc="0" normalizeH="0" baseline="0" noProof="0" dirty="0">
                <a:ln>
                  <a:noFill/>
                </a:ln>
                <a:solidFill>
                  <a:srgbClr val="FE5000"/>
                </a:solidFill>
                <a:effectLst/>
                <a:uLnTx/>
                <a:uFillTx/>
                <a:latin typeface="Gotham Rounded Medium"/>
                <a:ea typeface="+mn-ea"/>
                <a:cs typeface="+mn-cs"/>
              </a:rPr>
              <a:t>#1</a:t>
            </a:r>
          </a:p>
        </p:txBody>
      </p:sp>
      <p:pic>
        <p:nvPicPr>
          <p:cNvPr id="7" name="Picture 6" descr="A car parked in a parking lot&#10;&#10;Description generated with high confidence">
            <a:extLst>
              <a:ext uri="{FF2B5EF4-FFF2-40B4-BE49-F238E27FC236}">
                <a16:creationId xmlns:a16="http://schemas.microsoft.com/office/drawing/2014/main" id="{68646D0C-0F2A-4F0F-9E51-461A3D6BD2A2}"/>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227181" y="457200"/>
            <a:ext cx="6919584" cy="5210040"/>
          </a:xfrm>
          <a:prstGeom prst="rect">
            <a:avLst/>
          </a:prstGeom>
        </p:spPr>
      </p:pic>
      <p:sp>
        <p:nvSpPr>
          <p:cNvPr id="3" name="TextBox 2">
            <a:extLst>
              <a:ext uri="{FF2B5EF4-FFF2-40B4-BE49-F238E27FC236}">
                <a16:creationId xmlns:a16="http://schemas.microsoft.com/office/drawing/2014/main" id="{BE46DC38-26C2-4AC6-8FD4-866752093682}"/>
              </a:ext>
            </a:extLst>
          </p:cNvPr>
          <p:cNvSpPr txBox="1"/>
          <p:nvPr/>
        </p:nvSpPr>
        <p:spPr>
          <a:xfrm>
            <a:off x="3597442" y="5394473"/>
            <a:ext cx="8253663" cy="830997"/>
          </a:xfrm>
          <a:prstGeom prst="rect">
            <a:avLst/>
          </a:prstGeom>
          <a:noFill/>
        </p:spPr>
        <p:txBody>
          <a:bodyPr wrap="square" lIns="0" tIns="0" rIns="0" bIns="0" rtlCol="0">
            <a:spAutoFit/>
          </a:bodyPr>
          <a:lstStyle/>
          <a:p>
            <a:r>
              <a:rPr lang="en-US" dirty="0">
                <a:solidFill>
                  <a:schemeClr val="accent2"/>
                </a:solidFill>
              </a:rPr>
              <a:t>We have 18 work related vehicle accidents YTD and there were 16 vehicle accidents during commute including a fatality and another one requiring months of hospitalization.</a:t>
            </a:r>
          </a:p>
        </p:txBody>
      </p:sp>
    </p:spTree>
    <p:extLst>
      <p:ext uri="{BB962C8B-B14F-4D97-AF65-F5344CB8AC3E}">
        <p14:creationId xmlns:p14="http://schemas.microsoft.com/office/powerpoint/2010/main" val="428239076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 y="9370"/>
            <a:ext cx="10607040" cy="914400"/>
          </a:xfrm>
        </p:spPr>
        <p:txBody>
          <a:bodyPr/>
          <a:lstStyle/>
          <a:p>
            <a:r>
              <a:rPr lang="en-US" dirty="0"/>
              <a:t>Motor Vehicle Procedures - Updates</a:t>
            </a:r>
          </a:p>
        </p:txBody>
      </p:sp>
      <p:sp>
        <p:nvSpPr>
          <p:cNvPr id="6" name="Text Placeholder 5"/>
          <p:cNvSpPr>
            <a:spLocks noGrp="1"/>
          </p:cNvSpPr>
          <p:nvPr>
            <p:ph type="body" sz="quarter" idx="13"/>
          </p:nvPr>
        </p:nvSpPr>
        <p:spPr>
          <a:xfrm>
            <a:off x="997391" y="1336385"/>
            <a:ext cx="9181752" cy="439228"/>
          </a:xfrm>
        </p:spPr>
        <p:txBody>
          <a:bodyPr>
            <a:noAutofit/>
          </a:bodyPr>
          <a:lstStyle/>
          <a:p>
            <a:r>
              <a:rPr lang="en-US" sz="2800" dirty="0"/>
              <a:t>Major Changes - </a:t>
            </a:r>
            <a:r>
              <a:rPr lang="en-US" sz="2800" b="0" cap="none" dirty="0">
                <a:solidFill>
                  <a:srgbClr val="63666A"/>
                </a:solidFill>
                <a:latin typeface="Gotham Rounded Book"/>
              </a:rPr>
              <a:t>Consolidated multiple Motor Vehicle Safety Procedures</a:t>
            </a:r>
          </a:p>
        </p:txBody>
      </p:sp>
      <p:sp>
        <p:nvSpPr>
          <p:cNvPr id="9" name="TextBox 8">
            <a:extLst>
              <a:ext uri="{FF2B5EF4-FFF2-40B4-BE49-F238E27FC236}">
                <a16:creationId xmlns:a16="http://schemas.microsoft.com/office/drawing/2014/main" id="{B55B0C12-55B2-45F4-B0A9-66CBE6C99F30}"/>
              </a:ext>
            </a:extLst>
          </p:cNvPr>
          <p:cNvSpPr txBox="1"/>
          <p:nvPr/>
        </p:nvSpPr>
        <p:spPr>
          <a:xfrm>
            <a:off x="997391" y="2188228"/>
            <a:ext cx="7003046" cy="3570208"/>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600"/>
              </a:spcBef>
              <a:spcAft>
                <a:spcPts val="600"/>
              </a:spcAft>
              <a:buClr>
                <a:srgbClr val="FE5000"/>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63666A"/>
                </a:solidFill>
                <a:effectLst/>
                <a:uLnTx/>
                <a:uFillTx/>
                <a:latin typeface="Gotham Rounded Book"/>
                <a:ea typeface="+mn-ea"/>
                <a:cs typeface="+mn-cs"/>
              </a:rPr>
              <a:t>Driver Fatigue and Journey Management</a:t>
            </a:r>
          </a:p>
          <a:p>
            <a:pPr marL="285750" marR="0" lvl="0" indent="-285750" algn="l" defTabSz="914400" rtl="0" eaLnBrk="1" fontAlgn="auto" latinLnBrk="0" hangingPunct="1">
              <a:lnSpc>
                <a:spcPct val="100000"/>
              </a:lnSpc>
              <a:spcBef>
                <a:spcPts val="600"/>
              </a:spcBef>
              <a:spcAft>
                <a:spcPts val="600"/>
              </a:spcAft>
              <a:buClr>
                <a:srgbClr val="FE5000"/>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63666A"/>
                </a:solidFill>
                <a:effectLst/>
                <a:uLnTx/>
                <a:uFillTx/>
                <a:latin typeface="Gotham Rounded Book"/>
                <a:ea typeface="+mn-ea"/>
                <a:cs typeface="+mn-cs"/>
              </a:rPr>
              <a:t>Pedestrian and Worker Safety around Motor Vehicle</a:t>
            </a:r>
          </a:p>
          <a:p>
            <a:pPr marL="285750" indent="-285750" defTabSz="914400">
              <a:spcBef>
                <a:spcPts val="600"/>
              </a:spcBef>
              <a:spcAft>
                <a:spcPts val="600"/>
              </a:spcAft>
              <a:buClr>
                <a:srgbClr val="FE5000"/>
              </a:buClr>
              <a:buFont typeface="Arial" panose="020B0604020202020204" pitchFamily="34" charset="0"/>
              <a:buChar char="•"/>
              <a:defRPr/>
            </a:pPr>
            <a:r>
              <a:rPr lang="en-US" sz="2400" dirty="0">
                <a:solidFill>
                  <a:srgbClr val="63666A"/>
                </a:solidFill>
              </a:rPr>
              <a:t>No active Cell phone use during driving (GPS, listening to music allowed)</a:t>
            </a:r>
            <a:endParaRPr kumimoji="0" lang="en-US" sz="2400" b="0" i="0" u="none" strike="noStrike" kern="1200" cap="none" spc="0" normalizeH="0" baseline="0" noProof="0" dirty="0">
              <a:ln>
                <a:noFill/>
              </a:ln>
              <a:solidFill>
                <a:srgbClr val="63666A"/>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600"/>
              </a:spcBef>
              <a:spcAft>
                <a:spcPts val="600"/>
              </a:spcAft>
              <a:buClr>
                <a:srgbClr val="FE5000"/>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63666A"/>
                </a:solidFill>
                <a:effectLst/>
                <a:uLnTx/>
                <a:uFillTx/>
                <a:latin typeface="Gotham Rounded Book"/>
                <a:ea typeface="+mn-ea"/>
                <a:cs typeface="+mn-cs"/>
              </a:rPr>
              <a:t>Vehicle Maintenance, Inspection, Safety features</a:t>
            </a:r>
          </a:p>
          <a:p>
            <a:pPr marL="285750" marR="0" lvl="0" indent="-285750" algn="l" defTabSz="914400" rtl="0" eaLnBrk="1" fontAlgn="auto" latinLnBrk="0" hangingPunct="1">
              <a:lnSpc>
                <a:spcPct val="100000"/>
              </a:lnSpc>
              <a:spcBef>
                <a:spcPts val="600"/>
              </a:spcBef>
              <a:spcAft>
                <a:spcPts val="600"/>
              </a:spcAft>
              <a:buClr>
                <a:srgbClr val="FE5000"/>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63666A"/>
                </a:solidFill>
                <a:effectLst/>
                <a:uLnTx/>
                <a:uFillTx/>
                <a:latin typeface="Gotham Rounded Book"/>
                <a:ea typeface="+mn-ea"/>
                <a:cs typeface="+mn-cs"/>
              </a:rPr>
              <a:t>Training</a:t>
            </a:r>
            <a:endParaRPr kumimoji="0" lang="en-US" sz="2400" b="0" i="0" u="none" strike="noStrike" kern="1200" cap="none" spc="0" normalizeH="0" baseline="0" noProof="0" dirty="0">
              <a:ln>
                <a:noFill/>
              </a:ln>
              <a:solidFill>
                <a:srgbClr val="090936"/>
              </a:solidFill>
              <a:effectLst/>
              <a:uLnTx/>
              <a:uFillTx/>
              <a:latin typeface="Gotham Rounded Book"/>
              <a:ea typeface="+mn-ea"/>
              <a:cs typeface="+mn-cs"/>
            </a:endParaRPr>
          </a:p>
        </p:txBody>
      </p:sp>
      <p:graphicFrame>
        <p:nvGraphicFramePr>
          <p:cNvPr id="3" name="Diagram 2">
            <a:extLst>
              <a:ext uri="{FF2B5EF4-FFF2-40B4-BE49-F238E27FC236}">
                <a16:creationId xmlns:a16="http://schemas.microsoft.com/office/drawing/2014/main" id="{BA79815D-9E47-4F1D-89A3-CB49F9A148A9}"/>
              </a:ext>
            </a:extLst>
          </p:cNvPr>
          <p:cNvGraphicFramePr/>
          <p:nvPr>
            <p:extLst>
              <p:ext uri="{D42A27DB-BD31-4B8C-83A1-F6EECF244321}">
                <p14:modId xmlns:p14="http://schemas.microsoft.com/office/powerpoint/2010/main" val="121897246"/>
              </p:ext>
            </p:extLst>
          </p:nvPr>
        </p:nvGraphicFramePr>
        <p:xfrm>
          <a:off x="6485021" y="2188229"/>
          <a:ext cx="5694384" cy="3683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139806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505" y="-153576"/>
            <a:ext cx="10821296" cy="914400"/>
          </a:xfrm>
        </p:spPr>
        <p:txBody>
          <a:bodyPr/>
          <a:lstStyle/>
          <a:p>
            <a:r>
              <a:rPr lang="en-US" dirty="0"/>
              <a:t>FieldCore Data</a:t>
            </a:r>
          </a:p>
        </p:txBody>
      </p:sp>
      <p:sp>
        <p:nvSpPr>
          <p:cNvPr id="5" name="Text Placeholder 4">
            <a:extLst>
              <a:ext uri="{FF2B5EF4-FFF2-40B4-BE49-F238E27FC236}">
                <a16:creationId xmlns:a16="http://schemas.microsoft.com/office/drawing/2014/main" id="{E7029F33-7D17-4A68-B9D3-75137E000574}"/>
              </a:ext>
            </a:extLst>
          </p:cNvPr>
          <p:cNvSpPr>
            <a:spLocks noGrp="1"/>
          </p:cNvSpPr>
          <p:nvPr>
            <p:ph type="body" sz="quarter" idx="13"/>
          </p:nvPr>
        </p:nvSpPr>
        <p:spPr>
          <a:xfrm>
            <a:off x="443752" y="1253517"/>
            <a:ext cx="11882718" cy="695878"/>
          </a:xfrm>
        </p:spPr>
        <p:txBody>
          <a:bodyPr>
            <a:noAutofit/>
          </a:bodyPr>
          <a:lstStyle/>
          <a:p>
            <a:r>
              <a:rPr lang="en-US" sz="1600" dirty="0">
                <a:solidFill>
                  <a:srgbClr val="000000"/>
                </a:solidFill>
                <a:latin typeface="Gotham Rounded Medium" panose="02000000000000000000" pitchFamily="50" charset="0"/>
              </a:rPr>
              <a:t>2019 YTD –started reporting all incidents only from Jan 2019</a:t>
            </a:r>
          </a:p>
          <a:p>
            <a:pPr marL="402323" lvl="1" indent="-285750">
              <a:buFont typeface="Arial" panose="020B0604020202020204" pitchFamily="34" charset="0"/>
              <a:buChar char="•"/>
            </a:pPr>
            <a:r>
              <a:rPr lang="en-US" sz="1750" dirty="0">
                <a:solidFill>
                  <a:srgbClr val="000000"/>
                </a:solidFill>
                <a:latin typeface="Gotham Rounded Medium" panose="02000000000000000000" pitchFamily="50" charset="0"/>
              </a:rPr>
              <a:t>18 Incidents related to work, </a:t>
            </a:r>
          </a:p>
          <a:p>
            <a:pPr marL="402323" lvl="1" indent="-285750">
              <a:buFont typeface="Arial" panose="020B0604020202020204" pitchFamily="34" charset="0"/>
              <a:buChar char="•"/>
            </a:pPr>
            <a:r>
              <a:rPr lang="en-US" sz="1750" dirty="0">
                <a:solidFill>
                  <a:srgbClr val="000000"/>
                </a:solidFill>
                <a:latin typeface="Gotham Rounded Medium" panose="02000000000000000000" pitchFamily="50" charset="0"/>
              </a:rPr>
              <a:t>16 incidents related to commute / non-work, </a:t>
            </a:r>
          </a:p>
          <a:p>
            <a:pPr marL="402323" lvl="1" indent="-285750">
              <a:buFont typeface="Arial" panose="020B0604020202020204" pitchFamily="34" charset="0"/>
              <a:buChar char="•"/>
            </a:pPr>
            <a:r>
              <a:rPr lang="en-US" sz="1750" dirty="0">
                <a:solidFill>
                  <a:srgbClr val="000000"/>
                </a:solidFill>
                <a:latin typeface="Gotham Rounded Medium" panose="02000000000000000000" pitchFamily="50" charset="0"/>
              </a:rPr>
              <a:t>1 fatality, </a:t>
            </a:r>
          </a:p>
          <a:p>
            <a:pPr marL="402323" lvl="1" indent="-285750">
              <a:buFont typeface="Arial" panose="020B0604020202020204" pitchFamily="34" charset="0"/>
              <a:buChar char="•"/>
            </a:pPr>
            <a:r>
              <a:rPr lang="en-US" sz="1750" dirty="0">
                <a:solidFill>
                  <a:srgbClr val="000000"/>
                </a:solidFill>
                <a:latin typeface="Gotham Rounded Medium" panose="02000000000000000000" pitchFamily="50" charset="0"/>
              </a:rPr>
              <a:t>1 serious injury requiring multiple months of hospitalization</a:t>
            </a:r>
          </a:p>
        </p:txBody>
      </p:sp>
      <p:sp>
        <p:nvSpPr>
          <p:cNvPr id="8" name="Text Placeholder 4">
            <a:extLst>
              <a:ext uri="{FF2B5EF4-FFF2-40B4-BE49-F238E27FC236}">
                <a16:creationId xmlns:a16="http://schemas.microsoft.com/office/drawing/2014/main" id="{35F60C79-419D-4911-A287-A007D854496C}"/>
              </a:ext>
            </a:extLst>
          </p:cNvPr>
          <p:cNvSpPr txBox="1">
            <a:spLocks/>
          </p:cNvSpPr>
          <p:nvPr/>
        </p:nvSpPr>
        <p:spPr>
          <a:xfrm>
            <a:off x="309282" y="6353261"/>
            <a:ext cx="5620871" cy="364958"/>
          </a:xfrm>
          <a:prstGeom prst="rect">
            <a:avLst/>
          </a:prstGeom>
          <a:solidFill>
            <a:schemeClr val="bg1"/>
          </a:solidFill>
        </p:spPr>
        <p:txBody>
          <a:bodyPr vert="horz" lIns="91440" tIns="45720" rIns="91440" bIns="45720" rtlCol="0" anchor="b" anchorCtr="0">
            <a:noAutofit/>
          </a:bodyPr>
          <a:lstStyle>
            <a:lvl1pPr marL="0" indent="0" algn="l" defTabSz="685728" rtl="0" eaLnBrk="1" latinLnBrk="0" hangingPunct="1">
              <a:lnSpc>
                <a:spcPct val="90000"/>
              </a:lnSpc>
              <a:spcBef>
                <a:spcPts val="0"/>
              </a:spcBef>
              <a:spcAft>
                <a:spcPts val="224"/>
              </a:spcAft>
              <a:buClr>
                <a:schemeClr val="accent1"/>
              </a:buClr>
              <a:buFontTx/>
              <a:buNone/>
              <a:defRPr sz="1200" b="1" i="0" kern="1200" cap="all" baseline="0">
                <a:solidFill>
                  <a:schemeClr val="accent1"/>
                </a:solidFill>
                <a:latin typeface="Gotham Rounded" charset="0"/>
                <a:ea typeface="Gotham Rounded" charset="0"/>
                <a:cs typeface="Gotham Rounded" charset="0"/>
              </a:defRPr>
            </a:lvl1pPr>
            <a:lvl2pPr marL="116573" indent="0" algn="l" defTabSz="685728" rtl="0" eaLnBrk="1" latinLnBrk="0" hangingPunct="1">
              <a:lnSpc>
                <a:spcPct val="90000"/>
              </a:lnSpc>
              <a:spcBef>
                <a:spcPts val="0"/>
              </a:spcBef>
              <a:buClr>
                <a:schemeClr val="accent1"/>
              </a:buClr>
              <a:buFontTx/>
              <a:buNone/>
              <a:defRPr sz="1350" b="0" i="0" kern="1200">
                <a:solidFill>
                  <a:schemeClr val="tx1"/>
                </a:solidFill>
                <a:latin typeface="Gotham Rounded Book" charset="0"/>
                <a:ea typeface="Gotham Rounded Book" charset="0"/>
                <a:cs typeface="Gotham Rounded Book" charset="0"/>
              </a:defRPr>
            </a:lvl2pPr>
            <a:lvl3pPr marL="116573" indent="-116573" algn="l" defTabSz="685728" rtl="0" eaLnBrk="1" latinLnBrk="0" hangingPunct="1">
              <a:lnSpc>
                <a:spcPct val="90000"/>
              </a:lnSpc>
              <a:spcBef>
                <a:spcPts val="1544"/>
              </a:spcBef>
              <a:spcAft>
                <a:spcPts val="224"/>
              </a:spcAft>
              <a:buClr>
                <a:schemeClr val="accent1"/>
              </a:buClr>
              <a:buSzPct val="91000"/>
              <a:buFont typeface="Arial" charset="0"/>
              <a:buChar char="•"/>
              <a:defRPr lang="en-US" sz="1200" b="0" i="0" kern="1200" dirty="0">
                <a:solidFill>
                  <a:schemeClr val="tx1"/>
                </a:solidFill>
                <a:latin typeface="Gotham Rounded Book" charset="0"/>
                <a:ea typeface="Gotham Rounded Book" charset="0"/>
                <a:cs typeface="Gotham Rounded Book" charset="0"/>
              </a:defRPr>
            </a:lvl3pPr>
            <a:lvl4pPr marL="116573" indent="0" algn="l" defTabSz="685728" rtl="0" eaLnBrk="1" latinLnBrk="0" hangingPunct="1">
              <a:lnSpc>
                <a:spcPct val="90000"/>
              </a:lnSpc>
              <a:spcBef>
                <a:spcPts val="0"/>
              </a:spcBef>
              <a:buClr>
                <a:schemeClr val="accent1"/>
              </a:buClr>
              <a:buFontTx/>
              <a:buNone/>
              <a:defRPr sz="1050" b="0" i="0" kern="1200">
                <a:solidFill>
                  <a:schemeClr val="tx1"/>
                </a:solidFill>
                <a:latin typeface="Gotham Rounded Book" charset="0"/>
                <a:ea typeface="Gotham Rounded Book" charset="0"/>
                <a:cs typeface="Gotham Rounded Book" charset="0"/>
              </a:defRPr>
            </a:lvl4pPr>
            <a:lvl5pPr marL="116573" indent="-116573" algn="l" defTabSz="685728" rtl="0" eaLnBrk="1" latinLnBrk="0" hangingPunct="1">
              <a:lnSpc>
                <a:spcPct val="99000"/>
              </a:lnSpc>
              <a:spcBef>
                <a:spcPts val="674"/>
              </a:spcBef>
              <a:buClr>
                <a:schemeClr val="accent5"/>
              </a:buClr>
              <a:buSzPct val="91000"/>
              <a:buFont typeface="Arial" panose="020B0604020202020204" pitchFamily="34" charset="0"/>
              <a:buChar char="•"/>
              <a:defRPr sz="1350" kern="1200">
                <a:solidFill>
                  <a:schemeClr val="accent2"/>
                </a:solidFill>
                <a:latin typeface="+mn-lt"/>
                <a:ea typeface="+mn-ea"/>
                <a:cs typeface="+mn-cs"/>
              </a:defRPr>
            </a:lvl5pPr>
            <a:lvl6pPr marL="144005" indent="0" algn="l" defTabSz="685728" rtl="0" eaLnBrk="1" latinLnBrk="0" hangingPunct="1">
              <a:lnSpc>
                <a:spcPct val="99000"/>
              </a:lnSpc>
              <a:spcBef>
                <a:spcPts val="0"/>
              </a:spcBef>
              <a:buSzPct val="91000"/>
              <a:buFontTx/>
              <a:buNone/>
              <a:defRPr sz="1350" kern="1200">
                <a:solidFill>
                  <a:schemeClr val="accent2"/>
                </a:solidFill>
                <a:latin typeface="+mn-lt"/>
                <a:ea typeface="+mn-ea"/>
                <a:cs typeface="+mn-cs"/>
              </a:defRPr>
            </a:lvl6pPr>
            <a:lvl7pPr marL="0" indent="0" algn="l" defTabSz="685728" rtl="0" eaLnBrk="1" latinLnBrk="0" hangingPunct="1">
              <a:lnSpc>
                <a:spcPct val="99000"/>
              </a:lnSpc>
              <a:spcBef>
                <a:spcPts val="674"/>
              </a:spcBef>
              <a:buSzPct val="91000"/>
              <a:buFontTx/>
              <a:buNone/>
              <a:defRPr sz="1350" b="1" kern="1200">
                <a:solidFill>
                  <a:schemeClr val="accent2"/>
                </a:solidFill>
                <a:latin typeface="+mn-lt"/>
                <a:ea typeface="+mn-ea"/>
                <a:cs typeface="+mn-cs"/>
              </a:defRPr>
            </a:lvl7pPr>
            <a:lvl8pPr marL="0" indent="0" algn="l" defTabSz="685728" rtl="0" eaLnBrk="1" latinLnBrk="0" hangingPunct="1">
              <a:lnSpc>
                <a:spcPct val="99000"/>
              </a:lnSpc>
              <a:spcBef>
                <a:spcPts val="0"/>
              </a:spcBef>
              <a:buSzPct val="91000"/>
              <a:buFontTx/>
              <a:buNone/>
              <a:defRPr sz="1350" kern="1200">
                <a:solidFill>
                  <a:schemeClr val="accent2"/>
                </a:solidFill>
                <a:latin typeface="+mn-lt"/>
                <a:ea typeface="+mn-ea"/>
                <a:cs typeface="+mn-cs"/>
              </a:defRPr>
            </a:lvl8pPr>
            <a:lvl9pPr marL="0" indent="0" algn="l" defTabSz="685728" rtl="0" eaLnBrk="1" latinLnBrk="0" hangingPunct="1">
              <a:lnSpc>
                <a:spcPct val="99000"/>
              </a:lnSpc>
              <a:spcBef>
                <a:spcPts val="674"/>
              </a:spcBef>
              <a:buSzPct val="91000"/>
              <a:buFontTx/>
              <a:buNone/>
              <a:defRPr sz="1350" i="1" kern="1200">
                <a:solidFill>
                  <a:schemeClr val="accent2"/>
                </a:solidFill>
                <a:latin typeface="+mn-lt"/>
                <a:ea typeface="+mn-ea"/>
                <a:cs typeface="+mn-cs"/>
              </a:defRPr>
            </a:lvl9pPr>
          </a:lstStyle>
          <a:p>
            <a:r>
              <a:rPr lang="en-US" dirty="0">
                <a:latin typeface="Gotham Rounded Medium" panose="02000000000000000000" pitchFamily="50" charset="0"/>
              </a:rPr>
              <a:t>Since Aug 2017 – 69 Total incidents. Poor reporting  so far. Did not investigate incidents thoroughly so far. </a:t>
            </a:r>
          </a:p>
        </p:txBody>
      </p:sp>
      <p:graphicFrame>
        <p:nvGraphicFramePr>
          <p:cNvPr id="10" name="Chart 9">
            <a:extLst>
              <a:ext uri="{FF2B5EF4-FFF2-40B4-BE49-F238E27FC236}">
                <a16:creationId xmlns:a16="http://schemas.microsoft.com/office/drawing/2014/main" id="{F2021BE9-F530-4642-A57C-A49BBFE03A68}"/>
              </a:ext>
            </a:extLst>
          </p:cNvPr>
          <p:cNvGraphicFramePr>
            <a:graphicFrameLocks/>
          </p:cNvGraphicFramePr>
          <p:nvPr>
            <p:extLst>
              <p:ext uri="{D42A27DB-BD31-4B8C-83A1-F6EECF244321}">
                <p14:modId xmlns:p14="http://schemas.microsoft.com/office/powerpoint/2010/main" val="482835457"/>
              </p:ext>
            </p:extLst>
          </p:nvPr>
        </p:nvGraphicFramePr>
        <p:xfrm>
          <a:off x="4223078" y="2070008"/>
          <a:ext cx="3636718" cy="191243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B806F711-D057-482A-ACBF-5D538E27BF57}"/>
              </a:ext>
            </a:extLst>
          </p:cNvPr>
          <p:cNvGraphicFramePr>
            <a:graphicFrameLocks/>
          </p:cNvGraphicFramePr>
          <p:nvPr>
            <p:extLst>
              <p:ext uri="{D42A27DB-BD31-4B8C-83A1-F6EECF244321}">
                <p14:modId xmlns:p14="http://schemas.microsoft.com/office/powerpoint/2010/main" val="2808972094"/>
              </p:ext>
            </p:extLst>
          </p:nvPr>
        </p:nvGraphicFramePr>
        <p:xfrm>
          <a:off x="749990" y="2070009"/>
          <a:ext cx="3245320" cy="191243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19F8B36B-A98D-4ED1-B810-D3B4D378C992}"/>
              </a:ext>
            </a:extLst>
          </p:cNvPr>
          <p:cNvGraphicFramePr>
            <a:graphicFrameLocks/>
          </p:cNvGraphicFramePr>
          <p:nvPr>
            <p:extLst>
              <p:ext uri="{D42A27DB-BD31-4B8C-83A1-F6EECF244321}">
                <p14:modId xmlns:p14="http://schemas.microsoft.com/office/powerpoint/2010/main" val="3577484553"/>
              </p:ext>
            </p:extLst>
          </p:nvPr>
        </p:nvGraphicFramePr>
        <p:xfrm>
          <a:off x="8087563" y="2070007"/>
          <a:ext cx="3245321" cy="287118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Chart 12">
            <a:extLst>
              <a:ext uri="{FF2B5EF4-FFF2-40B4-BE49-F238E27FC236}">
                <a16:creationId xmlns:a16="http://schemas.microsoft.com/office/drawing/2014/main" id="{F78A444E-6D3D-4FDA-B30A-E86716E6FC89}"/>
              </a:ext>
            </a:extLst>
          </p:cNvPr>
          <p:cNvGraphicFramePr>
            <a:graphicFrameLocks/>
          </p:cNvGraphicFramePr>
          <p:nvPr>
            <p:extLst>
              <p:ext uri="{D42A27DB-BD31-4B8C-83A1-F6EECF244321}">
                <p14:modId xmlns:p14="http://schemas.microsoft.com/office/powerpoint/2010/main" val="306401841"/>
              </p:ext>
            </p:extLst>
          </p:nvPr>
        </p:nvGraphicFramePr>
        <p:xfrm>
          <a:off x="749989" y="4211635"/>
          <a:ext cx="3245321" cy="191243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4" name="Chart 13">
            <a:extLst>
              <a:ext uri="{FF2B5EF4-FFF2-40B4-BE49-F238E27FC236}">
                <a16:creationId xmlns:a16="http://schemas.microsoft.com/office/drawing/2014/main" id="{D516F30A-D574-42F2-ACF5-8F3AA930A1DE}"/>
              </a:ext>
            </a:extLst>
          </p:cNvPr>
          <p:cNvGraphicFramePr>
            <a:graphicFrameLocks/>
          </p:cNvGraphicFramePr>
          <p:nvPr>
            <p:extLst>
              <p:ext uri="{D42A27DB-BD31-4B8C-83A1-F6EECF244321}">
                <p14:modId xmlns:p14="http://schemas.microsoft.com/office/powerpoint/2010/main" val="3124772717"/>
              </p:ext>
            </p:extLst>
          </p:nvPr>
        </p:nvGraphicFramePr>
        <p:xfrm>
          <a:off x="4223078" y="4223667"/>
          <a:ext cx="3636718" cy="1912435"/>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05157971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9DA0B-16EE-4F08-870F-316FD492EE0F}"/>
              </a:ext>
            </a:extLst>
          </p:cNvPr>
          <p:cNvSpPr>
            <a:spLocks noGrp="1"/>
          </p:cNvSpPr>
          <p:nvPr>
            <p:ph type="title"/>
          </p:nvPr>
        </p:nvSpPr>
        <p:spPr/>
        <p:txBody>
          <a:bodyPr/>
          <a:lstStyle/>
          <a:p>
            <a:r>
              <a:rPr lang="en-US" dirty="0"/>
              <a:t>Phone use</a:t>
            </a:r>
          </a:p>
        </p:txBody>
      </p:sp>
    </p:spTree>
    <p:extLst>
      <p:ext uri="{BB962C8B-B14F-4D97-AF65-F5344CB8AC3E}">
        <p14:creationId xmlns:p14="http://schemas.microsoft.com/office/powerpoint/2010/main" val="83254077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77C3D90F-178C-4F49-9E85-06AB84762EBF}"/>
              </a:ext>
            </a:extLst>
          </p:cNvPr>
          <p:cNvGraphicFramePr/>
          <p:nvPr/>
        </p:nvGraphicFramePr>
        <p:xfrm>
          <a:off x="2456399" y="903048"/>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938255" y="-11352"/>
            <a:ext cx="10607040" cy="914400"/>
          </a:xfrm>
        </p:spPr>
        <p:txBody>
          <a:bodyPr/>
          <a:lstStyle/>
          <a:p>
            <a:r>
              <a:rPr lang="en-US" dirty="0"/>
              <a:t>Motor Vehicle Procedures</a:t>
            </a:r>
          </a:p>
        </p:txBody>
      </p:sp>
      <p:sp>
        <p:nvSpPr>
          <p:cNvPr id="9" name="TextBox 8">
            <a:extLst>
              <a:ext uri="{FF2B5EF4-FFF2-40B4-BE49-F238E27FC236}">
                <a16:creationId xmlns:a16="http://schemas.microsoft.com/office/drawing/2014/main" id="{B55B0C12-55B2-45F4-B0A9-66CBE6C99F30}"/>
              </a:ext>
            </a:extLst>
          </p:cNvPr>
          <p:cNvSpPr txBox="1"/>
          <p:nvPr/>
        </p:nvSpPr>
        <p:spPr>
          <a:xfrm>
            <a:off x="1879600" y="1892300"/>
            <a:ext cx="288541" cy="553998"/>
          </a:xfrm>
          <a:prstGeom prst="rect">
            <a:avLst/>
          </a:prstGeom>
          <a:noFill/>
        </p:spPr>
        <p:txBody>
          <a:bodyPr wrap="non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p:txBody>
      </p:sp>
      <p:sp>
        <p:nvSpPr>
          <p:cNvPr id="4" name="TextBox 3">
            <a:extLst>
              <a:ext uri="{FF2B5EF4-FFF2-40B4-BE49-F238E27FC236}">
                <a16:creationId xmlns:a16="http://schemas.microsoft.com/office/drawing/2014/main" id="{680BA55B-FDBA-4156-BDE1-4FD916392DA5}"/>
              </a:ext>
            </a:extLst>
          </p:cNvPr>
          <p:cNvSpPr txBox="1"/>
          <p:nvPr/>
        </p:nvSpPr>
        <p:spPr>
          <a:xfrm>
            <a:off x="4142108" y="1642636"/>
            <a:ext cx="7769332" cy="4431983"/>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3666A"/>
                </a:solidFill>
                <a:effectLst/>
                <a:uLnTx/>
                <a:uFillTx/>
                <a:latin typeface="Gotham Rounded Medium" panose="02000000000000000000" pitchFamily="50" charset="0"/>
                <a:ea typeface="+mn-ea"/>
                <a:cs typeface="+mn-cs"/>
              </a:rPr>
              <a:t>Mobile Phone Use Update:</a:t>
            </a:r>
          </a:p>
          <a:p>
            <a:pPr marL="342900" marR="0" lvl="0" indent="-342900" algn="just"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lang="en-US" sz="2000" dirty="0">
                <a:solidFill>
                  <a:srgbClr val="63666A"/>
                </a:solidFill>
                <a:latin typeface="Gotham Rounded Medium" panose="02000000000000000000" pitchFamily="50" charset="0"/>
                <a:ea typeface="Times New Roman" panose="02020603050405020304" pitchFamily="18" charset="0"/>
                <a:cs typeface="Mangal" panose="02040503050203030202" pitchFamily="18" charset="0"/>
              </a:rPr>
              <a:t>U</a:t>
            </a:r>
            <a:r>
              <a:rPr kumimoji="0" lang="en-US" sz="2000" b="0" i="0" u="none" strike="noStrike" kern="1200" cap="none" spc="0" normalizeH="0" baseline="0" noProof="0" dirty="0">
                <a:ln>
                  <a:noFill/>
                </a:ln>
                <a:solidFill>
                  <a:srgbClr val="63666A"/>
                </a:solidFill>
                <a:effectLst/>
                <a:uLnTx/>
                <a:uFillTx/>
                <a:latin typeface="Gotham Rounded Book" pitchFamily="50" charset="0"/>
                <a:ea typeface="Times New Roman" panose="02020603050405020304" pitchFamily="18" charset="0"/>
                <a:cs typeface="Mangal" panose="02040503050203030202" pitchFamily="18" charset="0"/>
              </a:rPr>
              <a:t>se of mobile phones or other electronic device, including </a:t>
            </a:r>
            <a:r>
              <a:rPr kumimoji="0" lang="en-US" sz="2000" b="1" i="0" u="none" strike="noStrike" kern="1200" cap="none" spc="0" normalizeH="0" baseline="0" noProof="0" dirty="0">
                <a:ln>
                  <a:noFill/>
                </a:ln>
                <a:solidFill>
                  <a:srgbClr val="63666A"/>
                </a:solidFill>
                <a:effectLst/>
                <a:uLnTx/>
                <a:uFillTx/>
                <a:latin typeface="Gotham Rounded Book" pitchFamily="50" charset="0"/>
                <a:ea typeface="Times New Roman" panose="02020603050405020304" pitchFamily="18" charset="0"/>
                <a:cs typeface="Mangal" panose="02040503050203030202" pitchFamily="18" charset="0"/>
              </a:rPr>
              <a:t>hands-free</a:t>
            </a:r>
            <a:r>
              <a:rPr kumimoji="0" lang="en-US" sz="2000" b="0" i="0" u="none" strike="noStrike" kern="1200" cap="none" spc="0" normalizeH="0" baseline="0" noProof="0" dirty="0">
                <a:ln>
                  <a:noFill/>
                </a:ln>
                <a:solidFill>
                  <a:srgbClr val="63666A"/>
                </a:solidFill>
                <a:effectLst/>
                <a:uLnTx/>
                <a:uFillTx/>
                <a:latin typeface="Gotham Rounded Book" pitchFamily="50" charset="0"/>
                <a:ea typeface="Times New Roman" panose="02020603050405020304" pitchFamily="18" charset="0"/>
                <a:cs typeface="Mangal" panose="02040503050203030202" pitchFamily="18" charset="0"/>
              </a:rPr>
              <a:t>, while driving </a:t>
            </a:r>
            <a:r>
              <a:rPr lang="en-US" sz="2000" dirty="0">
                <a:solidFill>
                  <a:srgbClr val="63666A"/>
                </a:solidFill>
                <a:latin typeface="Gotham Rounded Book" pitchFamily="50" charset="0"/>
                <a:ea typeface="Times New Roman" panose="02020603050405020304" pitchFamily="18" charset="0"/>
                <a:cs typeface="Mangal" panose="02040503050203030202" pitchFamily="18" charset="0"/>
              </a:rPr>
              <a:t>is prohibited  this includes:</a:t>
            </a:r>
          </a:p>
          <a:p>
            <a:pPr marL="800100" lvl="1" indent="-342900" algn="just" defTabSz="914400">
              <a:lnSpc>
                <a:spcPct val="150000"/>
              </a:lnSpc>
              <a:buClr>
                <a:srgbClr val="FE5000"/>
              </a:buClr>
              <a:buFont typeface="Arial" panose="020B0604020202020204" pitchFamily="34" charset="0"/>
              <a:buChar char="•"/>
              <a:defRPr/>
            </a:pPr>
            <a:r>
              <a:rPr kumimoji="0" lang="en-US" sz="2000" b="0" i="0" u="none" strike="noStrike" kern="1200" cap="none" spc="0" normalizeH="0" baseline="0" noProof="0" dirty="0">
                <a:ln>
                  <a:noFill/>
                </a:ln>
                <a:solidFill>
                  <a:srgbClr val="63666A"/>
                </a:solidFill>
                <a:effectLst/>
                <a:uLnTx/>
                <a:uFillTx/>
                <a:latin typeface="Gotham Rounded Book" pitchFamily="50" charset="0"/>
                <a:ea typeface="Times New Roman" panose="02020603050405020304" pitchFamily="18" charset="0"/>
                <a:cs typeface="Mangal" panose="02040503050203030202" pitchFamily="18" charset="0"/>
              </a:rPr>
              <a:t>Making or receiving calls</a:t>
            </a:r>
          </a:p>
          <a:p>
            <a:pPr marL="800100" lvl="1" indent="-342900" algn="just" defTabSz="914400">
              <a:lnSpc>
                <a:spcPct val="150000"/>
              </a:lnSpc>
              <a:buClr>
                <a:srgbClr val="FE5000"/>
              </a:buClr>
              <a:buFont typeface="Arial" panose="020B0604020202020204" pitchFamily="34" charset="0"/>
              <a:buChar char="•"/>
              <a:defRPr/>
            </a:pPr>
            <a:r>
              <a:rPr lang="en-US" sz="2000" dirty="0">
                <a:solidFill>
                  <a:srgbClr val="63666A"/>
                </a:solidFill>
                <a:latin typeface="Gotham Rounded Book" pitchFamily="50" charset="0"/>
                <a:ea typeface="Times New Roman" panose="02020603050405020304" pitchFamily="18" charset="0"/>
                <a:cs typeface="Mangal" panose="02040503050203030202" pitchFamily="18" charset="0"/>
              </a:rPr>
              <a:t>Texting</a:t>
            </a:r>
          </a:p>
          <a:p>
            <a:pPr marL="800100" lvl="1" indent="-342900" algn="just" defTabSz="914400">
              <a:lnSpc>
                <a:spcPct val="150000"/>
              </a:lnSpc>
              <a:buClr>
                <a:srgbClr val="FE5000"/>
              </a:buClr>
              <a:buFont typeface="Arial" panose="020B0604020202020204" pitchFamily="34" charset="0"/>
              <a:buChar char="•"/>
              <a:defRPr/>
            </a:pPr>
            <a:r>
              <a:rPr kumimoji="0" lang="en-US" sz="2000" b="0" i="0" u="none" strike="noStrike" kern="1200" cap="none" spc="0" normalizeH="0" baseline="0" noProof="0" dirty="0">
                <a:ln>
                  <a:noFill/>
                </a:ln>
                <a:solidFill>
                  <a:srgbClr val="63666A"/>
                </a:solidFill>
                <a:effectLst/>
                <a:uLnTx/>
                <a:uFillTx/>
                <a:latin typeface="Gotham Rounded Book" pitchFamily="50" charset="0"/>
                <a:ea typeface="Times New Roman" panose="02020603050405020304" pitchFamily="18" charset="0"/>
                <a:cs typeface="Mangal" panose="02040503050203030202" pitchFamily="18" charset="0"/>
              </a:rPr>
              <a:t>Use of social media or other communication</a:t>
            </a:r>
          </a:p>
          <a:p>
            <a:pPr marL="800100" lvl="1" indent="-342900" algn="just" defTabSz="914400">
              <a:lnSpc>
                <a:spcPct val="150000"/>
              </a:lnSpc>
              <a:buClr>
                <a:srgbClr val="FE5000"/>
              </a:buClr>
              <a:buFont typeface="Arial" panose="020B0604020202020204" pitchFamily="34" charset="0"/>
              <a:buChar char="•"/>
              <a:defRPr/>
            </a:pPr>
            <a:r>
              <a:rPr lang="en-US" sz="2000" dirty="0">
                <a:solidFill>
                  <a:srgbClr val="63666A"/>
                </a:solidFill>
                <a:latin typeface="Gotham Rounded Book" pitchFamily="50" charset="0"/>
                <a:ea typeface="Times New Roman" panose="02020603050405020304" pitchFamily="18" charset="0"/>
                <a:cs typeface="Mangal" panose="02040503050203030202" pitchFamily="18" charset="0"/>
              </a:rPr>
              <a:t>Participate in conference calls</a:t>
            </a:r>
            <a:endParaRPr kumimoji="0" lang="en-US" sz="2000" b="0" i="0" u="none" strike="noStrike" kern="1200" cap="none" spc="0" normalizeH="0" baseline="0" noProof="0" dirty="0">
              <a:ln>
                <a:noFill/>
              </a:ln>
              <a:solidFill>
                <a:srgbClr val="63666A"/>
              </a:solidFill>
              <a:effectLst/>
              <a:uLnTx/>
              <a:uFillTx/>
              <a:latin typeface="Gotham Rounded Book" pitchFamily="50" charset="0"/>
              <a:ea typeface="Times New Roman" panose="02020603050405020304" pitchFamily="18" charset="0"/>
              <a:cs typeface="Mangal" panose="02040503050203030202" pitchFamily="18" charset="0"/>
            </a:endParaRPr>
          </a:p>
          <a:p>
            <a:pPr marL="342900" marR="0" lvl="0" indent="-342900" algn="just"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lang="en-US" sz="2000" dirty="0">
                <a:solidFill>
                  <a:srgbClr val="63666A"/>
                </a:solidFill>
                <a:latin typeface="Gotham Rounded Medium" panose="02000000000000000000" pitchFamily="50" charset="0"/>
                <a:cs typeface="Mangal" panose="02040503050203030202" pitchFamily="18" charset="0"/>
              </a:rPr>
              <a:t>Passive use of mobile phones such as GPS directions, or music is allowed – but cannot adjust while driving</a:t>
            </a:r>
            <a:endParaRPr kumimoji="0" lang="en-US" sz="1800" i="0" u="none" strike="noStrike" kern="1200" cap="none" spc="0" normalizeH="0" baseline="0" noProof="0" dirty="0">
              <a:ln>
                <a:noFill/>
              </a:ln>
              <a:solidFill>
                <a:srgbClr val="090936"/>
              </a:solidFill>
              <a:effectLst/>
              <a:uLnTx/>
              <a:uFillTx/>
              <a:latin typeface="Gotham Rounded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p:txBody>
      </p:sp>
      <p:pic>
        <p:nvPicPr>
          <p:cNvPr id="7" name="Picture 6" descr="A close up of a sign&#10;&#10;Description generated with very high confidence">
            <a:extLst>
              <a:ext uri="{FF2B5EF4-FFF2-40B4-BE49-F238E27FC236}">
                <a16:creationId xmlns:a16="http://schemas.microsoft.com/office/drawing/2014/main" id="{605289D9-FEDA-4C2F-A28A-B1FDFD531A77}"/>
              </a:ext>
            </a:extLst>
          </p:cNvPr>
          <p:cNvPicPr>
            <a:picLocks noChangeAspect="1"/>
          </p:cNvPicPr>
          <p:nvPr/>
        </p:nvPicPr>
        <p:blipFill>
          <a:blip r:embed="rId8">
            <a:grayscl/>
            <a:extLst>
              <a:ext uri="{BEBA8EAE-BF5A-486C-A8C5-ECC9F3942E4B}">
                <a14:imgProps xmlns:a14="http://schemas.microsoft.com/office/drawing/2010/main">
                  <a14:imgLayer r:embed="rId9">
                    <a14:imgEffect>
                      <a14:colorTemperature colorTemp="8800"/>
                    </a14:imgEffect>
                  </a14:imgLayer>
                </a14:imgProps>
              </a:ext>
              <a:ext uri="{28A0092B-C50C-407E-A947-70E740481C1C}">
                <a14:useLocalDpi xmlns:a14="http://schemas.microsoft.com/office/drawing/2010/main" val="0"/>
              </a:ext>
            </a:extLst>
          </a:blip>
          <a:stretch>
            <a:fillRect/>
          </a:stretch>
        </p:blipFill>
        <p:spPr>
          <a:xfrm>
            <a:off x="361242" y="1817448"/>
            <a:ext cx="3486620" cy="3797210"/>
          </a:xfrm>
          <a:prstGeom prst="rect">
            <a:avLst/>
          </a:prstGeom>
        </p:spPr>
      </p:pic>
    </p:spTree>
    <p:extLst>
      <p:ext uri="{BB962C8B-B14F-4D97-AF65-F5344CB8AC3E}">
        <p14:creationId xmlns:p14="http://schemas.microsoft.com/office/powerpoint/2010/main" val="155846406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9FE52-F0E0-442A-8AD9-328A512E3BCC}"/>
              </a:ext>
            </a:extLst>
          </p:cNvPr>
          <p:cNvSpPr>
            <a:spLocks noGrp="1"/>
          </p:cNvSpPr>
          <p:nvPr>
            <p:ph type="title"/>
          </p:nvPr>
        </p:nvSpPr>
        <p:spPr>
          <a:xfrm>
            <a:off x="590550" y="160020"/>
            <a:ext cx="11010899" cy="914400"/>
          </a:xfrm>
        </p:spPr>
        <p:txBody>
          <a:bodyPr/>
          <a:lstStyle/>
          <a:p>
            <a:r>
              <a:rPr lang="en-US" dirty="0"/>
              <a:t>Why are we making this change?</a:t>
            </a:r>
          </a:p>
        </p:txBody>
      </p:sp>
      <p:sp>
        <p:nvSpPr>
          <p:cNvPr id="3" name="Text Placeholder 2">
            <a:extLst>
              <a:ext uri="{FF2B5EF4-FFF2-40B4-BE49-F238E27FC236}">
                <a16:creationId xmlns:a16="http://schemas.microsoft.com/office/drawing/2014/main" id="{E1E448E4-05F4-411E-8E6A-FB534EBD3C42}"/>
              </a:ext>
            </a:extLst>
          </p:cNvPr>
          <p:cNvSpPr>
            <a:spLocks noGrp="1"/>
          </p:cNvSpPr>
          <p:nvPr>
            <p:ph type="body" sz="quarter" idx="13"/>
          </p:nvPr>
        </p:nvSpPr>
        <p:spPr/>
        <p:txBody>
          <a:bodyPr>
            <a:noAutofit/>
          </a:bodyPr>
          <a:lstStyle/>
          <a:p>
            <a:r>
              <a:rPr lang="en-US" sz="2000" dirty="0"/>
              <a:t>Statistics show:</a:t>
            </a:r>
          </a:p>
        </p:txBody>
      </p:sp>
      <p:sp>
        <p:nvSpPr>
          <p:cNvPr id="4" name="Content Placeholder 3">
            <a:extLst>
              <a:ext uri="{FF2B5EF4-FFF2-40B4-BE49-F238E27FC236}">
                <a16:creationId xmlns:a16="http://schemas.microsoft.com/office/drawing/2014/main" id="{8319AF4C-96D0-407A-96BF-560B58A1C753}"/>
              </a:ext>
            </a:extLst>
          </p:cNvPr>
          <p:cNvSpPr>
            <a:spLocks noGrp="1"/>
          </p:cNvSpPr>
          <p:nvPr>
            <p:ph sz="quarter" idx="14"/>
          </p:nvPr>
        </p:nvSpPr>
        <p:spPr>
          <a:xfrm>
            <a:off x="388651" y="1752696"/>
            <a:ext cx="5943594" cy="3761232"/>
          </a:xfrm>
        </p:spPr>
        <p:txBody>
          <a:bodyPr>
            <a:noAutofit/>
          </a:bodyPr>
          <a:lstStyle/>
          <a:p>
            <a:pPr marL="459473" indent="-342900">
              <a:lnSpc>
                <a:spcPct val="100000"/>
              </a:lnSpc>
              <a:spcAft>
                <a:spcPts val="0"/>
              </a:spcAft>
            </a:pPr>
            <a:r>
              <a:rPr lang="en-US" sz="2000" dirty="0"/>
              <a:t>National Transportation Safety Board has recommended States adopt legislation banning all phone use while driving</a:t>
            </a:r>
          </a:p>
          <a:p>
            <a:pPr marL="459473" indent="-342900">
              <a:lnSpc>
                <a:spcPct val="100000"/>
              </a:lnSpc>
              <a:spcAft>
                <a:spcPts val="0"/>
              </a:spcAft>
            </a:pPr>
            <a:r>
              <a:rPr lang="en-US" sz="2000" dirty="0"/>
              <a:t>&gt;25% of Fortune 500 companies including many of our customers have banned all phone use while driving  </a:t>
            </a:r>
          </a:p>
          <a:p>
            <a:pPr marL="459473" indent="-342900">
              <a:lnSpc>
                <a:spcPct val="100000"/>
              </a:lnSpc>
              <a:spcAft>
                <a:spcPts val="0"/>
              </a:spcAft>
            </a:pPr>
            <a:r>
              <a:rPr lang="en-US" sz="2000" dirty="0"/>
              <a:t>Employers can be held liable for crashes involving their employees when driving on company business</a:t>
            </a:r>
          </a:p>
          <a:p>
            <a:pPr marL="459473" indent="-342900">
              <a:lnSpc>
                <a:spcPct val="100000"/>
              </a:lnSpc>
              <a:spcAft>
                <a:spcPts val="0"/>
              </a:spcAft>
            </a:pPr>
            <a:r>
              <a:rPr lang="en-US" sz="2000" dirty="0"/>
              <a:t>In US cell phone use while driving leads to 1.6 million crashes each year.</a:t>
            </a:r>
          </a:p>
          <a:p>
            <a:pPr marL="459473" indent="-342900">
              <a:lnSpc>
                <a:spcPct val="100000"/>
              </a:lnSpc>
              <a:spcAft>
                <a:spcPts val="0"/>
              </a:spcAft>
            </a:pPr>
            <a:r>
              <a:rPr lang="en-US" sz="2000" dirty="0"/>
              <a:t>300,000+ serious injuries from these crashes.</a:t>
            </a:r>
          </a:p>
          <a:p>
            <a:pPr marL="459473" indent="-342900">
              <a:lnSpc>
                <a:spcPct val="100000"/>
              </a:lnSpc>
              <a:spcAft>
                <a:spcPts val="0"/>
              </a:spcAft>
            </a:pPr>
            <a:endParaRPr lang="en-US" sz="2000" dirty="0"/>
          </a:p>
        </p:txBody>
      </p:sp>
      <p:sp>
        <p:nvSpPr>
          <p:cNvPr id="7" name="TextBox 6">
            <a:extLst>
              <a:ext uri="{FF2B5EF4-FFF2-40B4-BE49-F238E27FC236}">
                <a16:creationId xmlns:a16="http://schemas.microsoft.com/office/drawing/2014/main" id="{773718CF-23D7-4570-A270-08837B5B66D7}"/>
              </a:ext>
            </a:extLst>
          </p:cNvPr>
          <p:cNvSpPr txBox="1"/>
          <p:nvPr/>
        </p:nvSpPr>
        <p:spPr>
          <a:xfrm>
            <a:off x="7046307" y="1213944"/>
            <a:ext cx="4042979" cy="553998"/>
          </a:xfrm>
          <a:prstGeom prst="rect">
            <a:avLst/>
          </a:prstGeom>
          <a:noFill/>
        </p:spPr>
        <p:txBody>
          <a:bodyPr wrap="square" lIns="0" tIns="0" rIns="0" bIns="0" rtlCol="0">
            <a:spAutoFit/>
          </a:bodyPr>
          <a:lstStyle/>
          <a:p>
            <a:r>
              <a:rPr lang="en-US" dirty="0">
                <a:solidFill>
                  <a:schemeClr val="accent2"/>
                </a:solidFill>
                <a:latin typeface="+mj-lt"/>
              </a:rPr>
              <a:t>Distracted Drivers are more than 4 times likely to be involved in crash</a:t>
            </a:r>
          </a:p>
        </p:txBody>
      </p:sp>
      <p:sp>
        <p:nvSpPr>
          <p:cNvPr id="8" name="TextBox 7">
            <a:extLst>
              <a:ext uri="{FF2B5EF4-FFF2-40B4-BE49-F238E27FC236}">
                <a16:creationId xmlns:a16="http://schemas.microsoft.com/office/drawing/2014/main" id="{8B8DFAD2-B032-457C-9A7A-4432BAD82870}"/>
              </a:ext>
            </a:extLst>
          </p:cNvPr>
          <p:cNvSpPr txBox="1"/>
          <p:nvPr/>
        </p:nvSpPr>
        <p:spPr>
          <a:xfrm>
            <a:off x="6602458" y="4813059"/>
            <a:ext cx="4930676" cy="1661993"/>
          </a:xfrm>
          <a:prstGeom prst="rect">
            <a:avLst/>
          </a:prstGeom>
          <a:noFill/>
        </p:spPr>
        <p:txBody>
          <a:bodyPr wrap="square" lIns="0" tIns="0" rIns="0" bIns="0" rtlCol="0">
            <a:spAutoFit/>
          </a:bodyPr>
          <a:lstStyle/>
          <a:p>
            <a:r>
              <a:rPr lang="en-US" dirty="0">
                <a:solidFill>
                  <a:schemeClr val="accent2"/>
                </a:solidFill>
                <a:latin typeface="+mj-lt"/>
              </a:rPr>
              <a:t>After decades of decreasing, </a:t>
            </a:r>
          </a:p>
          <a:p>
            <a:pPr marL="285750" indent="-285750">
              <a:buFont typeface="Arial" panose="020B0604020202020204" pitchFamily="34" charset="0"/>
              <a:buChar char="•"/>
            </a:pPr>
            <a:r>
              <a:rPr lang="en-US" dirty="0">
                <a:solidFill>
                  <a:schemeClr val="accent1"/>
                </a:solidFill>
                <a:latin typeface="+mj-lt"/>
              </a:rPr>
              <a:t>MVA’s have been on the rise since 2011 </a:t>
            </a:r>
          </a:p>
          <a:p>
            <a:pPr marL="285750" indent="-285750">
              <a:buFont typeface="Arial" panose="020B0604020202020204" pitchFamily="34" charset="0"/>
              <a:buChar char="•"/>
            </a:pPr>
            <a:r>
              <a:rPr lang="en-US" b="1" dirty="0">
                <a:solidFill>
                  <a:schemeClr val="accent1"/>
                </a:solidFill>
              </a:rPr>
              <a:t>Smartphones sales grew after 2011. </a:t>
            </a:r>
          </a:p>
          <a:p>
            <a:pPr marL="285750" indent="-285750">
              <a:buFont typeface="Arial" panose="020B0604020202020204" pitchFamily="34" charset="0"/>
              <a:buChar char="•"/>
            </a:pPr>
            <a:r>
              <a:rPr lang="en-US" b="1" dirty="0">
                <a:solidFill>
                  <a:schemeClr val="accent1"/>
                </a:solidFill>
              </a:rPr>
              <a:t>Only major change in US road behaviors since 2011.</a:t>
            </a:r>
          </a:p>
          <a:p>
            <a:endParaRPr lang="en-US" dirty="0">
              <a:solidFill>
                <a:schemeClr val="accent2"/>
              </a:solidFill>
              <a:latin typeface="+mj-lt"/>
            </a:endParaRPr>
          </a:p>
        </p:txBody>
      </p:sp>
      <p:graphicFrame>
        <p:nvGraphicFramePr>
          <p:cNvPr id="9" name="Chart 8">
            <a:extLst>
              <a:ext uri="{FF2B5EF4-FFF2-40B4-BE49-F238E27FC236}">
                <a16:creationId xmlns:a16="http://schemas.microsoft.com/office/drawing/2014/main" id="{BF65981C-93C1-49FE-B0F5-1BB5A57579C8}"/>
              </a:ext>
            </a:extLst>
          </p:cNvPr>
          <p:cNvGraphicFramePr>
            <a:graphicFrameLocks/>
          </p:cNvGraphicFramePr>
          <p:nvPr>
            <p:extLst>
              <p:ext uri="{D42A27DB-BD31-4B8C-83A1-F6EECF244321}">
                <p14:modId xmlns:p14="http://schemas.microsoft.com/office/powerpoint/2010/main" val="1051311610"/>
              </p:ext>
            </p:extLst>
          </p:nvPr>
        </p:nvGraphicFramePr>
        <p:xfrm>
          <a:off x="6332245" y="1700784"/>
          <a:ext cx="5553106" cy="30066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1851811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2FABC5-26E7-47F5-9611-21A992226D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06" y="6532000"/>
            <a:ext cx="12288494" cy="863206"/>
          </a:xfrm>
          <a:prstGeom prst="rect">
            <a:avLst/>
          </a:prstGeom>
        </p:spPr>
      </p:pic>
      <p:grpSp>
        <p:nvGrpSpPr>
          <p:cNvPr id="20" name="Group 19">
            <a:extLst>
              <a:ext uri="{FF2B5EF4-FFF2-40B4-BE49-F238E27FC236}">
                <a16:creationId xmlns:a16="http://schemas.microsoft.com/office/drawing/2014/main" id="{BE863FCD-5D49-4495-A4F0-F304610697F2}"/>
              </a:ext>
            </a:extLst>
          </p:cNvPr>
          <p:cNvGrpSpPr/>
          <p:nvPr/>
        </p:nvGrpSpPr>
        <p:grpSpPr>
          <a:xfrm>
            <a:off x="1800450" y="1094292"/>
            <a:ext cx="8716621" cy="4693428"/>
            <a:chOff x="1212569" y="824943"/>
            <a:chExt cx="8716621" cy="4693428"/>
          </a:xfrm>
        </p:grpSpPr>
        <p:pic>
          <p:nvPicPr>
            <p:cNvPr id="7" name="Picture 6" descr="A picture containing object&#10;&#10;Description generated with high confidence">
              <a:extLst>
                <a:ext uri="{FF2B5EF4-FFF2-40B4-BE49-F238E27FC236}">
                  <a16:creationId xmlns:a16="http://schemas.microsoft.com/office/drawing/2014/main" id="{D81E485B-0370-47CD-BB65-7698E34B95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57181" y="946362"/>
              <a:ext cx="4572009" cy="4572009"/>
            </a:xfrm>
            <a:prstGeom prst="rect">
              <a:avLst/>
            </a:prstGeom>
          </p:spPr>
        </p:pic>
        <p:pic>
          <p:nvPicPr>
            <p:cNvPr id="5" name="Picture 4">
              <a:extLst>
                <a:ext uri="{FF2B5EF4-FFF2-40B4-BE49-F238E27FC236}">
                  <a16:creationId xmlns:a16="http://schemas.microsoft.com/office/drawing/2014/main" id="{490486FB-370C-4D16-8447-8F2341793E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12569" y="824943"/>
              <a:ext cx="4572009" cy="4572009"/>
            </a:xfrm>
            <a:prstGeom prst="rect">
              <a:avLst/>
            </a:prstGeom>
          </p:spPr>
        </p:pic>
        <p:sp>
          <p:nvSpPr>
            <p:cNvPr id="8" name="Cloud 7">
              <a:extLst>
                <a:ext uri="{FF2B5EF4-FFF2-40B4-BE49-F238E27FC236}">
                  <a16:creationId xmlns:a16="http://schemas.microsoft.com/office/drawing/2014/main" id="{AC6D42F4-4C39-4760-BB97-99347AC88D3F}"/>
                </a:ext>
              </a:extLst>
            </p:cNvPr>
            <p:cNvSpPr/>
            <p:nvPr/>
          </p:nvSpPr>
          <p:spPr>
            <a:xfrm>
              <a:off x="2262810" y="2775167"/>
              <a:ext cx="914400" cy="914400"/>
            </a:xfrm>
            <a:prstGeom prst="cloud">
              <a:avLst/>
            </a:prstGeom>
            <a:solidFill>
              <a:schemeClr val="accent3"/>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9" name="Cloud 8">
              <a:extLst>
                <a:ext uri="{FF2B5EF4-FFF2-40B4-BE49-F238E27FC236}">
                  <a16:creationId xmlns:a16="http://schemas.microsoft.com/office/drawing/2014/main" id="{E61D123D-50D6-47CE-BBD6-3F0CBAA3D807}"/>
                </a:ext>
              </a:extLst>
            </p:cNvPr>
            <p:cNvSpPr/>
            <p:nvPr/>
          </p:nvSpPr>
          <p:spPr>
            <a:xfrm>
              <a:off x="2532823" y="2206484"/>
              <a:ext cx="669234" cy="708990"/>
            </a:xfrm>
            <a:prstGeom prst="cloud">
              <a:avLst/>
            </a:prstGeom>
            <a:solidFill>
              <a:schemeClr val="accent3"/>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10" name="Cloud 9">
              <a:extLst>
                <a:ext uri="{FF2B5EF4-FFF2-40B4-BE49-F238E27FC236}">
                  <a16:creationId xmlns:a16="http://schemas.microsoft.com/office/drawing/2014/main" id="{A3497CEB-560E-491B-A713-1D0C47E46A95}"/>
                </a:ext>
              </a:extLst>
            </p:cNvPr>
            <p:cNvSpPr/>
            <p:nvPr/>
          </p:nvSpPr>
          <p:spPr>
            <a:xfrm>
              <a:off x="3558206" y="2435085"/>
              <a:ext cx="914400" cy="914400"/>
            </a:xfrm>
            <a:prstGeom prst="cloud">
              <a:avLst/>
            </a:prstGeom>
            <a:solidFill>
              <a:schemeClr val="accent3"/>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11" name="Cloud 10">
              <a:extLst>
                <a:ext uri="{FF2B5EF4-FFF2-40B4-BE49-F238E27FC236}">
                  <a16:creationId xmlns:a16="http://schemas.microsoft.com/office/drawing/2014/main" id="{56327752-6CD5-47A7-9D04-5FBC1F851849}"/>
                </a:ext>
              </a:extLst>
            </p:cNvPr>
            <p:cNvSpPr/>
            <p:nvPr/>
          </p:nvSpPr>
          <p:spPr>
            <a:xfrm>
              <a:off x="3558206" y="3208019"/>
              <a:ext cx="669234" cy="708990"/>
            </a:xfrm>
            <a:prstGeom prst="cloud">
              <a:avLst/>
            </a:prstGeom>
            <a:solidFill>
              <a:schemeClr val="accent3"/>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12" name="Cloud 11">
              <a:extLst>
                <a:ext uri="{FF2B5EF4-FFF2-40B4-BE49-F238E27FC236}">
                  <a16:creationId xmlns:a16="http://schemas.microsoft.com/office/drawing/2014/main" id="{0EBE6D4B-3D69-44BA-9E77-63A0EF88C198}"/>
                </a:ext>
              </a:extLst>
            </p:cNvPr>
            <p:cNvSpPr/>
            <p:nvPr/>
          </p:nvSpPr>
          <p:spPr>
            <a:xfrm>
              <a:off x="2587489" y="3562514"/>
              <a:ext cx="526772" cy="558065"/>
            </a:xfrm>
            <a:prstGeom prst="cloud">
              <a:avLst/>
            </a:prstGeom>
            <a:solidFill>
              <a:schemeClr val="accent3"/>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13" name="Cloud 12">
              <a:extLst>
                <a:ext uri="{FF2B5EF4-FFF2-40B4-BE49-F238E27FC236}">
                  <a16:creationId xmlns:a16="http://schemas.microsoft.com/office/drawing/2014/main" id="{8C99D2B4-DCD2-4361-A398-DEE80EA7D73F}"/>
                </a:ext>
              </a:extLst>
            </p:cNvPr>
            <p:cNvSpPr/>
            <p:nvPr/>
          </p:nvSpPr>
          <p:spPr>
            <a:xfrm>
              <a:off x="3713551" y="2206484"/>
              <a:ext cx="358543" cy="379842"/>
            </a:xfrm>
            <a:prstGeom prst="cloud">
              <a:avLst/>
            </a:prstGeom>
            <a:solidFill>
              <a:schemeClr val="accent3"/>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15" name="Cloud 14">
              <a:extLst>
                <a:ext uri="{FF2B5EF4-FFF2-40B4-BE49-F238E27FC236}">
                  <a16:creationId xmlns:a16="http://schemas.microsoft.com/office/drawing/2014/main" id="{D2BBD0DB-B941-4DBE-83F5-9F0F67EC2041}"/>
                </a:ext>
              </a:extLst>
            </p:cNvPr>
            <p:cNvSpPr/>
            <p:nvPr/>
          </p:nvSpPr>
          <p:spPr>
            <a:xfrm>
              <a:off x="6745363" y="2915474"/>
              <a:ext cx="745433" cy="867848"/>
            </a:xfrm>
            <a:prstGeom prst="cloud">
              <a:avLst/>
            </a:prstGeom>
            <a:solidFill>
              <a:schemeClr val="accent3"/>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16" name="Cloud 15">
              <a:extLst>
                <a:ext uri="{FF2B5EF4-FFF2-40B4-BE49-F238E27FC236}">
                  <a16:creationId xmlns:a16="http://schemas.microsoft.com/office/drawing/2014/main" id="{54500A70-B67B-45B6-B053-854DB772A057}"/>
                </a:ext>
              </a:extLst>
            </p:cNvPr>
            <p:cNvSpPr/>
            <p:nvPr/>
          </p:nvSpPr>
          <p:spPr>
            <a:xfrm>
              <a:off x="7813818" y="3427323"/>
              <a:ext cx="404188" cy="727212"/>
            </a:xfrm>
            <a:prstGeom prst="cloud">
              <a:avLst/>
            </a:prstGeom>
            <a:solidFill>
              <a:schemeClr val="accent3"/>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17" name="Cloud 16">
              <a:extLst>
                <a:ext uri="{FF2B5EF4-FFF2-40B4-BE49-F238E27FC236}">
                  <a16:creationId xmlns:a16="http://schemas.microsoft.com/office/drawing/2014/main" id="{3723F5F8-6796-4891-A339-8C1FFE3E1735}"/>
                </a:ext>
              </a:extLst>
            </p:cNvPr>
            <p:cNvSpPr/>
            <p:nvPr/>
          </p:nvSpPr>
          <p:spPr>
            <a:xfrm>
              <a:off x="6891437" y="3679946"/>
              <a:ext cx="506595" cy="440633"/>
            </a:xfrm>
            <a:prstGeom prst="cloud">
              <a:avLst/>
            </a:prstGeom>
            <a:solidFill>
              <a:schemeClr val="accent3"/>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18" name="Cloud 17">
              <a:extLst>
                <a:ext uri="{FF2B5EF4-FFF2-40B4-BE49-F238E27FC236}">
                  <a16:creationId xmlns:a16="http://schemas.microsoft.com/office/drawing/2014/main" id="{C7B6659D-1A08-4499-996E-F9B9AEB62604}"/>
                </a:ext>
              </a:extLst>
            </p:cNvPr>
            <p:cNvSpPr/>
            <p:nvPr/>
          </p:nvSpPr>
          <p:spPr>
            <a:xfrm>
              <a:off x="7900358" y="2547729"/>
              <a:ext cx="355746" cy="314742"/>
            </a:xfrm>
            <a:prstGeom prst="cloud">
              <a:avLst/>
            </a:prstGeom>
            <a:solidFill>
              <a:schemeClr val="accent3"/>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19" name="Cloud 18">
              <a:extLst>
                <a:ext uri="{FF2B5EF4-FFF2-40B4-BE49-F238E27FC236}">
                  <a16:creationId xmlns:a16="http://schemas.microsoft.com/office/drawing/2014/main" id="{B6692E71-C902-41B1-9018-8E549254E7F1}"/>
                </a:ext>
              </a:extLst>
            </p:cNvPr>
            <p:cNvSpPr/>
            <p:nvPr/>
          </p:nvSpPr>
          <p:spPr>
            <a:xfrm rot="3947432">
              <a:off x="6746114" y="2589602"/>
              <a:ext cx="342506" cy="240669"/>
            </a:xfrm>
            <a:prstGeom prst="cloud">
              <a:avLst/>
            </a:prstGeom>
            <a:solidFill>
              <a:schemeClr val="accent3"/>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grpSp>
      <p:sp>
        <p:nvSpPr>
          <p:cNvPr id="22" name="Rectangle 21">
            <a:extLst>
              <a:ext uri="{FF2B5EF4-FFF2-40B4-BE49-F238E27FC236}">
                <a16:creationId xmlns:a16="http://schemas.microsoft.com/office/drawing/2014/main" id="{6A5BDCE0-B83B-45FF-835D-A24981668AD0}"/>
              </a:ext>
            </a:extLst>
          </p:cNvPr>
          <p:cNvSpPr/>
          <p:nvPr/>
        </p:nvSpPr>
        <p:spPr>
          <a:xfrm>
            <a:off x="0" y="133200"/>
            <a:ext cx="12192000" cy="914400"/>
          </a:xfrm>
          <a:prstGeom prst="rect">
            <a:avLst/>
          </a:prstGeom>
          <a:gradFill flip="none" rotWithShape="1">
            <a:gsLst>
              <a:gs pos="0">
                <a:schemeClr val="accent2">
                  <a:lumMod val="40000"/>
                  <a:lumOff val="60000"/>
                </a:schemeClr>
              </a:gs>
              <a:gs pos="23000">
                <a:schemeClr val="accent2">
                  <a:lumMod val="95000"/>
                  <a:lumOff val="5000"/>
                </a:schemeClr>
              </a:gs>
              <a:gs pos="100000">
                <a:schemeClr val="accent2">
                  <a:lumMod val="60000"/>
                </a:schemeClr>
              </a:gs>
            </a:gsLst>
            <a:path path="circle">
              <a:fillToRect l="50000" t="130000" r="50000" b="-30000"/>
            </a:path>
            <a:tileRect/>
          </a:gra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sp>
        <p:nvSpPr>
          <p:cNvPr id="21" name="TextBox 20">
            <a:extLst>
              <a:ext uri="{FF2B5EF4-FFF2-40B4-BE49-F238E27FC236}">
                <a16:creationId xmlns:a16="http://schemas.microsoft.com/office/drawing/2014/main" id="{2052A03A-E2AA-4E2E-8445-2ADB730FFA4C}"/>
              </a:ext>
            </a:extLst>
          </p:cNvPr>
          <p:cNvSpPr txBox="1"/>
          <p:nvPr/>
        </p:nvSpPr>
        <p:spPr>
          <a:xfrm>
            <a:off x="1371045" y="234101"/>
            <a:ext cx="9683869" cy="5539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Gotham Rounded Medium" panose="02000000000000000000" pitchFamily="50" charset="0"/>
                <a:ea typeface="+mn-ea"/>
                <a:cs typeface="+mn-cs"/>
              </a:rPr>
              <a:t>MULTI-TASKING IMPAIRS PERFORMANCE</a:t>
            </a:r>
            <a:endParaRPr kumimoji="0" lang="en-US" sz="3600" b="0" i="0" u="none" strike="noStrike" kern="1200" cap="none" spc="0" normalizeH="0" baseline="0" noProof="0" dirty="0">
              <a:ln>
                <a:noFill/>
              </a:ln>
              <a:solidFill>
                <a:srgbClr val="FFFFFF"/>
              </a:solidFill>
              <a:effectLst/>
              <a:uLnTx/>
              <a:uFillTx/>
              <a:latin typeface="Gotham Rounded Book"/>
              <a:ea typeface="+mn-ea"/>
              <a:cs typeface="+mn-cs"/>
            </a:endParaRPr>
          </a:p>
        </p:txBody>
      </p:sp>
      <p:sp>
        <p:nvSpPr>
          <p:cNvPr id="24" name="TextBox 23">
            <a:extLst>
              <a:ext uri="{FF2B5EF4-FFF2-40B4-BE49-F238E27FC236}">
                <a16:creationId xmlns:a16="http://schemas.microsoft.com/office/drawing/2014/main" id="{DC3A1DC8-F440-4272-A0EA-129B0CECE005}"/>
              </a:ext>
            </a:extLst>
          </p:cNvPr>
          <p:cNvSpPr txBox="1"/>
          <p:nvPr/>
        </p:nvSpPr>
        <p:spPr>
          <a:xfrm>
            <a:off x="558056" y="1284617"/>
            <a:ext cx="1586973"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90936"/>
                </a:solidFill>
                <a:effectLst/>
                <a:uLnTx/>
                <a:uFillTx/>
                <a:latin typeface="Gotham Rounded Medium" panose="02000000000000000000" pitchFamily="50" charset="0"/>
                <a:ea typeface="+mn-ea"/>
                <a:cs typeface="+mn-cs"/>
              </a:rPr>
              <a:t>Driving Alone</a:t>
            </a:r>
          </a:p>
        </p:txBody>
      </p:sp>
      <p:cxnSp>
        <p:nvCxnSpPr>
          <p:cNvPr id="26" name="Connector: Elbow 25">
            <a:extLst>
              <a:ext uri="{FF2B5EF4-FFF2-40B4-BE49-F238E27FC236}">
                <a16:creationId xmlns:a16="http://schemas.microsoft.com/office/drawing/2014/main" id="{9B98F893-3B7F-48CF-9F9B-CD3C5CA0F283}"/>
              </a:ext>
            </a:extLst>
          </p:cNvPr>
          <p:cNvCxnSpPr>
            <a:cxnSpLocks/>
          </p:cNvCxnSpPr>
          <p:nvPr/>
        </p:nvCxnSpPr>
        <p:spPr>
          <a:xfrm>
            <a:off x="496314" y="1739220"/>
            <a:ext cx="2162430" cy="728869"/>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AA32B88D-214E-4FD8-8803-61581BA1D561}"/>
              </a:ext>
            </a:extLst>
          </p:cNvPr>
          <p:cNvCxnSpPr>
            <a:cxnSpLocks/>
          </p:cNvCxnSpPr>
          <p:nvPr/>
        </p:nvCxnSpPr>
        <p:spPr>
          <a:xfrm flipH="1">
            <a:off x="9435856" y="1746964"/>
            <a:ext cx="2162430" cy="728869"/>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43E7D37-3461-4D9A-B270-54BF49797CA5}"/>
              </a:ext>
            </a:extLst>
          </p:cNvPr>
          <p:cNvSpPr txBox="1"/>
          <p:nvPr/>
        </p:nvSpPr>
        <p:spPr>
          <a:xfrm>
            <a:off x="9541992" y="1125809"/>
            <a:ext cx="2212236"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90936"/>
                </a:solidFill>
                <a:effectLst/>
                <a:uLnTx/>
                <a:uFillTx/>
                <a:latin typeface="Gotham Rounded Medium" panose="02000000000000000000" pitchFamily="50" charset="0"/>
                <a:ea typeface="+mn-ea"/>
                <a:cs typeface="+mn-cs"/>
              </a:rPr>
              <a:t>Driving w/active sentence listening</a:t>
            </a:r>
          </a:p>
        </p:txBody>
      </p:sp>
      <p:sp>
        <p:nvSpPr>
          <p:cNvPr id="32" name="TextBox 31">
            <a:hlinkClick r:id="rId6"/>
            <a:extLst>
              <a:ext uri="{FF2B5EF4-FFF2-40B4-BE49-F238E27FC236}">
                <a16:creationId xmlns:a16="http://schemas.microsoft.com/office/drawing/2014/main" id="{03689064-4D80-434F-8C0D-F4A3FD0556F0}"/>
              </a:ext>
            </a:extLst>
          </p:cNvPr>
          <p:cNvSpPr txBox="1"/>
          <p:nvPr/>
        </p:nvSpPr>
        <p:spPr>
          <a:xfrm>
            <a:off x="10741664" y="6262064"/>
            <a:ext cx="1043555"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90936"/>
                </a:solidFill>
                <a:effectLst/>
                <a:uLnTx/>
                <a:uFillTx/>
                <a:latin typeface="Gotham Rounded Book"/>
                <a:ea typeface="+mn-ea"/>
                <a:cs typeface="+mn-cs"/>
              </a:rPr>
              <a:t>Source: NSC.org</a:t>
            </a:r>
          </a:p>
        </p:txBody>
      </p:sp>
      <p:sp>
        <p:nvSpPr>
          <p:cNvPr id="35" name="TextBox 34">
            <a:extLst>
              <a:ext uri="{FF2B5EF4-FFF2-40B4-BE49-F238E27FC236}">
                <a16:creationId xmlns:a16="http://schemas.microsoft.com/office/drawing/2014/main" id="{E2363970-2988-4EEA-A780-CDC2B778B411}"/>
              </a:ext>
            </a:extLst>
          </p:cNvPr>
          <p:cNvSpPr txBox="1"/>
          <p:nvPr/>
        </p:nvSpPr>
        <p:spPr>
          <a:xfrm>
            <a:off x="10328647" y="2890792"/>
            <a:ext cx="1614006" cy="184665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E5000"/>
                </a:solidFill>
                <a:effectLst/>
                <a:uLnTx/>
                <a:uFillTx/>
                <a:latin typeface="Gotham Rounded Medium" panose="02000000000000000000" pitchFamily="50" charset="0"/>
                <a:ea typeface="+mn-ea"/>
                <a:cs typeface="+mn-cs"/>
              </a:rPr>
              <a:t>Hands-Free</a:t>
            </a: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 </a:t>
            </a:r>
            <a:r>
              <a:rPr kumimoji="0" lang="en-US" sz="2000" b="0" i="0" u="none" strike="noStrike" kern="1200" cap="none" spc="0" normalizeH="0" baseline="0" noProof="0" dirty="0">
                <a:ln>
                  <a:noFill/>
                </a:ln>
                <a:solidFill>
                  <a:srgbClr val="FE5000"/>
                </a:solidFill>
                <a:effectLst/>
                <a:uLnTx/>
                <a:uFillTx/>
                <a:latin typeface="Gotham Rounded Medium"/>
                <a:ea typeface="+mn-ea"/>
                <a:cs typeface="+mn-cs"/>
              </a:rPr>
              <a:t>Devices</a:t>
            </a: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  - do not eliminate cognitive distraction</a:t>
            </a:r>
          </a:p>
        </p:txBody>
      </p:sp>
      <p:sp>
        <p:nvSpPr>
          <p:cNvPr id="37" name="TextBox 36">
            <a:extLst>
              <a:ext uri="{FF2B5EF4-FFF2-40B4-BE49-F238E27FC236}">
                <a16:creationId xmlns:a16="http://schemas.microsoft.com/office/drawing/2014/main" id="{C29ECAEF-7973-49AA-91CD-76E0FFAA3EFA}"/>
              </a:ext>
            </a:extLst>
          </p:cNvPr>
          <p:cNvSpPr txBox="1"/>
          <p:nvPr/>
        </p:nvSpPr>
        <p:spPr>
          <a:xfrm>
            <a:off x="2093795" y="5515483"/>
            <a:ext cx="3836593"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E5000"/>
                </a:solidFill>
                <a:effectLst/>
                <a:uLnTx/>
                <a:uFillTx/>
                <a:latin typeface="Gotham Rounded Medium" panose="02000000000000000000" pitchFamily="50" charset="0"/>
                <a:ea typeface="+mn-ea"/>
                <a:cs typeface="+mn-cs"/>
              </a:rPr>
              <a:t>The Brain </a:t>
            </a: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quickly toggles between tasks, but can’t do two things at the same time </a:t>
            </a:r>
          </a:p>
        </p:txBody>
      </p:sp>
      <p:sp>
        <p:nvSpPr>
          <p:cNvPr id="2" name="TextBox 1">
            <a:extLst>
              <a:ext uri="{FF2B5EF4-FFF2-40B4-BE49-F238E27FC236}">
                <a16:creationId xmlns:a16="http://schemas.microsoft.com/office/drawing/2014/main" id="{555B88CB-8F67-4B4D-87B4-869541EEEC49}"/>
              </a:ext>
            </a:extLst>
          </p:cNvPr>
          <p:cNvSpPr txBox="1"/>
          <p:nvPr/>
        </p:nvSpPr>
        <p:spPr>
          <a:xfrm>
            <a:off x="4228569" y="734176"/>
            <a:ext cx="4173130"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Gotham Rounded Medium"/>
                <a:ea typeface="+mn-ea"/>
                <a:cs typeface="+mn-cs"/>
              </a:rPr>
              <a:t>HANDS FREE IS NOT RISK FREE</a:t>
            </a:r>
          </a:p>
        </p:txBody>
      </p:sp>
      <p:cxnSp>
        <p:nvCxnSpPr>
          <p:cNvPr id="6" name="Straight Arrow Connector 5">
            <a:extLst>
              <a:ext uri="{FF2B5EF4-FFF2-40B4-BE49-F238E27FC236}">
                <a16:creationId xmlns:a16="http://schemas.microsoft.com/office/drawing/2014/main" id="{6437CAA0-C44C-49CD-B35D-368675202194}"/>
              </a:ext>
            </a:extLst>
          </p:cNvPr>
          <p:cNvCxnSpPr>
            <a:cxnSpLocks/>
          </p:cNvCxnSpPr>
          <p:nvPr/>
        </p:nvCxnSpPr>
        <p:spPr>
          <a:xfrm flipH="1" flipV="1">
            <a:off x="8527583" y="3501719"/>
            <a:ext cx="1131194" cy="2028742"/>
          </a:xfrm>
          <a:prstGeom prst="straightConnector1">
            <a:avLst/>
          </a:prstGeom>
          <a:ln w="28575">
            <a:prstDash val="solid"/>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D2E83D1-5FAF-42F5-8B48-6F9BE17E6DC1}"/>
              </a:ext>
            </a:extLst>
          </p:cNvPr>
          <p:cNvSpPr txBox="1"/>
          <p:nvPr/>
        </p:nvSpPr>
        <p:spPr>
          <a:xfrm>
            <a:off x="427190" y="2816635"/>
            <a:ext cx="1612299" cy="1846659"/>
          </a:xfrm>
          <a:prstGeom prst="rect">
            <a:avLst/>
          </a:prstGeom>
          <a:noFill/>
        </p:spPr>
        <p:txBody>
          <a:bodyPr wrap="square" lIns="0" tIns="0" rIns="0" bIns="0" rtlCol="0">
            <a:spAutoFit/>
          </a:bodyPr>
          <a:lstStyle/>
          <a:p>
            <a:r>
              <a:rPr lang="en-US" sz="2000" dirty="0">
                <a:solidFill>
                  <a:schemeClr val="accent3"/>
                </a:solidFill>
                <a:latin typeface="+mj-lt"/>
              </a:rPr>
              <a:t>Green</a:t>
            </a:r>
            <a:r>
              <a:rPr lang="en-US" sz="2000" dirty="0">
                <a:solidFill>
                  <a:schemeClr val="accent2"/>
                </a:solidFill>
              </a:rPr>
              <a:t> is part of the brain that processes visual information</a:t>
            </a:r>
          </a:p>
        </p:txBody>
      </p:sp>
      <p:sp>
        <p:nvSpPr>
          <p:cNvPr id="14" name="Rectangle 13">
            <a:extLst>
              <a:ext uri="{FF2B5EF4-FFF2-40B4-BE49-F238E27FC236}">
                <a16:creationId xmlns:a16="http://schemas.microsoft.com/office/drawing/2014/main" id="{C5DA0596-5AE2-4313-8000-BB3AE0A522A0}"/>
              </a:ext>
            </a:extLst>
          </p:cNvPr>
          <p:cNvSpPr/>
          <p:nvPr/>
        </p:nvSpPr>
        <p:spPr>
          <a:xfrm>
            <a:off x="6387133" y="5497626"/>
            <a:ext cx="4850679" cy="1015663"/>
          </a:xfrm>
          <a:prstGeom prst="rect">
            <a:avLst/>
          </a:prstGeom>
        </p:spPr>
        <p:txBody>
          <a:bodyPr wrap="square">
            <a:spAutoFit/>
          </a:bodyPr>
          <a:lstStyle/>
          <a:p>
            <a:r>
              <a:rPr lang="en-US" sz="2000" b="1" dirty="0">
                <a:solidFill>
                  <a:schemeClr val="accent1"/>
                </a:solidFill>
              </a:rPr>
              <a:t>Brain activity decreases</a:t>
            </a:r>
            <a:r>
              <a:rPr lang="en-US" sz="2000" dirty="0">
                <a:solidFill>
                  <a:srgbClr val="63666A"/>
                </a:solidFill>
              </a:rPr>
              <a:t> by over </a:t>
            </a:r>
            <a:r>
              <a:rPr lang="en-US" sz="2000" b="1" dirty="0">
                <a:solidFill>
                  <a:schemeClr val="accent1"/>
                </a:solidFill>
              </a:rPr>
              <a:t>1/3</a:t>
            </a:r>
            <a:r>
              <a:rPr lang="en-US" sz="2000" dirty="0">
                <a:solidFill>
                  <a:srgbClr val="63666A"/>
                </a:solidFill>
              </a:rPr>
              <a:t> when talking on a phone (handheld or handsfree doesn’t matter)</a:t>
            </a:r>
            <a:endParaRPr lang="en-US" sz="2000" dirty="0"/>
          </a:p>
        </p:txBody>
      </p:sp>
    </p:spTree>
    <p:extLst>
      <p:ext uri="{BB962C8B-B14F-4D97-AF65-F5344CB8AC3E}">
        <p14:creationId xmlns:p14="http://schemas.microsoft.com/office/powerpoint/2010/main" val="42591953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D21CE0A-A37E-46B6-A463-2D6A3F611997}"/>
              </a:ext>
            </a:extLst>
          </p:cNvPr>
          <p:cNvGrpSpPr/>
          <p:nvPr/>
        </p:nvGrpSpPr>
        <p:grpSpPr>
          <a:xfrm>
            <a:off x="320841" y="1717469"/>
            <a:ext cx="6327292" cy="3865184"/>
            <a:chOff x="6010294" y="2070243"/>
            <a:chExt cx="5829300" cy="3248025"/>
          </a:xfrm>
        </p:grpSpPr>
        <p:pic>
          <p:nvPicPr>
            <p:cNvPr id="1026" name="Picture 2" descr="Image result for inside view car windshield graphic">
              <a:extLst>
                <a:ext uri="{FF2B5EF4-FFF2-40B4-BE49-F238E27FC236}">
                  <a16:creationId xmlns:a16="http://schemas.microsoft.com/office/drawing/2014/main" id="{0036747E-5859-4135-8FCC-9F9B9DA3FD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0294" y="2070243"/>
              <a:ext cx="5829300" cy="3248025"/>
            </a:xfrm>
            <a:prstGeom prst="rect">
              <a:avLst/>
            </a:prstGeom>
            <a:ln w="38100" cap="sq">
              <a:solidFill>
                <a:schemeClr val="accent2"/>
              </a:solidFill>
              <a:prstDash val="solid"/>
              <a:miter lim="800000"/>
            </a:ln>
            <a:effectLst>
              <a:outerShdw blurRad="50800" dist="38100" dir="2700000" algn="tl" rotWithShape="0">
                <a:srgbClr val="000000">
                  <a:alpha val="43000"/>
                </a:srgbClr>
              </a:outerShdw>
            </a:effectLst>
          </p:spPr>
        </p:pic>
        <p:sp>
          <p:nvSpPr>
            <p:cNvPr id="3" name="Rectangle 2">
              <a:extLst>
                <a:ext uri="{FF2B5EF4-FFF2-40B4-BE49-F238E27FC236}">
                  <a16:creationId xmlns:a16="http://schemas.microsoft.com/office/drawing/2014/main" id="{9C4A2AD1-CDFC-489D-AC16-BEDA67665A85}"/>
                </a:ext>
              </a:extLst>
            </p:cNvPr>
            <p:cNvSpPr/>
            <p:nvPr/>
          </p:nvSpPr>
          <p:spPr>
            <a:xfrm>
              <a:off x="6774361" y="3154980"/>
              <a:ext cx="3757185" cy="883764"/>
            </a:xfrm>
            <a:prstGeom prst="rect">
              <a:avLst/>
            </a:prstGeom>
            <a:noFill/>
            <a:ln w="38100">
              <a:solidFill>
                <a:schemeClr val="accent2"/>
              </a:solidFill>
            </a:ln>
          </p:spPr>
          <p:txBody>
            <a:bodyPr wrap="square" rtlCol="0" anchor="ctr">
              <a:noAutofit/>
            </a:bodyPr>
            <a:lstStyle/>
            <a:p>
              <a:pPr algn="ctr"/>
              <a:endParaRPr lang="en-US" dirty="0">
                <a:solidFill>
                  <a:schemeClr val="bg1"/>
                </a:solidFill>
                <a:ea typeface="Arial" charset="0"/>
              </a:endParaRPr>
            </a:p>
          </p:txBody>
        </p:sp>
        <p:sp>
          <p:nvSpPr>
            <p:cNvPr id="6" name="Rectangle 5">
              <a:extLst>
                <a:ext uri="{FF2B5EF4-FFF2-40B4-BE49-F238E27FC236}">
                  <a16:creationId xmlns:a16="http://schemas.microsoft.com/office/drawing/2014/main" id="{DAC2C0D5-660C-428E-A56D-9789D7BB5C2D}"/>
                </a:ext>
              </a:extLst>
            </p:cNvPr>
            <p:cNvSpPr/>
            <p:nvPr/>
          </p:nvSpPr>
          <p:spPr>
            <a:xfrm>
              <a:off x="7695121" y="3575165"/>
              <a:ext cx="1510746" cy="440925"/>
            </a:xfrm>
            <a:prstGeom prst="rect">
              <a:avLst/>
            </a:prstGeom>
            <a:noFill/>
            <a:ln w="38100">
              <a:solidFill>
                <a:srgbClr val="FF0000"/>
              </a:solidFill>
            </a:ln>
          </p:spPr>
          <p:txBody>
            <a:bodyPr wrap="square" rtlCol="0" anchor="ctr">
              <a:noAutofit/>
            </a:bodyPr>
            <a:lstStyle/>
            <a:p>
              <a:pPr algn="ctr"/>
              <a:endParaRPr lang="en-US" dirty="0">
                <a:solidFill>
                  <a:schemeClr val="bg1"/>
                </a:solidFill>
                <a:ea typeface="Arial" charset="0"/>
              </a:endParaRPr>
            </a:p>
          </p:txBody>
        </p:sp>
        <p:pic>
          <p:nvPicPr>
            <p:cNvPr id="4101" name="Picture 5" descr="Image result for building graphic">
              <a:extLst>
                <a:ext uri="{FF2B5EF4-FFF2-40B4-BE49-F238E27FC236}">
                  <a16:creationId xmlns:a16="http://schemas.microsoft.com/office/drawing/2014/main" id="{A4681F01-B14F-4564-BADE-8E295F3648F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29203" y="2613320"/>
              <a:ext cx="3325806" cy="875212"/>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Box 6">
            <a:extLst>
              <a:ext uri="{FF2B5EF4-FFF2-40B4-BE49-F238E27FC236}">
                <a16:creationId xmlns:a16="http://schemas.microsoft.com/office/drawing/2014/main" id="{D871157A-78BC-4D00-8DA7-3AD28E4808AB}"/>
              </a:ext>
            </a:extLst>
          </p:cNvPr>
          <p:cNvSpPr txBox="1"/>
          <p:nvPr/>
        </p:nvSpPr>
        <p:spPr>
          <a:xfrm>
            <a:off x="7204325" y="3753175"/>
            <a:ext cx="4666834" cy="2154436"/>
          </a:xfrm>
          <a:prstGeom prst="rect">
            <a:avLst/>
          </a:prstGeom>
          <a:noFill/>
        </p:spPr>
        <p:txBody>
          <a:bodyPr wrap="square" lIns="0" tIns="0" rIns="0" bIns="0" rtlCol="0">
            <a:spAutoFit/>
          </a:bodyPr>
          <a:lstStyle/>
          <a:p>
            <a:pPr defTabSz="914400">
              <a:defRPr/>
            </a:pPr>
            <a:r>
              <a:rPr lang="en-US" sz="2000" b="1" i="1" dirty="0">
                <a:solidFill>
                  <a:srgbClr val="FF0000"/>
                </a:solidFill>
              </a:rPr>
              <a:t>When talking on the phone – either hand-held or hands free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effectLst/>
                <a:uLnTx/>
                <a:uFillTx/>
                <a:latin typeface="Gotham Rounded Book"/>
                <a:ea typeface="+mn-ea"/>
                <a:cs typeface="+mn-cs"/>
              </a:rPr>
              <a:t>Drivers can </a:t>
            </a:r>
            <a:r>
              <a:rPr kumimoji="0" lang="en-US" sz="2000" b="1" i="1" u="none" strike="noStrike" kern="1200" cap="none" spc="0" normalizeH="0" baseline="0" noProof="0" dirty="0">
                <a:ln>
                  <a:noFill/>
                </a:ln>
                <a:solidFill>
                  <a:srgbClr val="FF0000"/>
                </a:solidFill>
                <a:effectLst/>
                <a:uLnTx/>
                <a:uFillTx/>
                <a:latin typeface="Gotham Rounded Book"/>
                <a:ea typeface="+mn-ea"/>
                <a:cs typeface="+mn-cs"/>
              </a:rPr>
              <a:t>miss seeing </a:t>
            </a:r>
            <a:r>
              <a:rPr kumimoji="0" lang="en-US" sz="2000" b="1" i="1" u="none" strike="noStrike" kern="1200" cap="none" spc="0" normalizeH="0" baseline="0" noProof="0" dirty="0">
                <a:ln>
                  <a:noFill/>
                </a:ln>
                <a:solidFill>
                  <a:srgbClr val="FF0000"/>
                </a:solidFill>
                <a:effectLst/>
                <a:uLnTx/>
                <a:uFillTx/>
                <a:latin typeface="Gotham Rounded Medium" panose="02000000000000000000" pitchFamily="50" charset="0"/>
              </a:rPr>
              <a:t>up to 50% </a:t>
            </a:r>
            <a:r>
              <a:rPr kumimoji="0" lang="en-US" sz="2000" b="1" i="1" u="none" strike="noStrike" kern="1200" cap="none" spc="0" normalizeH="0" baseline="0" noProof="0" dirty="0">
                <a:ln>
                  <a:noFill/>
                </a:ln>
                <a:effectLst/>
                <a:uLnTx/>
                <a:uFillTx/>
                <a:latin typeface="Gotham Rounded Book"/>
                <a:ea typeface="+mn-ea"/>
                <a:cs typeface="+mn-cs"/>
              </a:rPr>
              <a:t>of what’s around them Including:</a:t>
            </a:r>
            <a:endParaRPr lang="en-US" sz="2000" b="1" i="1" dirty="0">
              <a:latin typeface="Gotham Rounded Book"/>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1" u="none" strike="noStrike" kern="1200" cap="none" spc="0" normalizeH="0" baseline="0" noProof="0" dirty="0">
                <a:ln>
                  <a:noFill/>
                </a:ln>
                <a:effectLst/>
                <a:uLnTx/>
                <a:uFillTx/>
                <a:latin typeface="Gotham Rounded Book"/>
                <a:ea typeface="+mn-ea"/>
                <a:cs typeface="+mn-cs"/>
              </a:rPr>
              <a:t>Pedestrians</a:t>
            </a:r>
            <a:endParaRPr lang="en-US" sz="2000" b="1" i="1" dirty="0">
              <a:latin typeface="Gotham Rounded Book"/>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1" u="none" strike="noStrike" kern="1200" cap="none" spc="0" normalizeH="0" baseline="0" noProof="0" dirty="0">
                <a:ln>
                  <a:noFill/>
                </a:ln>
                <a:effectLst/>
                <a:uLnTx/>
                <a:uFillTx/>
                <a:latin typeface="Gotham Rounded Book"/>
                <a:ea typeface="+mn-ea"/>
                <a:cs typeface="+mn-cs"/>
              </a:rPr>
              <a:t>Traffic Signals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1" i="1" dirty="0">
                <a:latin typeface="Gotham Rounded Book"/>
              </a:rPr>
              <a:t>Turning Cars</a:t>
            </a:r>
            <a:endParaRPr kumimoji="0" lang="en-US" sz="2000" b="1" i="1" u="none" strike="noStrike" kern="1200" cap="none" spc="0" normalizeH="0" baseline="0" noProof="0" dirty="0">
              <a:ln>
                <a:noFill/>
              </a:ln>
              <a:effectLst/>
              <a:uLnTx/>
              <a:uFillTx/>
              <a:latin typeface="Gotham Rounded Book"/>
              <a:ea typeface="+mn-ea"/>
              <a:cs typeface="+mn-cs"/>
            </a:endParaRPr>
          </a:p>
        </p:txBody>
      </p:sp>
      <p:sp>
        <p:nvSpPr>
          <p:cNvPr id="8" name="TextBox 7">
            <a:extLst>
              <a:ext uri="{FF2B5EF4-FFF2-40B4-BE49-F238E27FC236}">
                <a16:creationId xmlns:a16="http://schemas.microsoft.com/office/drawing/2014/main" id="{EFA6F2A5-7C41-4E32-840E-CB78F604748C}"/>
              </a:ext>
            </a:extLst>
          </p:cNvPr>
          <p:cNvSpPr txBox="1"/>
          <p:nvPr/>
        </p:nvSpPr>
        <p:spPr>
          <a:xfrm>
            <a:off x="7892298" y="2644170"/>
            <a:ext cx="3148449" cy="61555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accent1"/>
                </a:solidFill>
                <a:effectLst/>
                <a:uLnTx/>
                <a:uFillTx/>
                <a:latin typeface="Gotham Rounded Medium"/>
                <a:ea typeface="+mn-ea"/>
                <a:cs typeface="+mn-cs"/>
              </a:rPr>
              <a:t>Field of view narrows while talking on a phone</a:t>
            </a:r>
          </a:p>
        </p:txBody>
      </p:sp>
      <p:sp>
        <p:nvSpPr>
          <p:cNvPr id="11" name="Rectangle 10">
            <a:extLst>
              <a:ext uri="{FF2B5EF4-FFF2-40B4-BE49-F238E27FC236}">
                <a16:creationId xmlns:a16="http://schemas.microsoft.com/office/drawing/2014/main" id="{D61C0666-CEA2-464B-AECD-1B66C94C2841}"/>
              </a:ext>
            </a:extLst>
          </p:cNvPr>
          <p:cNvSpPr/>
          <p:nvPr/>
        </p:nvSpPr>
        <p:spPr>
          <a:xfrm>
            <a:off x="1931243" y="76887"/>
            <a:ext cx="8600303" cy="107721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060"/>
                </a:solidFill>
                <a:effectLst/>
                <a:uLnTx/>
                <a:uFillTx/>
                <a:ea typeface="+mn-ea"/>
                <a:cs typeface="+mn-cs"/>
              </a:rPr>
              <a:t>Inattention Blindness </a:t>
            </a:r>
            <a:endParaRPr kumimoji="0" lang="en-US" sz="3200" b="0" i="0" u="none" strike="noStrike" kern="1200" cap="none" spc="0" normalizeH="0" baseline="0" noProof="0" dirty="0">
              <a:ln>
                <a:noFill/>
              </a:ln>
              <a:solidFill>
                <a:schemeClr val="accent1"/>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i="0" u="none" strike="noStrike" kern="1200" cap="none" spc="0" normalizeH="0" baseline="0" noProof="0" dirty="0">
                <a:ln>
                  <a:noFill/>
                </a:ln>
                <a:solidFill>
                  <a:schemeClr val="accent1"/>
                </a:solidFill>
                <a:effectLst/>
                <a:uLnTx/>
                <a:uFillTx/>
                <a:latin typeface="+mj-lt"/>
                <a:ea typeface="+mn-ea"/>
                <a:cs typeface="+mn-cs"/>
              </a:rPr>
              <a:t>You don’t know what you don’t see</a:t>
            </a:r>
          </a:p>
        </p:txBody>
      </p:sp>
      <p:cxnSp>
        <p:nvCxnSpPr>
          <p:cNvPr id="18" name="Straight Arrow Connector 17">
            <a:extLst>
              <a:ext uri="{FF2B5EF4-FFF2-40B4-BE49-F238E27FC236}">
                <a16:creationId xmlns:a16="http://schemas.microsoft.com/office/drawing/2014/main" id="{3AF69B98-07DE-49DC-A380-F13A390DADA4}"/>
              </a:ext>
            </a:extLst>
          </p:cNvPr>
          <p:cNvCxnSpPr>
            <a:cxnSpLocks/>
          </p:cNvCxnSpPr>
          <p:nvPr/>
        </p:nvCxnSpPr>
        <p:spPr>
          <a:xfrm flipH="1">
            <a:off x="3819930" y="2849029"/>
            <a:ext cx="3934157" cy="71684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6D03B9B-B9CA-472B-93E0-2314A36610FD}"/>
              </a:ext>
            </a:extLst>
          </p:cNvPr>
          <p:cNvSpPr txBox="1"/>
          <p:nvPr/>
        </p:nvSpPr>
        <p:spPr>
          <a:xfrm>
            <a:off x="7892298" y="1717469"/>
            <a:ext cx="2555956" cy="307777"/>
          </a:xfrm>
          <a:prstGeom prst="rect">
            <a:avLst/>
          </a:prstGeom>
          <a:noFill/>
        </p:spPr>
        <p:txBody>
          <a:bodyPr wrap="none" lIns="0" tIns="0" rIns="0" bIns="0" rtlCol="0">
            <a:spAutoFit/>
          </a:bodyPr>
          <a:lstStyle/>
          <a:p>
            <a:r>
              <a:rPr lang="en-US" sz="2000" dirty="0">
                <a:solidFill>
                  <a:schemeClr val="accent2"/>
                </a:solidFill>
              </a:rPr>
              <a:t>Normal field of view</a:t>
            </a:r>
          </a:p>
        </p:txBody>
      </p:sp>
      <p:cxnSp>
        <p:nvCxnSpPr>
          <p:cNvPr id="14" name="Straight Arrow Connector 13">
            <a:extLst>
              <a:ext uri="{FF2B5EF4-FFF2-40B4-BE49-F238E27FC236}">
                <a16:creationId xmlns:a16="http://schemas.microsoft.com/office/drawing/2014/main" id="{4B3F0793-B496-4645-B6F1-317691DDA1C8}"/>
              </a:ext>
            </a:extLst>
          </p:cNvPr>
          <p:cNvCxnSpPr>
            <a:cxnSpLocks/>
          </p:cNvCxnSpPr>
          <p:nvPr/>
        </p:nvCxnSpPr>
        <p:spPr>
          <a:xfrm flipH="1">
            <a:off x="5211138" y="2007476"/>
            <a:ext cx="2522734" cy="996530"/>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5DD7310A-A393-41E4-8A17-7F6FD9D261D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64740" y="5863641"/>
            <a:ext cx="2201753" cy="854290"/>
          </a:xfrm>
          <a:prstGeom prst="rect">
            <a:avLst/>
          </a:prstGeom>
        </p:spPr>
      </p:pic>
    </p:spTree>
    <p:extLst>
      <p:ext uri="{BB962C8B-B14F-4D97-AF65-F5344CB8AC3E}">
        <p14:creationId xmlns:p14="http://schemas.microsoft.com/office/powerpoint/2010/main" val="398750228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72949E-BD85-4CD0-9C46-5A168007290F}"/>
              </a:ext>
            </a:extLst>
          </p:cNvPr>
          <p:cNvSpPr>
            <a:spLocks noGrp="1"/>
          </p:cNvSpPr>
          <p:nvPr>
            <p:ph type="body" sz="quarter" idx="10"/>
          </p:nvPr>
        </p:nvSpPr>
        <p:spPr>
          <a:xfrm>
            <a:off x="576687" y="994369"/>
            <a:ext cx="1718478" cy="1014378"/>
          </a:xfrm>
        </p:spPr>
        <p:txBody>
          <a:bodyPr/>
          <a:lstStyle/>
          <a:p>
            <a:pPr algn="l"/>
            <a:r>
              <a:rPr lang="en-US" dirty="0"/>
              <a:t>MYTH:</a:t>
            </a:r>
          </a:p>
        </p:txBody>
      </p:sp>
      <p:sp>
        <p:nvSpPr>
          <p:cNvPr id="4" name="TextBox 3">
            <a:extLst>
              <a:ext uri="{FF2B5EF4-FFF2-40B4-BE49-F238E27FC236}">
                <a16:creationId xmlns:a16="http://schemas.microsoft.com/office/drawing/2014/main" id="{9F75FEE6-5A19-4761-9996-FF8DC7AF8A10}"/>
              </a:ext>
            </a:extLst>
          </p:cNvPr>
          <p:cNvSpPr txBox="1"/>
          <p:nvPr/>
        </p:nvSpPr>
        <p:spPr>
          <a:xfrm>
            <a:off x="3617842" y="994369"/>
            <a:ext cx="8095100" cy="615553"/>
          </a:xfrm>
          <a:prstGeom prst="rect">
            <a:avLst/>
          </a:prstGeom>
          <a:noFill/>
        </p:spPr>
        <p:txBody>
          <a:bodyPr wrap="square" lIns="0" tIns="0" rIns="0" bIns="0" rtlCol="0">
            <a:spAutoFit/>
          </a:bodyPr>
          <a:lstStyle/>
          <a:p>
            <a:r>
              <a:rPr lang="en-US" sz="2000" dirty="0"/>
              <a:t>Drivers talking on cell phones still have a quicker reaction time than those who are driving under the influence.</a:t>
            </a:r>
          </a:p>
        </p:txBody>
      </p:sp>
      <p:sp>
        <p:nvSpPr>
          <p:cNvPr id="6" name="TextBox 5">
            <a:extLst>
              <a:ext uri="{FF2B5EF4-FFF2-40B4-BE49-F238E27FC236}">
                <a16:creationId xmlns:a16="http://schemas.microsoft.com/office/drawing/2014/main" id="{9A94BC11-1882-4A92-BD35-E15140432A54}"/>
              </a:ext>
            </a:extLst>
          </p:cNvPr>
          <p:cNvSpPr txBox="1"/>
          <p:nvPr/>
        </p:nvSpPr>
        <p:spPr>
          <a:xfrm>
            <a:off x="3617842" y="2250207"/>
            <a:ext cx="8248651" cy="1231106"/>
          </a:xfrm>
          <a:prstGeom prst="rect">
            <a:avLst/>
          </a:prstGeom>
          <a:noFill/>
        </p:spPr>
        <p:txBody>
          <a:bodyPr wrap="square" lIns="0" tIns="0" rIns="0" bIns="0" rtlCol="0">
            <a:spAutoFit/>
          </a:bodyPr>
          <a:lstStyle/>
          <a:p>
            <a:r>
              <a:rPr lang="en-US" sz="2000" dirty="0"/>
              <a:t>A Controlled driving simulator study conducted by the University of Utah found that drivers using cell phones had </a:t>
            </a:r>
            <a:r>
              <a:rPr lang="en-US" sz="2000" dirty="0">
                <a:solidFill>
                  <a:schemeClr val="accent1"/>
                </a:solidFill>
                <a:latin typeface="+mj-lt"/>
              </a:rPr>
              <a:t>slower reaction times</a:t>
            </a:r>
            <a:r>
              <a:rPr lang="en-US" sz="2000" dirty="0"/>
              <a:t> than drivers with blood alcohol content at the legal intoxication limit, </a:t>
            </a:r>
          </a:p>
        </p:txBody>
      </p:sp>
      <p:sp>
        <p:nvSpPr>
          <p:cNvPr id="7" name="Text Placeholder 1">
            <a:extLst>
              <a:ext uri="{FF2B5EF4-FFF2-40B4-BE49-F238E27FC236}">
                <a16:creationId xmlns:a16="http://schemas.microsoft.com/office/drawing/2014/main" id="{7BCE0D8C-D3E8-49BC-9166-D374A955C478}"/>
              </a:ext>
            </a:extLst>
          </p:cNvPr>
          <p:cNvSpPr txBox="1">
            <a:spLocks/>
          </p:cNvSpPr>
          <p:nvPr/>
        </p:nvSpPr>
        <p:spPr>
          <a:xfrm>
            <a:off x="516493" y="2265247"/>
            <a:ext cx="2796550" cy="1014378"/>
          </a:xfrm>
          <a:prstGeom prst="rect">
            <a:avLst/>
          </a:prstGeom>
        </p:spPr>
        <p:txBody>
          <a:bodyPr vert="horz" lIns="91440" tIns="45720" rIns="91440" bIns="45720" rtlCol="0">
            <a:normAutofit/>
          </a:bodyPr>
          <a:lstStyle>
            <a:lvl1pPr marL="0" indent="0" algn="ctr" defTabSz="685728" rtl="0" eaLnBrk="1" latinLnBrk="0" hangingPunct="1">
              <a:lnSpc>
                <a:spcPct val="90000"/>
              </a:lnSpc>
              <a:spcBef>
                <a:spcPts val="600"/>
              </a:spcBef>
              <a:spcAft>
                <a:spcPts val="224"/>
              </a:spcAft>
              <a:buClr>
                <a:schemeClr val="accent1"/>
              </a:buClr>
              <a:buFontTx/>
              <a:buNone/>
              <a:defRPr sz="3600" b="0" i="0" kern="1200">
                <a:solidFill>
                  <a:schemeClr val="accent3"/>
                </a:solidFill>
                <a:latin typeface="Gotham Rounded Book" charset="0"/>
                <a:ea typeface="Gotham Rounded Book" charset="0"/>
                <a:cs typeface="Gotham Rounded Book" charset="0"/>
              </a:defRPr>
            </a:lvl1pPr>
            <a:lvl2pPr marL="116573" indent="0" algn="l" defTabSz="685728" rtl="0" eaLnBrk="1" latinLnBrk="0" hangingPunct="1">
              <a:lnSpc>
                <a:spcPct val="90000"/>
              </a:lnSpc>
              <a:spcBef>
                <a:spcPts val="0"/>
              </a:spcBef>
              <a:buClr>
                <a:schemeClr val="accent1"/>
              </a:buClr>
              <a:buFontTx/>
              <a:buNone/>
              <a:defRPr sz="1350" b="0" i="0" kern="1200">
                <a:solidFill>
                  <a:schemeClr val="tx1"/>
                </a:solidFill>
                <a:latin typeface="Gotham Rounded Book" charset="0"/>
                <a:ea typeface="Gotham Rounded Book" charset="0"/>
                <a:cs typeface="Gotham Rounded Book" charset="0"/>
              </a:defRPr>
            </a:lvl2pPr>
            <a:lvl3pPr marL="0" indent="0" algn="l" defTabSz="685728" rtl="0" eaLnBrk="1" latinLnBrk="0" hangingPunct="1">
              <a:lnSpc>
                <a:spcPct val="90000"/>
              </a:lnSpc>
              <a:spcBef>
                <a:spcPts val="1544"/>
              </a:spcBef>
              <a:spcAft>
                <a:spcPts val="224"/>
              </a:spcAft>
              <a:buClr>
                <a:schemeClr val="accent1"/>
              </a:buClr>
              <a:buSzPct val="91000"/>
              <a:buFontTx/>
              <a:buNone/>
              <a:defRPr lang="en-US" sz="1200" b="0" i="0" kern="1200">
                <a:solidFill>
                  <a:schemeClr val="tx1"/>
                </a:solidFill>
                <a:latin typeface="Gotham Rounded Book" charset="0"/>
                <a:ea typeface="Gotham Rounded Book" charset="0"/>
                <a:cs typeface="Gotham Rounded Book" charset="0"/>
              </a:defRPr>
            </a:lvl3pPr>
            <a:lvl4pPr marL="116573" indent="0" algn="l" defTabSz="685728" rtl="0" eaLnBrk="1" latinLnBrk="0" hangingPunct="1">
              <a:lnSpc>
                <a:spcPct val="90000"/>
              </a:lnSpc>
              <a:spcBef>
                <a:spcPts val="0"/>
              </a:spcBef>
              <a:buClr>
                <a:schemeClr val="accent1"/>
              </a:buClr>
              <a:buFontTx/>
              <a:buNone/>
              <a:defRPr sz="1050" b="0" i="0" kern="1200">
                <a:solidFill>
                  <a:schemeClr val="tx1"/>
                </a:solidFill>
                <a:latin typeface="Gotham Rounded Book" charset="0"/>
                <a:ea typeface="Gotham Rounded Book" charset="0"/>
                <a:cs typeface="Gotham Rounded Book" charset="0"/>
              </a:defRPr>
            </a:lvl4pPr>
            <a:lvl5pPr marL="0" indent="0" algn="l" defTabSz="685728" rtl="0" eaLnBrk="1" latinLnBrk="0" hangingPunct="1">
              <a:lnSpc>
                <a:spcPct val="99000"/>
              </a:lnSpc>
              <a:spcBef>
                <a:spcPts val="674"/>
              </a:spcBef>
              <a:buClr>
                <a:schemeClr val="accent5"/>
              </a:buClr>
              <a:buSzPct val="91000"/>
              <a:buFontTx/>
              <a:buNone/>
              <a:defRPr sz="1350" kern="1200">
                <a:solidFill>
                  <a:schemeClr val="accent2"/>
                </a:solidFill>
                <a:latin typeface="+mn-lt"/>
                <a:ea typeface="+mn-ea"/>
                <a:cs typeface="+mn-cs"/>
              </a:defRPr>
            </a:lvl5pPr>
            <a:lvl6pPr marL="144005" indent="0" algn="l" defTabSz="685728" rtl="0" eaLnBrk="1" latinLnBrk="0" hangingPunct="1">
              <a:lnSpc>
                <a:spcPct val="99000"/>
              </a:lnSpc>
              <a:spcBef>
                <a:spcPts val="0"/>
              </a:spcBef>
              <a:buSzPct val="91000"/>
              <a:buFontTx/>
              <a:buNone/>
              <a:defRPr sz="1350" kern="1200">
                <a:solidFill>
                  <a:schemeClr val="accent2"/>
                </a:solidFill>
                <a:latin typeface="+mn-lt"/>
                <a:ea typeface="+mn-ea"/>
                <a:cs typeface="+mn-cs"/>
              </a:defRPr>
            </a:lvl6pPr>
            <a:lvl7pPr marL="0" indent="0" algn="l" defTabSz="685728" rtl="0" eaLnBrk="1" latinLnBrk="0" hangingPunct="1">
              <a:lnSpc>
                <a:spcPct val="99000"/>
              </a:lnSpc>
              <a:spcBef>
                <a:spcPts val="674"/>
              </a:spcBef>
              <a:buSzPct val="91000"/>
              <a:buFontTx/>
              <a:buNone/>
              <a:defRPr sz="1350" b="1" kern="1200">
                <a:solidFill>
                  <a:schemeClr val="accent2"/>
                </a:solidFill>
                <a:latin typeface="+mn-lt"/>
                <a:ea typeface="+mn-ea"/>
                <a:cs typeface="+mn-cs"/>
              </a:defRPr>
            </a:lvl7pPr>
            <a:lvl8pPr marL="0" indent="0" algn="l" defTabSz="685728" rtl="0" eaLnBrk="1" latinLnBrk="0" hangingPunct="1">
              <a:lnSpc>
                <a:spcPct val="99000"/>
              </a:lnSpc>
              <a:spcBef>
                <a:spcPts val="0"/>
              </a:spcBef>
              <a:buSzPct val="91000"/>
              <a:buFontTx/>
              <a:buNone/>
              <a:defRPr sz="1350" kern="1200">
                <a:solidFill>
                  <a:schemeClr val="accent2"/>
                </a:solidFill>
                <a:latin typeface="+mn-lt"/>
                <a:ea typeface="+mn-ea"/>
                <a:cs typeface="+mn-cs"/>
              </a:defRPr>
            </a:lvl8pPr>
            <a:lvl9pPr marL="0" indent="0" algn="l" defTabSz="685728" rtl="0" eaLnBrk="1" latinLnBrk="0" hangingPunct="1">
              <a:lnSpc>
                <a:spcPct val="99000"/>
              </a:lnSpc>
              <a:spcBef>
                <a:spcPts val="674"/>
              </a:spcBef>
              <a:buSzPct val="91000"/>
              <a:buFontTx/>
              <a:buNone/>
              <a:defRPr sz="1350" i="1" kern="1200">
                <a:solidFill>
                  <a:schemeClr val="accent2"/>
                </a:solidFill>
                <a:latin typeface="+mn-lt"/>
                <a:ea typeface="+mn-ea"/>
                <a:cs typeface="+mn-cs"/>
              </a:defRPr>
            </a:lvl9pPr>
          </a:lstStyle>
          <a:p>
            <a:pPr algn="l"/>
            <a:r>
              <a:rPr lang="en-US" dirty="0"/>
              <a:t>REALITY:</a:t>
            </a:r>
          </a:p>
        </p:txBody>
      </p:sp>
      <p:pic>
        <p:nvPicPr>
          <p:cNvPr id="9" name="Picture 8">
            <a:extLst>
              <a:ext uri="{FF2B5EF4-FFF2-40B4-BE49-F238E27FC236}">
                <a16:creationId xmlns:a16="http://schemas.microsoft.com/office/drawing/2014/main" id="{F5337892-769F-48F6-AB3B-21B0A311DE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64740" y="5863641"/>
            <a:ext cx="2201753" cy="854290"/>
          </a:xfrm>
          <a:prstGeom prst="rect">
            <a:avLst/>
          </a:prstGeom>
        </p:spPr>
      </p:pic>
      <p:pic>
        <p:nvPicPr>
          <p:cNvPr id="3074" name="Picture 2" descr="Related image">
            <a:extLst>
              <a:ext uri="{FF2B5EF4-FFF2-40B4-BE49-F238E27FC236}">
                <a16:creationId xmlns:a16="http://schemas.microsoft.com/office/drawing/2014/main" id="{4ACAE96B-A0DA-4B7F-96C6-5F89D0FADC2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76406" y="3849946"/>
            <a:ext cx="1676320" cy="1676320"/>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1">
            <a:extLst>
              <a:ext uri="{FF2B5EF4-FFF2-40B4-BE49-F238E27FC236}">
                <a16:creationId xmlns:a16="http://schemas.microsoft.com/office/drawing/2014/main" id="{65E43778-142D-491E-8ECA-022C4B214AC1}"/>
              </a:ext>
            </a:extLst>
          </p:cNvPr>
          <p:cNvSpPr txBox="1">
            <a:spLocks/>
          </p:cNvSpPr>
          <p:nvPr/>
        </p:nvSpPr>
        <p:spPr>
          <a:xfrm>
            <a:off x="6807224" y="4541476"/>
            <a:ext cx="1177634" cy="1014378"/>
          </a:xfrm>
          <a:prstGeom prst="rect">
            <a:avLst/>
          </a:prstGeom>
        </p:spPr>
        <p:txBody>
          <a:bodyPr vert="horz" lIns="91440" tIns="45720" rIns="91440" bIns="45720" rtlCol="0">
            <a:normAutofit/>
          </a:bodyPr>
          <a:lstStyle>
            <a:lvl1pPr marL="0" indent="0" algn="ctr" defTabSz="685728" rtl="0" eaLnBrk="1" latinLnBrk="0" hangingPunct="1">
              <a:lnSpc>
                <a:spcPct val="90000"/>
              </a:lnSpc>
              <a:spcBef>
                <a:spcPts val="600"/>
              </a:spcBef>
              <a:spcAft>
                <a:spcPts val="224"/>
              </a:spcAft>
              <a:buClr>
                <a:schemeClr val="accent1"/>
              </a:buClr>
              <a:buFontTx/>
              <a:buNone/>
              <a:defRPr sz="3600" b="0" i="0" kern="1200">
                <a:solidFill>
                  <a:schemeClr val="accent3"/>
                </a:solidFill>
                <a:latin typeface="Gotham Rounded Book" charset="0"/>
                <a:ea typeface="Gotham Rounded Book" charset="0"/>
                <a:cs typeface="Gotham Rounded Book" charset="0"/>
              </a:defRPr>
            </a:lvl1pPr>
            <a:lvl2pPr marL="116573" indent="0" algn="l" defTabSz="685728" rtl="0" eaLnBrk="1" latinLnBrk="0" hangingPunct="1">
              <a:lnSpc>
                <a:spcPct val="90000"/>
              </a:lnSpc>
              <a:spcBef>
                <a:spcPts val="0"/>
              </a:spcBef>
              <a:buClr>
                <a:schemeClr val="accent1"/>
              </a:buClr>
              <a:buFontTx/>
              <a:buNone/>
              <a:defRPr sz="1350" b="0" i="0" kern="1200">
                <a:solidFill>
                  <a:schemeClr val="tx1"/>
                </a:solidFill>
                <a:latin typeface="Gotham Rounded Book" charset="0"/>
                <a:ea typeface="Gotham Rounded Book" charset="0"/>
                <a:cs typeface="Gotham Rounded Book" charset="0"/>
              </a:defRPr>
            </a:lvl2pPr>
            <a:lvl3pPr marL="0" indent="0" algn="l" defTabSz="685728" rtl="0" eaLnBrk="1" latinLnBrk="0" hangingPunct="1">
              <a:lnSpc>
                <a:spcPct val="90000"/>
              </a:lnSpc>
              <a:spcBef>
                <a:spcPts val="1544"/>
              </a:spcBef>
              <a:spcAft>
                <a:spcPts val="224"/>
              </a:spcAft>
              <a:buClr>
                <a:schemeClr val="accent1"/>
              </a:buClr>
              <a:buSzPct val="91000"/>
              <a:buFontTx/>
              <a:buNone/>
              <a:defRPr lang="en-US" sz="1200" b="0" i="0" kern="1200">
                <a:solidFill>
                  <a:schemeClr val="tx1"/>
                </a:solidFill>
                <a:latin typeface="Gotham Rounded Book" charset="0"/>
                <a:ea typeface="Gotham Rounded Book" charset="0"/>
                <a:cs typeface="Gotham Rounded Book" charset="0"/>
              </a:defRPr>
            </a:lvl3pPr>
            <a:lvl4pPr marL="116573" indent="0" algn="l" defTabSz="685728" rtl="0" eaLnBrk="1" latinLnBrk="0" hangingPunct="1">
              <a:lnSpc>
                <a:spcPct val="90000"/>
              </a:lnSpc>
              <a:spcBef>
                <a:spcPts val="0"/>
              </a:spcBef>
              <a:buClr>
                <a:schemeClr val="accent1"/>
              </a:buClr>
              <a:buFontTx/>
              <a:buNone/>
              <a:defRPr sz="1050" b="0" i="0" kern="1200">
                <a:solidFill>
                  <a:schemeClr val="tx1"/>
                </a:solidFill>
                <a:latin typeface="Gotham Rounded Book" charset="0"/>
                <a:ea typeface="Gotham Rounded Book" charset="0"/>
                <a:cs typeface="Gotham Rounded Book" charset="0"/>
              </a:defRPr>
            </a:lvl4pPr>
            <a:lvl5pPr marL="0" indent="0" algn="l" defTabSz="685728" rtl="0" eaLnBrk="1" latinLnBrk="0" hangingPunct="1">
              <a:lnSpc>
                <a:spcPct val="99000"/>
              </a:lnSpc>
              <a:spcBef>
                <a:spcPts val="674"/>
              </a:spcBef>
              <a:buClr>
                <a:schemeClr val="accent5"/>
              </a:buClr>
              <a:buSzPct val="91000"/>
              <a:buFontTx/>
              <a:buNone/>
              <a:defRPr sz="1350" kern="1200">
                <a:solidFill>
                  <a:schemeClr val="accent2"/>
                </a:solidFill>
                <a:latin typeface="+mn-lt"/>
                <a:ea typeface="+mn-ea"/>
                <a:cs typeface="+mn-cs"/>
              </a:defRPr>
            </a:lvl5pPr>
            <a:lvl6pPr marL="144005" indent="0" algn="l" defTabSz="685728" rtl="0" eaLnBrk="1" latinLnBrk="0" hangingPunct="1">
              <a:lnSpc>
                <a:spcPct val="99000"/>
              </a:lnSpc>
              <a:spcBef>
                <a:spcPts val="0"/>
              </a:spcBef>
              <a:buSzPct val="91000"/>
              <a:buFontTx/>
              <a:buNone/>
              <a:defRPr sz="1350" kern="1200">
                <a:solidFill>
                  <a:schemeClr val="accent2"/>
                </a:solidFill>
                <a:latin typeface="+mn-lt"/>
                <a:ea typeface="+mn-ea"/>
                <a:cs typeface="+mn-cs"/>
              </a:defRPr>
            </a:lvl6pPr>
            <a:lvl7pPr marL="0" indent="0" algn="l" defTabSz="685728" rtl="0" eaLnBrk="1" latinLnBrk="0" hangingPunct="1">
              <a:lnSpc>
                <a:spcPct val="99000"/>
              </a:lnSpc>
              <a:spcBef>
                <a:spcPts val="674"/>
              </a:spcBef>
              <a:buSzPct val="91000"/>
              <a:buFontTx/>
              <a:buNone/>
              <a:defRPr sz="1350" b="1" kern="1200">
                <a:solidFill>
                  <a:schemeClr val="accent2"/>
                </a:solidFill>
                <a:latin typeface="+mn-lt"/>
                <a:ea typeface="+mn-ea"/>
                <a:cs typeface="+mn-cs"/>
              </a:defRPr>
            </a:lvl7pPr>
            <a:lvl8pPr marL="0" indent="0" algn="l" defTabSz="685728" rtl="0" eaLnBrk="1" latinLnBrk="0" hangingPunct="1">
              <a:lnSpc>
                <a:spcPct val="99000"/>
              </a:lnSpc>
              <a:spcBef>
                <a:spcPts val="0"/>
              </a:spcBef>
              <a:buSzPct val="91000"/>
              <a:buFontTx/>
              <a:buNone/>
              <a:defRPr sz="1350" kern="1200">
                <a:solidFill>
                  <a:schemeClr val="accent2"/>
                </a:solidFill>
                <a:latin typeface="+mn-lt"/>
                <a:ea typeface="+mn-ea"/>
                <a:cs typeface="+mn-cs"/>
              </a:defRPr>
            </a:lvl8pPr>
            <a:lvl9pPr marL="0" indent="0" algn="l" defTabSz="685728" rtl="0" eaLnBrk="1" latinLnBrk="0" hangingPunct="1">
              <a:lnSpc>
                <a:spcPct val="99000"/>
              </a:lnSpc>
              <a:spcBef>
                <a:spcPts val="674"/>
              </a:spcBef>
              <a:buSzPct val="91000"/>
              <a:buFontTx/>
              <a:buNone/>
              <a:defRPr sz="1350" i="1" kern="1200">
                <a:solidFill>
                  <a:schemeClr val="accent2"/>
                </a:solidFill>
                <a:latin typeface="+mn-lt"/>
                <a:ea typeface="+mn-ea"/>
                <a:cs typeface="+mn-cs"/>
              </a:defRPr>
            </a:lvl9pPr>
          </a:lstStyle>
          <a:p>
            <a:pPr algn="l"/>
            <a:r>
              <a:rPr lang="en-US" dirty="0"/>
              <a:t>-VS-</a:t>
            </a:r>
          </a:p>
        </p:txBody>
      </p:sp>
      <p:pic>
        <p:nvPicPr>
          <p:cNvPr id="3076" name="Picture 4" descr="Image result for cell phone icon">
            <a:extLst>
              <a:ext uri="{FF2B5EF4-FFF2-40B4-BE49-F238E27FC236}">
                <a16:creationId xmlns:a16="http://schemas.microsoft.com/office/drawing/2014/main" id="{D4912157-5397-4667-9E31-A9B069CA85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6809" y="4047075"/>
            <a:ext cx="1479191" cy="1479191"/>
          </a:xfrm>
          <a:prstGeom prst="rect">
            <a:avLst/>
          </a:prstGeom>
          <a:noFill/>
          <a:extLst>
            <a:ext uri="{909E8E84-426E-40DD-AFC4-6F175D3DCCD1}">
              <a14:hiddenFill xmlns:a14="http://schemas.microsoft.com/office/drawing/2010/main">
                <a:solidFill>
                  <a:srgbClr val="FFFFFF"/>
                </a:solidFill>
              </a14:hiddenFill>
            </a:ext>
          </a:extLst>
        </p:spPr>
      </p:pic>
      <p:sp>
        <p:nvSpPr>
          <p:cNvPr id="3" name="Arrow: Left-Up 2">
            <a:extLst>
              <a:ext uri="{FF2B5EF4-FFF2-40B4-BE49-F238E27FC236}">
                <a16:creationId xmlns:a16="http://schemas.microsoft.com/office/drawing/2014/main" id="{C78CF882-298E-4EC9-91F8-73B50B89EF71}"/>
              </a:ext>
            </a:extLst>
          </p:cNvPr>
          <p:cNvSpPr/>
          <p:nvPr/>
        </p:nvSpPr>
        <p:spPr>
          <a:xfrm rot="5400000">
            <a:off x="874374" y="3633091"/>
            <a:ext cx="1816769" cy="1816769"/>
          </a:xfrm>
          <a:prstGeom prst="leftUpArrow">
            <a:avLst/>
          </a:prstGeom>
          <a:solidFill>
            <a:schemeClr val="accent3"/>
          </a:solidFill>
        </p:spPr>
        <p:txBody>
          <a:bodyPr wrap="square" rtlCol="0" anchor="ctr">
            <a:noAutofit/>
          </a:bodyPr>
          <a:lstStyle/>
          <a:p>
            <a:pPr algn="ctr"/>
            <a:endParaRPr lang="en-US" dirty="0">
              <a:solidFill>
                <a:schemeClr val="bg1"/>
              </a:solidFill>
              <a:ea typeface="Arial" charset="0"/>
            </a:endParaRPr>
          </a:p>
        </p:txBody>
      </p:sp>
      <p:sp>
        <p:nvSpPr>
          <p:cNvPr id="5" name="TextBox 4">
            <a:extLst>
              <a:ext uri="{FF2B5EF4-FFF2-40B4-BE49-F238E27FC236}">
                <a16:creationId xmlns:a16="http://schemas.microsoft.com/office/drawing/2014/main" id="{340AE964-3794-434B-91AB-056509792F7F}"/>
              </a:ext>
            </a:extLst>
          </p:cNvPr>
          <p:cNvSpPr txBox="1"/>
          <p:nvPr/>
        </p:nvSpPr>
        <p:spPr>
          <a:xfrm>
            <a:off x="4213177" y="5661141"/>
            <a:ext cx="1574214" cy="430887"/>
          </a:xfrm>
          <a:prstGeom prst="rect">
            <a:avLst/>
          </a:prstGeom>
          <a:noFill/>
        </p:spPr>
        <p:txBody>
          <a:bodyPr wrap="none" lIns="0" tIns="0" rIns="0" bIns="0" rtlCol="0">
            <a:spAutoFit/>
          </a:bodyPr>
          <a:lstStyle/>
          <a:p>
            <a:r>
              <a:rPr lang="en-US" sz="2800" b="1" dirty="0">
                <a:solidFill>
                  <a:schemeClr val="accent1"/>
                </a:solidFill>
              </a:rPr>
              <a:t>WORSE!</a:t>
            </a:r>
          </a:p>
        </p:txBody>
      </p:sp>
    </p:spTree>
    <p:extLst>
      <p:ext uri="{BB962C8B-B14F-4D97-AF65-F5344CB8AC3E}">
        <p14:creationId xmlns:p14="http://schemas.microsoft.com/office/powerpoint/2010/main" val="183172265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F6248C-FD9D-4318-A319-B759B9A2D603}"/>
              </a:ext>
            </a:extLst>
          </p:cNvPr>
          <p:cNvSpPr>
            <a:spLocks noGrp="1"/>
          </p:cNvSpPr>
          <p:nvPr>
            <p:ph type="body" sz="quarter" idx="10"/>
          </p:nvPr>
        </p:nvSpPr>
        <p:spPr>
          <a:xfrm>
            <a:off x="1179531" y="98584"/>
            <a:ext cx="9661525" cy="1014378"/>
          </a:xfrm>
        </p:spPr>
        <p:txBody>
          <a:bodyPr/>
          <a:lstStyle/>
          <a:p>
            <a:r>
              <a:rPr lang="en-US" dirty="0">
                <a:solidFill>
                  <a:schemeClr val="accent2"/>
                </a:solidFill>
              </a:rPr>
              <a:t>The </a:t>
            </a:r>
            <a:r>
              <a:rPr lang="en-US" sz="3200" dirty="0">
                <a:solidFill>
                  <a:schemeClr val="accent2"/>
                </a:solidFill>
              </a:rPr>
              <a:t>Essential</a:t>
            </a:r>
            <a:r>
              <a:rPr lang="en-US" dirty="0">
                <a:solidFill>
                  <a:schemeClr val="accent2"/>
                </a:solidFill>
              </a:rPr>
              <a:t> Trio</a:t>
            </a:r>
          </a:p>
        </p:txBody>
      </p:sp>
      <p:sp>
        <p:nvSpPr>
          <p:cNvPr id="5" name="TextBox 4">
            <a:extLst>
              <a:ext uri="{FF2B5EF4-FFF2-40B4-BE49-F238E27FC236}">
                <a16:creationId xmlns:a16="http://schemas.microsoft.com/office/drawing/2014/main" id="{11CAB391-9DBB-48C9-848A-734C8BCEC058}"/>
              </a:ext>
            </a:extLst>
          </p:cNvPr>
          <p:cNvSpPr txBox="1"/>
          <p:nvPr/>
        </p:nvSpPr>
        <p:spPr>
          <a:xfrm>
            <a:off x="1142180" y="1374953"/>
            <a:ext cx="3290837" cy="1792798"/>
          </a:xfrm>
          <a:prstGeom prst="rect">
            <a:avLst/>
          </a:prstGeom>
          <a:noFill/>
        </p:spPr>
        <p:txBody>
          <a:bodyPr wrap="non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3666A"/>
                </a:solidFill>
                <a:effectLst/>
                <a:uLnTx/>
                <a:uFillTx/>
                <a:latin typeface="Gotham Rounded Medium"/>
                <a:ea typeface="+mn-ea"/>
                <a:cs typeface="+mn-cs"/>
              </a:rPr>
              <a:t>Requirements for driving:</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Eyes on the road</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Hands on the wheel</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MIND ON DRIVING</a:t>
            </a:r>
          </a:p>
        </p:txBody>
      </p:sp>
      <p:pic>
        <p:nvPicPr>
          <p:cNvPr id="20" name="Picture 19" descr="A close up of a sign&#10;&#10;Description generated with high confidence">
            <a:extLst>
              <a:ext uri="{FF2B5EF4-FFF2-40B4-BE49-F238E27FC236}">
                <a16:creationId xmlns:a16="http://schemas.microsoft.com/office/drawing/2014/main" id="{F4AAA82F-F039-406B-8854-0CF3F17B11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4453" y="835003"/>
            <a:ext cx="3127963" cy="3120065"/>
          </a:xfrm>
          <a:prstGeom prst="rect">
            <a:avLst/>
          </a:prstGeom>
        </p:spPr>
      </p:pic>
      <p:sp>
        <p:nvSpPr>
          <p:cNvPr id="17" name="TextBox 16">
            <a:extLst>
              <a:ext uri="{FF2B5EF4-FFF2-40B4-BE49-F238E27FC236}">
                <a16:creationId xmlns:a16="http://schemas.microsoft.com/office/drawing/2014/main" id="{800A335B-A948-4D97-A86E-5B5F5009BC0C}"/>
              </a:ext>
            </a:extLst>
          </p:cNvPr>
          <p:cNvSpPr txBox="1"/>
          <p:nvPr/>
        </p:nvSpPr>
        <p:spPr>
          <a:xfrm>
            <a:off x="1142180" y="3698975"/>
            <a:ext cx="8862426" cy="1792798"/>
          </a:xfrm>
          <a:prstGeom prst="rect">
            <a:avLst/>
          </a:prstGeom>
          <a:noFill/>
        </p:spPr>
        <p:txBody>
          <a:bodyPr wrap="non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3666A"/>
                </a:solidFill>
                <a:effectLst/>
                <a:uLnTx/>
                <a:uFillTx/>
                <a:latin typeface="Gotham Rounded Medium"/>
                <a:ea typeface="+mn-ea"/>
                <a:cs typeface="+mn-cs"/>
              </a:rPr>
              <a:t>Impact of Phone Use:</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Eyes on the road – </a:t>
            </a:r>
            <a:r>
              <a:rPr kumimoji="0" lang="en-US" sz="2000" b="1" i="0" u="none" strike="noStrike" kern="1200" cap="none" spc="0" normalizeH="0" baseline="0" noProof="0" dirty="0">
                <a:ln>
                  <a:noFill/>
                </a:ln>
                <a:solidFill>
                  <a:srgbClr val="63666A"/>
                </a:solidFill>
                <a:effectLst/>
                <a:uLnTx/>
                <a:uFillTx/>
                <a:latin typeface="Gotham Rounded Book"/>
                <a:ea typeface="+mn-ea"/>
                <a:cs typeface="+mn-cs"/>
              </a:rPr>
              <a:t>50% reduction </a:t>
            </a: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in field of vision </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Hands on the wheel – </a:t>
            </a:r>
            <a:r>
              <a:rPr kumimoji="0" lang="en-US" sz="2000" b="1" i="0" u="none" strike="noStrike" kern="1200" cap="none" spc="0" normalizeH="0" baseline="0" noProof="0" dirty="0">
                <a:ln>
                  <a:noFill/>
                </a:ln>
                <a:solidFill>
                  <a:srgbClr val="63666A"/>
                </a:solidFill>
                <a:effectLst/>
                <a:uLnTx/>
                <a:uFillTx/>
                <a:latin typeface="Gotham Rounded Book"/>
                <a:ea typeface="+mn-ea"/>
                <a:cs typeface="+mn-cs"/>
              </a:rPr>
              <a:t>50% reduction </a:t>
            </a: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 one hand adjusting devices</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MIND ON DRIVING – </a:t>
            </a:r>
            <a:r>
              <a:rPr kumimoji="0" lang="en-US" sz="2000" b="1" i="0" u="none" strike="noStrike" kern="1200" cap="none" spc="0" normalizeH="0" baseline="0" noProof="0" dirty="0">
                <a:ln>
                  <a:noFill/>
                </a:ln>
                <a:solidFill>
                  <a:srgbClr val="63666A"/>
                </a:solidFill>
                <a:effectLst/>
                <a:uLnTx/>
                <a:uFillTx/>
                <a:latin typeface="Gotham Rounded Book"/>
                <a:ea typeface="+mn-ea"/>
                <a:cs typeface="+mn-cs"/>
              </a:rPr>
              <a:t>37% reduction </a:t>
            </a: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in brain activity</a:t>
            </a:r>
          </a:p>
        </p:txBody>
      </p:sp>
      <p:sp>
        <p:nvSpPr>
          <p:cNvPr id="12" name="TextBox 11">
            <a:extLst>
              <a:ext uri="{FF2B5EF4-FFF2-40B4-BE49-F238E27FC236}">
                <a16:creationId xmlns:a16="http://schemas.microsoft.com/office/drawing/2014/main" id="{8B36079B-6939-44AE-A94A-7E4CF63D8D9A}"/>
              </a:ext>
            </a:extLst>
          </p:cNvPr>
          <p:cNvSpPr txBox="1"/>
          <p:nvPr/>
        </p:nvSpPr>
        <p:spPr>
          <a:xfrm>
            <a:off x="1142180" y="5807553"/>
            <a:ext cx="9889567" cy="430887"/>
          </a:xfrm>
          <a:prstGeom prst="rect">
            <a:avLst/>
          </a:prstGeom>
          <a:noFill/>
        </p:spPr>
        <p:txBody>
          <a:bodyPr wrap="none" lIns="0" tIns="0" rIns="0" bIns="0" rtlCol="0">
            <a:spAutoFit/>
          </a:bodyPr>
          <a:lstStyle/>
          <a:p>
            <a:r>
              <a:rPr lang="en-US" sz="2800" b="1" dirty="0">
                <a:solidFill>
                  <a:schemeClr val="accent1"/>
                </a:solidFill>
              </a:rPr>
              <a:t>Do you want to be driving in such an impaired state?</a:t>
            </a:r>
          </a:p>
        </p:txBody>
      </p:sp>
      <p:sp>
        <p:nvSpPr>
          <p:cNvPr id="3" name="Rectangle 2">
            <a:extLst>
              <a:ext uri="{FF2B5EF4-FFF2-40B4-BE49-F238E27FC236}">
                <a16:creationId xmlns:a16="http://schemas.microsoft.com/office/drawing/2014/main" id="{7CFF6718-B1C8-4D3E-953C-C528C3486C13}"/>
              </a:ext>
            </a:extLst>
          </p:cNvPr>
          <p:cNvSpPr/>
          <p:nvPr/>
        </p:nvSpPr>
        <p:spPr>
          <a:xfrm>
            <a:off x="1084649" y="3264206"/>
            <a:ext cx="4925644" cy="369332"/>
          </a:xfrm>
          <a:prstGeom prst="rect">
            <a:avLst/>
          </a:prstGeom>
        </p:spPr>
        <p:txBody>
          <a:bodyPr wrap="none">
            <a:spAutoFit/>
          </a:bodyPr>
          <a:lstStyle/>
          <a:p>
            <a:r>
              <a:rPr lang="en-US" u="sng" dirty="0">
                <a:solidFill>
                  <a:srgbClr val="0563C1"/>
                </a:solidFill>
                <a:latin typeface="Calibri" panose="020F0502020204030204" pitchFamily="34" charset="0"/>
                <a:ea typeface="Calibri" panose="020F0502020204030204" pitchFamily="34" charset="0"/>
                <a:hlinkClick r:id="rId4"/>
              </a:rPr>
              <a:t>https://www.youtube.com/watch?v=VLVUR9Lesa4</a:t>
            </a:r>
            <a:endParaRPr lang="en-US" dirty="0"/>
          </a:p>
        </p:txBody>
      </p:sp>
    </p:spTree>
    <p:extLst>
      <p:ext uri="{BB962C8B-B14F-4D97-AF65-F5344CB8AC3E}">
        <p14:creationId xmlns:p14="http://schemas.microsoft.com/office/powerpoint/2010/main" val="32253715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hand holding a white car&#10;&#10;Description generated with high confidence">
            <a:extLst>
              <a:ext uri="{FF2B5EF4-FFF2-40B4-BE49-F238E27FC236}">
                <a16:creationId xmlns:a16="http://schemas.microsoft.com/office/drawing/2014/main" id="{DCDF95ED-A52E-413A-A927-95D73179FB93}"/>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13968" r="13968"/>
          <a:stretch>
            <a:fillRect/>
          </a:stretch>
        </p:blipFill>
        <p:spPr/>
      </p:pic>
      <p:sp>
        <p:nvSpPr>
          <p:cNvPr id="3" name="Title 2">
            <a:extLst>
              <a:ext uri="{FF2B5EF4-FFF2-40B4-BE49-F238E27FC236}">
                <a16:creationId xmlns:a16="http://schemas.microsoft.com/office/drawing/2014/main" id="{E3869D24-8D4A-404E-8071-59210EBFB3C8}"/>
              </a:ext>
            </a:extLst>
          </p:cNvPr>
          <p:cNvSpPr>
            <a:spLocks noGrp="1"/>
          </p:cNvSpPr>
          <p:nvPr>
            <p:ph type="title"/>
          </p:nvPr>
        </p:nvSpPr>
        <p:spPr/>
        <p:txBody>
          <a:bodyPr/>
          <a:lstStyle/>
          <a:p>
            <a:r>
              <a:rPr lang="en-US" sz="3200" dirty="0"/>
              <a:t>Distracted Driving</a:t>
            </a:r>
          </a:p>
        </p:txBody>
      </p:sp>
      <p:sp>
        <p:nvSpPr>
          <p:cNvPr id="4" name="Text Placeholder 3">
            <a:extLst>
              <a:ext uri="{FF2B5EF4-FFF2-40B4-BE49-F238E27FC236}">
                <a16:creationId xmlns:a16="http://schemas.microsoft.com/office/drawing/2014/main" id="{11ADFBF8-1E47-475B-9C81-B2A8B960FC67}"/>
              </a:ext>
            </a:extLst>
          </p:cNvPr>
          <p:cNvSpPr>
            <a:spLocks noGrp="1"/>
          </p:cNvSpPr>
          <p:nvPr>
            <p:ph type="body" sz="quarter" idx="10"/>
          </p:nvPr>
        </p:nvSpPr>
        <p:spPr>
          <a:xfrm>
            <a:off x="7106478" y="2526744"/>
            <a:ext cx="4952999" cy="2926081"/>
          </a:xfrm>
        </p:spPr>
        <p:txBody>
          <a:bodyPr>
            <a:noAutofit/>
          </a:bodyPr>
          <a:lstStyle/>
          <a:p>
            <a:pPr marL="457200" indent="-457200">
              <a:buFont typeface="+mj-lt"/>
              <a:buAutoNum type="arabicPeriod"/>
            </a:pPr>
            <a:r>
              <a:rPr lang="en-US" sz="2000" dirty="0"/>
              <a:t>It was an urgent work call!</a:t>
            </a:r>
          </a:p>
          <a:p>
            <a:pPr marL="457200" indent="-457200">
              <a:buFont typeface="+mj-lt"/>
              <a:buAutoNum type="arabicPeriod"/>
            </a:pPr>
            <a:r>
              <a:rPr lang="en-US" sz="2000" dirty="0"/>
              <a:t>But I was stopped at a red light.</a:t>
            </a:r>
          </a:p>
          <a:p>
            <a:pPr marL="457200" indent="-457200">
              <a:buFont typeface="+mj-lt"/>
              <a:buAutoNum type="arabicPeriod"/>
            </a:pPr>
            <a:r>
              <a:rPr lang="en-US" sz="2000" dirty="0"/>
              <a:t>I was just checking my voicemail.</a:t>
            </a:r>
          </a:p>
          <a:p>
            <a:pPr marL="457200" indent="-457200">
              <a:buFont typeface="+mj-lt"/>
              <a:buAutoNum type="arabicPeriod"/>
            </a:pPr>
            <a:r>
              <a:rPr lang="en-US" sz="2000" dirty="0"/>
              <a:t>But I have it on hands-free!</a:t>
            </a:r>
          </a:p>
          <a:p>
            <a:pPr marL="457200" indent="-457200">
              <a:buFont typeface="+mj-lt"/>
              <a:buAutoNum type="arabicPeriod"/>
            </a:pPr>
            <a:r>
              <a:rPr lang="en-US" sz="2000" dirty="0"/>
              <a:t>I didn’t know, I’m not from here.</a:t>
            </a:r>
          </a:p>
        </p:txBody>
      </p:sp>
      <p:sp>
        <p:nvSpPr>
          <p:cNvPr id="5" name="Text Placeholder 4">
            <a:extLst>
              <a:ext uri="{FF2B5EF4-FFF2-40B4-BE49-F238E27FC236}">
                <a16:creationId xmlns:a16="http://schemas.microsoft.com/office/drawing/2014/main" id="{1AAAD726-E796-4BC6-8761-ABBF6DC8BE36}"/>
              </a:ext>
            </a:extLst>
          </p:cNvPr>
          <p:cNvSpPr>
            <a:spLocks noGrp="1"/>
          </p:cNvSpPr>
          <p:nvPr>
            <p:ph type="body" sz="quarter" idx="14"/>
          </p:nvPr>
        </p:nvSpPr>
        <p:spPr/>
        <p:txBody>
          <a:bodyPr/>
          <a:lstStyle/>
          <a:p>
            <a:r>
              <a:rPr lang="en-US" sz="2000" dirty="0"/>
              <a:t>Excuses  </a:t>
            </a:r>
            <a:r>
              <a:rPr lang="en-US" sz="2000" dirty="0">
                <a:latin typeface="Gotham Rounded Medium" panose="02000000000000000000" pitchFamily="50" charset="0"/>
              </a:rPr>
              <a:t>|  </a:t>
            </a:r>
            <a:r>
              <a:rPr lang="en-US" sz="2000" dirty="0"/>
              <a:t>excuses  </a:t>
            </a:r>
            <a:r>
              <a:rPr lang="en-US" sz="2000" dirty="0">
                <a:latin typeface="Gotham Rounded Medium" panose="02000000000000000000" pitchFamily="50" charset="0"/>
              </a:rPr>
              <a:t>|  </a:t>
            </a:r>
            <a:r>
              <a:rPr lang="en-US" sz="2000" dirty="0"/>
              <a:t>excuses</a:t>
            </a:r>
          </a:p>
        </p:txBody>
      </p:sp>
      <p:sp>
        <p:nvSpPr>
          <p:cNvPr id="8" name="TextBox 7">
            <a:extLst>
              <a:ext uri="{FF2B5EF4-FFF2-40B4-BE49-F238E27FC236}">
                <a16:creationId xmlns:a16="http://schemas.microsoft.com/office/drawing/2014/main" id="{E8C32E03-5209-4119-986D-2DF3D33FC110}"/>
              </a:ext>
            </a:extLst>
          </p:cNvPr>
          <p:cNvSpPr txBox="1"/>
          <p:nvPr/>
        </p:nvSpPr>
        <p:spPr>
          <a:xfrm>
            <a:off x="7263484" y="4953502"/>
            <a:ext cx="4545027" cy="584775"/>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E5000"/>
                </a:solidFill>
                <a:effectLst/>
                <a:uLnTx/>
                <a:uFillTx/>
                <a:latin typeface="Gotham Rounded Medium"/>
                <a:ea typeface="+mn-ea"/>
                <a:cs typeface="+mn-cs"/>
              </a:rPr>
              <a:t>ZERO TOLERANCE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FE5000"/>
                </a:solidFill>
                <a:effectLst/>
                <a:uLnTx/>
                <a:uFillTx/>
                <a:latin typeface="Gotham Rounded Medium"/>
                <a:ea typeface="+mn-ea"/>
                <a:cs typeface="+mn-cs"/>
              </a:rPr>
              <a:t>Everybody goes home safely everyday!</a:t>
            </a:r>
          </a:p>
        </p:txBody>
      </p:sp>
    </p:spTree>
    <p:extLst>
      <p:ext uri="{BB962C8B-B14F-4D97-AF65-F5344CB8AC3E}">
        <p14:creationId xmlns:p14="http://schemas.microsoft.com/office/powerpoint/2010/main" val="369758817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F1433-399F-460C-A6D0-55E4A2909E54}"/>
              </a:ext>
            </a:extLst>
          </p:cNvPr>
          <p:cNvSpPr>
            <a:spLocks noGrp="1"/>
          </p:cNvSpPr>
          <p:nvPr>
            <p:ph type="title"/>
          </p:nvPr>
        </p:nvSpPr>
        <p:spPr>
          <a:xfrm>
            <a:off x="4185848" y="513868"/>
            <a:ext cx="3820303" cy="338328"/>
          </a:xfrm>
        </p:spPr>
        <p:txBody>
          <a:bodyPr/>
          <a:lstStyle/>
          <a:p>
            <a:pPr algn="l"/>
            <a:r>
              <a:rPr lang="en-US" dirty="0"/>
              <a:t>Take the Pledge </a:t>
            </a:r>
            <a:br>
              <a:rPr lang="en-US" sz="3600" dirty="0"/>
            </a:br>
            <a:endParaRPr lang="en-US" sz="3600" dirty="0"/>
          </a:p>
        </p:txBody>
      </p:sp>
      <p:sp>
        <p:nvSpPr>
          <p:cNvPr id="3" name="Text Placeholder 2">
            <a:extLst>
              <a:ext uri="{FF2B5EF4-FFF2-40B4-BE49-F238E27FC236}">
                <a16:creationId xmlns:a16="http://schemas.microsoft.com/office/drawing/2014/main" id="{A5E2C85B-77DD-4F2C-B36F-AF89117E746E}"/>
              </a:ext>
            </a:extLst>
          </p:cNvPr>
          <p:cNvSpPr>
            <a:spLocks noGrp="1"/>
          </p:cNvSpPr>
          <p:nvPr>
            <p:ph type="body" sz="quarter" idx="13"/>
          </p:nvPr>
        </p:nvSpPr>
        <p:spPr>
          <a:xfrm>
            <a:off x="940917" y="777416"/>
            <a:ext cx="9004300" cy="338328"/>
          </a:xfrm>
        </p:spPr>
        <p:txBody>
          <a:bodyPr>
            <a:noAutofit/>
          </a:bodyPr>
          <a:lstStyle/>
          <a:p>
            <a:r>
              <a:rPr lang="en-US" sz="2000" dirty="0"/>
              <a:t>#Just drive – end distracted driving</a:t>
            </a:r>
          </a:p>
        </p:txBody>
      </p:sp>
      <p:sp>
        <p:nvSpPr>
          <p:cNvPr id="8" name="Content Placeholder 7">
            <a:extLst>
              <a:ext uri="{FF2B5EF4-FFF2-40B4-BE49-F238E27FC236}">
                <a16:creationId xmlns:a16="http://schemas.microsoft.com/office/drawing/2014/main" id="{84D83661-C30E-402D-A76B-FE625091D181}"/>
              </a:ext>
            </a:extLst>
          </p:cNvPr>
          <p:cNvSpPr>
            <a:spLocks noGrp="1"/>
          </p:cNvSpPr>
          <p:nvPr>
            <p:ph sz="quarter" idx="14"/>
          </p:nvPr>
        </p:nvSpPr>
        <p:spPr>
          <a:xfrm>
            <a:off x="390959" y="1172414"/>
            <a:ext cx="10996383" cy="3761232"/>
          </a:xfrm>
        </p:spPr>
        <p:txBody>
          <a:bodyPr>
            <a:normAutofit fontScale="92500"/>
          </a:bodyPr>
          <a:lstStyle/>
          <a:p>
            <a:pPr marL="841248" indent="-342900">
              <a:lnSpc>
                <a:spcPct val="150000"/>
              </a:lnSpc>
            </a:pPr>
            <a:r>
              <a:rPr lang="en-US" sz="2000" dirty="0"/>
              <a:t>Use the ‘Do Not Disturb’ function on your cell phone while driving</a:t>
            </a:r>
          </a:p>
          <a:p>
            <a:pPr marL="841248" indent="-342900">
              <a:lnSpc>
                <a:spcPct val="150000"/>
              </a:lnSpc>
            </a:pPr>
            <a:r>
              <a:rPr lang="en-US" sz="2000" dirty="0"/>
              <a:t>Be flexible in allowing your team to attend calls from home rather than taking them on the road</a:t>
            </a:r>
          </a:p>
          <a:p>
            <a:pPr marL="841248" indent="-342900">
              <a:lnSpc>
                <a:spcPct val="150000"/>
              </a:lnSpc>
            </a:pPr>
            <a:r>
              <a:rPr lang="en-US" sz="2000" dirty="0"/>
              <a:t>Be a good passenger and speak out if the driver in car is distracted</a:t>
            </a:r>
          </a:p>
          <a:p>
            <a:pPr marL="841248" indent="-342900">
              <a:lnSpc>
                <a:spcPct val="150000"/>
              </a:lnSpc>
            </a:pPr>
            <a:r>
              <a:rPr lang="en-US" sz="2000" dirty="0"/>
              <a:t>If you notice a co-worker driving while on a call, tell them to hang up and call later</a:t>
            </a:r>
          </a:p>
          <a:p>
            <a:pPr marL="841248" indent="-342900">
              <a:lnSpc>
                <a:spcPct val="150000"/>
              </a:lnSpc>
            </a:pPr>
            <a:r>
              <a:rPr lang="en-US" sz="2000" dirty="0"/>
              <a:t>Get involved by being the best messenger to your co-workers, family, and friends</a:t>
            </a:r>
          </a:p>
        </p:txBody>
      </p:sp>
      <p:sp>
        <p:nvSpPr>
          <p:cNvPr id="9" name="TextBox 8">
            <a:extLst>
              <a:ext uri="{FF2B5EF4-FFF2-40B4-BE49-F238E27FC236}">
                <a16:creationId xmlns:a16="http://schemas.microsoft.com/office/drawing/2014/main" id="{32FA2647-19C0-49B0-80E3-1C818B3D954E}"/>
              </a:ext>
            </a:extLst>
          </p:cNvPr>
          <p:cNvSpPr txBox="1"/>
          <p:nvPr/>
        </p:nvSpPr>
        <p:spPr>
          <a:xfrm>
            <a:off x="6766946" y="5651748"/>
            <a:ext cx="146354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90936"/>
                </a:solidFill>
                <a:effectLst/>
                <a:uLnTx/>
                <a:uFillTx/>
                <a:latin typeface="Gotham Rounded Medium"/>
                <a:ea typeface="+mn-ea"/>
                <a:cs typeface="+mn-cs"/>
                <a:hlinkClick r:id="rId3"/>
              </a:rPr>
              <a:t>DND - Apple</a:t>
            </a:r>
            <a:endParaRPr kumimoji="0" lang="en-US" sz="1800" b="0" i="0" u="none" strike="noStrike" kern="1200" cap="none" spc="0" normalizeH="0" baseline="0" noProof="0" dirty="0">
              <a:ln>
                <a:noFill/>
              </a:ln>
              <a:solidFill>
                <a:srgbClr val="090936"/>
              </a:solidFill>
              <a:effectLst/>
              <a:uLnTx/>
              <a:uFillTx/>
              <a:latin typeface="Gotham Rounded Medium"/>
              <a:ea typeface="+mn-ea"/>
              <a:cs typeface="+mn-cs"/>
            </a:endParaRPr>
          </a:p>
        </p:txBody>
      </p:sp>
      <p:sp>
        <p:nvSpPr>
          <p:cNvPr id="10" name="TextBox 9">
            <a:hlinkClick r:id="rId4"/>
            <a:extLst>
              <a:ext uri="{FF2B5EF4-FFF2-40B4-BE49-F238E27FC236}">
                <a16:creationId xmlns:a16="http://schemas.microsoft.com/office/drawing/2014/main" id="{F9C7FE75-A96F-49F8-8BD7-51AEA910C3DB}"/>
              </a:ext>
            </a:extLst>
          </p:cNvPr>
          <p:cNvSpPr txBox="1"/>
          <p:nvPr/>
        </p:nvSpPr>
        <p:spPr>
          <a:xfrm>
            <a:off x="9211700" y="5613374"/>
            <a:ext cx="227299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90936"/>
                </a:solidFill>
                <a:effectLst/>
                <a:uLnTx/>
                <a:uFillTx/>
                <a:latin typeface="Gotham Rounded Medium"/>
                <a:ea typeface="+mn-ea"/>
                <a:cs typeface="+mn-cs"/>
                <a:hlinkClick r:id="rId4"/>
              </a:rPr>
              <a:t>DND – Google Pixel</a:t>
            </a:r>
            <a:endParaRPr kumimoji="0" lang="en-US" sz="1800" b="0" i="0" u="none" strike="noStrike" kern="1200" cap="none" spc="0" normalizeH="0" baseline="0" noProof="0" dirty="0">
              <a:ln>
                <a:noFill/>
              </a:ln>
              <a:solidFill>
                <a:srgbClr val="090936"/>
              </a:solidFill>
              <a:effectLst/>
              <a:uLnTx/>
              <a:uFillTx/>
              <a:latin typeface="Gotham Rounded Medium"/>
              <a:ea typeface="+mn-ea"/>
              <a:cs typeface="+mn-cs"/>
            </a:endParaRPr>
          </a:p>
        </p:txBody>
      </p:sp>
      <p:sp>
        <p:nvSpPr>
          <p:cNvPr id="12" name="Text Placeholder 2">
            <a:extLst>
              <a:ext uri="{FF2B5EF4-FFF2-40B4-BE49-F238E27FC236}">
                <a16:creationId xmlns:a16="http://schemas.microsoft.com/office/drawing/2014/main" id="{ACC43B7E-0FEC-4ACA-B038-5E9948792FED}"/>
              </a:ext>
            </a:extLst>
          </p:cNvPr>
          <p:cNvSpPr txBox="1">
            <a:spLocks/>
          </p:cNvSpPr>
          <p:nvPr/>
        </p:nvSpPr>
        <p:spPr>
          <a:xfrm>
            <a:off x="6098769" y="4537970"/>
            <a:ext cx="5604920" cy="604141"/>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0"/>
              </a:spcBef>
              <a:spcAft>
                <a:spcPts val="300"/>
              </a:spcAft>
              <a:buClr>
                <a:schemeClr val="accent1"/>
              </a:buClr>
              <a:buFontTx/>
              <a:buNone/>
              <a:defRPr sz="1400" b="1" i="0" kern="1200" cap="all" baseline="0">
                <a:solidFill>
                  <a:schemeClr val="accent1"/>
                </a:solidFill>
                <a:latin typeface="Gotham Rounded" charset="0"/>
                <a:ea typeface="Gotham Rounded" charset="0"/>
                <a:cs typeface="Gotham Rounded" charset="0"/>
              </a:defRPr>
            </a:lvl1pPr>
            <a:lvl2pPr marL="155448" indent="0" algn="l" defTabSz="914400" rtl="0" eaLnBrk="1" latinLnBrk="0" hangingPunct="1">
              <a:lnSpc>
                <a:spcPct val="90000"/>
              </a:lnSpc>
              <a:spcBef>
                <a:spcPts val="0"/>
              </a:spcBef>
              <a:buClr>
                <a:schemeClr val="accent1"/>
              </a:buClr>
              <a:buFontTx/>
              <a:buNone/>
              <a:defRPr sz="1800" b="0" i="0" kern="1200">
                <a:solidFill>
                  <a:schemeClr val="tx1"/>
                </a:solidFill>
                <a:latin typeface="Gotham Rounded Book" charset="0"/>
                <a:ea typeface="Gotham Rounded Book" charset="0"/>
                <a:cs typeface="Gotham Rounded Book" charset="0"/>
              </a:defRPr>
            </a:lvl2pPr>
            <a:lvl3pPr marL="155448" indent="-155448" algn="l" defTabSz="914400" rtl="0" eaLnBrk="1" latinLnBrk="0" hangingPunct="1">
              <a:lnSpc>
                <a:spcPct val="90000"/>
              </a:lnSpc>
              <a:spcBef>
                <a:spcPts val="1100"/>
              </a:spcBef>
              <a:spcAft>
                <a:spcPts val="300"/>
              </a:spcAft>
              <a:buClr>
                <a:schemeClr val="accent1"/>
              </a:buClr>
              <a:buSzPct val="91000"/>
              <a:buFont typeface="Arial" charset="0"/>
              <a:buChar char="•"/>
              <a:defRPr lang="en-US" sz="1600" b="0" i="0" kern="1200" dirty="0">
                <a:solidFill>
                  <a:schemeClr val="tx1"/>
                </a:solidFill>
                <a:latin typeface="Gotham Rounded Book" charset="0"/>
                <a:ea typeface="Gotham Rounded Book" charset="0"/>
                <a:cs typeface="Gotham Rounded Book" charset="0"/>
              </a:defRPr>
            </a:lvl3pPr>
            <a:lvl4pPr marL="155448" indent="0" algn="l" defTabSz="914400" rtl="0" eaLnBrk="1" latinLnBrk="0" hangingPunct="1">
              <a:lnSpc>
                <a:spcPct val="90000"/>
              </a:lnSpc>
              <a:spcBef>
                <a:spcPts val="0"/>
              </a:spcBef>
              <a:buClr>
                <a:schemeClr val="accent1"/>
              </a:buClr>
              <a:buFontTx/>
              <a:buNone/>
              <a:defRPr sz="1400" b="0" i="0" kern="1200">
                <a:solidFill>
                  <a:schemeClr val="tx1"/>
                </a:solidFill>
                <a:latin typeface="Gotham Rounded Book" charset="0"/>
                <a:ea typeface="Gotham Rounded Book" charset="0"/>
                <a:cs typeface="Gotham Rounded Book" charset="0"/>
              </a:defRPr>
            </a:lvl4pPr>
            <a:lvl5pPr marL="155448" indent="-155448" algn="l" defTabSz="914400" rtl="0" eaLnBrk="1" latinLnBrk="0" hangingPunct="1">
              <a:lnSpc>
                <a:spcPct val="99000"/>
              </a:lnSpc>
              <a:spcBef>
                <a:spcPts val="900"/>
              </a:spcBef>
              <a:buClr>
                <a:schemeClr val="accent5"/>
              </a:buClr>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a:lstStyle>
          <a:p>
            <a:pPr marL="0" marR="0" lvl="0" indent="0" algn="l" defTabSz="914400" rtl="0" eaLnBrk="1" fontAlgn="auto" latinLnBrk="0" hangingPunct="1">
              <a:lnSpc>
                <a:spcPct val="90000"/>
              </a:lnSpc>
              <a:spcBef>
                <a:spcPts val="0"/>
              </a:spcBef>
              <a:spcAft>
                <a:spcPts val="300"/>
              </a:spcAft>
              <a:buClr>
                <a:srgbClr val="FE5000"/>
              </a:buClr>
              <a:buSzTx/>
              <a:buFontTx/>
              <a:buNone/>
              <a:tabLst/>
              <a:defRPr/>
            </a:pPr>
            <a:r>
              <a:rPr kumimoji="0" lang="en-US" sz="2000" b="1" i="0" u="none" strike="noStrike" kern="1200" cap="all" spc="0" normalizeH="0" baseline="0" noProof="0" dirty="0">
                <a:ln>
                  <a:noFill/>
                </a:ln>
                <a:solidFill>
                  <a:srgbClr val="FE5000"/>
                </a:solidFill>
                <a:effectLst/>
                <a:uLnTx/>
                <a:uFillTx/>
                <a:latin typeface="Gotham Rounded" charset="0"/>
              </a:rPr>
              <a:t>How to add ‘do not disturb’ to your phone</a:t>
            </a:r>
          </a:p>
        </p:txBody>
      </p:sp>
      <p:pic>
        <p:nvPicPr>
          <p:cNvPr id="1028" name="Picture 4" descr="Image result for apple logo">
            <a:extLst>
              <a:ext uri="{FF2B5EF4-FFF2-40B4-BE49-F238E27FC236}">
                <a16:creationId xmlns:a16="http://schemas.microsoft.com/office/drawing/2014/main" id="{1EEA8E6B-C2B2-488A-84C4-B016881E0D4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66918" y="5453848"/>
            <a:ext cx="508560" cy="60556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just drive">
            <a:extLst>
              <a:ext uri="{FF2B5EF4-FFF2-40B4-BE49-F238E27FC236}">
                <a16:creationId xmlns:a16="http://schemas.microsoft.com/office/drawing/2014/main" id="{6F24F5D4-AA25-405C-B656-1421204F7FAA}"/>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7305" y="4119299"/>
            <a:ext cx="4762093" cy="238104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mage result for GOOGLE PIXEL ICON">
            <a:extLst>
              <a:ext uri="{FF2B5EF4-FFF2-40B4-BE49-F238E27FC236}">
                <a16:creationId xmlns:a16="http://schemas.microsoft.com/office/drawing/2014/main" id="{348A69A2-F595-4D56-9A54-CC4DD776FF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75304" y="5495184"/>
            <a:ext cx="684555" cy="684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252132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Driver Fatigue and Journey management</a:t>
            </a:r>
          </a:p>
        </p:txBody>
      </p:sp>
    </p:spTree>
    <p:extLst>
      <p:ext uri="{BB962C8B-B14F-4D97-AF65-F5344CB8AC3E}">
        <p14:creationId xmlns:p14="http://schemas.microsoft.com/office/powerpoint/2010/main" val="70542436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E7C5EC-ABD4-4DC7-A92E-B5FDCD69E21E}"/>
              </a:ext>
            </a:extLst>
          </p:cNvPr>
          <p:cNvSpPr txBox="1"/>
          <p:nvPr/>
        </p:nvSpPr>
        <p:spPr>
          <a:xfrm>
            <a:off x="752564" y="929979"/>
            <a:ext cx="4077655" cy="4462760"/>
          </a:xfrm>
          <a:prstGeom prst="rect">
            <a:avLst/>
          </a:prstGeom>
          <a:noFill/>
        </p:spPr>
        <p:txBody>
          <a:bodyPr wrap="non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E5000"/>
                </a:solidFill>
                <a:effectLst/>
                <a:uLnTx/>
                <a:uFillTx/>
                <a:latin typeface="Gotham Rounded Medium"/>
                <a:ea typeface="+mn-ea"/>
                <a:cs typeface="+mn-cs"/>
              </a:rPr>
              <a:t>Signs of driver fatigue:</a:t>
            </a:r>
          </a:p>
          <a:p>
            <a:pPr marL="285750" marR="0" lvl="0" indent="-28575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Frequent Yawning</a:t>
            </a:r>
          </a:p>
          <a:p>
            <a:pPr marL="285750" marR="0" lvl="0" indent="-28575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Nodding off</a:t>
            </a:r>
          </a:p>
          <a:p>
            <a:pPr marL="285750" marR="0" lvl="0" indent="-28575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Cant remember last few miles</a:t>
            </a:r>
          </a:p>
          <a:p>
            <a:pPr marL="285750" marR="0" lvl="0" indent="-28575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Missing turns</a:t>
            </a:r>
          </a:p>
          <a:p>
            <a:pPr marL="285750" marR="0" lvl="0" indent="-28575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Difficulty maintaining speed</a:t>
            </a:r>
          </a:p>
          <a:p>
            <a:pPr marL="285750" marR="0" lvl="0" indent="-28575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Drifting out of lane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63666A"/>
              </a:solidFill>
              <a:effectLst/>
              <a:uLnTx/>
              <a:uFillTx/>
              <a:latin typeface="Gotham Rounded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63666A"/>
              </a:solidFill>
              <a:effectLst/>
              <a:uLnTx/>
              <a:uFillTx/>
              <a:latin typeface="Gotham Rounded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63666A"/>
              </a:solidFill>
              <a:effectLst/>
              <a:uLnTx/>
              <a:uFillTx/>
              <a:latin typeface="Gotham Rounded Boo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63666A"/>
              </a:solidFill>
              <a:effectLst/>
              <a:uLnTx/>
              <a:uFillTx/>
              <a:latin typeface="Gotham Rounded Book"/>
              <a:ea typeface="+mn-ea"/>
              <a:cs typeface="+mn-cs"/>
            </a:endParaRPr>
          </a:p>
        </p:txBody>
      </p:sp>
      <p:pic>
        <p:nvPicPr>
          <p:cNvPr id="2052" name="Picture 4" descr="Image result for car crash horizontal graphic">
            <a:extLst>
              <a:ext uri="{FF2B5EF4-FFF2-40B4-BE49-F238E27FC236}">
                <a16:creationId xmlns:a16="http://schemas.microsoft.com/office/drawing/2014/main" id="{32A5036B-7934-425B-8A58-73567A6EA0A7}"/>
              </a:ext>
            </a:extLst>
          </p:cNvPr>
          <p:cNvPicPr>
            <a:picLocks noChangeAspect="1" noChangeArrowheads="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99344" y="3194241"/>
            <a:ext cx="3858632" cy="192931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257969" y="139999"/>
            <a:ext cx="3700007" cy="914400"/>
          </a:xfrm>
        </p:spPr>
        <p:txBody>
          <a:bodyPr/>
          <a:lstStyle/>
          <a:p>
            <a:pPr algn="l"/>
            <a:r>
              <a:rPr lang="en-US" dirty="0"/>
              <a:t>Driver Fatigue</a:t>
            </a:r>
          </a:p>
        </p:txBody>
      </p:sp>
      <p:sp>
        <p:nvSpPr>
          <p:cNvPr id="9" name="TextBox 8">
            <a:extLst>
              <a:ext uri="{FF2B5EF4-FFF2-40B4-BE49-F238E27FC236}">
                <a16:creationId xmlns:a16="http://schemas.microsoft.com/office/drawing/2014/main" id="{B55B0C12-55B2-45F4-B0A9-66CBE6C99F30}"/>
              </a:ext>
            </a:extLst>
          </p:cNvPr>
          <p:cNvSpPr txBox="1"/>
          <p:nvPr/>
        </p:nvSpPr>
        <p:spPr>
          <a:xfrm>
            <a:off x="1879600" y="1892300"/>
            <a:ext cx="288541" cy="553998"/>
          </a:xfrm>
          <a:prstGeom prst="rect">
            <a:avLst/>
          </a:prstGeom>
          <a:noFill/>
        </p:spPr>
        <p:txBody>
          <a:bodyPr wrap="non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p:txBody>
      </p:sp>
      <p:sp>
        <p:nvSpPr>
          <p:cNvPr id="6" name="TextBox 5">
            <a:extLst>
              <a:ext uri="{FF2B5EF4-FFF2-40B4-BE49-F238E27FC236}">
                <a16:creationId xmlns:a16="http://schemas.microsoft.com/office/drawing/2014/main" id="{E0B0A1A0-8C7F-41A4-BEBD-CB2665B09A08}"/>
              </a:ext>
            </a:extLst>
          </p:cNvPr>
          <p:cNvSpPr txBox="1"/>
          <p:nvPr/>
        </p:nvSpPr>
        <p:spPr>
          <a:xfrm flipH="1">
            <a:off x="6865176" y="1027439"/>
            <a:ext cx="5548640" cy="271612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E5000"/>
                </a:solidFill>
                <a:effectLst/>
                <a:uLnTx/>
                <a:uFillTx/>
                <a:latin typeface="Gotham Rounded Medium"/>
                <a:ea typeface="+mn-ea"/>
                <a:cs typeface="+mn-cs"/>
              </a:rPr>
              <a:t>Risk Factors:</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Driving on less than 7 hours of sleep</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Driving at night</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Changing time zones</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Sleep disorders</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Working multiple shifts/night shifts </a:t>
            </a:r>
          </a:p>
        </p:txBody>
      </p:sp>
      <p:pic>
        <p:nvPicPr>
          <p:cNvPr id="8" name="Picture 7" descr="A close up of a logo&#10;&#10;Description generated with very high confidence">
            <a:extLst>
              <a:ext uri="{FF2B5EF4-FFF2-40B4-BE49-F238E27FC236}">
                <a16:creationId xmlns:a16="http://schemas.microsoft.com/office/drawing/2014/main" id="{956959BF-F4D2-47BA-9858-B115D3F047BE}"/>
              </a:ext>
            </a:extLst>
          </p:cNvPr>
          <p:cNvPicPr>
            <a:picLocks noChangeAspect="1"/>
          </p:cNvPicPr>
          <p:nvPr/>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4058353" y="1254120"/>
            <a:ext cx="942975" cy="981075"/>
          </a:xfrm>
          <a:prstGeom prst="rect">
            <a:avLst/>
          </a:prstGeom>
        </p:spPr>
      </p:pic>
      <p:pic>
        <p:nvPicPr>
          <p:cNvPr id="11" name="Picture 10">
            <a:extLst>
              <a:ext uri="{FF2B5EF4-FFF2-40B4-BE49-F238E27FC236}">
                <a16:creationId xmlns:a16="http://schemas.microsoft.com/office/drawing/2014/main" id="{C0DD5406-7518-4557-9B5C-638784AFE197}"/>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10496461" y="2068727"/>
            <a:ext cx="942975" cy="981075"/>
          </a:xfrm>
          <a:prstGeom prst="rect">
            <a:avLst/>
          </a:prstGeom>
        </p:spPr>
      </p:pic>
      <p:grpSp>
        <p:nvGrpSpPr>
          <p:cNvPr id="10" name="Group 9">
            <a:extLst>
              <a:ext uri="{FF2B5EF4-FFF2-40B4-BE49-F238E27FC236}">
                <a16:creationId xmlns:a16="http://schemas.microsoft.com/office/drawing/2014/main" id="{7A1B2F50-3802-4A9F-B5F3-487F63F2A81D}"/>
              </a:ext>
            </a:extLst>
          </p:cNvPr>
          <p:cNvGrpSpPr/>
          <p:nvPr/>
        </p:nvGrpSpPr>
        <p:grpSpPr>
          <a:xfrm>
            <a:off x="2866" y="4814062"/>
            <a:ext cx="12210211" cy="1368245"/>
            <a:chOff x="-9106" y="4731261"/>
            <a:chExt cx="12210211" cy="1368245"/>
          </a:xfrm>
        </p:grpSpPr>
        <p:sp>
          <p:nvSpPr>
            <p:cNvPr id="12" name="Rectangle 11">
              <a:extLst>
                <a:ext uri="{FF2B5EF4-FFF2-40B4-BE49-F238E27FC236}">
                  <a16:creationId xmlns:a16="http://schemas.microsoft.com/office/drawing/2014/main" id="{DEE405B6-6526-4172-A223-DFE7ECA0655E}"/>
                </a:ext>
              </a:extLst>
            </p:cNvPr>
            <p:cNvSpPr/>
            <p:nvPr/>
          </p:nvSpPr>
          <p:spPr>
            <a:xfrm>
              <a:off x="-9106" y="4731261"/>
              <a:ext cx="12210211" cy="1368245"/>
            </a:xfrm>
            <a:prstGeom prst="rect">
              <a:avLst/>
            </a:prstGeom>
            <a:solidFill>
              <a:srgbClr val="000000"/>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otham Rounded Book"/>
                <a:ea typeface="Arial" charset="0"/>
                <a:cs typeface="+mn-cs"/>
              </a:endParaRPr>
            </a:p>
          </p:txBody>
        </p:sp>
        <p:cxnSp>
          <p:nvCxnSpPr>
            <p:cNvPr id="13" name="Straight Connector 12">
              <a:extLst>
                <a:ext uri="{FF2B5EF4-FFF2-40B4-BE49-F238E27FC236}">
                  <a16:creationId xmlns:a16="http://schemas.microsoft.com/office/drawing/2014/main" id="{4182A083-7ABD-4037-A685-CABAF6C5CD80}"/>
                </a:ext>
              </a:extLst>
            </p:cNvPr>
            <p:cNvCxnSpPr>
              <a:cxnSpLocks/>
              <a:endCxn id="12" idx="3"/>
            </p:cNvCxnSpPr>
            <p:nvPr/>
          </p:nvCxnSpPr>
          <p:spPr>
            <a:xfrm>
              <a:off x="-9106" y="5401034"/>
              <a:ext cx="12210211" cy="14350"/>
            </a:xfrm>
            <a:prstGeom prst="line">
              <a:avLst/>
            </a:prstGeom>
            <a:ln w="76200">
              <a:solidFill>
                <a:srgbClr val="FFFF00"/>
              </a:solidFill>
              <a:prstDash val="lgDash"/>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6ECEB5F2-3333-48B6-BC25-65BD887DBE3D}"/>
              </a:ext>
            </a:extLst>
          </p:cNvPr>
          <p:cNvSpPr txBox="1"/>
          <p:nvPr/>
        </p:nvSpPr>
        <p:spPr>
          <a:xfrm>
            <a:off x="985880" y="4778596"/>
            <a:ext cx="11758592" cy="1215526"/>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Gotham Rounded Book"/>
                <a:ea typeface="+mn-ea"/>
                <a:cs typeface="+mn-cs"/>
                <a:sym typeface="Symbol" panose="05050102010706020507" pitchFamily="18" charset="2"/>
              </a:rPr>
              <a:t> </a:t>
            </a:r>
            <a:r>
              <a:rPr kumimoji="0" lang="en-US" sz="2800" b="0" i="0" u="none" strike="noStrike" kern="1200" cap="none" spc="0" normalizeH="0" baseline="0" noProof="0" dirty="0">
                <a:ln>
                  <a:noFill/>
                </a:ln>
                <a:solidFill>
                  <a:srgbClr val="FFFFFF"/>
                </a:solidFill>
                <a:effectLst/>
                <a:uLnTx/>
                <a:uFillTx/>
                <a:latin typeface="Gotham Rounded Book"/>
                <a:ea typeface="+mn-ea"/>
                <a:cs typeface="+mn-cs"/>
              </a:rPr>
              <a:t>21% of all fatal crashes may involve a tired driver</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Gotham Rounded Book"/>
                <a:ea typeface="+mn-ea"/>
                <a:cs typeface="+mn-cs"/>
                <a:sym typeface="Symbol" panose="05050102010706020507" pitchFamily="18" charset="2"/>
              </a:rPr>
              <a:t> </a:t>
            </a:r>
            <a:r>
              <a:rPr kumimoji="0" lang="en-US" sz="2800" b="0" i="0" u="none" strike="noStrike" kern="1200" cap="none" spc="0" normalizeH="0" baseline="0" noProof="0" dirty="0">
                <a:ln>
                  <a:noFill/>
                </a:ln>
                <a:solidFill>
                  <a:srgbClr val="FFFFFF"/>
                </a:solidFill>
                <a:effectLst/>
                <a:uLnTx/>
                <a:uFillTx/>
                <a:latin typeface="Gotham Rounded Book"/>
                <a:ea typeface="+mn-ea"/>
                <a:cs typeface="+mn-cs"/>
              </a:rPr>
              <a:t>You are 3x more likely to be in a car crash if you are tired</a:t>
            </a:r>
          </a:p>
        </p:txBody>
      </p:sp>
    </p:spTree>
    <p:extLst>
      <p:ext uri="{BB962C8B-B14F-4D97-AF65-F5344CB8AC3E}">
        <p14:creationId xmlns:p14="http://schemas.microsoft.com/office/powerpoint/2010/main" val="1223447272"/>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 y="343019"/>
            <a:ext cx="10607040" cy="914400"/>
          </a:xfrm>
        </p:spPr>
        <p:txBody>
          <a:bodyPr/>
          <a:lstStyle/>
          <a:p>
            <a:r>
              <a:rPr lang="en-US" dirty="0"/>
              <a:t>Driver Fatigue Management</a:t>
            </a:r>
            <a:br>
              <a:rPr lang="en-US" dirty="0"/>
            </a:br>
            <a:r>
              <a:rPr lang="en-US" dirty="0"/>
              <a:t>What can you do?</a:t>
            </a:r>
          </a:p>
        </p:txBody>
      </p:sp>
      <p:sp>
        <p:nvSpPr>
          <p:cNvPr id="9" name="TextBox 8">
            <a:extLst>
              <a:ext uri="{FF2B5EF4-FFF2-40B4-BE49-F238E27FC236}">
                <a16:creationId xmlns:a16="http://schemas.microsoft.com/office/drawing/2014/main" id="{B55B0C12-55B2-45F4-B0A9-66CBE6C99F30}"/>
              </a:ext>
            </a:extLst>
          </p:cNvPr>
          <p:cNvSpPr txBox="1"/>
          <p:nvPr/>
        </p:nvSpPr>
        <p:spPr>
          <a:xfrm>
            <a:off x="1879600" y="1892300"/>
            <a:ext cx="288541" cy="553998"/>
          </a:xfrm>
          <a:prstGeom prst="rect">
            <a:avLst/>
          </a:prstGeom>
          <a:noFill/>
        </p:spPr>
        <p:txBody>
          <a:bodyPr wrap="non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p:txBody>
      </p:sp>
      <p:sp>
        <p:nvSpPr>
          <p:cNvPr id="8" name="TextBox 7">
            <a:extLst>
              <a:ext uri="{FF2B5EF4-FFF2-40B4-BE49-F238E27FC236}">
                <a16:creationId xmlns:a16="http://schemas.microsoft.com/office/drawing/2014/main" id="{819C6EF9-627B-4FE9-957E-9F356DE72AC7}"/>
              </a:ext>
            </a:extLst>
          </p:cNvPr>
          <p:cNvSpPr txBox="1"/>
          <p:nvPr/>
        </p:nvSpPr>
        <p:spPr>
          <a:xfrm>
            <a:off x="5495495" y="1625798"/>
            <a:ext cx="6253662" cy="4431983"/>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r>
              <a:rPr kumimoji="0" lang="en-US" b="0" i="0" u="none" strike="noStrike" kern="1200" cap="none" spc="0" normalizeH="0" baseline="0" noProof="0" dirty="0">
                <a:ln>
                  <a:noFill/>
                </a:ln>
                <a:solidFill>
                  <a:srgbClr val="63666A"/>
                </a:solidFill>
                <a:effectLst/>
                <a:uLnTx/>
                <a:uFillTx/>
                <a:latin typeface="Gotham Rounded Book"/>
                <a:ea typeface="+mn-ea"/>
                <a:cs typeface="+mn-cs"/>
              </a:rPr>
              <a:t>For personnel working extended shifts consider proving transportation</a:t>
            </a:r>
          </a:p>
          <a:p>
            <a:pPr marL="285750" marR="0" lvl="0" indent="-28575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endParaRPr kumimoji="0" lang="en-US" b="0" i="0" u="none" strike="noStrike" kern="1200" cap="none" spc="0" normalizeH="0" baseline="0" noProof="0" dirty="0">
              <a:ln>
                <a:noFill/>
              </a:ln>
              <a:solidFill>
                <a:srgbClr val="63666A"/>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r>
              <a:rPr kumimoji="0" lang="en-US" b="0" i="0" u="none" strike="noStrike" kern="1200" cap="none" spc="0" normalizeH="0" baseline="0" noProof="0" dirty="0">
                <a:ln>
                  <a:noFill/>
                </a:ln>
                <a:solidFill>
                  <a:srgbClr val="63666A"/>
                </a:solidFill>
                <a:effectLst/>
                <a:uLnTx/>
                <a:uFillTx/>
                <a:latin typeface="Gotham Rounded Book"/>
                <a:ea typeface="+mn-ea"/>
                <a:cs typeface="+mn-cs"/>
              </a:rPr>
              <a:t>Try Carpooling between accommodations and site – passengers reduce risk of nodding off</a:t>
            </a:r>
          </a:p>
          <a:p>
            <a:pPr marL="285750" marR="0" lvl="0" indent="-28575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endParaRPr kumimoji="0" lang="en-US" b="0" i="0" u="none" strike="noStrike" kern="1200" cap="none" spc="0" normalizeH="0" baseline="0" noProof="0" dirty="0">
              <a:ln>
                <a:noFill/>
              </a:ln>
              <a:solidFill>
                <a:srgbClr val="63666A"/>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endParaRPr lang="en-US" dirty="0">
              <a:solidFill>
                <a:srgbClr val="63666A"/>
              </a:solidFill>
              <a:latin typeface="Gotham Rounded Book"/>
            </a:endParaRPr>
          </a:p>
          <a:p>
            <a:pPr marL="285750" marR="0" lvl="0" indent="-28575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endParaRPr kumimoji="0" lang="en-US" b="0" i="0" u="none" strike="noStrike" kern="1200" cap="none" spc="0" normalizeH="0" baseline="0" noProof="0" dirty="0">
              <a:ln>
                <a:noFill/>
              </a:ln>
              <a:solidFill>
                <a:srgbClr val="63666A"/>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endParaRPr lang="en-US" dirty="0">
              <a:solidFill>
                <a:srgbClr val="63666A"/>
              </a:solidFill>
              <a:latin typeface="Gotham Rounded Book"/>
            </a:endParaRPr>
          </a:p>
          <a:p>
            <a:pPr marL="285750" marR="0" lvl="0" indent="-28575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endParaRPr kumimoji="0" lang="en-US" b="0" i="0" u="none" strike="noStrike" kern="1200" cap="none" spc="0" normalizeH="0" baseline="0" noProof="0" dirty="0">
              <a:ln>
                <a:noFill/>
              </a:ln>
              <a:solidFill>
                <a:srgbClr val="63666A"/>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r>
              <a:rPr kumimoji="0" lang="en-US" b="0" i="0" u="none" strike="noStrike" kern="1200" cap="none" spc="0" normalizeH="0" baseline="0" noProof="0" dirty="0">
                <a:ln>
                  <a:noFill/>
                </a:ln>
                <a:solidFill>
                  <a:srgbClr val="63666A"/>
                </a:solidFill>
                <a:effectLst/>
                <a:uLnTx/>
                <a:uFillTx/>
                <a:latin typeface="Gotham Rounded Book"/>
                <a:ea typeface="+mn-ea"/>
                <a:cs typeface="+mn-cs"/>
              </a:rPr>
              <a:t>Pay attention to personnel working night shift or changing shift rotations – increased risk</a:t>
            </a:r>
          </a:p>
          <a:p>
            <a:pPr marL="285750" marR="0" lvl="0" indent="-28575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endParaRPr kumimoji="0" lang="en-US" b="0" i="0" u="none" strike="noStrike" kern="1200" cap="none" spc="0" normalizeH="0" baseline="0" noProof="0" dirty="0">
              <a:ln>
                <a:noFill/>
              </a:ln>
              <a:solidFill>
                <a:srgbClr val="63666A"/>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r>
              <a:rPr lang="en-US" dirty="0">
                <a:solidFill>
                  <a:srgbClr val="63666A"/>
                </a:solidFill>
                <a:latin typeface="Gotham Rounded Book"/>
              </a:rPr>
              <a:t>Follow the working hours and travel hours limits provided in </a:t>
            </a:r>
            <a:r>
              <a:rPr lang="en-US" dirty="0" err="1">
                <a:solidFill>
                  <a:srgbClr val="63666A"/>
                </a:solidFill>
                <a:latin typeface="Gotham Rounded Book"/>
              </a:rPr>
              <a:t>FieldCore’s</a:t>
            </a:r>
            <a:r>
              <a:rPr lang="en-US" dirty="0">
                <a:solidFill>
                  <a:srgbClr val="63666A"/>
                </a:solidFill>
                <a:latin typeface="Gotham Rounded Book"/>
              </a:rPr>
              <a:t> Fatigue Management Procedure</a:t>
            </a:r>
            <a:endParaRPr kumimoji="0" lang="en-US" b="0" i="0" u="none" strike="noStrike" kern="1200" cap="none" spc="0" normalizeH="0" baseline="0" noProof="0" dirty="0">
              <a:ln>
                <a:noFill/>
              </a:ln>
              <a:solidFill>
                <a:srgbClr val="63666A"/>
              </a:solidFill>
              <a:effectLst/>
              <a:uLnTx/>
              <a:uFillTx/>
              <a:latin typeface="Gotham Rounded Book"/>
              <a:ea typeface="+mn-ea"/>
              <a:cs typeface="+mn-cs"/>
            </a:endParaRPr>
          </a:p>
        </p:txBody>
      </p:sp>
      <p:pic>
        <p:nvPicPr>
          <p:cNvPr id="2053" name="Picture 5" descr="Image result for car pooling icon">
            <a:extLst>
              <a:ext uri="{FF2B5EF4-FFF2-40B4-BE49-F238E27FC236}">
                <a16:creationId xmlns:a16="http://schemas.microsoft.com/office/drawing/2014/main" id="{D1FC84E1-E767-4524-A913-984866B182C3}"/>
              </a:ext>
            </a:extLst>
          </p:cNvPr>
          <p:cNvPicPr>
            <a:picLocks noChangeAspect="1" noChangeArrowheads="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6520913" y="2418337"/>
            <a:ext cx="3906816" cy="195340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person wearing a blue hat&#10;&#10;Description generated with very high confidence">
            <a:extLst>
              <a:ext uri="{FF2B5EF4-FFF2-40B4-BE49-F238E27FC236}">
                <a16:creationId xmlns:a16="http://schemas.microsoft.com/office/drawing/2014/main" id="{B5E105BD-5442-44D3-94C9-5EADE8D92B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843" y="1892300"/>
            <a:ext cx="4704124" cy="313085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3" name="TextBox 2">
            <a:extLst>
              <a:ext uri="{FF2B5EF4-FFF2-40B4-BE49-F238E27FC236}">
                <a16:creationId xmlns:a16="http://schemas.microsoft.com/office/drawing/2014/main" id="{090F8939-5D0B-4739-9BD3-1617176719A9}"/>
              </a:ext>
            </a:extLst>
          </p:cNvPr>
          <p:cNvSpPr txBox="1"/>
          <p:nvPr/>
        </p:nvSpPr>
        <p:spPr>
          <a:xfrm>
            <a:off x="850598" y="5527511"/>
            <a:ext cx="4296369" cy="276999"/>
          </a:xfrm>
          <a:prstGeom prst="rect">
            <a:avLst/>
          </a:prstGeom>
          <a:noFill/>
        </p:spPr>
        <p:txBody>
          <a:bodyPr wrap="none" lIns="0" tIns="0" rIns="0" bIns="0" rtlCol="0">
            <a:spAutoFit/>
          </a:bodyPr>
          <a:lstStyle/>
          <a:p>
            <a:r>
              <a:rPr lang="en-US" dirty="0">
                <a:solidFill>
                  <a:schemeClr val="accent2"/>
                </a:solidFill>
                <a:hlinkClick r:id="rId5"/>
              </a:rPr>
              <a:t>0810 Fatigue Management Procedure</a:t>
            </a:r>
            <a:endParaRPr lang="en-US" dirty="0">
              <a:solidFill>
                <a:schemeClr val="accent2"/>
              </a:solidFill>
            </a:endParaRPr>
          </a:p>
        </p:txBody>
      </p:sp>
    </p:spTree>
    <p:extLst>
      <p:ext uri="{BB962C8B-B14F-4D97-AF65-F5344CB8AC3E}">
        <p14:creationId xmlns:p14="http://schemas.microsoft.com/office/powerpoint/2010/main" val="160120223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4B05020C-A0F8-40E9-A6B3-0412BE3EC97B}"/>
              </a:ext>
            </a:extLst>
          </p:cNvPr>
          <p:cNvGraphicFramePr/>
          <p:nvPr>
            <p:extLst>
              <p:ext uri="{D42A27DB-BD31-4B8C-83A1-F6EECF244321}">
                <p14:modId xmlns:p14="http://schemas.microsoft.com/office/powerpoint/2010/main" val="2688052114"/>
              </p:ext>
            </p:extLst>
          </p:nvPr>
        </p:nvGraphicFramePr>
        <p:xfrm>
          <a:off x="2009320" y="152768"/>
          <a:ext cx="9828696" cy="6552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C22E73F6-6938-4954-9D48-30C225D74835}"/>
              </a:ext>
            </a:extLst>
          </p:cNvPr>
          <p:cNvSpPr txBox="1"/>
          <p:nvPr/>
        </p:nvSpPr>
        <p:spPr>
          <a:xfrm>
            <a:off x="4778155" y="5852660"/>
            <a:ext cx="4415248" cy="49244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90936"/>
                </a:solidFill>
                <a:effectLst/>
                <a:uLnTx/>
                <a:uFillTx/>
                <a:latin typeface="Gotham Rounded Book"/>
                <a:ea typeface="+mn-ea"/>
                <a:cs typeface="+mn-cs"/>
              </a:rPr>
              <a:t>Journey Management</a:t>
            </a:r>
          </a:p>
        </p:txBody>
      </p:sp>
      <p:pic>
        <p:nvPicPr>
          <p:cNvPr id="9" name="Picture 8">
            <a:extLst>
              <a:ext uri="{FF2B5EF4-FFF2-40B4-BE49-F238E27FC236}">
                <a16:creationId xmlns:a16="http://schemas.microsoft.com/office/drawing/2014/main" id="{69D847B9-C162-444C-AE52-D8E8B249825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210" y="5671737"/>
            <a:ext cx="2201753" cy="854290"/>
          </a:xfrm>
          <a:prstGeom prst="rect">
            <a:avLst/>
          </a:prstGeom>
        </p:spPr>
      </p:pic>
      <p:sp>
        <p:nvSpPr>
          <p:cNvPr id="12" name="TextBox 11">
            <a:extLst>
              <a:ext uri="{FF2B5EF4-FFF2-40B4-BE49-F238E27FC236}">
                <a16:creationId xmlns:a16="http://schemas.microsoft.com/office/drawing/2014/main" id="{F7F70BB0-7F5F-4FD8-9175-E0F05153AE8C}"/>
              </a:ext>
            </a:extLst>
          </p:cNvPr>
          <p:cNvSpPr txBox="1"/>
          <p:nvPr/>
        </p:nvSpPr>
        <p:spPr>
          <a:xfrm>
            <a:off x="-130321" y="2530148"/>
            <a:ext cx="2201752" cy="98488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90936"/>
                </a:solidFill>
                <a:effectLst/>
                <a:uLnTx/>
                <a:uFillTx/>
                <a:latin typeface="Gotham Rounded Book" pitchFamily="50" charset="0"/>
              </a:rPr>
              <a:t>Driver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90936"/>
                </a:solidFill>
                <a:effectLst/>
                <a:uLnTx/>
                <a:uFillTx/>
                <a:latin typeface="Gotham Rounded Book" pitchFamily="50" charset="0"/>
              </a:rPr>
              <a:t>Fatigue</a:t>
            </a:r>
          </a:p>
        </p:txBody>
      </p:sp>
    </p:spTree>
    <p:extLst>
      <p:ext uri="{BB962C8B-B14F-4D97-AF65-F5344CB8AC3E}">
        <p14:creationId xmlns:p14="http://schemas.microsoft.com/office/powerpoint/2010/main" val="3480865727"/>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Pedestrian &amp; Worker safety around vehicles</a:t>
            </a:r>
          </a:p>
        </p:txBody>
      </p:sp>
    </p:spTree>
    <p:extLst>
      <p:ext uri="{BB962C8B-B14F-4D97-AF65-F5344CB8AC3E}">
        <p14:creationId xmlns:p14="http://schemas.microsoft.com/office/powerpoint/2010/main" val="1957487080"/>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 y="77654"/>
            <a:ext cx="10607040" cy="914400"/>
          </a:xfrm>
        </p:spPr>
        <p:txBody>
          <a:bodyPr/>
          <a:lstStyle/>
          <a:p>
            <a:r>
              <a:rPr lang="en-US" dirty="0"/>
              <a:t>Safety Around Vehicles</a:t>
            </a:r>
          </a:p>
        </p:txBody>
      </p:sp>
      <p:sp>
        <p:nvSpPr>
          <p:cNvPr id="9" name="TextBox 8">
            <a:extLst>
              <a:ext uri="{FF2B5EF4-FFF2-40B4-BE49-F238E27FC236}">
                <a16:creationId xmlns:a16="http://schemas.microsoft.com/office/drawing/2014/main" id="{B55B0C12-55B2-45F4-B0A9-66CBE6C99F30}"/>
              </a:ext>
            </a:extLst>
          </p:cNvPr>
          <p:cNvSpPr txBox="1"/>
          <p:nvPr/>
        </p:nvSpPr>
        <p:spPr>
          <a:xfrm>
            <a:off x="1879600" y="1892300"/>
            <a:ext cx="288541" cy="553998"/>
          </a:xfrm>
          <a:prstGeom prst="rect">
            <a:avLst/>
          </a:prstGeom>
          <a:noFill/>
        </p:spPr>
        <p:txBody>
          <a:bodyPr wrap="non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p:txBody>
      </p:sp>
      <p:sp>
        <p:nvSpPr>
          <p:cNvPr id="4" name="TextBox 3">
            <a:extLst>
              <a:ext uri="{FF2B5EF4-FFF2-40B4-BE49-F238E27FC236}">
                <a16:creationId xmlns:a16="http://schemas.microsoft.com/office/drawing/2014/main" id="{8C619EA5-84E7-42D5-A8CF-DD42F02B131F}"/>
              </a:ext>
            </a:extLst>
          </p:cNvPr>
          <p:cNvSpPr txBox="1"/>
          <p:nvPr/>
        </p:nvSpPr>
        <p:spPr>
          <a:xfrm>
            <a:off x="665043" y="824701"/>
            <a:ext cx="10734477" cy="1792798"/>
          </a:xfrm>
          <a:prstGeom prst="rect">
            <a:avLst/>
          </a:prstGeom>
          <a:noFill/>
        </p:spPr>
        <p:txBody>
          <a:bodyPr wrap="non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accent1"/>
                </a:solidFill>
                <a:effectLst/>
                <a:uLnTx/>
                <a:uFillTx/>
                <a:latin typeface="Gotham Rounded Book"/>
                <a:ea typeface="+mn-ea"/>
                <a:cs typeface="+mn-cs"/>
              </a:rPr>
              <a:t>When working in areas where vehicles are parked or moving . .  .</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Wear reflective or brightly colored safety vest of jacket</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Set up cones around the work area</a:t>
            </a:r>
          </a:p>
          <a:p>
            <a:pPr marL="3429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If there is active vehicle movement, have someone on the crew act as an observer</a:t>
            </a:r>
          </a:p>
        </p:txBody>
      </p:sp>
      <p:pic>
        <p:nvPicPr>
          <p:cNvPr id="3" name="Picture 2">
            <a:extLst>
              <a:ext uri="{FF2B5EF4-FFF2-40B4-BE49-F238E27FC236}">
                <a16:creationId xmlns:a16="http://schemas.microsoft.com/office/drawing/2014/main" id="{A9BCF308-57DB-407D-9463-6DD869C6D29A}"/>
              </a:ext>
            </a:extLst>
          </p:cNvPr>
          <p:cNvPicPr>
            <a:picLocks noChangeAspect="1"/>
          </p:cNvPicPr>
          <p:nvPr/>
        </p:nvPicPr>
        <p:blipFill>
          <a:blip r:embed="rId3"/>
          <a:stretch>
            <a:fillRect/>
          </a:stretch>
        </p:blipFill>
        <p:spPr>
          <a:xfrm>
            <a:off x="1573379" y="2699959"/>
            <a:ext cx="2371725" cy="3181350"/>
          </a:xfrm>
          <a:prstGeom prst="rect">
            <a:avLst/>
          </a:prstGeom>
        </p:spPr>
      </p:pic>
      <p:pic>
        <p:nvPicPr>
          <p:cNvPr id="6" name="Picture 5">
            <a:extLst>
              <a:ext uri="{FF2B5EF4-FFF2-40B4-BE49-F238E27FC236}">
                <a16:creationId xmlns:a16="http://schemas.microsoft.com/office/drawing/2014/main" id="{FD21D2C9-445B-49FB-BA20-5C9E7913B1AC}"/>
              </a:ext>
            </a:extLst>
          </p:cNvPr>
          <p:cNvPicPr>
            <a:picLocks noChangeAspect="1"/>
          </p:cNvPicPr>
          <p:nvPr/>
        </p:nvPicPr>
        <p:blipFill>
          <a:blip r:embed="rId4"/>
          <a:stretch>
            <a:fillRect/>
          </a:stretch>
        </p:blipFill>
        <p:spPr>
          <a:xfrm>
            <a:off x="7544053" y="2757109"/>
            <a:ext cx="2400300" cy="3143250"/>
          </a:xfrm>
          <a:prstGeom prst="rect">
            <a:avLst/>
          </a:prstGeom>
        </p:spPr>
      </p:pic>
      <p:pic>
        <p:nvPicPr>
          <p:cNvPr id="7" name="Picture 6">
            <a:extLst>
              <a:ext uri="{FF2B5EF4-FFF2-40B4-BE49-F238E27FC236}">
                <a16:creationId xmlns:a16="http://schemas.microsoft.com/office/drawing/2014/main" id="{8E843908-E053-44F0-96EF-474B7FC3C2B8}"/>
              </a:ext>
            </a:extLst>
          </p:cNvPr>
          <p:cNvPicPr>
            <a:picLocks noChangeAspect="1"/>
          </p:cNvPicPr>
          <p:nvPr/>
        </p:nvPicPr>
        <p:blipFill>
          <a:blip r:embed="rId5"/>
          <a:stretch>
            <a:fillRect/>
          </a:stretch>
        </p:blipFill>
        <p:spPr>
          <a:xfrm>
            <a:off x="4596816" y="2699959"/>
            <a:ext cx="2295525" cy="3200400"/>
          </a:xfrm>
          <a:prstGeom prst="rect">
            <a:avLst/>
          </a:prstGeom>
        </p:spPr>
      </p:pic>
    </p:spTree>
    <p:extLst>
      <p:ext uri="{BB962C8B-B14F-4D97-AF65-F5344CB8AC3E}">
        <p14:creationId xmlns:p14="http://schemas.microsoft.com/office/powerpoint/2010/main" val="330920007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0446" y="33130"/>
            <a:ext cx="10607040" cy="914400"/>
          </a:xfrm>
        </p:spPr>
        <p:txBody>
          <a:bodyPr/>
          <a:lstStyle/>
          <a:p>
            <a:r>
              <a:rPr lang="en-US" dirty="0"/>
              <a:t>Safety Around Vehicles</a:t>
            </a:r>
          </a:p>
        </p:txBody>
      </p:sp>
      <p:sp>
        <p:nvSpPr>
          <p:cNvPr id="9" name="TextBox 8">
            <a:extLst>
              <a:ext uri="{FF2B5EF4-FFF2-40B4-BE49-F238E27FC236}">
                <a16:creationId xmlns:a16="http://schemas.microsoft.com/office/drawing/2014/main" id="{B55B0C12-55B2-45F4-B0A9-66CBE6C99F30}"/>
              </a:ext>
            </a:extLst>
          </p:cNvPr>
          <p:cNvSpPr txBox="1"/>
          <p:nvPr/>
        </p:nvSpPr>
        <p:spPr>
          <a:xfrm>
            <a:off x="1879600" y="1892300"/>
            <a:ext cx="288541" cy="553998"/>
          </a:xfrm>
          <a:prstGeom prst="rect">
            <a:avLst/>
          </a:prstGeom>
          <a:noFill/>
        </p:spPr>
        <p:txBody>
          <a:bodyPr wrap="non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p:txBody>
      </p:sp>
      <p:sp>
        <p:nvSpPr>
          <p:cNvPr id="5" name="TextBox 4">
            <a:extLst>
              <a:ext uri="{FF2B5EF4-FFF2-40B4-BE49-F238E27FC236}">
                <a16:creationId xmlns:a16="http://schemas.microsoft.com/office/drawing/2014/main" id="{9C8AF5D1-8EEB-4D31-A1F5-8B21B162F8F4}"/>
              </a:ext>
            </a:extLst>
          </p:cNvPr>
          <p:cNvSpPr txBox="1"/>
          <p:nvPr/>
        </p:nvSpPr>
        <p:spPr>
          <a:xfrm>
            <a:off x="580446" y="811235"/>
            <a:ext cx="8431032" cy="2716128"/>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E5000"/>
                </a:solidFill>
                <a:effectLst/>
                <a:uLnTx/>
                <a:uFillTx/>
                <a:latin typeface="Gotham Rounded Medium"/>
                <a:ea typeface="+mn-ea"/>
                <a:cs typeface="+mn-cs"/>
              </a:rPr>
              <a:t>Parking Areas:</a:t>
            </a:r>
          </a:p>
          <a:p>
            <a:pPr marL="285750" marR="0" lvl="0" indent="-28575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Look for conditions such as debris, mud, and ice</a:t>
            </a:r>
          </a:p>
          <a:p>
            <a:pPr marL="285750" marR="0" lvl="0" indent="-28575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In windy conditions, take care as vehicle doors can slam shut</a:t>
            </a:r>
          </a:p>
          <a:p>
            <a:pPr marL="285750" marR="0" lvl="0" indent="-28575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It’s recommended to back vehicles into spaces</a:t>
            </a:r>
          </a:p>
          <a:p>
            <a:pPr marL="285750" marR="0" lvl="0" indent="-28575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Check for work activity – If work activity is taking place, use a spotter when backing up</a:t>
            </a:r>
          </a:p>
        </p:txBody>
      </p:sp>
      <p:pic>
        <p:nvPicPr>
          <p:cNvPr id="6" name="Picture 5" descr="A windmill on the side of a road&#10;&#10;Description generated with high confidence">
            <a:extLst>
              <a:ext uri="{FF2B5EF4-FFF2-40B4-BE49-F238E27FC236}">
                <a16:creationId xmlns:a16="http://schemas.microsoft.com/office/drawing/2014/main" id="{D089FA37-69F9-4EAD-8A74-960AEA4A48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93155" y="408299"/>
            <a:ext cx="2838490" cy="551290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E5C856C3-A64D-45CF-A4A3-73D29EF58C3B}"/>
              </a:ext>
            </a:extLst>
          </p:cNvPr>
          <p:cNvPicPr>
            <a:picLocks noChangeAspect="1"/>
          </p:cNvPicPr>
          <p:nvPr/>
        </p:nvPicPr>
        <p:blipFill>
          <a:blip r:embed="rId4"/>
          <a:stretch>
            <a:fillRect/>
          </a:stretch>
        </p:blipFill>
        <p:spPr>
          <a:xfrm>
            <a:off x="4271499" y="3374503"/>
            <a:ext cx="3885322" cy="243359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8" name="Group 7">
            <a:extLst>
              <a:ext uri="{FF2B5EF4-FFF2-40B4-BE49-F238E27FC236}">
                <a16:creationId xmlns:a16="http://schemas.microsoft.com/office/drawing/2014/main" id="{32C126EB-D0F0-4AFB-B4AD-72BDA5A28892}"/>
              </a:ext>
            </a:extLst>
          </p:cNvPr>
          <p:cNvGrpSpPr/>
          <p:nvPr/>
        </p:nvGrpSpPr>
        <p:grpSpPr>
          <a:xfrm>
            <a:off x="316021" y="4130324"/>
            <a:ext cx="3407845" cy="921954"/>
            <a:chOff x="316021" y="4130324"/>
            <a:chExt cx="3407845" cy="921954"/>
          </a:xfrm>
        </p:grpSpPr>
        <p:sp>
          <p:nvSpPr>
            <p:cNvPr id="4" name="Arrow: Chevron 3">
              <a:extLst>
                <a:ext uri="{FF2B5EF4-FFF2-40B4-BE49-F238E27FC236}">
                  <a16:creationId xmlns:a16="http://schemas.microsoft.com/office/drawing/2014/main" id="{C6D5A7F3-96C0-4211-8612-4D59DEFEFA5A}"/>
                </a:ext>
              </a:extLst>
            </p:cNvPr>
            <p:cNvSpPr/>
            <p:nvPr/>
          </p:nvSpPr>
          <p:spPr>
            <a:xfrm>
              <a:off x="316021" y="4130324"/>
              <a:ext cx="921954" cy="921954"/>
            </a:xfrm>
            <a:prstGeom prst="chevron">
              <a:avLst/>
            </a:prstGeom>
            <a:solidFill>
              <a:schemeClr val="accent1"/>
            </a:solidFill>
          </p:spPr>
          <p:txBody>
            <a:bodyPr wrap="square" rtlCol="0" anchor="ctr">
              <a:noAutofit/>
            </a:bodyPr>
            <a:lstStyle/>
            <a:p>
              <a:pPr algn="ctr"/>
              <a:endParaRPr lang="en-US" dirty="0">
                <a:solidFill>
                  <a:schemeClr val="bg1"/>
                </a:solidFill>
                <a:ea typeface="Arial" charset="0"/>
              </a:endParaRPr>
            </a:p>
          </p:txBody>
        </p:sp>
        <p:sp>
          <p:nvSpPr>
            <p:cNvPr id="10" name="Arrow: Chevron 9">
              <a:extLst>
                <a:ext uri="{FF2B5EF4-FFF2-40B4-BE49-F238E27FC236}">
                  <a16:creationId xmlns:a16="http://schemas.microsoft.com/office/drawing/2014/main" id="{202BDBB4-1B46-4DEE-87C4-70430A3EF24D}"/>
                </a:ext>
              </a:extLst>
            </p:cNvPr>
            <p:cNvSpPr/>
            <p:nvPr/>
          </p:nvSpPr>
          <p:spPr>
            <a:xfrm>
              <a:off x="1143624" y="4130324"/>
              <a:ext cx="921954" cy="921954"/>
            </a:xfrm>
            <a:prstGeom prst="chevron">
              <a:avLst/>
            </a:prstGeom>
            <a:solidFill>
              <a:schemeClr val="accent2"/>
            </a:solidFill>
          </p:spPr>
          <p:txBody>
            <a:bodyPr wrap="square" rtlCol="0" anchor="ctr">
              <a:noAutofit/>
            </a:bodyPr>
            <a:lstStyle/>
            <a:p>
              <a:pPr algn="ctr"/>
              <a:endParaRPr lang="en-US" dirty="0">
                <a:solidFill>
                  <a:schemeClr val="bg1"/>
                </a:solidFill>
                <a:ea typeface="Arial" charset="0"/>
              </a:endParaRPr>
            </a:p>
          </p:txBody>
        </p:sp>
        <p:sp>
          <p:nvSpPr>
            <p:cNvPr id="11" name="Arrow: Chevron 10">
              <a:extLst>
                <a:ext uri="{FF2B5EF4-FFF2-40B4-BE49-F238E27FC236}">
                  <a16:creationId xmlns:a16="http://schemas.microsoft.com/office/drawing/2014/main" id="{2D22A55F-3538-4F02-9B8D-B387D3407A17}"/>
                </a:ext>
              </a:extLst>
            </p:cNvPr>
            <p:cNvSpPr/>
            <p:nvPr/>
          </p:nvSpPr>
          <p:spPr>
            <a:xfrm>
              <a:off x="1994432" y="4130324"/>
              <a:ext cx="921954" cy="921954"/>
            </a:xfrm>
            <a:prstGeom prst="chevron">
              <a:avLst/>
            </a:prstGeom>
            <a:solidFill>
              <a:schemeClr val="accent1"/>
            </a:solidFill>
          </p:spPr>
          <p:txBody>
            <a:bodyPr wrap="square" rtlCol="0" anchor="ctr">
              <a:noAutofit/>
            </a:bodyPr>
            <a:lstStyle/>
            <a:p>
              <a:pPr algn="ctr"/>
              <a:endParaRPr lang="en-US" dirty="0">
                <a:solidFill>
                  <a:schemeClr val="bg1"/>
                </a:solidFill>
                <a:ea typeface="Arial" charset="0"/>
              </a:endParaRPr>
            </a:p>
          </p:txBody>
        </p:sp>
        <p:sp>
          <p:nvSpPr>
            <p:cNvPr id="12" name="Arrow: Chevron 11">
              <a:extLst>
                <a:ext uri="{FF2B5EF4-FFF2-40B4-BE49-F238E27FC236}">
                  <a16:creationId xmlns:a16="http://schemas.microsoft.com/office/drawing/2014/main" id="{72939F79-920B-4DDD-B617-501A72F01EEB}"/>
                </a:ext>
              </a:extLst>
            </p:cNvPr>
            <p:cNvSpPr/>
            <p:nvPr/>
          </p:nvSpPr>
          <p:spPr>
            <a:xfrm>
              <a:off x="2801912" y="4130324"/>
              <a:ext cx="921954" cy="921954"/>
            </a:xfrm>
            <a:prstGeom prst="chevron">
              <a:avLst/>
            </a:prstGeom>
            <a:solidFill>
              <a:schemeClr val="accent2"/>
            </a:solidFill>
          </p:spPr>
          <p:txBody>
            <a:bodyPr wrap="square" rtlCol="0" anchor="ctr">
              <a:noAutofit/>
            </a:bodyPr>
            <a:lstStyle/>
            <a:p>
              <a:pPr algn="ctr"/>
              <a:endParaRPr lang="en-US" dirty="0">
                <a:solidFill>
                  <a:schemeClr val="bg1"/>
                </a:solidFill>
                <a:ea typeface="Arial" charset="0"/>
              </a:endParaRPr>
            </a:p>
          </p:txBody>
        </p:sp>
      </p:grpSp>
      <p:sp>
        <p:nvSpPr>
          <p:cNvPr id="3" name="Rectangle 2">
            <a:extLst>
              <a:ext uri="{FF2B5EF4-FFF2-40B4-BE49-F238E27FC236}">
                <a16:creationId xmlns:a16="http://schemas.microsoft.com/office/drawing/2014/main" id="{EF66D4B1-369C-495D-8981-5ABA72758751}"/>
              </a:ext>
            </a:extLst>
          </p:cNvPr>
          <p:cNvSpPr/>
          <p:nvPr/>
        </p:nvSpPr>
        <p:spPr>
          <a:xfrm>
            <a:off x="8893155" y="4758319"/>
            <a:ext cx="2838490" cy="914400"/>
          </a:xfrm>
          <a:prstGeom prst="rect">
            <a:avLst/>
          </a:prstGeom>
          <a:solidFill>
            <a:schemeClr val="bg1"/>
          </a:solidFill>
        </p:spPr>
        <p:txBody>
          <a:bodyPr wrap="square" rtlCol="0" anchor="ctr">
            <a:noAutofit/>
          </a:bodyPr>
          <a:lstStyle/>
          <a:p>
            <a:pPr algn="ctr"/>
            <a:endParaRPr lang="en-US" dirty="0">
              <a:solidFill>
                <a:schemeClr val="bg1"/>
              </a:solidFill>
              <a:ea typeface="Arial" charset="0"/>
            </a:endParaRPr>
          </a:p>
        </p:txBody>
      </p:sp>
      <p:pic>
        <p:nvPicPr>
          <p:cNvPr id="1026" name="Picture 2" descr="Image result for walk around your vehicle">
            <a:extLst>
              <a:ext uri="{FF2B5EF4-FFF2-40B4-BE49-F238E27FC236}">
                <a16:creationId xmlns:a16="http://schemas.microsoft.com/office/drawing/2014/main" id="{5D0BF621-3A80-406E-A014-BD95C5D0C8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14354" y="4754999"/>
            <a:ext cx="1434022"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872936"/>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Vehicle Inspection, Maintenance &amp; Safety Features</a:t>
            </a:r>
          </a:p>
        </p:txBody>
      </p:sp>
    </p:spTree>
    <p:extLst>
      <p:ext uri="{BB962C8B-B14F-4D97-AF65-F5344CB8AC3E}">
        <p14:creationId xmlns:p14="http://schemas.microsoft.com/office/powerpoint/2010/main" val="1483997594"/>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1749" y="79073"/>
            <a:ext cx="10607040" cy="914400"/>
          </a:xfrm>
        </p:spPr>
        <p:txBody>
          <a:bodyPr/>
          <a:lstStyle/>
          <a:p>
            <a:r>
              <a:rPr lang="en-US" dirty="0"/>
              <a:t>Inspection and Maintenance Standards</a:t>
            </a:r>
          </a:p>
        </p:txBody>
      </p:sp>
      <p:sp>
        <p:nvSpPr>
          <p:cNvPr id="9" name="TextBox 8">
            <a:extLst>
              <a:ext uri="{FF2B5EF4-FFF2-40B4-BE49-F238E27FC236}">
                <a16:creationId xmlns:a16="http://schemas.microsoft.com/office/drawing/2014/main" id="{B55B0C12-55B2-45F4-B0A9-66CBE6C99F30}"/>
              </a:ext>
            </a:extLst>
          </p:cNvPr>
          <p:cNvSpPr txBox="1"/>
          <p:nvPr/>
        </p:nvSpPr>
        <p:spPr>
          <a:xfrm>
            <a:off x="1879600" y="1892300"/>
            <a:ext cx="288541" cy="553998"/>
          </a:xfrm>
          <a:prstGeom prst="rect">
            <a:avLst/>
          </a:prstGeom>
          <a:noFill/>
        </p:spPr>
        <p:txBody>
          <a:bodyPr wrap="non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p:txBody>
      </p:sp>
      <p:sp>
        <p:nvSpPr>
          <p:cNvPr id="3" name="TextBox 2">
            <a:extLst>
              <a:ext uri="{FF2B5EF4-FFF2-40B4-BE49-F238E27FC236}">
                <a16:creationId xmlns:a16="http://schemas.microsoft.com/office/drawing/2014/main" id="{3054ABCE-396F-4B9D-8332-A4379C9A9F86}"/>
              </a:ext>
            </a:extLst>
          </p:cNvPr>
          <p:cNvSpPr txBox="1"/>
          <p:nvPr/>
        </p:nvSpPr>
        <p:spPr>
          <a:xfrm>
            <a:off x="6036760" y="1323036"/>
            <a:ext cx="5221357" cy="4001095"/>
          </a:xfrm>
          <a:prstGeom prst="rect">
            <a:avLst/>
          </a:prstGeom>
          <a:noFill/>
        </p:spPr>
        <p:txBody>
          <a:bodyPr wrap="square" lIns="0" tIns="0" rIns="0" bIns="0" rtlCol="0">
            <a:spAutoFit/>
          </a:bodyPr>
          <a:lstStyle/>
          <a:p>
            <a:pPr marL="342900" marR="0" lvl="0" indent="-34290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63666A"/>
              </a:solidFill>
              <a:effectLst/>
              <a:uLnTx/>
              <a:uFillTx/>
              <a:latin typeface="Gotham Rounded Book"/>
              <a:ea typeface="+mn-ea"/>
              <a:cs typeface="+mn-cs"/>
            </a:endParaRPr>
          </a:p>
          <a:p>
            <a:pPr marL="342900" marR="0" lvl="0" indent="-34290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Establishes inspection requirements for Fleet Vehicles – Focus on trucks and heavy use vehicles</a:t>
            </a:r>
          </a:p>
          <a:p>
            <a:pPr marL="342900" marR="0" lvl="0" indent="-34290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63666A"/>
              </a:solidFill>
              <a:effectLst/>
              <a:uLnTx/>
              <a:uFillTx/>
              <a:latin typeface="Gotham Rounded Book"/>
              <a:ea typeface="+mn-ea"/>
              <a:cs typeface="+mn-cs"/>
            </a:endParaRPr>
          </a:p>
          <a:p>
            <a:pPr marL="342900" marR="0" lvl="0" indent="-34290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Updates to standard safety features on Company Owned and Leased Vehicles </a:t>
            </a:r>
          </a:p>
          <a:p>
            <a:pPr marL="0" marR="0" lvl="0" indent="0" algn="l" defTabSz="914400" rtl="0" eaLnBrk="1" fontAlgn="auto" latinLnBrk="0" hangingPunct="1">
              <a:lnSpc>
                <a:spcPct val="100000"/>
              </a:lnSpc>
              <a:spcBef>
                <a:spcPts val="0"/>
              </a:spcBef>
              <a:spcAft>
                <a:spcPts val="0"/>
              </a:spcAft>
              <a:buClr>
                <a:srgbClr val="FE5000"/>
              </a:buClr>
              <a:buSzTx/>
              <a:buFontTx/>
              <a:buNone/>
              <a:tabLst/>
              <a:defRPr/>
            </a:pPr>
            <a:endParaRPr kumimoji="0" lang="en-US" sz="2000" b="0" i="0" u="none" strike="noStrike" kern="1200" cap="none" spc="0" normalizeH="0" baseline="0" noProof="0" dirty="0">
              <a:ln>
                <a:noFill/>
              </a:ln>
              <a:solidFill>
                <a:srgbClr val="63666A"/>
              </a:solidFill>
              <a:effectLst/>
              <a:uLnTx/>
              <a:uFillTx/>
              <a:latin typeface="Gotham Rounded Book"/>
              <a:ea typeface="+mn-ea"/>
              <a:cs typeface="+mn-cs"/>
            </a:endParaRPr>
          </a:p>
          <a:p>
            <a:pPr marL="342900" marR="0" lvl="0" indent="-34290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Ensure that vehicles are in safe condition for use – complete a pre-check walk around vehicles</a:t>
            </a:r>
          </a:p>
          <a:p>
            <a:pPr marL="342900" marR="0" lvl="0" indent="-342900" algn="l" defTabSz="914400" rtl="0" eaLnBrk="1" fontAlgn="auto" latinLnBrk="0" hangingPunct="1">
              <a:lnSpc>
                <a:spcPct val="100000"/>
              </a:lnSpc>
              <a:spcBef>
                <a:spcPts val="0"/>
              </a:spcBef>
              <a:spcAft>
                <a:spcPts val="0"/>
              </a:spcAft>
              <a:buClr>
                <a:srgbClr val="FE5000"/>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63666A"/>
              </a:solidFill>
              <a:effectLst/>
              <a:uLnTx/>
              <a:uFillTx/>
              <a:latin typeface="Gotham Rounded Book"/>
              <a:ea typeface="+mn-ea"/>
              <a:cs typeface="+mn-cs"/>
            </a:endParaRPr>
          </a:p>
        </p:txBody>
      </p:sp>
      <p:pic>
        <p:nvPicPr>
          <p:cNvPr id="8" name="Graphic 7" descr="Repeat">
            <a:extLst>
              <a:ext uri="{FF2B5EF4-FFF2-40B4-BE49-F238E27FC236}">
                <a16:creationId xmlns:a16="http://schemas.microsoft.com/office/drawing/2014/main" id="{11A71A7C-3E50-4D9A-A052-141034BFC0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735" y="905256"/>
            <a:ext cx="4934855" cy="4934855"/>
          </a:xfrm>
          <a:prstGeom prst="rect">
            <a:avLst/>
          </a:prstGeom>
        </p:spPr>
      </p:pic>
      <p:sp>
        <p:nvSpPr>
          <p:cNvPr id="6" name="TextBox 5">
            <a:extLst>
              <a:ext uri="{FF2B5EF4-FFF2-40B4-BE49-F238E27FC236}">
                <a16:creationId xmlns:a16="http://schemas.microsoft.com/office/drawing/2014/main" id="{969A58AE-1A50-4C41-8F2B-590BF58C8C8F}"/>
              </a:ext>
            </a:extLst>
          </p:cNvPr>
          <p:cNvSpPr txBox="1"/>
          <p:nvPr/>
        </p:nvSpPr>
        <p:spPr>
          <a:xfrm>
            <a:off x="2752622" y="2875000"/>
            <a:ext cx="1410643" cy="67710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090936"/>
                </a:solidFill>
                <a:effectLst/>
                <a:uLnTx/>
                <a:uFillTx/>
                <a:latin typeface="Gotham Rounded Medium"/>
                <a:ea typeface="+mn-ea"/>
                <a:cs typeface="+mn-cs"/>
              </a:rPr>
              <a:t>360˚</a:t>
            </a:r>
          </a:p>
        </p:txBody>
      </p:sp>
      <p:sp>
        <p:nvSpPr>
          <p:cNvPr id="7" name="TextBox 6">
            <a:extLst>
              <a:ext uri="{FF2B5EF4-FFF2-40B4-BE49-F238E27FC236}">
                <a16:creationId xmlns:a16="http://schemas.microsoft.com/office/drawing/2014/main" id="{06D4A8D9-6F96-46A2-8139-3BE5AFA84B21}"/>
              </a:ext>
            </a:extLst>
          </p:cNvPr>
          <p:cNvSpPr txBox="1"/>
          <p:nvPr/>
        </p:nvSpPr>
        <p:spPr>
          <a:xfrm>
            <a:off x="421419" y="1151452"/>
            <a:ext cx="1447704" cy="553998"/>
          </a:xfrm>
          <a:prstGeom prst="rect">
            <a:avLst/>
          </a:prstGeom>
          <a:solidFill>
            <a:schemeClr val="accent2"/>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Gotham Rounded Medium"/>
                <a:ea typeface="+mn-ea"/>
                <a:cs typeface="+mn-cs"/>
              </a:rPr>
              <a:t>WALK</a:t>
            </a:r>
          </a:p>
        </p:txBody>
      </p:sp>
      <p:sp>
        <p:nvSpPr>
          <p:cNvPr id="11" name="TextBox 10">
            <a:extLst>
              <a:ext uri="{FF2B5EF4-FFF2-40B4-BE49-F238E27FC236}">
                <a16:creationId xmlns:a16="http://schemas.microsoft.com/office/drawing/2014/main" id="{3B24C6C2-17EB-4D7A-AFE0-CD3D2E1F69E9}"/>
              </a:ext>
            </a:extLst>
          </p:cNvPr>
          <p:cNvSpPr txBox="1"/>
          <p:nvPr/>
        </p:nvSpPr>
        <p:spPr>
          <a:xfrm>
            <a:off x="4276651" y="5286113"/>
            <a:ext cx="2159245" cy="553998"/>
          </a:xfrm>
          <a:prstGeom prst="rect">
            <a:avLst/>
          </a:prstGeom>
          <a:solidFill>
            <a:schemeClr val="accent2"/>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Gotham Rounded Medium"/>
                <a:ea typeface="+mn-ea"/>
                <a:cs typeface="+mn-cs"/>
              </a:rPr>
              <a:t>AROUND</a:t>
            </a:r>
          </a:p>
        </p:txBody>
      </p:sp>
      <p:sp>
        <p:nvSpPr>
          <p:cNvPr id="4" name="TextBox 3">
            <a:extLst>
              <a:ext uri="{FF2B5EF4-FFF2-40B4-BE49-F238E27FC236}">
                <a16:creationId xmlns:a16="http://schemas.microsoft.com/office/drawing/2014/main" id="{3B5D391E-BC91-49CB-B514-34B3D34F2EDD}"/>
              </a:ext>
            </a:extLst>
          </p:cNvPr>
          <p:cNvSpPr txBox="1"/>
          <p:nvPr/>
        </p:nvSpPr>
        <p:spPr>
          <a:xfrm>
            <a:off x="2765000" y="3429000"/>
            <a:ext cx="1122551" cy="246221"/>
          </a:xfrm>
          <a:prstGeom prst="rect">
            <a:avLst/>
          </a:prstGeom>
          <a:noFill/>
        </p:spPr>
        <p:txBody>
          <a:bodyPr wrap="none" lIns="0" tIns="0" rIns="0" bIns="0" rtlCol="0">
            <a:spAutoFit/>
          </a:bodyPr>
          <a:lstStyle/>
          <a:p>
            <a:r>
              <a:rPr lang="en-US" sz="1600" dirty="0">
                <a:solidFill>
                  <a:schemeClr val="accent2"/>
                </a:solidFill>
                <a:latin typeface="Gotham Rounded Medium" panose="02000000000000000000" pitchFamily="50" charset="0"/>
              </a:rPr>
              <a:t>STRATEGY</a:t>
            </a:r>
          </a:p>
        </p:txBody>
      </p:sp>
    </p:spTree>
    <p:extLst>
      <p:ext uri="{BB962C8B-B14F-4D97-AF65-F5344CB8AC3E}">
        <p14:creationId xmlns:p14="http://schemas.microsoft.com/office/powerpoint/2010/main" val="3163542626"/>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5544" y="3584143"/>
            <a:ext cx="9840912" cy="634200"/>
          </a:xfrm>
        </p:spPr>
        <p:txBody>
          <a:bodyPr/>
          <a:lstStyle/>
          <a:p>
            <a:r>
              <a:rPr lang="en-US" dirty="0"/>
              <a:t>Training</a:t>
            </a:r>
            <a:br>
              <a:rPr lang="en-US" dirty="0"/>
            </a:br>
            <a:endParaRPr lang="en-US" dirty="0"/>
          </a:p>
        </p:txBody>
      </p:sp>
    </p:spTree>
    <p:extLst>
      <p:ext uri="{BB962C8B-B14F-4D97-AF65-F5344CB8AC3E}">
        <p14:creationId xmlns:p14="http://schemas.microsoft.com/office/powerpoint/2010/main" val="136504380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 y="149161"/>
            <a:ext cx="10607040" cy="914400"/>
          </a:xfrm>
        </p:spPr>
        <p:txBody>
          <a:bodyPr/>
          <a:lstStyle/>
          <a:p>
            <a:r>
              <a:rPr lang="en-US" dirty="0"/>
              <a:t>Training</a:t>
            </a:r>
          </a:p>
        </p:txBody>
      </p:sp>
      <p:sp>
        <p:nvSpPr>
          <p:cNvPr id="9" name="TextBox 8">
            <a:extLst>
              <a:ext uri="{FF2B5EF4-FFF2-40B4-BE49-F238E27FC236}">
                <a16:creationId xmlns:a16="http://schemas.microsoft.com/office/drawing/2014/main" id="{B55B0C12-55B2-45F4-B0A9-66CBE6C99F30}"/>
              </a:ext>
            </a:extLst>
          </p:cNvPr>
          <p:cNvSpPr txBox="1"/>
          <p:nvPr/>
        </p:nvSpPr>
        <p:spPr>
          <a:xfrm>
            <a:off x="1879600" y="1892300"/>
            <a:ext cx="288541" cy="553998"/>
          </a:xfrm>
          <a:prstGeom prst="rect">
            <a:avLst/>
          </a:prstGeom>
          <a:noFill/>
        </p:spPr>
        <p:txBody>
          <a:bodyPr wrap="non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p:txBody>
      </p:sp>
      <p:sp>
        <p:nvSpPr>
          <p:cNvPr id="3" name="TextBox 2">
            <a:extLst>
              <a:ext uri="{FF2B5EF4-FFF2-40B4-BE49-F238E27FC236}">
                <a16:creationId xmlns:a16="http://schemas.microsoft.com/office/drawing/2014/main" id="{AE75B0B4-F20E-49FA-B80E-2071B8A703BE}"/>
              </a:ext>
            </a:extLst>
          </p:cNvPr>
          <p:cNvSpPr txBox="1"/>
          <p:nvPr/>
        </p:nvSpPr>
        <p:spPr>
          <a:xfrm>
            <a:off x="103366" y="853222"/>
            <a:ext cx="11876599" cy="2254463"/>
          </a:xfrm>
          <a:prstGeom prst="rect">
            <a:avLst/>
          </a:prstGeom>
          <a:noFill/>
        </p:spPr>
        <p:txBody>
          <a:bodyPr wrap="square" lIns="0" tIns="0" rIns="0" bIns="0" rtlCol="0">
            <a:spAutoFit/>
          </a:bodyPr>
          <a:lstStyle/>
          <a:p>
            <a:pPr marL="6858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As part of program implementation, FieldCore will be developing and rolling out enhanced training for higher risk drivers. </a:t>
            </a:r>
            <a:r>
              <a:rPr kumimoji="0" lang="en-US" sz="2000" b="0" i="1" u="none" strike="noStrike" kern="1200" cap="none" spc="0" normalizeH="0" baseline="0" noProof="0" dirty="0">
                <a:ln>
                  <a:noFill/>
                </a:ln>
                <a:solidFill>
                  <a:srgbClr val="63666A"/>
                </a:solidFill>
                <a:effectLst/>
                <a:uLnTx/>
                <a:uFillTx/>
                <a:latin typeface="Gotham Rounded Book"/>
                <a:ea typeface="+mn-ea"/>
                <a:cs typeface="+mn-cs"/>
              </a:rPr>
              <a:t>e.g. employees assigned fleet vehicles</a:t>
            </a:r>
          </a:p>
          <a:p>
            <a:pPr marL="6858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Time frame 2</a:t>
            </a:r>
            <a:r>
              <a:rPr kumimoji="0" lang="en-US" sz="2000" b="0" i="0" u="none" strike="noStrike" kern="1200" cap="none" spc="0" normalizeH="0" baseline="30000" noProof="0" dirty="0">
                <a:ln>
                  <a:noFill/>
                </a:ln>
                <a:solidFill>
                  <a:srgbClr val="63666A"/>
                </a:solidFill>
                <a:effectLst/>
                <a:uLnTx/>
                <a:uFillTx/>
                <a:latin typeface="Gotham Rounded Book"/>
                <a:ea typeface="+mn-ea"/>
                <a:cs typeface="+mn-cs"/>
              </a:rPr>
              <a:t>nd</a:t>
            </a: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 half 2019 into 2020</a:t>
            </a:r>
          </a:p>
          <a:p>
            <a:pPr marL="6858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Certain Regions and Segment are rolling out enhanced training. </a:t>
            </a:r>
            <a:r>
              <a:rPr kumimoji="0" lang="en-US" sz="2000" b="0" i="1" u="none" strike="noStrike" kern="1200" cap="none" spc="0" normalizeH="0" baseline="0" noProof="0" dirty="0">
                <a:ln>
                  <a:noFill/>
                </a:ln>
                <a:solidFill>
                  <a:srgbClr val="63666A"/>
                </a:solidFill>
                <a:effectLst/>
                <a:uLnTx/>
                <a:uFillTx/>
                <a:latin typeface="Gotham Rounded Book"/>
                <a:ea typeface="+mn-ea"/>
                <a:cs typeface="+mn-cs"/>
              </a:rPr>
              <a:t>e.g. NAM Wind Fleet</a:t>
            </a:r>
          </a:p>
          <a:p>
            <a:pPr marL="685800" marR="0" lvl="0" indent="-342900" algn="l" defTabSz="914400" rtl="0" eaLnBrk="1" fontAlgn="auto" latinLnBrk="0" hangingPunct="1">
              <a:lnSpc>
                <a:spcPct val="150000"/>
              </a:lnSpc>
              <a:spcBef>
                <a:spcPts val="0"/>
              </a:spcBef>
              <a:spcAft>
                <a:spcPts val="0"/>
              </a:spcAft>
              <a:buClr>
                <a:srgbClr val="FE5000"/>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63666A"/>
                </a:solidFill>
                <a:effectLst/>
                <a:uLnTx/>
                <a:uFillTx/>
                <a:latin typeface="Gotham Rounded Book"/>
                <a:ea typeface="+mn-ea"/>
                <a:cs typeface="+mn-cs"/>
              </a:rPr>
              <a:t>Selection will be based upon region and segment needs and risk profiles </a:t>
            </a:r>
          </a:p>
        </p:txBody>
      </p:sp>
      <p:graphicFrame>
        <p:nvGraphicFramePr>
          <p:cNvPr id="4" name="Table 3">
            <a:extLst>
              <a:ext uri="{FF2B5EF4-FFF2-40B4-BE49-F238E27FC236}">
                <a16:creationId xmlns:a16="http://schemas.microsoft.com/office/drawing/2014/main" id="{24349592-4CBD-4CF5-AE53-49C0C21CDF41}"/>
              </a:ext>
            </a:extLst>
          </p:cNvPr>
          <p:cNvGraphicFramePr>
            <a:graphicFrameLocks noGrp="1"/>
          </p:cNvGraphicFramePr>
          <p:nvPr/>
        </p:nvGraphicFramePr>
        <p:xfrm>
          <a:off x="3052418" y="3615067"/>
          <a:ext cx="8128000" cy="1965960"/>
        </p:xfrm>
        <a:graphic>
          <a:graphicData uri="http://schemas.openxmlformats.org/drawingml/2006/table">
            <a:tbl>
              <a:tblPr firstRow="1" bandRow="1"/>
              <a:tblGrid>
                <a:gridCol w="4064000">
                  <a:extLst>
                    <a:ext uri="{9D8B030D-6E8A-4147-A177-3AD203B41FA5}">
                      <a16:colId xmlns:a16="http://schemas.microsoft.com/office/drawing/2014/main" val="2381986543"/>
                    </a:ext>
                  </a:extLst>
                </a:gridCol>
                <a:gridCol w="4064000">
                  <a:extLst>
                    <a:ext uri="{9D8B030D-6E8A-4147-A177-3AD203B41FA5}">
                      <a16:colId xmlns:a16="http://schemas.microsoft.com/office/drawing/2014/main" val="2872613669"/>
                    </a:ext>
                  </a:extLst>
                </a:gridCol>
              </a:tblGrid>
              <a:tr h="370840">
                <a:tc gridSpan="2">
                  <a:txBody>
                    <a:bodyPr/>
                    <a:lstStyle/>
                    <a:p>
                      <a:pPr algn="ctr"/>
                      <a:r>
                        <a:rPr lang="en-US" sz="2000" b="0" dirty="0">
                          <a:latin typeface="+mj-lt"/>
                        </a:rPr>
                        <a:t>Standard Training – All Employees</a:t>
                      </a:r>
                    </a:p>
                  </a:txBody>
                  <a:tcPr anchor="ctr"/>
                </a:tc>
                <a:tc hMerge="1">
                  <a:txBody>
                    <a:bodyPr/>
                    <a:lstStyle/>
                    <a:p>
                      <a:endParaRPr lang="en-US" dirty="0"/>
                    </a:p>
                  </a:txBody>
                  <a:tcPr/>
                </a:tc>
                <a:extLst>
                  <a:ext uri="{0D108BD9-81ED-4DB2-BD59-A6C34878D82A}">
                    <a16:rowId xmlns:a16="http://schemas.microsoft.com/office/drawing/2014/main" val="1171752543"/>
                  </a:ext>
                </a:extLst>
              </a:tr>
              <a:tr h="370840">
                <a:tc>
                  <a:txBody>
                    <a:bodyPr/>
                    <a:lstStyle/>
                    <a:p>
                      <a:r>
                        <a:rPr lang="en-US" sz="2000" dirty="0"/>
                        <a:t>Defensive Driver Training</a:t>
                      </a:r>
                    </a:p>
                  </a:txBody>
                  <a:tcPr anchor="ctr"/>
                </a:tc>
                <a:tc>
                  <a:txBody>
                    <a:bodyPr/>
                    <a:lstStyle/>
                    <a:p>
                      <a:r>
                        <a:rPr lang="en-US" sz="2000" dirty="0"/>
                        <a:t>Online via Success Factors </a:t>
                      </a:r>
                    </a:p>
                  </a:txBody>
                  <a:tcPr anchor="ctr"/>
                </a:tc>
                <a:extLst>
                  <a:ext uri="{0D108BD9-81ED-4DB2-BD59-A6C34878D82A}">
                    <a16:rowId xmlns:a16="http://schemas.microsoft.com/office/drawing/2014/main" val="1090923174"/>
                  </a:ext>
                </a:extLst>
              </a:tr>
              <a:tr h="370840">
                <a:tc gridSpan="2">
                  <a:txBody>
                    <a:bodyPr/>
                    <a:lstStyle/>
                    <a:p>
                      <a:pPr algn="ctr"/>
                      <a:r>
                        <a:rPr lang="en-US" sz="2000" dirty="0">
                          <a:solidFill>
                            <a:schemeClr val="bg1"/>
                          </a:solidFill>
                          <a:latin typeface="+mj-lt"/>
                        </a:rPr>
                        <a:t>Next Steps - Additional Training </a:t>
                      </a:r>
                      <a:endParaRPr lang="en-US" sz="2000" i="1" dirty="0">
                        <a:solidFill>
                          <a:schemeClr val="bg1"/>
                        </a:solidFill>
                        <a:latin typeface="+mj-lt"/>
                      </a:endParaRPr>
                    </a:p>
                  </a:txBody>
                  <a:tcPr>
                    <a:solidFill>
                      <a:schemeClr val="accent3"/>
                    </a:solidFill>
                  </a:tcPr>
                </a:tc>
                <a:tc hMerge="1">
                  <a:txBody>
                    <a:bodyPr/>
                    <a:lstStyle/>
                    <a:p>
                      <a:endParaRPr lang="en-US" dirty="0"/>
                    </a:p>
                  </a:txBody>
                  <a:tcPr/>
                </a:tc>
                <a:extLst>
                  <a:ext uri="{0D108BD9-81ED-4DB2-BD59-A6C34878D82A}">
                    <a16:rowId xmlns:a16="http://schemas.microsoft.com/office/drawing/2014/main" val="4243932789"/>
                  </a:ext>
                </a:extLst>
              </a:tr>
              <a:tr h="370840">
                <a:tc>
                  <a:txBody>
                    <a:bodyPr/>
                    <a:lstStyle/>
                    <a:p>
                      <a:r>
                        <a:rPr lang="en-US" sz="2000" dirty="0"/>
                        <a:t>Extended Classroom Training</a:t>
                      </a:r>
                    </a:p>
                  </a:txBody>
                  <a:tcPr anchor="ctr"/>
                </a:tc>
                <a:tc>
                  <a:txBody>
                    <a:bodyPr/>
                    <a:lstStyle/>
                    <a:p>
                      <a:r>
                        <a:rPr lang="en-US" sz="2000" dirty="0"/>
                        <a:t>Targeted Online Training</a:t>
                      </a:r>
                    </a:p>
                  </a:txBody>
                  <a:tcPr anchor="ctr"/>
                </a:tc>
                <a:extLst>
                  <a:ext uri="{0D108BD9-81ED-4DB2-BD59-A6C34878D82A}">
                    <a16:rowId xmlns:a16="http://schemas.microsoft.com/office/drawing/2014/main" val="1156890541"/>
                  </a:ext>
                </a:extLst>
              </a:tr>
              <a:tr h="370840">
                <a:tc>
                  <a:txBody>
                    <a:bodyPr/>
                    <a:lstStyle/>
                    <a:p>
                      <a:r>
                        <a:rPr lang="en-US" sz="2000" dirty="0"/>
                        <a:t>In Vehicle – Instructor Training</a:t>
                      </a:r>
                    </a:p>
                  </a:txBody>
                  <a:tcPr anchor="ctr"/>
                </a:tc>
                <a:tc>
                  <a:txBody>
                    <a:bodyPr/>
                    <a:lstStyle/>
                    <a:p>
                      <a:r>
                        <a:rPr lang="en-US" sz="2000" dirty="0"/>
                        <a:t>Use of Driving Simulators</a:t>
                      </a:r>
                    </a:p>
                  </a:txBody>
                  <a:tcPr anchor="ctr"/>
                </a:tc>
                <a:extLst>
                  <a:ext uri="{0D108BD9-81ED-4DB2-BD59-A6C34878D82A}">
                    <a16:rowId xmlns:a16="http://schemas.microsoft.com/office/drawing/2014/main" val="2403371573"/>
                  </a:ext>
                </a:extLst>
              </a:tr>
            </a:tbl>
          </a:graphicData>
        </a:graphic>
      </p:graphicFrame>
      <p:pic>
        <p:nvPicPr>
          <p:cNvPr id="6" name="Picture 5">
            <a:extLst>
              <a:ext uri="{FF2B5EF4-FFF2-40B4-BE49-F238E27FC236}">
                <a16:creationId xmlns:a16="http://schemas.microsoft.com/office/drawing/2014/main" id="{1AFAB967-1692-4095-AB1B-403C5F5CA2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480" y="3344607"/>
            <a:ext cx="1763823" cy="2280227"/>
          </a:xfrm>
          <a:prstGeom prst="rect">
            <a:avLst/>
          </a:prstGeom>
        </p:spPr>
      </p:pic>
    </p:spTree>
    <p:extLst>
      <p:ext uri="{BB962C8B-B14F-4D97-AF65-F5344CB8AC3E}">
        <p14:creationId xmlns:p14="http://schemas.microsoft.com/office/powerpoint/2010/main" val="1063040391"/>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Takeaway</a:t>
            </a:r>
          </a:p>
        </p:txBody>
      </p:sp>
    </p:spTree>
    <p:extLst>
      <p:ext uri="{BB962C8B-B14F-4D97-AF65-F5344CB8AC3E}">
        <p14:creationId xmlns:p14="http://schemas.microsoft.com/office/powerpoint/2010/main" val="3837929882"/>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1749" y="79073"/>
            <a:ext cx="10607040" cy="914400"/>
          </a:xfrm>
        </p:spPr>
        <p:txBody>
          <a:bodyPr/>
          <a:lstStyle/>
          <a:p>
            <a:r>
              <a:rPr lang="en-US" dirty="0"/>
              <a:t>Takeaway</a:t>
            </a:r>
          </a:p>
        </p:txBody>
      </p:sp>
      <p:sp>
        <p:nvSpPr>
          <p:cNvPr id="9" name="TextBox 8">
            <a:extLst>
              <a:ext uri="{FF2B5EF4-FFF2-40B4-BE49-F238E27FC236}">
                <a16:creationId xmlns:a16="http://schemas.microsoft.com/office/drawing/2014/main" id="{B55B0C12-55B2-45F4-B0A9-66CBE6C99F30}"/>
              </a:ext>
            </a:extLst>
          </p:cNvPr>
          <p:cNvSpPr txBox="1"/>
          <p:nvPr/>
        </p:nvSpPr>
        <p:spPr>
          <a:xfrm>
            <a:off x="1879600" y="1892300"/>
            <a:ext cx="288541" cy="553998"/>
          </a:xfrm>
          <a:prstGeom prst="rect">
            <a:avLst/>
          </a:prstGeom>
          <a:noFill/>
        </p:spPr>
        <p:txBody>
          <a:bodyPr wrap="non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90936"/>
              </a:solidFill>
              <a:effectLst/>
              <a:uLnTx/>
              <a:uFillTx/>
              <a:latin typeface="Gotham Rounded Book"/>
              <a:ea typeface="+mn-ea"/>
              <a:cs typeface="+mn-cs"/>
            </a:endParaRPr>
          </a:p>
        </p:txBody>
      </p:sp>
      <p:sp>
        <p:nvSpPr>
          <p:cNvPr id="5" name="Rectangle 4">
            <a:extLst>
              <a:ext uri="{FF2B5EF4-FFF2-40B4-BE49-F238E27FC236}">
                <a16:creationId xmlns:a16="http://schemas.microsoft.com/office/drawing/2014/main" id="{0D54ADAD-5F86-495F-B309-C5267F79F4AB}"/>
              </a:ext>
            </a:extLst>
          </p:cNvPr>
          <p:cNvSpPr/>
          <p:nvPr/>
        </p:nvSpPr>
        <p:spPr>
          <a:xfrm>
            <a:off x="6215269" y="928770"/>
            <a:ext cx="5596627" cy="3785652"/>
          </a:xfrm>
          <a:prstGeom prst="rect">
            <a:avLst/>
          </a:prstGeom>
        </p:spPr>
        <p:txBody>
          <a:bodyPr wrap="square">
            <a:spAutoFit/>
          </a:bodyPr>
          <a:lstStyle/>
          <a:p>
            <a:r>
              <a:rPr lang="en-US" sz="2000" dirty="0">
                <a:ea typeface="Calibri" panose="020F0502020204030204" pitchFamily="34" charset="0"/>
              </a:rPr>
              <a:t> </a:t>
            </a:r>
          </a:p>
          <a:p>
            <a:r>
              <a:rPr lang="en-US" sz="2000" dirty="0">
                <a:ea typeface="Calibri" panose="020F0502020204030204" pitchFamily="34" charset="0"/>
              </a:rPr>
              <a:t>The Motor Vehicle Safety Pledge is another expression of our care for our team.</a:t>
            </a:r>
          </a:p>
          <a:p>
            <a:endParaRPr lang="en-US" sz="2000" dirty="0">
              <a:ea typeface="Calibri" panose="020F0502020204030204" pitchFamily="34" charset="0"/>
            </a:endParaRPr>
          </a:p>
          <a:p>
            <a:r>
              <a:rPr lang="en-US" sz="2000" dirty="0">
                <a:ea typeface="Calibri" panose="020F0502020204030204" pitchFamily="34" charset="0"/>
              </a:rPr>
              <a:t>As a leader of your team</a:t>
            </a:r>
          </a:p>
          <a:p>
            <a:r>
              <a:rPr lang="en-US" sz="2000" dirty="0">
                <a:ea typeface="Calibri" panose="020F0502020204030204" pitchFamily="34" charset="0"/>
              </a:rPr>
              <a:t> </a:t>
            </a:r>
          </a:p>
          <a:p>
            <a:r>
              <a:rPr lang="en-US" sz="2000" dirty="0">
                <a:ea typeface="Calibri" panose="020F0502020204030204" pitchFamily="34" charset="0"/>
              </a:rPr>
              <a:t>R – Reinforce the message</a:t>
            </a:r>
          </a:p>
          <a:p>
            <a:r>
              <a:rPr lang="en-US" sz="2000" dirty="0">
                <a:ea typeface="Calibri" panose="020F0502020204030204" pitchFamily="34" charset="0"/>
              </a:rPr>
              <a:t>E – Embrace the change</a:t>
            </a:r>
          </a:p>
          <a:p>
            <a:r>
              <a:rPr lang="en-US" sz="2000" dirty="0">
                <a:ea typeface="Calibri" panose="020F0502020204030204" pitchFamily="34" charset="0"/>
              </a:rPr>
              <a:t>A – Act as a coach and mentor</a:t>
            </a:r>
          </a:p>
          <a:p>
            <a:r>
              <a:rPr lang="en-US" sz="2000" dirty="0">
                <a:ea typeface="Calibri" panose="020F0502020204030204" pitchFamily="34" charset="0"/>
              </a:rPr>
              <a:t>D – Demonstrate credibility</a:t>
            </a:r>
          </a:p>
          <a:p>
            <a:r>
              <a:rPr lang="en-US" sz="2000" dirty="0">
                <a:ea typeface="Calibri" panose="020F0502020204030204" pitchFamily="34" charset="0"/>
              </a:rPr>
              <a:t> </a:t>
            </a:r>
          </a:p>
        </p:txBody>
      </p:sp>
      <p:sp>
        <p:nvSpPr>
          <p:cNvPr id="10" name="Rectangle 9">
            <a:extLst>
              <a:ext uri="{FF2B5EF4-FFF2-40B4-BE49-F238E27FC236}">
                <a16:creationId xmlns:a16="http://schemas.microsoft.com/office/drawing/2014/main" id="{6CFAF56D-6964-4E8E-AAA9-42AEB7344707}"/>
              </a:ext>
            </a:extLst>
          </p:cNvPr>
          <p:cNvSpPr/>
          <p:nvPr/>
        </p:nvSpPr>
        <p:spPr>
          <a:xfrm>
            <a:off x="2621349" y="4776440"/>
            <a:ext cx="6096000" cy="1384995"/>
          </a:xfrm>
          <a:prstGeom prst="rect">
            <a:avLst/>
          </a:prstGeom>
        </p:spPr>
        <p:txBody>
          <a:bodyPr>
            <a:spAutoFit/>
          </a:bodyPr>
          <a:lstStyle/>
          <a:p>
            <a:pPr algn="ctr"/>
            <a:r>
              <a:rPr lang="en-US" sz="2800" dirty="0">
                <a:solidFill>
                  <a:srgbClr val="002060"/>
                </a:solidFill>
                <a:latin typeface="+mj-lt"/>
                <a:ea typeface="Calibri" panose="020F0502020204030204" pitchFamily="34" charset="0"/>
              </a:rPr>
              <a:t>Take the Pledge!</a:t>
            </a:r>
          </a:p>
          <a:p>
            <a:pPr algn="ctr"/>
            <a:r>
              <a:rPr lang="en-US" sz="2800" dirty="0">
                <a:solidFill>
                  <a:srgbClr val="002060"/>
                </a:solidFill>
                <a:latin typeface="+mj-lt"/>
                <a:ea typeface="Calibri" panose="020F0502020204030204" pitchFamily="34" charset="0"/>
              </a:rPr>
              <a:t> </a:t>
            </a:r>
          </a:p>
          <a:p>
            <a:pPr algn="ctr"/>
            <a:r>
              <a:rPr lang="en-US" sz="2800" dirty="0">
                <a:solidFill>
                  <a:srgbClr val="002060"/>
                </a:solidFill>
                <a:latin typeface="+mj-lt"/>
                <a:ea typeface="Calibri" panose="020F0502020204030204" pitchFamily="34" charset="0"/>
              </a:rPr>
              <a:t>#JustDrive</a:t>
            </a:r>
          </a:p>
        </p:txBody>
      </p:sp>
      <p:sp>
        <p:nvSpPr>
          <p:cNvPr id="12" name="TextBox 11">
            <a:extLst>
              <a:ext uri="{FF2B5EF4-FFF2-40B4-BE49-F238E27FC236}">
                <a16:creationId xmlns:a16="http://schemas.microsoft.com/office/drawing/2014/main" id="{3E2B9CC2-61B5-489F-AE7F-61E3B3F3AF2E}"/>
              </a:ext>
            </a:extLst>
          </p:cNvPr>
          <p:cNvSpPr txBox="1"/>
          <p:nvPr/>
        </p:nvSpPr>
        <p:spPr>
          <a:xfrm>
            <a:off x="1472691" y="1423018"/>
            <a:ext cx="2719014" cy="4308872"/>
          </a:xfrm>
          <a:prstGeom prst="rect">
            <a:avLst/>
          </a:prstGeom>
          <a:noFill/>
        </p:spPr>
        <p:txBody>
          <a:bodyPr wrap="none" lIns="0" tIns="0" rIns="0" bIns="0" rtlCol="0">
            <a:spAutoFit/>
          </a:bodyPr>
          <a:lstStyle/>
          <a:p>
            <a:r>
              <a:rPr lang="en-US" sz="4000" b="1" dirty="0">
                <a:solidFill>
                  <a:schemeClr val="accent1"/>
                </a:solidFill>
                <a:latin typeface="Gotham Rounded Medium" panose="02000000000000000000" pitchFamily="50" charset="0"/>
              </a:rPr>
              <a:t>PLAN.</a:t>
            </a:r>
          </a:p>
          <a:p>
            <a:endParaRPr lang="en-US" sz="4000" b="1" dirty="0">
              <a:solidFill>
                <a:schemeClr val="accent1"/>
              </a:solidFill>
              <a:latin typeface="Gotham Rounded Medium" panose="02000000000000000000" pitchFamily="50" charset="0"/>
            </a:endParaRPr>
          </a:p>
          <a:p>
            <a:r>
              <a:rPr lang="en-US" sz="4000" b="1" dirty="0">
                <a:solidFill>
                  <a:schemeClr val="accent1"/>
                </a:solidFill>
                <a:latin typeface="Gotham Rounded Medium" panose="02000000000000000000" pitchFamily="50" charset="0"/>
              </a:rPr>
              <a:t>PREPARE.</a:t>
            </a:r>
          </a:p>
          <a:p>
            <a:endParaRPr lang="en-US" sz="4000" b="1" dirty="0">
              <a:solidFill>
                <a:schemeClr val="accent1"/>
              </a:solidFill>
              <a:latin typeface="Gotham Rounded Medium" panose="02000000000000000000" pitchFamily="50" charset="0"/>
            </a:endParaRPr>
          </a:p>
          <a:p>
            <a:r>
              <a:rPr lang="en-US" sz="4000" b="1" dirty="0">
                <a:solidFill>
                  <a:schemeClr val="accent1"/>
                </a:solidFill>
                <a:latin typeface="Gotham Rounded Medium" panose="02000000000000000000" pitchFamily="50" charset="0"/>
              </a:rPr>
              <a:t>DRIVE.</a:t>
            </a:r>
          </a:p>
          <a:p>
            <a:endParaRPr lang="en-US" sz="4000" b="1" dirty="0">
              <a:solidFill>
                <a:schemeClr val="accent1"/>
              </a:solidFill>
              <a:latin typeface="Gotham Rounded Medium" panose="02000000000000000000" pitchFamily="50" charset="0"/>
            </a:endParaRPr>
          </a:p>
          <a:p>
            <a:endParaRPr lang="en-US" sz="4000" b="1" dirty="0">
              <a:solidFill>
                <a:schemeClr val="accent1"/>
              </a:solidFill>
              <a:latin typeface="Gotham Rounded Medium" panose="02000000000000000000" pitchFamily="50" charset="0"/>
            </a:endParaRPr>
          </a:p>
        </p:txBody>
      </p:sp>
    </p:spTree>
    <p:extLst>
      <p:ext uri="{BB962C8B-B14F-4D97-AF65-F5344CB8AC3E}">
        <p14:creationId xmlns:p14="http://schemas.microsoft.com/office/powerpoint/2010/main" val="3585224787"/>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8894D1-04AB-4FBD-8525-F7A1B6027B74}"/>
              </a:ext>
            </a:extLst>
          </p:cNvPr>
          <p:cNvSpPr txBox="1"/>
          <p:nvPr/>
        </p:nvSpPr>
        <p:spPr>
          <a:xfrm>
            <a:off x="1556584" y="4850296"/>
            <a:ext cx="9078832" cy="553998"/>
          </a:xfrm>
          <a:prstGeom prst="rect">
            <a:avLst/>
          </a:prstGeom>
          <a:noFill/>
        </p:spPr>
        <p:txBody>
          <a:bodyPr wrap="none" lIns="0" tIns="0" rIns="0" bIns="0" rtlCol="0">
            <a:spAutoFit/>
          </a:bodyPr>
          <a:lstStyle/>
          <a:p>
            <a:r>
              <a:rPr lang="en-US" sz="3600" dirty="0">
                <a:solidFill>
                  <a:schemeClr val="accent2"/>
                </a:solidFill>
                <a:latin typeface="+mj-lt"/>
              </a:rPr>
              <a:t>Everybody goes home safely everyday!</a:t>
            </a:r>
          </a:p>
        </p:txBody>
      </p:sp>
    </p:spTree>
    <p:extLst>
      <p:ext uri="{BB962C8B-B14F-4D97-AF65-F5344CB8AC3E}">
        <p14:creationId xmlns:p14="http://schemas.microsoft.com/office/powerpoint/2010/main" val="3326572806"/>
      </p:ext>
    </p:extLst>
  </p:cSld>
  <p:clrMapOvr>
    <a:masterClrMapping/>
  </p:clrMapOvr>
  <p:transition spd="slow">
    <p:push dir="u"/>
  </p:transition>
</p:sld>
</file>

<file path=ppt/theme/theme1.xml><?xml version="1.0" encoding="utf-8"?>
<a:theme xmlns:a="http://schemas.openxmlformats.org/drawingml/2006/main" name="2_FieldCore_2017">
  <a:themeElements>
    <a:clrScheme name="GE_FieldCore_2017">
      <a:dk1>
        <a:srgbClr val="63666A"/>
      </a:dk1>
      <a:lt1>
        <a:srgbClr val="FFFFFF"/>
      </a:lt1>
      <a:dk2>
        <a:srgbClr val="B1B3B3"/>
      </a:dk2>
      <a:lt2>
        <a:srgbClr val="F0F0F0"/>
      </a:lt2>
      <a:accent1>
        <a:srgbClr val="FE5000"/>
      </a:accent1>
      <a:accent2>
        <a:srgbClr val="090936"/>
      </a:accent2>
      <a:accent3>
        <a:srgbClr val="3EAE2A"/>
      </a:accent3>
      <a:accent4>
        <a:srgbClr val="636669"/>
      </a:accent4>
      <a:accent5>
        <a:srgbClr val="00B5E2"/>
      </a:accent5>
      <a:accent6>
        <a:srgbClr val="005EB8"/>
      </a:accent6>
      <a:hlink>
        <a:srgbClr val="005CB9"/>
      </a:hlink>
      <a:folHlink>
        <a:srgbClr val="00B5E2"/>
      </a:folHlink>
    </a:clrScheme>
    <a:fontScheme name="Custom 1">
      <a:majorFont>
        <a:latin typeface="Gotham Rounded Medium"/>
        <a:ea typeface=""/>
        <a:cs typeface=""/>
      </a:majorFont>
      <a:minorFont>
        <a:latin typeface="Gotham Rounded Book"/>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66ED2"/>
        </a:solidFill>
      </a:spPr>
      <a:bodyPr wrap="square" rtlCol="0" anchor="ctr">
        <a:noAutofit/>
      </a:bodyPr>
      <a:lstStyle>
        <a:defPPr algn="ctr">
          <a:defRPr dirty="0" smtClean="0">
            <a:solidFill>
              <a:schemeClr val="bg1"/>
            </a:solidFill>
            <a:ea typeface="Arial" charset="0"/>
          </a:defRPr>
        </a:defPPr>
      </a:lstStyle>
    </a:spDef>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rocess_x0020_Owmer xmlns="25586fb6-ed09-4f2d-8ea7-eda1a9fd2320">
      <UserInfo>
        <DisplayName>Bluhm, Joyce (FieldCore)</DisplayName>
        <AccountId>72</AccountId>
        <AccountType/>
      </UserInfo>
    </Process_x0020_Owmer>
    <Functional_x0020_Owner xmlns="25586fb6-ed09-4f2d-8ea7-eda1a9fd2320">Management Processes - Leadership and Commitment</Functional_x0020_Owner>
    <Nomenclature xmlns="25586fb6-ed09-4f2d-8ea7-eda1a9fd2320">Key Tool</Nomenclature>
    <LastReviewDate xmlns="cc7fbaa3-8214-4644-99f1-d2e5a6ae9914" xsi:nil="true"/>
    <RevisionNumber xmlns="cc7fbaa3-8214-4644-99f1-d2e5a6ae991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A99FCC8-AB91-42F3-AC8B-35C295BEABF5}"/>
</file>

<file path=customXml/itemProps2.xml><?xml version="1.0" encoding="utf-8"?>
<ds:datastoreItem xmlns:ds="http://schemas.openxmlformats.org/officeDocument/2006/customXml" ds:itemID="{088D06B4-EBAC-4A19-AD3E-B973B470521F}">
  <ds:schemaRefs>
    <ds:schemaRef ds:uri="http://schemas.microsoft.com/office/2006/metadata/properties"/>
    <ds:schemaRef ds:uri="http://schemas.microsoft.com/office/infopath/2007/PartnerControls"/>
    <ds:schemaRef ds:uri="f0c7a816-7a7e-42fb-b4dd-eafc20cb049d"/>
  </ds:schemaRefs>
</ds:datastoreItem>
</file>

<file path=customXml/itemProps3.xml><?xml version="1.0" encoding="utf-8"?>
<ds:datastoreItem xmlns:ds="http://schemas.openxmlformats.org/officeDocument/2006/customXml" ds:itemID="{A16FBFE8-D999-46AD-B7E0-CE833293CB8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1252</TotalTime>
  <Words>3450</Words>
  <Application>Microsoft Office PowerPoint</Application>
  <PresentationFormat>Widescreen</PresentationFormat>
  <Paragraphs>328</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2_FieldCore_2017</vt:lpstr>
      <vt:lpstr>Motor vehicle Procedure</vt:lpstr>
      <vt:lpstr>Motor Vehicle Procedure - Updates</vt:lpstr>
      <vt:lpstr>Motor Vehicle Procedures - Updates</vt:lpstr>
      <vt:lpstr>FieldCore Data</vt:lpstr>
      <vt:lpstr>Phone use</vt:lpstr>
      <vt:lpstr>Motor Vehicle Procedures</vt:lpstr>
      <vt:lpstr>Why are we making this change?</vt:lpstr>
      <vt:lpstr>PowerPoint Presentation</vt:lpstr>
      <vt:lpstr>PowerPoint Presentation</vt:lpstr>
      <vt:lpstr>PowerPoint Presentation</vt:lpstr>
      <vt:lpstr>PowerPoint Presentation</vt:lpstr>
      <vt:lpstr>Distracted Driving</vt:lpstr>
      <vt:lpstr>Take the Pledge  </vt:lpstr>
      <vt:lpstr>Driver Fatigue and Journey management</vt:lpstr>
      <vt:lpstr>Driver Fatigue</vt:lpstr>
      <vt:lpstr>Driver Fatigue Management What can you do?</vt:lpstr>
      <vt:lpstr>PowerPoint Presentation</vt:lpstr>
      <vt:lpstr>Pedestrian &amp; Worker safety around vehicles</vt:lpstr>
      <vt:lpstr>Safety Around Vehicles</vt:lpstr>
      <vt:lpstr>Safety Around Vehicles</vt:lpstr>
      <vt:lpstr>Vehicle Inspection, Maintenance &amp; Safety Features</vt:lpstr>
      <vt:lpstr>Inspection and Maintenance Standards</vt:lpstr>
      <vt:lpstr>Training </vt:lpstr>
      <vt:lpstr>Training</vt:lpstr>
      <vt:lpstr>Takeaway</vt:lpstr>
      <vt:lpstr>Takeaway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 Tool</dc:title>
  <dc:creator>Bluhm, Joyce (Granite)</dc:creator>
  <cp:lastModifiedBy>Bluhm, Joyce (Granite)</cp:lastModifiedBy>
  <cp:revision>125</cp:revision>
  <cp:lastPrinted>2017-10-19T16:01:57Z</cp:lastPrinted>
  <dcterms:created xsi:type="dcterms:W3CDTF">2017-10-10T13:26:34Z</dcterms:created>
  <dcterms:modified xsi:type="dcterms:W3CDTF">2019-05-29T14:08:14Z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y fmtid="{D5CDD505-2E9C-101B-9397-08002B2CF9AE}" pid="3" name="TaxKeyword">
    <vt:lpwstr/>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TemplateUrl">
    <vt:lpwstr/>
  </property>
  <property fmtid="{D5CDD505-2E9C-101B-9397-08002B2CF9AE}" pid="9" name="ComplianceAssetId">
    <vt:lpwstr/>
  </property>
</Properties>
</file>