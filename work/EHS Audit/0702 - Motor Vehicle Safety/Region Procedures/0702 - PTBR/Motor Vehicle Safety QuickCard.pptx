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331" r:id="rId2"/>
  </p:sldIdLst>
  <p:sldSz cx="12192000" cy="6858000"/>
  <p:notesSz cx="6938963" cy="9236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294B"/>
    <a:srgbClr val="64604A"/>
    <a:srgbClr val="A6A6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C781A6-6E97-4B7B-B24C-9C8ACBE282E3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</dgm:pt>
    <dgm:pt modelId="{36582A33-D999-4306-9F5F-3D1AB20A8BF6}">
      <dgm:prSet phldrT="[Text]"/>
      <dgm:spPr>
        <a:xfrm>
          <a:off x="567486" y="2993019"/>
          <a:ext cx="675824" cy="767396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n-US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Motoristas</a:t>
          </a:r>
          <a:r>
            <a:rPr lang="en-US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 </a:t>
          </a:r>
          <a:r>
            <a:rPr lang="en-US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aprovados</a:t>
          </a:r>
          <a:endParaRPr 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Gotham Rounded Book" pitchFamily="50" charset="0"/>
            <a:ea typeface="+mn-ea"/>
            <a:cs typeface="+mn-cs"/>
          </a:endParaRPr>
        </a:p>
      </dgm:t>
    </dgm:pt>
    <dgm:pt modelId="{24E7FD33-D76D-4D6E-9FEE-4A2E7DD4F988}" type="parTrans" cxnId="{B5957782-EE1A-4C37-BEC9-67DA2DA5E4B1}">
      <dgm:prSet/>
      <dgm:spPr/>
      <dgm:t>
        <a:bodyPr/>
        <a:lstStyle/>
        <a:p>
          <a:endParaRPr lang="en-US"/>
        </a:p>
      </dgm:t>
    </dgm:pt>
    <dgm:pt modelId="{5B0411D5-7FAF-4F67-A880-8922D289ECFE}" type="sibTrans" cxnId="{B5957782-EE1A-4C37-BEC9-67DA2DA5E4B1}">
      <dgm:prSet/>
      <dgm:spPr/>
      <dgm:t>
        <a:bodyPr/>
        <a:lstStyle/>
        <a:p>
          <a:endParaRPr lang="en-US"/>
        </a:p>
      </dgm:t>
    </dgm:pt>
    <dgm:pt modelId="{85DE3363-824E-44DE-A0D3-1056BABA3EB6}">
      <dgm:prSet phldrT="[Text]"/>
      <dgm:spPr>
        <a:xfrm>
          <a:off x="1243311" y="2409411"/>
          <a:ext cx="856388" cy="1351004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n-US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Treinamento</a:t>
          </a:r>
          <a:endParaRPr 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Gotham Rounded Book" pitchFamily="50" charset="0"/>
            <a:ea typeface="+mn-ea"/>
            <a:cs typeface="+mn-cs"/>
          </a:endParaRPr>
        </a:p>
      </dgm:t>
    </dgm:pt>
    <dgm:pt modelId="{9739BC50-A50B-4413-B668-AFE46FAD0C5E}" type="parTrans" cxnId="{B944C401-CFEA-4972-B16B-34FD281862AA}">
      <dgm:prSet/>
      <dgm:spPr/>
      <dgm:t>
        <a:bodyPr/>
        <a:lstStyle/>
        <a:p>
          <a:endParaRPr lang="en-US"/>
        </a:p>
      </dgm:t>
    </dgm:pt>
    <dgm:pt modelId="{72A843A8-9FDA-4968-834C-5343301C0E06}" type="sibTrans" cxnId="{B944C401-CFEA-4972-B16B-34FD281862AA}">
      <dgm:prSet/>
      <dgm:spPr/>
      <dgm:t>
        <a:bodyPr/>
        <a:lstStyle/>
        <a:p>
          <a:endParaRPr lang="en-US"/>
        </a:p>
      </dgm:t>
    </dgm:pt>
    <dgm:pt modelId="{1F75B2E0-5873-4991-999B-AF44B955EB29}">
      <dgm:prSet phldrT="[Text]"/>
      <dgm:spPr>
        <a:xfrm>
          <a:off x="3095380" y="1600098"/>
          <a:ext cx="1031793" cy="2160317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Gestão da </a:t>
          </a:r>
          <a:r>
            <a:rPr lang="en-US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viagem</a:t>
          </a:r>
          <a:endParaRPr 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Gotham Rounded Book" pitchFamily="50" charset="0"/>
            <a:ea typeface="+mn-ea"/>
            <a:cs typeface="+mn-cs"/>
          </a:endParaRPr>
        </a:p>
      </dgm:t>
    </dgm:pt>
    <dgm:pt modelId="{06EF1B03-49F0-4249-B3AE-54F5F3E5E37C}" type="parTrans" cxnId="{F8167ECE-5AD0-486B-A1B4-EF8C0AB09270}">
      <dgm:prSet/>
      <dgm:spPr/>
      <dgm:t>
        <a:bodyPr/>
        <a:lstStyle/>
        <a:p>
          <a:endParaRPr lang="en-US"/>
        </a:p>
      </dgm:t>
    </dgm:pt>
    <dgm:pt modelId="{80BF7DC8-005F-409B-A413-9BDF40E4854F}" type="sibTrans" cxnId="{F8167ECE-5AD0-486B-A1B4-EF8C0AB09270}">
      <dgm:prSet/>
      <dgm:spPr/>
      <dgm:t>
        <a:bodyPr/>
        <a:lstStyle/>
        <a:p>
          <a:endParaRPr lang="en-US"/>
        </a:p>
      </dgm:t>
    </dgm:pt>
    <dgm:pt modelId="{7A2151C4-F018-4D4E-AB8B-0A7B785EC845}">
      <dgm:prSet phldrT="[Text]"/>
      <dgm:spPr>
        <a:xfrm>
          <a:off x="2099699" y="1948328"/>
          <a:ext cx="995680" cy="1812087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n-US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Veículo</a:t>
          </a:r>
          <a:r>
            <a:rPr lang="en-US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 Seguro</a:t>
          </a:r>
        </a:p>
      </dgm:t>
    </dgm:pt>
    <dgm:pt modelId="{7EFC9584-A76E-445C-8180-AD00814E8C79}" type="parTrans" cxnId="{517204E3-A714-4CF3-AF05-6D8CB5A3EDF2}">
      <dgm:prSet/>
      <dgm:spPr/>
      <dgm:t>
        <a:bodyPr/>
        <a:lstStyle/>
        <a:p>
          <a:endParaRPr lang="en-US"/>
        </a:p>
      </dgm:t>
    </dgm:pt>
    <dgm:pt modelId="{AB2588F2-E22F-490B-B8C0-84056B108DA4}" type="sibTrans" cxnId="{517204E3-A714-4CF3-AF05-6D8CB5A3EDF2}">
      <dgm:prSet/>
      <dgm:spPr/>
      <dgm:t>
        <a:bodyPr/>
        <a:lstStyle/>
        <a:p>
          <a:endParaRPr lang="en-US"/>
        </a:p>
      </dgm:t>
    </dgm:pt>
    <dgm:pt modelId="{208B5EA8-F853-4CEE-AE7C-8CD6005A7A84}">
      <dgm:prSet phldrT="[Text]"/>
      <dgm:spPr>
        <a:xfrm>
          <a:off x="4127173" y="1387290"/>
          <a:ext cx="1031793" cy="2373124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n-US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Comportamentos</a:t>
          </a:r>
          <a:r>
            <a:rPr lang="en-US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 </a:t>
          </a:r>
          <a:r>
            <a:rPr lang="en-US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seguros</a:t>
          </a:r>
          <a:r>
            <a:rPr lang="en-US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 </a:t>
          </a:r>
          <a:r>
            <a:rPr lang="en-US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ao</a:t>
          </a:r>
          <a:r>
            <a:rPr lang="en-US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 </a:t>
          </a:r>
          <a:r>
            <a:rPr lang="en-US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dirigir</a:t>
          </a:r>
          <a:endParaRPr 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Gotham Rounded Book" pitchFamily="50" charset="0"/>
            <a:ea typeface="+mn-ea"/>
            <a:cs typeface="+mn-cs"/>
          </a:endParaRPr>
        </a:p>
      </dgm:t>
    </dgm:pt>
    <dgm:pt modelId="{5D87F191-FD5D-4B93-BB78-8DD126FD7592}" type="parTrans" cxnId="{1BE7A80C-A0BD-45D3-B2E6-B340B9E7A38E}">
      <dgm:prSet/>
      <dgm:spPr/>
      <dgm:t>
        <a:bodyPr/>
        <a:lstStyle/>
        <a:p>
          <a:endParaRPr lang="en-US"/>
        </a:p>
      </dgm:t>
    </dgm:pt>
    <dgm:pt modelId="{E99B3529-20C4-496E-91B2-102DCFB199DA}" type="sibTrans" cxnId="{1BE7A80C-A0BD-45D3-B2E6-B340B9E7A38E}">
      <dgm:prSet/>
      <dgm:spPr/>
      <dgm:t>
        <a:bodyPr/>
        <a:lstStyle/>
        <a:p>
          <a:endParaRPr lang="en-US"/>
        </a:p>
      </dgm:t>
    </dgm:pt>
    <dgm:pt modelId="{695EE853-3763-4B20-8E41-A69A782B9D22}" type="pres">
      <dgm:prSet presAssocID="{24C781A6-6E97-4B7B-B24C-9C8ACBE282E3}" presName="arrowDiagram" presStyleCnt="0">
        <dgm:presLayoutVars>
          <dgm:chMax val="5"/>
          <dgm:dir/>
          <dgm:resizeHandles val="exact"/>
        </dgm:presLayoutVars>
      </dgm:prSet>
      <dgm:spPr/>
    </dgm:pt>
    <dgm:pt modelId="{E235CB93-1718-4B29-BE3C-57492CF6CED3}" type="pres">
      <dgm:prSet presAssocID="{24C781A6-6E97-4B7B-B24C-9C8ACBE282E3}" presName="arrow" presStyleLbl="bgShp" presStyleIdx="0" presStyleCnt="1"/>
      <dgm:spPr>
        <a:xfrm>
          <a:off x="0" y="536061"/>
          <a:ext cx="5158967" cy="3224354"/>
        </a:xfrm>
        <a:prstGeom prst="swooshArrow">
          <a:avLst>
            <a:gd name="adj1" fmla="val 25000"/>
            <a:gd name="adj2" fmla="val 25000"/>
          </a:avLst>
        </a:prstGeom>
        <a:solidFill>
          <a:schemeClr val="accent4"/>
        </a:solidFill>
        <a:ln>
          <a:noFill/>
        </a:ln>
        <a:effectLst/>
      </dgm:spPr>
    </dgm:pt>
    <dgm:pt modelId="{B5A422A8-0323-408E-A68E-BB20F9A33E03}" type="pres">
      <dgm:prSet presAssocID="{24C781A6-6E97-4B7B-B24C-9C8ACBE282E3}" presName="arrowDiagram5" presStyleCnt="0"/>
      <dgm:spPr/>
    </dgm:pt>
    <dgm:pt modelId="{0358DFD1-DC1E-4B88-A6B6-AF9223E9FC61}" type="pres">
      <dgm:prSet presAssocID="{36582A33-D999-4306-9F5F-3D1AB20A8BF6}" presName="bullet5a" presStyleLbl="node1" presStyleIdx="0" presStyleCnt="5"/>
      <dgm:spPr>
        <a:xfrm>
          <a:off x="508158" y="2933691"/>
          <a:ext cx="118656" cy="118656"/>
        </a:xfrm>
        <a:prstGeom prst="ellipse">
          <a:avLst/>
        </a:prstGeom>
        <a:solidFill>
          <a:schemeClr val="accent3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</dgm:pt>
    <dgm:pt modelId="{3003C7B8-8EDC-42B4-B80A-DBE64358C8F8}" type="pres">
      <dgm:prSet presAssocID="{36582A33-D999-4306-9F5F-3D1AB20A8BF6}" presName="textBox5a" presStyleLbl="revTx" presStyleIdx="0" presStyleCnt="5" custScaleX="138973" custLinFactNeighborX="-26601" custLinFactNeighborY="37990">
        <dgm:presLayoutVars>
          <dgm:bulletEnabled val="1"/>
        </dgm:presLayoutVars>
      </dgm:prSet>
      <dgm:spPr/>
    </dgm:pt>
    <dgm:pt modelId="{CEB6B138-DC9D-4C99-9B8C-8A1EE24E3209}" type="pres">
      <dgm:prSet presAssocID="{85DE3363-824E-44DE-A0D3-1056BABA3EB6}" presName="bullet5b" presStyleLbl="node1" presStyleIdx="1" presStyleCnt="5"/>
      <dgm:spPr>
        <a:xfrm>
          <a:off x="1150449" y="2316549"/>
          <a:ext cx="185722" cy="185722"/>
        </a:xfrm>
        <a:prstGeom prst="ellipse">
          <a:avLst/>
        </a:prstGeom>
        <a:solidFill>
          <a:schemeClr val="accent3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</dgm:pt>
    <dgm:pt modelId="{F8A7B8F0-F100-45C2-8420-1C1529A75379}" type="pres">
      <dgm:prSet presAssocID="{85DE3363-824E-44DE-A0D3-1056BABA3EB6}" presName="textBox5b" presStyleLbl="revTx" presStyleIdx="1" presStyleCnt="5" custLinFactNeighborX="-14441" custLinFactNeighborY="23645">
        <dgm:presLayoutVars>
          <dgm:bulletEnabled val="1"/>
        </dgm:presLayoutVars>
      </dgm:prSet>
      <dgm:spPr/>
    </dgm:pt>
    <dgm:pt modelId="{DED56460-9A52-4A9C-B01D-C31716E6E02D}" type="pres">
      <dgm:prSet presAssocID="{7A2151C4-F018-4D4E-AB8B-0A7B785EC845}" presName="bullet5c" presStyleLbl="node1" presStyleIdx="2" presStyleCnt="5"/>
      <dgm:spPr>
        <a:xfrm>
          <a:off x="1975884" y="1824513"/>
          <a:ext cx="247630" cy="247630"/>
        </a:xfrm>
        <a:prstGeom prst="ellipse">
          <a:avLst/>
        </a:prstGeom>
        <a:solidFill>
          <a:schemeClr val="accent3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</dgm:pt>
    <dgm:pt modelId="{AC14529A-45F3-4B91-AF8B-4F5FEBE61363}" type="pres">
      <dgm:prSet presAssocID="{7A2151C4-F018-4D4E-AB8B-0A7B785EC845}" presName="textBox5c" presStyleLbl="revTx" presStyleIdx="2" presStyleCnt="5" custLinFactNeighborX="-34369" custLinFactNeighborY="24090">
        <dgm:presLayoutVars>
          <dgm:bulletEnabled val="1"/>
        </dgm:presLayoutVars>
      </dgm:prSet>
      <dgm:spPr/>
    </dgm:pt>
    <dgm:pt modelId="{A9320E56-AEDE-4F38-8A12-B17166374ECC}" type="pres">
      <dgm:prSet presAssocID="{1F75B2E0-5873-4991-999B-AF44B955EB29}" presName="bullet5d" presStyleLbl="node1" presStyleIdx="3" presStyleCnt="5"/>
      <dgm:spPr>
        <a:xfrm>
          <a:off x="2935452" y="1440170"/>
          <a:ext cx="319855" cy="319855"/>
        </a:xfrm>
        <a:prstGeom prst="ellipse">
          <a:avLst/>
        </a:prstGeom>
        <a:solidFill>
          <a:schemeClr val="accent3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</dgm:pt>
    <dgm:pt modelId="{5504CDBA-FBF8-4CED-931C-420ADFBD33F7}" type="pres">
      <dgm:prSet presAssocID="{1F75B2E0-5873-4991-999B-AF44B955EB29}" presName="textBox5d" presStyleLbl="revTx" presStyleIdx="3" presStyleCnt="5" custLinFactNeighborX="-45849" custLinFactNeighborY="22028">
        <dgm:presLayoutVars>
          <dgm:bulletEnabled val="1"/>
        </dgm:presLayoutVars>
      </dgm:prSet>
      <dgm:spPr/>
    </dgm:pt>
    <dgm:pt modelId="{59926CE0-96C6-4335-9456-1DE189FC4586}" type="pres">
      <dgm:prSet presAssocID="{208B5EA8-F853-4CEE-AE7C-8CD6005A7A84}" presName="bullet5e" presStyleLbl="node1" presStyleIdx="4" presStyleCnt="5"/>
      <dgm:spPr>
        <a:xfrm>
          <a:off x="3923394" y="1183511"/>
          <a:ext cx="407558" cy="407558"/>
        </a:xfrm>
        <a:prstGeom prst="ellipse">
          <a:avLst/>
        </a:prstGeom>
        <a:solidFill>
          <a:schemeClr val="accent3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</dgm:pt>
    <dgm:pt modelId="{4A6A8968-FF36-4F74-BB2B-80FBB781BF45}" type="pres">
      <dgm:prSet presAssocID="{208B5EA8-F853-4CEE-AE7C-8CD6005A7A84}" presName="textBox5e" presStyleLbl="revTx" presStyleIdx="4" presStyleCnt="5" custScaleX="130457" custLinFactNeighborX="-59449" custLinFactNeighborY="22413">
        <dgm:presLayoutVars>
          <dgm:bulletEnabled val="1"/>
        </dgm:presLayoutVars>
      </dgm:prSet>
      <dgm:spPr/>
    </dgm:pt>
  </dgm:ptLst>
  <dgm:cxnLst>
    <dgm:cxn modelId="{B944C401-CFEA-4972-B16B-34FD281862AA}" srcId="{24C781A6-6E97-4B7B-B24C-9C8ACBE282E3}" destId="{85DE3363-824E-44DE-A0D3-1056BABA3EB6}" srcOrd="1" destOrd="0" parTransId="{9739BC50-A50B-4413-B668-AFE46FAD0C5E}" sibTransId="{72A843A8-9FDA-4968-834C-5343301C0E06}"/>
    <dgm:cxn modelId="{1BE7A80C-A0BD-45D3-B2E6-B340B9E7A38E}" srcId="{24C781A6-6E97-4B7B-B24C-9C8ACBE282E3}" destId="{208B5EA8-F853-4CEE-AE7C-8CD6005A7A84}" srcOrd="4" destOrd="0" parTransId="{5D87F191-FD5D-4B93-BB78-8DD126FD7592}" sibTransId="{E99B3529-20C4-496E-91B2-102DCFB199DA}"/>
    <dgm:cxn modelId="{68DDB121-69DA-49BB-A437-127AE7A994AC}" type="presOf" srcId="{24C781A6-6E97-4B7B-B24C-9C8ACBE282E3}" destId="{695EE853-3763-4B20-8E41-A69A782B9D22}" srcOrd="0" destOrd="0" presId="urn:microsoft.com/office/officeart/2005/8/layout/arrow2"/>
    <dgm:cxn modelId="{B5957782-EE1A-4C37-BEC9-67DA2DA5E4B1}" srcId="{24C781A6-6E97-4B7B-B24C-9C8ACBE282E3}" destId="{36582A33-D999-4306-9F5F-3D1AB20A8BF6}" srcOrd="0" destOrd="0" parTransId="{24E7FD33-D76D-4D6E-9FEE-4A2E7DD4F988}" sibTransId="{5B0411D5-7FAF-4F67-A880-8922D289ECFE}"/>
    <dgm:cxn modelId="{03FA4985-4317-436F-8B02-31E218ADAE70}" type="presOf" srcId="{208B5EA8-F853-4CEE-AE7C-8CD6005A7A84}" destId="{4A6A8968-FF36-4F74-BB2B-80FBB781BF45}" srcOrd="0" destOrd="0" presId="urn:microsoft.com/office/officeart/2005/8/layout/arrow2"/>
    <dgm:cxn modelId="{077BA19B-00B9-46AE-A239-0DC91A3FDF71}" type="presOf" srcId="{85DE3363-824E-44DE-A0D3-1056BABA3EB6}" destId="{F8A7B8F0-F100-45C2-8420-1C1529A75379}" srcOrd="0" destOrd="0" presId="urn:microsoft.com/office/officeart/2005/8/layout/arrow2"/>
    <dgm:cxn modelId="{B036F1AD-9281-40DE-B045-065B90A4D74C}" type="presOf" srcId="{1F75B2E0-5873-4991-999B-AF44B955EB29}" destId="{5504CDBA-FBF8-4CED-931C-420ADFBD33F7}" srcOrd="0" destOrd="0" presId="urn:microsoft.com/office/officeart/2005/8/layout/arrow2"/>
    <dgm:cxn modelId="{378F8CB3-0E1A-444E-86E3-511791A05E0B}" type="presOf" srcId="{36582A33-D999-4306-9F5F-3D1AB20A8BF6}" destId="{3003C7B8-8EDC-42B4-B80A-DBE64358C8F8}" srcOrd="0" destOrd="0" presId="urn:microsoft.com/office/officeart/2005/8/layout/arrow2"/>
    <dgm:cxn modelId="{AAFB45BE-3F7D-41A7-B448-A9D4D0B28BCD}" type="presOf" srcId="{7A2151C4-F018-4D4E-AB8B-0A7B785EC845}" destId="{AC14529A-45F3-4B91-AF8B-4F5FEBE61363}" srcOrd="0" destOrd="0" presId="urn:microsoft.com/office/officeart/2005/8/layout/arrow2"/>
    <dgm:cxn modelId="{F8167ECE-5AD0-486B-A1B4-EF8C0AB09270}" srcId="{24C781A6-6E97-4B7B-B24C-9C8ACBE282E3}" destId="{1F75B2E0-5873-4991-999B-AF44B955EB29}" srcOrd="3" destOrd="0" parTransId="{06EF1B03-49F0-4249-B3AE-54F5F3E5E37C}" sibTransId="{80BF7DC8-005F-409B-A413-9BDF40E4854F}"/>
    <dgm:cxn modelId="{517204E3-A714-4CF3-AF05-6D8CB5A3EDF2}" srcId="{24C781A6-6E97-4B7B-B24C-9C8ACBE282E3}" destId="{7A2151C4-F018-4D4E-AB8B-0A7B785EC845}" srcOrd="2" destOrd="0" parTransId="{7EFC9584-A76E-445C-8180-AD00814E8C79}" sibTransId="{AB2588F2-E22F-490B-B8C0-84056B108DA4}"/>
    <dgm:cxn modelId="{C2DD0E9A-D63E-465D-8E5B-B4F96E775D1E}" type="presParOf" srcId="{695EE853-3763-4B20-8E41-A69A782B9D22}" destId="{E235CB93-1718-4B29-BE3C-57492CF6CED3}" srcOrd="0" destOrd="0" presId="urn:microsoft.com/office/officeart/2005/8/layout/arrow2"/>
    <dgm:cxn modelId="{47198E02-E697-48C0-92D7-69720B371B17}" type="presParOf" srcId="{695EE853-3763-4B20-8E41-A69A782B9D22}" destId="{B5A422A8-0323-408E-A68E-BB20F9A33E03}" srcOrd="1" destOrd="0" presId="urn:microsoft.com/office/officeart/2005/8/layout/arrow2"/>
    <dgm:cxn modelId="{573B2F7D-964D-4419-BA1D-4979A80728AB}" type="presParOf" srcId="{B5A422A8-0323-408E-A68E-BB20F9A33E03}" destId="{0358DFD1-DC1E-4B88-A6B6-AF9223E9FC61}" srcOrd="0" destOrd="0" presId="urn:microsoft.com/office/officeart/2005/8/layout/arrow2"/>
    <dgm:cxn modelId="{60200CC0-DB67-4B1C-B309-7E8E07937EFF}" type="presParOf" srcId="{B5A422A8-0323-408E-A68E-BB20F9A33E03}" destId="{3003C7B8-8EDC-42B4-B80A-DBE64358C8F8}" srcOrd="1" destOrd="0" presId="urn:microsoft.com/office/officeart/2005/8/layout/arrow2"/>
    <dgm:cxn modelId="{3B1BB9C9-DED7-44C7-8FCA-C42F990E2D90}" type="presParOf" srcId="{B5A422A8-0323-408E-A68E-BB20F9A33E03}" destId="{CEB6B138-DC9D-4C99-9B8C-8A1EE24E3209}" srcOrd="2" destOrd="0" presId="urn:microsoft.com/office/officeart/2005/8/layout/arrow2"/>
    <dgm:cxn modelId="{35F6971E-2BFE-4E5B-9020-70EEA3E6E4B0}" type="presParOf" srcId="{B5A422A8-0323-408E-A68E-BB20F9A33E03}" destId="{F8A7B8F0-F100-45C2-8420-1C1529A75379}" srcOrd="3" destOrd="0" presId="urn:microsoft.com/office/officeart/2005/8/layout/arrow2"/>
    <dgm:cxn modelId="{5B2CEA42-DDF1-4CA9-86D8-D87E313C947D}" type="presParOf" srcId="{B5A422A8-0323-408E-A68E-BB20F9A33E03}" destId="{DED56460-9A52-4A9C-B01D-C31716E6E02D}" srcOrd="4" destOrd="0" presId="urn:microsoft.com/office/officeart/2005/8/layout/arrow2"/>
    <dgm:cxn modelId="{C6044CD1-AC54-4B87-9A0C-D0FB87EC780D}" type="presParOf" srcId="{B5A422A8-0323-408E-A68E-BB20F9A33E03}" destId="{AC14529A-45F3-4B91-AF8B-4F5FEBE61363}" srcOrd="5" destOrd="0" presId="urn:microsoft.com/office/officeart/2005/8/layout/arrow2"/>
    <dgm:cxn modelId="{77A7509C-AB25-48C9-979D-1D332BCD8318}" type="presParOf" srcId="{B5A422A8-0323-408E-A68E-BB20F9A33E03}" destId="{A9320E56-AEDE-4F38-8A12-B17166374ECC}" srcOrd="6" destOrd="0" presId="urn:microsoft.com/office/officeart/2005/8/layout/arrow2"/>
    <dgm:cxn modelId="{3987B628-E6B4-47CD-A97A-A26A53642604}" type="presParOf" srcId="{B5A422A8-0323-408E-A68E-BB20F9A33E03}" destId="{5504CDBA-FBF8-4CED-931C-420ADFBD33F7}" srcOrd="7" destOrd="0" presId="urn:microsoft.com/office/officeart/2005/8/layout/arrow2"/>
    <dgm:cxn modelId="{C34DC491-412F-4D90-B824-2E227905D57F}" type="presParOf" srcId="{B5A422A8-0323-408E-A68E-BB20F9A33E03}" destId="{59926CE0-96C6-4335-9456-1DE189FC4586}" srcOrd="8" destOrd="0" presId="urn:microsoft.com/office/officeart/2005/8/layout/arrow2"/>
    <dgm:cxn modelId="{29985008-5425-456D-A0A1-4747E4F53C43}" type="presParOf" srcId="{B5A422A8-0323-408E-A68E-BB20F9A33E03}" destId="{4A6A8968-FF36-4F74-BB2B-80FBB781BF45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35CB93-1718-4B29-BE3C-57492CF6CED3}">
      <dsp:nvSpPr>
        <dsp:cNvPr id="0" name=""/>
        <dsp:cNvSpPr/>
      </dsp:nvSpPr>
      <dsp:spPr>
        <a:xfrm>
          <a:off x="-78563" y="536061"/>
          <a:ext cx="5158967" cy="3224354"/>
        </a:xfrm>
        <a:prstGeom prst="swooshArrow">
          <a:avLst>
            <a:gd name="adj1" fmla="val 25000"/>
            <a:gd name="adj2" fmla="val 25000"/>
          </a:avLst>
        </a:prstGeom>
        <a:solidFill>
          <a:schemeClr val="accent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58DFD1-DC1E-4B88-A6B6-AF9223E9FC61}">
      <dsp:nvSpPr>
        <dsp:cNvPr id="0" name=""/>
        <dsp:cNvSpPr/>
      </dsp:nvSpPr>
      <dsp:spPr>
        <a:xfrm>
          <a:off x="429594" y="2933691"/>
          <a:ext cx="118656" cy="118656"/>
        </a:xfrm>
        <a:prstGeom prst="ellipse">
          <a:avLst/>
        </a:prstGeom>
        <a:solidFill>
          <a:schemeClr val="accent3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03C7B8-8EDC-42B4-B80A-DBE64358C8F8}">
      <dsp:nvSpPr>
        <dsp:cNvPr id="0" name=""/>
        <dsp:cNvSpPr/>
      </dsp:nvSpPr>
      <dsp:spPr>
        <a:xfrm>
          <a:off x="177452" y="3284553"/>
          <a:ext cx="939213" cy="7673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73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Motoristas</a:t>
          </a:r>
          <a:r>
            <a:rPr lang="en-US" sz="9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 </a:t>
          </a:r>
          <a:r>
            <a:rPr lang="en-US" sz="900" kern="1200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aprovados</a:t>
          </a:r>
          <a:endParaRPr lang="en-US" sz="9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Gotham Rounded Book" pitchFamily="50" charset="0"/>
            <a:ea typeface="+mn-ea"/>
            <a:cs typeface="+mn-cs"/>
          </a:endParaRPr>
        </a:p>
      </dsp:txBody>
      <dsp:txXfrm>
        <a:off x="177452" y="3284553"/>
        <a:ext cx="939213" cy="767396"/>
      </dsp:txXfrm>
    </dsp:sp>
    <dsp:sp modelId="{CEB6B138-DC9D-4C99-9B8C-8A1EE24E3209}">
      <dsp:nvSpPr>
        <dsp:cNvPr id="0" name=""/>
        <dsp:cNvSpPr/>
      </dsp:nvSpPr>
      <dsp:spPr>
        <a:xfrm>
          <a:off x="1071886" y="2316549"/>
          <a:ext cx="185722" cy="185722"/>
        </a:xfrm>
        <a:prstGeom prst="ellipse">
          <a:avLst/>
        </a:prstGeom>
        <a:solidFill>
          <a:schemeClr val="accent3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A7B8F0-F100-45C2-8420-1C1529A75379}">
      <dsp:nvSpPr>
        <dsp:cNvPr id="0" name=""/>
        <dsp:cNvSpPr/>
      </dsp:nvSpPr>
      <dsp:spPr>
        <a:xfrm>
          <a:off x="1041076" y="2728856"/>
          <a:ext cx="856388" cy="1351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11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Treinamento</a:t>
          </a:r>
          <a:endParaRPr lang="en-US" sz="9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Gotham Rounded Book" pitchFamily="50" charset="0"/>
            <a:ea typeface="+mn-ea"/>
            <a:cs typeface="+mn-cs"/>
          </a:endParaRPr>
        </a:p>
      </dsp:txBody>
      <dsp:txXfrm>
        <a:off x="1041076" y="2728856"/>
        <a:ext cx="856388" cy="1351004"/>
      </dsp:txXfrm>
    </dsp:sp>
    <dsp:sp modelId="{DED56460-9A52-4A9C-B01D-C31716E6E02D}">
      <dsp:nvSpPr>
        <dsp:cNvPr id="0" name=""/>
        <dsp:cNvSpPr/>
      </dsp:nvSpPr>
      <dsp:spPr>
        <a:xfrm>
          <a:off x="1897321" y="1824513"/>
          <a:ext cx="247630" cy="247630"/>
        </a:xfrm>
        <a:prstGeom prst="ellipse">
          <a:avLst/>
        </a:prstGeom>
        <a:solidFill>
          <a:schemeClr val="accent3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14529A-45F3-4B91-AF8B-4F5FEBE61363}">
      <dsp:nvSpPr>
        <dsp:cNvPr id="0" name=""/>
        <dsp:cNvSpPr/>
      </dsp:nvSpPr>
      <dsp:spPr>
        <a:xfrm>
          <a:off x="1678930" y="2384860"/>
          <a:ext cx="995680" cy="1812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214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Veículo</a:t>
          </a:r>
          <a:r>
            <a:rPr lang="en-US" sz="9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 Seguro</a:t>
          </a:r>
        </a:p>
      </dsp:txBody>
      <dsp:txXfrm>
        <a:off x="1678930" y="2384860"/>
        <a:ext cx="995680" cy="1812087"/>
      </dsp:txXfrm>
    </dsp:sp>
    <dsp:sp modelId="{A9320E56-AEDE-4F38-8A12-B17166374ECC}">
      <dsp:nvSpPr>
        <dsp:cNvPr id="0" name=""/>
        <dsp:cNvSpPr/>
      </dsp:nvSpPr>
      <dsp:spPr>
        <a:xfrm>
          <a:off x="2856888" y="1440170"/>
          <a:ext cx="319855" cy="319855"/>
        </a:xfrm>
        <a:prstGeom prst="ellipse">
          <a:avLst/>
        </a:prstGeom>
        <a:solidFill>
          <a:schemeClr val="accent3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04CDBA-FBF8-4CED-931C-420ADFBD33F7}">
      <dsp:nvSpPr>
        <dsp:cNvPr id="0" name=""/>
        <dsp:cNvSpPr/>
      </dsp:nvSpPr>
      <dsp:spPr>
        <a:xfrm>
          <a:off x="2543749" y="2075972"/>
          <a:ext cx="1031793" cy="21603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485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Gestão da </a:t>
          </a:r>
          <a:r>
            <a:rPr lang="en-US" sz="900" kern="1200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viagem</a:t>
          </a:r>
          <a:endParaRPr lang="en-US" sz="9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Gotham Rounded Book" pitchFamily="50" charset="0"/>
            <a:ea typeface="+mn-ea"/>
            <a:cs typeface="+mn-cs"/>
          </a:endParaRPr>
        </a:p>
      </dsp:txBody>
      <dsp:txXfrm>
        <a:off x="2543749" y="2075972"/>
        <a:ext cx="1031793" cy="2160317"/>
      </dsp:txXfrm>
    </dsp:sp>
    <dsp:sp modelId="{59926CE0-96C6-4335-9456-1DE189FC4586}">
      <dsp:nvSpPr>
        <dsp:cNvPr id="0" name=""/>
        <dsp:cNvSpPr/>
      </dsp:nvSpPr>
      <dsp:spPr>
        <a:xfrm>
          <a:off x="3844831" y="1183511"/>
          <a:ext cx="407558" cy="407558"/>
        </a:xfrm>
        <a:prstGeom prst="ellipse">
          <a:avLst/>
        </a:prstGeom>
        <a:solidFill>
          <a:schemeClr val="accent3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6A8968-FF36-4F74-BB2B-80FBB781BF45}">
      <dsp:nvSpPr>
        <dsp:cNvPr id="0" name=""/>
        <dsp:cNvSpPr/>
      </dsp:nvSpPr>
      <dsp:spPr>
        <a:xfrm>
          <a:off x="3278092" y="1919179"/>
          <a:ext cx="1346046" cy="2373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57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Comportamentos</a:t>
          </a:r>
          <a:r>
            <a:rPr lang="en-US" sz="9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 </a:t>
          </a:r>
          <a:r>
            <a:rPr lang="en-US" sz="900" kern="1200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seguros</a:t>
          </a:r>
          <a:r>
            <a:rPr lang="en-US" sz="9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 </a:t>
          </a:r>
          <a:r>
            <a:rPr lang="en-US" sz="900" kern="1200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ao</a:t>
          </a:r>
          <a:r>
            <a:rPr lang="en-US" sz="9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 </a:t>
          </a:r>
          <a:r>
            <a:rPr lang="en-US" sz="900" kern="1200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Gotham Rounded Book" pitchFamily="50" charset="0"/>
              <a:ea typeface="+mn-ea"/>
              <a:cs typeface="+mn-cs"/>
            </a:rPr>
            <a:t>dirigir</a:t>
          </a:r>
          <a:endParaRPr lang="en-US" sz="9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Gotham Rounded Book" pitchFamily="50" charset="0"/>
            <a:ea typeface="+mn-ea"/>
            <a:cs typeface="+mn-cs"/>
          </a:endParaRPr>
        </a:p>
      </dsp:txBody>
      <dsp:txXfrm>
        <a:off x="3278092" y="1919179"/>
        <a:ext cx="1346046" cy="23731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6725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0650" y="0"/>
            <a:ext cx="3006725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3BCD96-484B-4533-9DB1-380D9D9B9B12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98500" y="1154113"/>
            <a:ext cx="5541963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3738" y="4445000"/>
            <a:ext cx="5551487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06725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0650" y="8772525"/>
            <a:ext cx="3006725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A9E662-14CC-4616-9794-D7AFEDED4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47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5CA386-177A-43DD-8BBF-51B8E8B71889}"/>
              </a:ext>
            </a:extLst>
          </p:cNvPr>
          <p:cNvSpPr txBox="1"/>
          <p:nvPr userDrawn="1"/>
        </p:nvSpPr>
        <p:spPr>
          <a:xfrm>
            <a:off x="317128" y="141214"/>
            <a:ext cx="4753994" cy="64633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defPPr>
              <a:defRPr lang="en-US"/>
            </a:defPPr>
            <a:lvl1pPr>
              <a:defRPr sz="1200">
                <a:solidFill>
                  <a:srgbClr val="878787"/>
                </a:solidFill>
              </a:defRPr>
            </a:lvl1pPr>
          </a:lstStyle>
          <a:p>
            <a:r>
              <a:rPr lang="en-US" sz="1400" dirty="0">
                <a:solidFill>
                  <a:schemeClr val="accent2"/>
                </a:solidFill>
                <a:latin typeface="Gotham Rounded Medium" panose="02000000000000000000" pitchFamily="50" charset="0"/>
              </a:rPr>
              <a:t>FIELDCORE EHS MANAGEMENT SYSTEM </a:t>
            </a:r>
          </a:p>
          <a:p>
            <a:r>
              <a:rPr lang="en-US" sz="2800" b="0" dirty="0">
                <a:solidFill>
                  <a:schemeClr val="accent2"/>
                </a:solidFill>
                <a:latin typeface="Gotham Rounded Medium" panose="02000000000000000000" pitchFamily="50" charset="0"/>
              </a:rPr>
              <a:t>EHS Procedure QuickCard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625A07-96D0-4C30-9DF2-A8F83D501A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545" y="141214"/>
            <a:ext cx="2349386" cy="91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14555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1502" y="354626"/>
            <a:ext cx="11033759" cy="9144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cxnSp>
        <p:nvCxnSpPr>
          <p:cNvPr id="22" name="Straight Connector 21"/>
          <p:cNvCxnSpPr/>
          <p:nvPr userDrawn="1"/>
        </p:nvCxnSpPr>
        <p:spPr>
          <a:xfrm>
            <a:off x="594360" y="6288895"/>
            <a:ext cx="11003280" cy="0"/>
          </a:xfrm>
          <a:prstGeom prst="line">
            <a:avLst/>
          </a:prstGeom>
          <a:ln w="28575" cap="rnd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 userDrawn="1"/>
        </p:nvSpPr>
        <p:spPr>
          <a:xfrm>
            <a:off x="3517392" y="6492607"/>
            <a:ext cx="51572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CA" sz="1000" b="0" i="0" dirty="0">
                <a:solidFill>
                  <a:schemeClr val="tx2"/>
                </a:solidFill>
                <a:latin typeface="Gotham Rounded Book" charset="0"/>
                <a:ea typeface="Gotham Rounded Book" charset="0"/>
                <a:cs typeface="Gotham Rounded Book" charset="0"/>
              </a:rPr>
              <a:t>Confidential. Not to be copied, distributed, or reproduced without prior approval.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1" y="1436716"/>
            <a:ext cx="110108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1C7072-D51C-4648-82EF-DF1D1C0FC5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086" y="6200537"/>
            <a:ext cx="1743462" cy="67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787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ransition spd="slow">
    <p:push dir="u"/>
  </p:transition>
  <p:hf hdr="0"/>
  <p:txStyles>
    <p:titleStyle>
      <a:lvl1pPr algn="ctr" defTabSz="685728" rtl="0" eaLnBrk="1" latinLnBrk="0" hangingPunct="1">
        <a:lnSpc>
          <a:spcPct val="90000"/>
        </a:lnSpc>
        <a:spcBef>
          <a:spcPct val="0"/>
        </a:spcBef>
        <a:buNone/>
        <a:defRPr sz="3360" kern="1200" spc="0">
          <a:solidFill>
            <a:schemeClr val="accent2"/>
          </a:solidFill>
          <a:latin typeface="Gotham Rounded Book" charset="0"/>
          <a:ea typeface="Gotham Rounded Book" charset="0"/>
          <a:cs typeface="Gotham Rounded Book" charset="0"/>
        </a:defRPr>
      </a:lvl1pPr>
    </p:titleStyle>
    <p:bodyStyle>
      <a:lvl1pPr marL="116573" indent="-116573" algn="l" defTabSz="685728" rtl="0" eaLnBrk="1" latinLnBrk="0" hangingPunct="1">
        <a:lnSpc>
          <a:spcPct val="90000"/>
        </a:lnSpc>
        <a:spcBef>
          <a:spcPts val="600"/>
        </a:spcBef>
        <a:spcAft>
          <a:spcPts val="224"/>
        </a:spcAft>
        <a:buClr>
          <a:schemeClr val="accent1"/>
        </a:buClr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Gotham Rounded Book" charset="0"/>
          <a:ea typeface="Gotham Rounded Book" charset="0"/>
          <a:cs typeface="Gotham Rounded Book" charset="0"/>
        </a:defRPr>
      </a:lvl1pPr>
      <a:lvl2pPr marL="116573" indent="0" algn="l" defTabSz="685728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Tx/>
        <a:buNone/>
        <a:defRPr sz="1350" b="0" i="0" kern="1200">
          <a:solidFill>
            <a:schemeClr val="tx1"/>
          </a:solidFill>
          <a:latin typeface="Gotham Rounded Book" charset="0"/>
          <a:ea typeface="Gotham Rounded Book" charset="0"/>
          <a:cs typeface="Gotham Rounded Book" charset="0"/>
        </a:defRPr>
      </a:lvl2pPr>
      <a:lvl3pPr marL="116573" indent="-116573" algn="l" defTabSz="685728" rtl="0" eaLnBrk="1" latinLnBrk="0" hangingPunct="1">
        <a:lnSpc>
          <a:spcPct val="90000"/>
        </a:lnSpc>
        <a:spcBef>
          <a:spcPts val="1544"/>
        </a:spcBef>
        <a:spcAft>
          <a:spcPts val="224"/>
        </a:spcAft>
        <a:buClr>
          <a:schemeClr val="accent1"/>
        </a:buClr>
        <a:buSzPct val="91000"/>
        <a:buFont typeface="Arial" charset="0"/>
        <a:buChar char="•"/>
        <a:defRPr lang="en-US" sz="1200" b="0" i="0" kern="1200" dirty="0">
          <a:solidFill>
            <a:schemeClr val="tx1"/>
          </a:solidFill>
          <a:latin typeface="Gotham Rounded Book" charset="0"/>
          <a:ea typeface="Gotham Rounded Book" charset="0"/>
          <a:cs typeface="Gotham Rounded Book" charset="0"/>
        </a:defRPr>
      </a:lvl3pPr>
      <a:lvl4pPr marL="116573" indent="0" algn="l" defTabSz="685728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Tx/>
        <a:buNone/>
        <a:defRPr sz="1050" b="0" i="0" kern="1200">
          <a:solidFill>
            <a:schemeClr val="tx1"/>
          </a:solidFill>
          <a:latin typeface="Gotham Rounded Book" charset="0"/>
          <a:ea typeface="Gotham Rounded Book" charset="0"/>
          <a:cs typeface="Gotham Rounded Book" charset="0"/>
        </a:defRPr>
      </a:lvl4pPr>
      <a:lvl5pPr marL="116573" indent="-116573" algn="l" defTabSz="685728" rtl="0" eaLnBrk="1" latinLnBrk="0" hangingPunct="1">
        <a:lnSpc>
          <a:spcPct val="99000"/>
        </a:lnSpc>
        <a:spcBef>
          <a:spcPts val="674"/>
        </a:spcBef>
        <a:buClr>
          <a:schemeClr val="accent5"/>
        </a:buClr>
        <a:buSzPct val="91000"/>
        <a:buFont typeface="Arial" panose="020B0604020202020204" pitchFamily="34" charset="0"/>
        <a:buChar char="•"/>
        <a:defRPr sz="1350" kern="1200">
          <a:solidFill>
            <a:schemeClr val="accent2"/>
          </a:solidFill>
          <a:latin typeface="+mn-lt"/>
          <a:ea typeface="+mn-ea"/>
          <a:cs typeface="+mn-cs"/>
        </a:defRPr>
      </a:lvl5pPr>
      <a:lvl6pPr marL="144005" indent="0" algn="l" defTabSz="685728" rtl="0" eaLnBrk="1" latinLnBrk="0" hangingPunct="1">
        <a:lnSpc>
          <a:spcPct val="99000"/>
        </a:lnSpc>
        <a:spcBef>
          <a:spcPts val="0"/>
        </a:spcBef>
        <a:buSzPct val="91000"/>
        <a:buFontTx/>
        <a:buNone/>
        <a:defRPr sz="135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indent="0" algn="l" defTabSz="685728" rtl="0" eaLnBrk="1" latinLnBrk="0" hangingPunct="1">
        <a:lnSpc>
          <a:spcPct val="99000"/>
        </a:lnSpc>
        <a:spcBef>
          <a:spcPts val="674"/>
        </a:spcBef>
        <a:buSzPct val="91000"/>
        <a:buFontTx/>
        <a:buNone/>
        <a:defRPr sz="1350" b="1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indent="0" algn="l" defTabSz="685728" rtl="0" eaLnBrk="1" latinLnBrk="0" hangingPunct="1">
        <a:lnSpc>
          <a:spcPct val="99000"/>
        </a:lnSpc>
        <a:spcBef>
          <a:spcPts val="0"/>
        </a:spcBef>
        <a:buSzPct val="91000"/>
        <a:buFontTx/>
        <a:buNone/>
        <a:defRPr sz="135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indent="0" algn="l" defTabSz="685728" rtl="0" eaLnBrk="1" latinLnBrk="0" hangingPunct="1">
        <a:lnSpc>
          <a:spcPct val="99000"/>
        </a:lnSpc>
        <a:spcBef>
          <a:spcPts val="674"/>
        </a:spcBef>
        <a:buSzPct val="91000"/>
        <a:buFontTx/>
        <a:buNone/>
        <a:defRPr sz="1350" i="1" kern="120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28" rtl="0" eaLnBrk="1" latinLnBrk="0" hangingPunct="1">
        <a:lnSpc>
          <a:spcPct val="99000"/>
        </a:lnSpc>
        <a:defRPr sz="1050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algn="l" defTabSz="685728" rtl="0" eaLnBrk="1" latinLnBrk="0" hangingPunct="1">
        <a:lnSpc>
          <a:spcPct val="99000"/>
        </a:lnSpc>
        <a:spcBef>
          <a:spcPts val="674"/>
        </a:spcBef>
        <a:defRPr sz="1050"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6573" indent="-116573" algn="l" defTabSz="685728" rtl="0" eaLnBrk="1" latinLnBrk="0" hangingPunct="1">
        <a:lnSpc>
          <a:spcPct val="99000"/>
        </a:lnSpc>
        <a:buSzPct val="91000"/>
        <a:buFont typeface="Arial" panose="020B0604020202020204" pitchFamily="34" charset="0"/>
        <a:buChar char="•"/>
        <a:defRPr sz="1050" kern="1200">
          <a:solidFill>
            <a:schemeClr val="accent2"/>
          </a:solidFill>
          <a:latin typeface="+mn-lt"/>
          <a:ea typeface="+mn-ea"/>
          <a:cs typeface="+mn-cs"/>
        </a:defRPr>
      </a:lvl3pPr>
      <a:lvl4pPr marL="116573" indent="-116573" algn="l" defTabSz="685728" rtl="0" eaLnBrk="1" latinLnBrk="0" hangingPunct="1">
        <a:lnSpc>
          <a:spcPct val="99000"/>
        </a:lnSpc>
        <a:spcBef>
          <a:spcPts val="674"/>
        </a:spcBef>
        <a:buSzPct val="91000"/>
        <a:buFont typeface="Arial" panose="020B0604020202020204" pitchFamily="34" charset="0"/>
        <a:buChar char="•"/>
        <a:defRPr sz="1050" b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116573" algn="l" defTabSz="685728" rtl="0" eaLnBrk="1" latinLnBrk="0" hangingPunct="1">
        <a:lnSpc>
          <a:spcPct val="99000"/>
        </a:lnSpc>
        <a:defRPr sz="1050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algn="l" defTabSz="685728" rtl="0" eaLnBrk="1" latinLnBrk="0" hangingPunct="1">
        <a:lnSpc>
          <a:spcPct val="99000"/>
        </a:lnSpc>
        <a:defRPr sz="105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algn="l" defTabSz="685728" rtl="0" eaLnBrk="1" latinLnBrk="0" hangingPunct="1">
        <a:lnSpc>
          <a:spcPct val="99000"/>
        </a:lnSpc>
        <a:defRPr sz="1050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algn="l" defTabSz="685728" rtl="0" eaLnBrk="1" latinLnBrk="0" hangingPunct="1">
        <a:lnSpc>
          <a:spcPct val="99000"/>
        </a:lnSpc>
        <a:defRPr sz="105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algn="l" defTabSz="685728" rtl="0" eaLnBrk="1" latinLnBrk="0" hangingPunct="1">
        <a:lnSpc>
          <a:spcPct val="99000"/>
        </a:lnSpc>
        <a:defRPr sz="1050" kern="1200">
          <a:solidFill>
            <a:schemeClr val="accent2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94" userDrawn="1">
          <p15:clr>
            <a:srgbClr val="F26B43"/>
          </p15:clr>
        </p15:guide>
        <p15:guide id="2" pos="3200" userDrawn="1">
          <p15:clr>
            <a:srgbClr val="F26B43"/>
          </p15:clr>
        </p15:guide>
        <p15:guide id="3" pos="300" userDrawn="1">
          <p15:clr>
            <a:srgbClr val="F26B43"/>
          </p15:clr>
        </p15:guide>
        <p15:guide id="4" pos="6080" userDrawn="1">
          <p15:clr>
            <a:srgbClr val="F26B43"/>
          </p15:clr>
        </p15:guide>
        <p15:guide id="5" pos="820" userDrawn="1">
          <p15:clr>
            <a:srgbClr val="F26B43"/>
          </p15:clr>
        </p15:guide>
        <p15:guide id="6" orient="horz" pos="3423" userDrawn="1">
          <p15:clr>
            <a:srgbClr val="F26B43"/>
          </p15:clr>
        </p15:guide>
        <p15:guide id="7" pos="480" userDrawn="1">
          <p15:clr>
            <a:srgbClr val="F26B43"/>
          </p15:clr>
        </p15:guide>
        <p15:guide id="8" pos="59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13" Type="http://schemas.openxmlformats.org/officeDocument/2006/relationships/hyperlink" Target="https://spo-teamsite.ge.com/sites/fieldcore/functions/ehs/ToolboxTalks/Forms/AllItems.aspx?viewid=06b25550%2D76d3%2D442b%2Db04d%2D0bed4c47b5f5&amp;id=%2Fsites%2Ffieldcore%2Ffunctions%2Fehs%2FToolboxTalks%2FMotor%20Vehicle%20Safety%20%28MVS%29" TargetMode="External"/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12" Type="http://schemas.openxmlformats.org/officeDocument/2006/relationships/image" Target="../media/image7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openxmlformats.org/officeDocument/2006/relationships/image" Target="../media/image6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5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F12892A8-8A8C-41DB-A1A8-8863E28F584C}"/>
              </a:ext>
            </a:extLst>
          </p:cNvPr>
          <p:cNvGrpSpPr/>
          <p:nvPr/>
        </p:nvGrpSpPr>
        <p:grpSpPr>
          <a:xfrm>
            <a:off x="335594" y="667003"/>
            <a:ext cx="5158967" cy="4296477"/>
            <a:chOff x="273104" y="1206257"/>
            <a:chExt cx="5158967" cy="4296477"/>
          </a:xfrm>
        </p:grpSpPr>
        <p:graphicFrame>
          <p:nvGraphicFramePr>
            <p:cNvPr id="21" name="Diagram 20">
              <a:extLst>
                <a:ext uri="{FF2B5EF4-FFF2-40B4-BE49-F238E27FC236}">
                  <a16:creationId xmlns:a16="http://schemas.microsoft.com/office/drawing/2014/main" id="{0FB2604C-5628-4314-A833-6E60EAB2A76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49497925"/>
                </p:ext>
              </p:extLst>
            </p:nvPr>
          </p:nvGraphicFramePr>
          <p:xfrm>
            <a:off x="273104" y="1206257"/>
            <a:ext cx="5158967" cy="429647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1D7C6E1-FFCD-4BFC-882C-D6ECE36885E0}"/>
                </a:ext>
              </a:extLst>
            </p:cNvPr>
            <p:cNvGrpSpPr/>
            <p:nvPr/>
          </p:nvGrpSpPr>
          <p:grpSpPr>
            <a:xfrm>
              <a:off x="976553" y="2474470"/>
              <a:ext cx="4106732" cy="1431459"/>
              <a:chOff x="976553" y="2474470"/>
              <a:chExt cx="4106732" cy="143145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CF0C545-03FE-4A24-BA3E-88C77CDB2D91}"/>
                  </a:ext>
                </a:extLst>
              </p:cNvPr>
              <p:cNvSpPr/>
              <p:nvPr/>
            </p:nvSpPr>
            <p:spPr>
              <a:xfrm rot="19354657" flipV="1">
                <a:off x="976553" y="3860210"/>
                <a:ext cx="350451" cy="45719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solidFill>
                    <a:schemeClr val="bg1"/>
                  </a:solidFill>
                  <a:ea typeface="Arial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BF61E4F-9C54-4146-8D0D-20B40D900F85}"/>
                  </a:ext>
                </a:extLst>
              </p:cNvPr>
              <p:cNvSpPr/>
              <p:nvPr/>
            </p:nvSpPr>
            <p:spPr>
              <a:xfrm rot="19866058" flipV="1">
                <a:off x="1716289" y="3364055"/>
                <a:ext cx="350451" cy="45719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solidFill>
                    <a:schemeClr val="bg1"/>
                  </a:solidFill>
                  <a:ea typeface="Arial" charset="0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E163F85-505A-4945-AA22-EBAB4FEDC2AC}"/>
                  </a:ext>
                </a:extLst>
              </p:cNvPr>
              <p:cNvSpPr/>
              <p:nvPr/>
            </p:nvSpPr>
            <p:spPr>
              <a:xfrm rot="20517344" flipV="1">
                <a:off x="2677362" y="2956464"/>
                <a:ext cx="350451" cy="45719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solidFill>
                    <a:schemeClr val="bg1"/>
                  </a:solidFill>
                  <a:ea typeface="Arial" charset="0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C394D0B-45E1-4F21-8023-D875F3DC2F77}"/>
                  </a:ext>
                </a:extLst>
              </p:cNvPr>
              <p:cNvSpPr/>
              <p:nvPr/>
            </p:nvSpPr>
            <p:spPr>
              <a:xfrm rot="20819151" flipV="1">
                <a:off x="3675248" y="2674823"/>
                <a:ext cx="350451" cy="45719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solidFill>
                    <a:schemeClr val="bg1"/>
                  </a:solidFill>
                  <a:ea typeface="Arial" charset="0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DE5E8F5-742F-4CE1-83B6-DD40F61E43BD}"/>
                  </a:ext>
                </a:extLst>
              </p:cNvPr>
              <p:cNvSpPr/>
              <p:nvPr/>
            </p:nvSpPr>
            <p:spPr>
              <a:xfrm rot="21086876" flipV="1">
                <a:off x="4732834" y="2474470"/>
                <a:ext cx="350451" cy="45719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solidFill>
                    <a:schemeClr val="bg1"/>
                  </a:solidFill>
                  <a:ea typeface="Arial" charset="0"/>
                </a:endParaRPr>
              </a:p>
            </p:txBody>
          </p:sp>
        </p:grpSp>
      </p:grpSp>
      <p:graphicFrame>
        <p:nvGraphicFramePr>
          <p:cNvPr id="2" name="Group 758">
            <a:extLst>
              <a:ext uri="{FF2B5EF4-FFF2-40B4-BE49-F238E27FC236}">
                <a16:creationId xmlns:a16="http://schemas.microsoft.com/office/drawing/2014/main" id="{ED799BE4-B781-4FDD-AB5A-869D3FF084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026046"/>
              </p:ext>
            </p:extLst>
          </p:nvPr>
        </p:nvGraphicFramePr>
        <p:xfrm>
          <a:off x="5973451" y="1103600"/>
          <a:ext cx="6000797" cy="4524433"/>
        </p:xfrm>
        <a:graphic>
          <a:graphicData uri="http://schemas.openxmlformats.org/drawingml/2006/table">
            <a:tbl>
              <a:tblPr/>
              <a:tblGrid>
                <a:gridCol w="6000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769">
                <a:tc>
                  <a:txBody>
                    <a:bodyPr/>
                    <a:lstStyle/>
                    <a:p>
                      <a:pPr marL="0" marR="0" lvl="0" indent="0" algn="l" defTabSz="6953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52425" algn="l"/>
                          <a:tab pos="722313" algn="l"/>
                          <a:tab pos="1074738" algn="l"/>
                          <a:tab pos="1427163" algn="l"/>
                          <a:tab pos="1700213" algn="l"/>
                        </a:tabLst>
                      </a:pPr>
                      <a:r>
                        <a:rPr lang="en-AU" sz="1600" b="1" kern="1200" dirty="0" err="1">
                          <a:solidFill>
                            <a:schemeClr val="bg1"/>
                          </a:solidFill>
                          <a:latin typeface="Gotham Rounded Book" pitchFamily="50" charset="0"/>
                          <a:ea typeface="+mj-ea"/>
                          <a:cs typeface="Arial" pitchFamily="34" charset="0"/>
                        </a:rPr>
                        <a:t>Componentes</a:t>
                      </a:r>
                      <a:r>
                        <a:rPr lang="en-AU" sz="1600" b="1" kern="1200" dirty="0">
                          <a:solidFill>
                            <a:schemeClr val="bg1"/>
                          </a:solidFill>
                          <a:latin typeface="Gotham Rounded Book" pitchFamily="50" charset="0"/>
                          <a:ea typeface="+mj-ea"/>
                          <a:cs typeface="Arial" pitchFamily="34" charset="0"/>
                        </a:rPr>
                        <a:t> </a:t>
                      </a:r>
                      <a:r>
                        <a:rPr lang="en-AU" sz="1600" b="1" kern="1200" dirty="0" err="1">
                          <a:solidFill>
                            <a:schemeClr val="bg1"/>
                          </a:solidFill>
                          <a:latin typeface="Gotham Rounded Book" pitchFamily="50" charset="0"/>
                          <a:ea typeface="+mj-ea"/>
                          <a:cs typeface="Arial" pitchFamily="34" charset="0"/>
                        </a:rPr>
                        <a:t>Chave</a:t>
                      </a:r>
                      <a:endParaRPr lang="en-AU" sz="1600" b="1" kern="1200" dirty="0">
                        <a:solidFill>
                          <a:schemeClr val="bg1"/>
                        </a:solidFill>
                        <a:latin typeface="Gotham Rounded Book" pitchFamily="50" charset="0"/>
                        <a:ea typeface="+mj-ea"/>
                        <a:cs typeface="Arial" pitchFamily="34" charset="0"/>
                      </a:endParaRPr>
                    </a:p>
                  </a:txBody>
                  <a:tcPr marL="83077" marR="83077" marT="54000" marB="54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5664"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Plano de Gestão de </a:t>
                      </a:r>
                      <a:r>
                        <a:rPr lang="en-US" sz="1100" kern="1200" dirty="0" err="1"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Viagem</a:t>
                      </a:r>
                      <a:endParaRPr lang="en-US" sz="1100" kern="1200" dirty="0">
                        <a:solidFill>
                          <a:schemeClr val="tx1"/>
                        </a:solidFill>
                        <a:effectLst/>
                        <a:latin typeface="Gotham Rounded Book" pitchFamily="50" charset="0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pt-BR" sz="1100" kern="1200" dirty="0"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Política de proibição do uso de celular ao dirigir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Gestão de jornada do </a:t>
                      </a:r>
                      <a:r>
                        <a:rPr lang="en-US" sz="1100" kern="1200" dirty="0" err="1"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motorista</a:t>
                      </a:r>
                      <a:endParaRPr lang="en-US" sz="1100" kern="1200" dirty="0">
                        <a:solidFill>
                          <a:schemeClr val="tx1"/>
                        </a:solidFill>
                        <a:effectLst/>
                        <a:latin typeface="Gotham Rounded Book" pitchFamily="50" charset="0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pt-BR" sz="1100" kern="1200" dirty="0"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Práticas de segurança de trabalho em torno de veículos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pt-BR" sz="1100" kern="1200" dirty="0"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Manutenção e Inspeção de Veículos - Veículos Frota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Additional training requirements for certain drivers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pt-BR" sz="1100" kern="1200" dirty="0"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Relatórios de acidentes com veículos motorizados relacionados ao trabalho e deslocamento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pt-BR" sz="1100" kern="1200" dirty="0"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Orientação de relatório de seguro para veículos da frota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 err="1"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Práticas</a:t>
                      </a: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 de </a:t>
                      </a:r>
                      <a:r>
                        <a:rPr lang="en-US" sz="1100" kern="1200" dirty="0" err="1"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Direção</a:t>
                      </a: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 Segura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pt-BR" sz="1100" kern="1200" dirty="0"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Especificação de projeto para veículos alugados</a:t>
                      </a:r>
                      <a:endParaRPr lang="en-US" sz="1100" kern="1200" dirty="0">
                        <a:solidFill>
                          <a:schemeClr val="tx1"/>
                        </a:solidFill>
                        <a:effectLst/>
                        <a:latin typeface="Gotham Rounded Book" pitchFamily="50" charset="0"/>
                        <a:ea typeface="+mn-ea"/>
                        <a:cs typeface="+mn-cs"/>
                      </a:endParaRPr>
                    </a:p>
                    <a:p>
                      <a:pPr marL="171450" lvl="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100" kern="1200" dirty="0">
                        <a:solidFill>
                          <a:schemeClr val="tx1"/>
                        </a:solidFill>
                        <a:effectLst/>
                        <a:latin typeface="Gotham Rounded Book" pitchFamily="50" charset="0"/>
                        <a:ea typeface="+mn-ea"/>
                        <a:cs typeface="+mn-cs"/>
                      </a:endParaRPr>
                    </a:p>
                    <a:p>
                      <a:pPr marL="171450" lvl="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100" kern="1200" dirty="0">
                        <a:solidFill>
                          <a:schemeClr val="tx1"/>
                        </a:solidFill>
                        <a:effectLst/>
                        <a:latin typeface="Gotham Rounded Book" pitchFamily="50" charset="0"/>
                        <a:ea typeface="+mn-ea"/>
                        <a:cs typeface="+mn-cs"/>
                      </a:endParaRPr>
                    </a:p>
                    <a:p>
                      <a:pPr marL="171450" lvl="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100" kern="1200" dirty="0">
                        <a:solidFill>
                          <a:schemeClr val="tx1"/>
                        </a:solidFill>
                        <a:effectLst/>
                        <a:latin typeface="Gotham Rounded Book" pitchFamily="50" charset="0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kumimoji="0" lang="en-GB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otham Rounded Book" pitchFamily="50" charset="0"/>
                        <a:ea typeface="+mn-ea"/>
                        <a:cs typeface="+mn-cs"/>
                      </a:endParaRPr>
                    </a:p>
                  </a:txBody>
                  <a:tcPr marL="83077" marR="83077" marT="54000" marB="54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Group 758">
            <a:extLst>
              <a:ext uri="{FF2B5EF4-FFF2-40B4-BE49-F238E27FC236}">
                <a16:creationId xmlns:a16="http://schemas.microsoft.com/office/drawing/2014/main" id="{0ED43FA4-AADD-4EBB-B020-30FD54F75D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851877"/>
              </p:ext>
            </p:extLst>
          </p:nvPr>
        </p:nvGraphicFramePr>
        <p:xfrm>
          <a:off x="6004239" y="4272061"/>
          <a:ext cx="5983657" cy="1246359"/>
        </p:xfrm>
        <a:graphic>
          <a:graphicData uri="http://schemas.openxmlformats.org/drawingml/2006/table">
            <a:tbl>
              <a:tblPr/>
              <a:tblGrid>
                <a:gridCol w="5983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251">
                <a:tc>
                  <a:txBody>
                    <a:bodyPr/>
                    <a:lstStyle/>
                    <a:p>
                      <a:pPr marL="0" marR="0" lvl="0" indent="0" algn="l" defTabSz="6953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52425" algn="l"/>
                          <a:tab pos="722313" algn="l"/>
                          <a:tab pos="1074738" algn="l"/>
                          <a:tab pos="1427163" algn="l"/>
                          <a:tab pos="1700213" algn="l"/>
                        </a:tabLst>
                      </a:pPr>
                      <a:r>
                        <a:rPr lang="en-AU" sz="1600" b="1" kern="1200" dirty="0">
                          <a:solidFill>
                            <a:schemeClr val="bg1"/>
                          </a:solidFill>
                          <a:latin typeface="Gotham Rounded Book" pitchFamily="50" charset="0"/>
                          <a:ea typeface="+mj-ea"/>
                          <a:cs typeface="Arial" pitchFamily="34" charset="0"/>
                        </a:rPr>
                        <a:t>Ferramentas </a:t>
                      </a:r>
                      <a:r>
                        <a:rPr lang="en-AU" sz="1600" b="1" kern="1200" dirty="0" err="1">
                          <a:solidFill>
                            <a:schemeClr val="bg1"/>
                          </a:solidFill>
                          <a:latin typeface="Gotham Rounded Book" pitchFamily="50" charset="0"/>
                          <a:ea typeface="+mj-ea"/>
                          <a:cs typeface="Arial" pitchFamily="34" charset="0"/>
                        </a:rPr>
                        <a:t>chave</a:t>
                      </a:r>
                      <a:endParaRPr lang="en-AU" sz="1600" b="0" kern="1200" dirty="0">
                        <a:solidFill>
                          <a:schemeClr val="bg1"/>
                        </a:solidFill>
                        <a:latin typeface="Gotham Rounded Book" pitchFamily="50" charset="0"/>
                        <a:ea typeface="+mj-ea"/>
                        <a:cs typeface="Arial" pitchFamily="34" charset="0"/>
                      </a:endParaRPr>
                    </a:p>
                  </a:txBody>
                  <a:tcPr marL="83077" marR="83077" marT="54000" marB="54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903">
                <a:tc>
                  <a:txBody>
                    <a:bodyPr/>
                    <a:lstStyle/>
                    <a:p>
                      <a:pPr marL="171450" lvl="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pt-BR" sz="1100" dirty="0">
                          <a:latin typeface="Gotham Rounded Book" pitchFamily="50" charset="0"/>
                        </a:rPr>
                        <a:t>Relatório de acidentes e incidentes de veículos em Gensuite</a:t>
                      </a:r>
                    </a:p>
                    <a:p>
                      <a:pPr marL="171450" lvl="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pt-BR" sz="1100" dirty="0">
                          <a:latin typeface="Gotham Rounded Book" pitchFamily="50" charset="0"/>
                        </a:rPr>
                        <a:t>Orientação para o plano de gestão de viagem</a:t>
                      </a:r>
                      <a:endParaRPr lang="en-US" sz="1100" dirty="0">
                        <a:latin typeface="Gotham Rounded Book" pitchFamily="50" charset="0"/>
                      </a:endParaRPr>
                    </a:p>
                  </a:txBody>
                  <a:tcPr marL="83077" marR="83077" marT="54000" marB="54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Group 758">
            <a:extLst>
              <a:ext uri="{FF2B5EF4-FFF2-40B4-BE49-F238E27FC236}">
                <a16:creationId xmlns:a16="http://schemas.microsoft.com/office/drawing/2014/main" id="{E253149D-3A7F-48DD-9474-CA7814DA16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746261"/>
              </p:ext>
            </p:extLst>
          </p:nvPr>
        </p:nvGraphicFramePr>
        <p:xfrm>
          <a:off x="6004239" y="5188948"/>
          <a:ext cx="6000798" cy="1512543"/>
        </p:xfrm>
        <a:graphic>
          <a:graphicData uri="http://schemas.openxmlformats.org/drawingml/2006/table">
            <a:tbl>
              <a:tblPr/>
              <a:tblGrid>
                <a:gridCol w="6000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6953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52425" algn="l"/>
                          <a:tab pos="722313" algn="l"/>
                          <a:tab pos="1074738" algn="l"/>
                          <a:tab pos="1427163" algn="l"/>
                          <a:tab pos="1700213" algn="l"/>
                        </a:tabLst>
                      </a:pPr>
                      <a:r>
                        <a:rPr lang="en-AU" sz="1600" b="1" kern="1200" dirty="0" err="1">
                          <a:solidFill>
                            <a:schemeClr val="bg1"/>
                          </a:solidFill>
                          <a:latin typeface="Gotham Rounded Book" pitchFamily="50" charset="0"/>
                          <a:ea typeface="+mj-ea"/>
                          <a:cs typeface="Arial" pitchFamily="34" charset="0"/>
                        </a:rPr>
                        <a:t>Alterações</a:t>
                      </a:r>
                      <a:r>
                        <a:rPr lang="en-AU" sz="1600" b="1" kern="1200" dirty="0">
                          <a:solidFill>
                            <a:schemeClr val="bg1"/>
                          </a:solidFill>
                          <a:latin typeface="Gotham Rounded Book" pitchFamily="50" charset="0"/>
                          <a:ea typeface="+mj-ea"/>
                          <a:cs typeface="Arial" pitchFamily="34" charset="0"/>
                        </a:rPr>
                        <a:t> </a:t>
                      </a:r>
                      <a:r>
                        <a:rPr lang="en-AU" sz="1600" b="1" kern="1200" dirty="0" err="1">
                          <a:solidFill>
                            <a:schemeClr val="bg1"/>
                          </a:solidFill>
                          <a:latin typeface="Gotham Rounded Book" pitchFamily="50" charset="0"/>
                          <a:ea typeface="+mj-ea"/>
                          <a:cs typeface="Arial" pitchFamily="34" charset="0"/>
                        </a:rPr>
                        <a:t>Versão</a:t>
                      </a:r>
                      <a:r>
                        <a:rPr lang="en-AU" sz="1600" b="1" kern="1200" dirty="0">
                          <a:solidFill>
                            <a:schemeClr val="bg1"/>
                          </a:solidFill>
                          <a:latin typeface="Gotham Rounded Book" pitchFamily="50" charset="0"/>
                          <a:ea typeface="+mj-ea"/>
                          <a:cs typeface="Arial" pitchFamily="34" charset="0"/>
                        </a:rPr>
                        <a:t> 2</a:t>
                      </a:r>
                    </a:p>
                  </a:txBody>
                  <a:tcPr marL="83077" marR="83077" marT="54000" marB="54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7151">
                <a:tc>
                  <a:txBody>
                    <a:bodyPr/>
                    <a:lstStyle/>
                    <a:p>
                      <a:pPr marL="190500" marR="0" lvl="0" indent="-190500" algn="l" defTabSz="69532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0A1B5F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Plano de Gestão de </a:t>
                      </a:r>
                      <a:r>
                        <a:rPr lang="en-US" sz="1100" kern="1200" dirty="0" err="1"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Viagem</a:t>
                      </a:r>
                      <a:r>
                        <a:rPr lang="en-US" sz="1100" b="0" kern="1200" dirty="0"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b="0" kern="1200" dirty="0" err="1"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expandido</a:t>
                      </a:r>
                      <a:r>
                        <a:rPr lang="en-US" sz="1100" b="0" kern="1200" dirty="0"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100" b="0" kern="1200" dirty="0" err="1"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adicionado</a:t>
                      </a:r>
                      <a:r>
                        <a:rPr lang="en-US" sz="1100" b="0" kern="1200" dirty="0"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 template</a:t>
                      </a:r>
                    </a:p>
                    <a:p>
                      <a:pPr marL="190500" marR="0" lvl="0" indent="-190500" algn="l" defTabSz="69532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0A1B5F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Verificação</a:t>
                      </a:r>
                      <a:r>
                        <a:rPr kumimoji="0" 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 de CNH </a:t>
                      </a:r>
                      <a:r>
                        <a:rPr kumimoji="0" 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previamente</a:t>
                      </a:r>
                      <a:r>
                        <a:rPr kumimoji="0" 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 (</a:t>
                      </a:r>
                      <a:r>
                        <a:rPr kumimoji="0" 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onde</a:t>
                      </a:r>
                      <a:r>
                        <a:rPr kumimoji="0" 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permitido</a:t>
                      </a:r>
                      <a:r>
                        <a:rPr kumimoji="0" 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) à </a:t>
                      </a:r>
                      <a:r>
                        <a:rPr kumimoji="0" 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contratação</a:t>
                      </a:r>
                      <a:r>
                        <a:rPr kumimoji="0" 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alinhando</a:t>
                      </a:r>
                      <a:r>
                        <a:rPr kumimoji="0" 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 com a </a:t>
                      </a:r>
                      <a:r>
                        <a:rPr kumimoji="0" 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política</a:t>
                      </a:r>
                      <a:r>
                        <a:rPr kumimoji="0" 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 de RH</a:t>
                      </a:r>
                      <a:endParaRPr kumimoji="0" lang="en-GB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otham Rounded Book" pitchFamily="50" charset="0"/>
                        <a:ea typeface="+mn-ea"/>
                        <a:cs typeface="+mn-cs"/>
                      </a:endParaRPr>
                    </a:p>
                    <a:p>
                      <a:pPr marL="190500" marR="0" lvl="0" indent="-190500" algn="l" defTabSz="69532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0A1B5F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Proibição</a:t>
                      </a:r>
                      <a:r>
                        <a:rPr kumimoji="0" lang="en-GB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 de </a:t>
                      </a:r>
                      <a:r>
                        <a:rPr kumimoji="0" lang="en-GB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transferência</a:t>
                      </a:r>
                      <a:r>
                        <a:rPr kumimoji="0" lang="en-GB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 de </a:t>
                      </a:r>
                      <a:r>
                        <a:rPr kumimoji="0" lang="en-GB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combustível</a:t>
                      </a:r>
                      <a:r>
                        <a:rPr kumimoji="0" lang="en-GB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 entre </a:t>
                      </a:r>
                      <a:r>
                        <a:rPr kumimoji="0" lang="en-GB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otham Rounded Book" pitchFamily="50" charset="0"/>
                          <a:ea typeface="+mn-ea"/>
                          <a:cs typeface="+mn-cs"/>
                        </a:rPr>
                        <a:t>veículos</a:t>
                      </a:r>
                      <a:endParaRPr kumimoji="0" 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otham Rounded Book" pitchFamily="50" charset="0"/>
                        <a:ea typeface="+mn-ea"/>
                        <a:cs typeface="+mn-cs"/>
                      </a:endParaRPr>
                    </a:p>
                  </a:txBody>
                  <a:tcPr marL="83077" marR="83077" marT="54000" marB="54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CAADBE28-32DD-4E65-975C-58F3281613C2}"/>
              </a:ext>
            </a:extLst>
          </p:cNvPr>
          <p:cNvSpPr txBox="1">
            <a:spLocks/>
          </p:cNvSpPr>
          <p:nvPr/>
        </p:nvSpPr>
        <p:spPr>
          <a:xfrm>
            <a:off x="335593" y="774695"/>
            <a:ext cx="10483297" cy="34998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chemeClr val="accent1"/>
                </a:solidFill>
                <a:latin typeface="Gotham Rounded Book" pitchFamily="50" charset="0"/>
              </a:rPr>
              <a:t>FC-GL-EHS-SAF-0702</a:t>
            </a:r>
            <a:r>
              <a:rPr lang="en-US" sz="1200" b="1" dirty="0">
                <a:solidFill>
                  <a:schemeClr val="accent1"/>
                </a:solidFill>
                <a:latin typeface="Gotham Rounded Book" pitchFamily="50" charset="0"/>
              </a:rPr>
              <a:t>-pt-br</a:t>
            </a:r>
            <a:r>
              <a:rPr lang="en-US" sz="1600" b="1" dirty="0">
                <a:solidFill>
                  <a:schemeClr val="accent1"/>
                </a:solidFill>
                <a:latin typeface="Gotham Rounded Book" pitchFamily="50" charset="0"/>
              </a:rPr>
              <a:t> (Issue </a:t>
            </a:r>
            <a:r>
              <a:rPr lang="en-US" sz="1600" b="1">
                <a:solidFill>
                  <a:schemeClr val="accent1"/>
                </a:solidFill>
                <a:latin typeface="Gotham Rounded Book" pitchFamily="50" charset="0"/>
              </a:rPr>
              <a:t>2): </a:t>
            </a:r>
            <a:r>
              <a:rPr lang="en-US" sz="2000" b="1">
                <a:solidFill>
                  <a:schemeClr val="accent1"/>
                </a:solidFill>
                <a:latin typeface="Gotham Rounded Book" pitchFamily="50" charset="0"/>
              </a:rPr>
              <a:t>Segurança</a:t>
            </a:r>
            <a:r>
              <a:rPr lang="en-US" sz="2000" b="1" dirty="0">
                <a:solidFill>
                  <a:schemeClr val="accent1"/>
                </a:solidFill>
                <a:latin typeface="Gotham Rounded Book" pitchFamily="50" charset="0"/>
              </a:rPr>
              <a:t> com </a:t>
            </a:r>
            <a:r>
              <a:rPr lang="en-US" sz="2000" b="1" dirty="0" err="1">
                <a:solidFill>
                  <a:schemeClr val="accent1"/>
                </a:solidFill>
                <a:latin typeface="Gotham Rounded Book" pitchFamily="50" charset="0"/>
              </a:rPr>
              <a:t>Veículos</a:t>
            </a:r>
            <a:r>
              <a:rPr lang="en-US" sz="2000" b="1" dirty="0">
                <a:solidFill>
                  <a:schemeClr val="accent1"/>
                </a:solidFill>
                <a:latin typeface="Gotham Rounded Book" pitchFamily="50" charset="0"/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  <a:latin typeface="Gotham Rounded Book" pitchFamily="50" charset="0"/>
              </a:rPr>
              <a:t>Motorizados</a:t>
            </a:r>
            <a:endParaRPr lang="en-US" sz="2000" b="1" dirty="0">
              <a:solidFill>
                <a:schemeClr val="accent1"/>
              </a:solidFill>
              <a:latin typeface="Gotham Rounded Book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ACEFB6-113C-497D-A490-F5078329A068}"/>
              </a:ext>
            </a:extLst>
          </p:cNvPr>
          <p:cNvSpPr txBox="1"/>
          <p:nvPr/>
        </p:nvSpPr>
        <p:spPr>
          <a:xfrm>
            <a:off x="10669136" y="6679139"/>
            <a:ext cx="1410643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dirty="0">
                <a:latin typeface="Gotham Rounded Book" pitchFamily="50" charset="0"/>
              </a:rPr>
              <a:t>Ver 2/10 Agosto, 2021</a:t>
            </a:r>
          </a:p>
        </p:txBody>
      </p:sp>
      <p:pic>
        <p:nvPicPr>
          <p:cNvPr id="9" name="Graphic 8" descr="Network">
            <a:extLst>
              <a:ext uri="{FF2B5EF4-FFF2-40B4-BE49-F238E27FC236}">
                <a16:creationId xmlns:a16="http://schemas.microsoft.com/office/drawing/2014/main" id="{6DCCC11D-343C-484F-B547-2908706453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26194" y="4143266"/>
            <a:ext cx="486715" cy="486715"/>
          </a:xfrm>
          <a:prstGeom prst="rect">
            <a:avLst/>
          </a:prstGeom>
        </p:spPr>
      </p:pic>
      <p:pic>
        <p:nvPicPr>
          <p:cNvPr id="13" name="Graphic 12" descr="Repeat">
            <a:extLst>
              <a:ext uri="{FF2B5EF4-FFF2-40B4-BE49-F238E27FC236}">
                <a16:creationId xmlns:a16="http://schemas.microsoft.com/office/drawing/2014/main" id="{67436DE8-3212-403B-8DF1-D8A54D69CA2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84618" y="1052289"/>
            <a:ext cx="457200" cy="457200"/>
          </a:xfrm>
          <a:prstGeom prst="rect">
            <a:avLst/>
          </a:prstGeom>
        </p:spPr>
      </p:pic>
      <p:pic>
        <p:nvPicPr>
          <p:cNvPr id="15" name="Graphic 14" descr="Bullseye">
            <a:extLst>
              <a:ext uri="{FF2B5EF4-FFF2-40B4-BE49-F238E27FC236}">
                <a16:creationId xmlns:a16="http://schemas.microsoft.com/office/drawing/2014/main" id="{610E8D05-CB5D-44B4-B8B3-82B4BC0B23E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14072" y="5141318"/>
            <a:ext cx="486715" cy="48671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2A9BB73-6A20-4CC8-A660-4E10C185582D}"/>
              </a:ext>
            </a:extLst>
          </p:cNvPr>
          <p:cNvSpPr txBox="1"/>
          <p:nvPr/>
        </p:nvSpPr>
        <p:spPr>
          <a:xfrm flipH="1">
            <a:off x="327484" y="4454455"/>
            <a:ext cx="4776095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800" dirty="0">
                <a:solidFill>
                  <a:schemeClr val="tx2"/>
                </a:solidFill>
                <a:latin typeface="Gotham Rounded Medium" panose="02000000000000000000" pitchFamily="50" charset="0"/>
              </a:rPr>
              <a:t>O </a:t>
            </a:r>
            <a:r>
              <a:rPr lang="en-US" sz="2800" dirty="0" err="1">
                <a:solidFill>
                  <a:schemeClr val="tx2"/>
                </a:solidFill>
                <a:latin typeface="Gotham Rounded Medium" panose="02000000000000000000" pitchFamily="50" charset="0"/>
              </a:rPr>
              <a:t>caminho</a:t>
            </a:r>
            <a:r>
              <a:rPr lang="en-US" sz="2800" dirty="0">
                <a:solidFill>
                  <a:schemeClr val="tx2"/>
                </a:solidFill>
                <a:latin typeface="Gotham Rounded Medium" panose="02000000000000000000" pitchFamily="50" charset="0"/>
              </a:rPr>
              <a:t> para </a:t>
            </a:r>
            <a:r>
              <a:rPr lang="en-US" sz="2800" dirty="0" err="1">
                <a:solidFill>
                  <a:schemeClr val="tx2"/>
                </a:solidFill>
                <a:latin typeface="Gotham Rounded Medium" panose="02000000000000000000" pitchFamily="50" charset="0"/>
              </a:rPr>
              <a:t>melhorar</a:t>
            </a:r>
            <a:r>
              <a:rPr lang="en-US" sz="2800" dirty="0">
                <a:solidFill>
                  <a:schemeClr val="tx2"/>
                </a:solidFill>
                <a:latin typeface="Gotham Rounded Medium" panose="02000000000000000000" pitchFamily="50" charset="0"/>
              </a:rPr>
              <a:t> a </a:t>
            </a:r>
            <a:r>
              <a:rPr lang="en-US" sz="2800" dirty="0" err="1">
                <a:solidFill>
                  <a:schemeClr val="tx2"/>
                </a:solidFill>
                <a:latin typeface="Gotham Rounded Medium" panose="02000000000000000000" pitchFamily="50" charset="0"/>
              </a:rPr>
              <a:t>segurança</a:t>
            </a:r>
            <a:r>
              <a:rPr lang="en-US" sz="2800" dirty="0">
                <a:solidFill>
                  <a:schemeClr val="tx2"/>
                </a:solidFill>
                <a:latin typeface="Gotham Rounded Medium" panose="02000000000000000000" pitchFamily="50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Gotham Rounded Medium" panose="02000000000000000000" pitchFamily="50" charset="0"/>
              </a:rPr>
              <a:t>ao</a:t>
            </a:r>
            <a:r>
              <a:rPr lang="en-US" sz="2800" dirty="0">
                <a:solidFill>
                  <a:schemeClr val="tx2"/>
                </a:solidFill>
                <a:latin typeface="Gotham Rounded Medium" panose="02000000000000000000" pitchFamily="50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Gotham Rounded Medium" panose="02000000000000000000" pitchFamily="50" charset="0"/>
              </a:rPr>
              <a:t>dirigir</a:t>
            </a:r>
            <a:r>
              <a:rPr lang="en-US" sz="2800" dirty="0">
                <a:solidFill>
                  <a:schemeClr val="tx2"/>
                </a:solidFill>
                <a:latin typeface="Gotham Rounded Medium" panose="02000000000000000000" pitchFamily="50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B77DCD-68B6-4CEB-BB5C-36F8A33DF6E5}"/>
              </a:ext>
            </a:extLst>
          </p:cNvPr>
          <p:cNvSpPr txBox="1"/>
          <p:nvPr/>
        </p:nvSpPr>
        <p:spPr>
          <a:xfrm>
            <a:off x="20349" y="5653202"/>
            <a:ext cx="551816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b="1" dirty="0" err="1">
                <a:solidFill>
                  <a:schemeClr val="accent2"/>
                </a:solidFill>
                <a:latin typeface="Montserrat" panose="00000500000000000000" pitchFamily="2" charset="0"/>
              </a:rPr>
              <a:t>Aprenda</a:t>
            </a:r>
            <a:r>
              <a:rPr lang="en-US" sz="2000" b="1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Montserrat" panose="00000500000000000000" pitchFamily="2" charset="0"/>
              </a:rPr>
              <a:t>mais</a:t>
            </a:r>
            <a:r>
              <a:rPr lang="en-US" sz="2000" b="1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Montserrat" panose="00000500000000000000" pitchFamily="2" charset="0"/>
              </a:rPr>
              <a:t>sobre</a:t>
            </a:r>
            <a:r>
              <a:rPr lang="en-US" sz="2000" b="1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Montserrat" panose="00000500000000000000" pitchFamily="2" charset="0"/>
              </a:rPr>
              <a:t>Segurança</a:t>
            </a:r>
            <a:r>
              <a:rPr lang="en-US" sz="2000" b="1" dirty="0">
                <a:solidFill>
                  <a:schemeClr val="accent2"/>
                </a:solidFill>
                <a:latin typeface="Montserrat" panose="00000500000000000000" pitchFamily="2" charset="0"/>
              </a:rPr>
              <a:t> com </a:t>
            </a:r>
            <a:r>
              <a:rPr lang="en-US" sz="2000" b="1" dirty="0" err="1">
                <a:solidFill>
                  <a:schemeClr val="accent2"/>
                </a:solidFill>
                <a:latin typeface="Montserrat" panose="00000500000000000000" pitchFamily="2" charset="0"/>
              </a:rPr>
              <a:t>Veículos</a:t>
            </a:r>
            <a:r>
              <a:rPr lang="en-US" sz="2000" b="1" dirty="0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Montserrat" panose="00000500000000000000" pitchFamily="2" charset="0"/>
              </a:rPr>
              <a:t>Motorizados</a:t>
            </a:r>
            <a:r>
              <a:rPr lang="en-US" sz="2000" b="1" dirty="0">
                <a:solidFill>
                  <a:schemeClr val="accent2"/>
                </a:solidFill>
                <a:latin typeface="Montserrat" panose="00000500000000000000" pitchFamily="2" charset="0"/>
              </a:rPr>
              <a:t> - </a:t>
            </a:r>
            <a:r>
              <a:rPr lang="en-US" sz="2000" b="1" dirty="0">
                <a:solidFill>
                  <a:schemeClr val="accent2"/>
                </a:solidFill>
                <a:latin typeface="Montserrat" panose="00000500000000000000" pitchFamily="2" charset="0"/>
                <a:hlinkClick r:id="rId13"/>
              </a:rPr>
              <a:t>Motor Vehicle Safety Toolbox Talks</a:t>
            </a:r>
            <a:endParaRPr lang="en-US" sz="2000" b="1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1953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2_FieldCore_2017">
  <a:themeElements>
    <a:clrScheme name="GE_FieldCore_2017">
      <a:dk1>
        <a:srgbClr val="63666A"/>
      </a:dk1>
      <a:lt1>
        <a:srgbClr val="FFFFFF"/>
      </a:lt1>
      <a:dk2>
        <a:srgbClr val="B1B3B3"/>
      </a:dk2>
      <a:lt2>
        <a:srgbClr val="F0F0F0"/>
      </a:lt2>
      <a:accent1>
        <a:srgbClr val="FE5000"/>
      </a:accent1>
      <a:accent2>
        <a:srgbClr val="090936"/>
      </a:accent2>
      <a:accent3>
        <a:srgbClr val="3EAE2A"/>
      </a:accent3>
      <a:accent4>
        <a:srgbClr val="636669"/>
      </a:accent4>
      <a:accent5>
        <a:srgbClr val="00B5E2"/>
      </a:accent5>
      <a:accent6>
        <a:srgbClr val="005EB8"/>
      </a:accent6>
      <a:hlink>
        <a:srgbClr val="005CB9"/>
      </a:hlink>
      <a:folHlink>
        <a:srgbClr val="00B5E2"/>
      </a:folHlink>
    </a:clrScheme>
    <a:fontScheme name="GE">
      <a:majorFont>
        <a:latin typeface="GE Inspira Sans"/>
        <a:ea typeface=""/>
        <a:cs typeface=""/>
      </a:majorFont>
      <a:minorFont>
        <a:latin typeface="GE Inspira Sa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66ED2"/>
        </a:solidFill>
      </a:spPr>
      <a:bodyPr wrap="square" rtlCol="0" anchor="ctr">
        <a:noAutofit/>
      </a:bodyPr>
      <a:lstStyle>
        <a:defPPr algn="ctr">
          <a:defRPr dirty="0" smtClean="0">
            <a:solidFill>
              <a:schemeClr val="bg1"/>
            </a:solidFill>
            <a:ea typeface="Arial" charset="0"/>
          </a:defRPr>
        </a:defPPr>
      </a:lstStyle>
    </a:spDef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A2F64D6E2C740A2EFD32F6136F44B" ma:contentTypeVersion="31" ma:contentTypeDescription="Create a new document." ma:contentTypeScope="" ma:versionID="f6d5169442be2795745eeba6edf0f975">
  <xsd:schema xmlns:xsd="http://www.w3.org/2001/XMLSchema" xmlns:xs="http://www.w3.org/2001/XMLSchema" xmlns:p="http://schemas.microsoft.com/office/2006/metadata/properties" xmlns:ns2="25586fb6-ed09-4f2d-8ea7-eda1a9fd2320" xmlns:ns3="cc7fbaa3-8214-4644-99f1-d2e5a6ae9914" xmlns:ns4="f0c7a816-7a7e-42fb-b4dd-eafc20cb049d" targetNamespace="http://schemas.microsoft.com/office/2006/metadata/properties" ma:root="true" ma:fieldsID="1d6046f623722b44c576f527ef753e5d" ns2:_="" ns3:_="" ns4:_="">
    <xsd:import namespace="25586fb6-ed09-4f2d-8ea7-eda1a9fd2320"/>
    <xsd:import namespace="cc7fbaa3-8214-4644-99f1-d2e5a6ae9914"/>
    <xsd:import namespace="f0c7a816-7a7e-42fb-b4dd-eafc20cb049d"/>
    <xsd:element name="properties">
      <xsd:complexType>
        <xsd:sequence>
          <xsd:element name="documentManagement">
            <xsd:complexType>
              <xsd:all>
                <xsd:element ref="ns2:Process_x0020_Owmer"/>
                <xsd:element ref="ns2:Functional_x0020_Owner"/>
                <xsd:element ref="ns3:LastReviewDate" minOccurs="0"/>
                <xsd:element ref="ns2:Nomenclature" minOccurs="0"/>
                <xsd:element ref="ns3:RevisionNumber" minOccurs="0"/>
                <xsd:element ref="ns2:MediaServiceMetadata" minOccurs="0"/>
                <xsd:element ref="ns2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86fb6-ed09-4f2d-8ea7-eda1a9fd2320" elementFormDefault="qualified">
    <xsd:import namespace="http://schemas.microsoft.com/office/2006/documentManagement/types"/>
    <xsd:import namespace="http://schemas.microsoft.com/office/infopath/2007/PartnerControls"/>
    <xsd:element name="Process_x0020_Owmer" ma:index="1" ma:displayName="Have a question? Email the Process Owner" ma:description="Discuss Audit Findings and QWI Updates with the Responsible Person" ma:list="UserInfo" ma:SharePointGroup="0" ma:internalName="Process_x0020_Owmer" ma:readOnly="false" ma:showField="NameWithPictureAndDetail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unctional_x0020_Owner" ma:index="2" ma:displayName="Function" ma:default="Management Processes - Leadership and Commitment" ma:description="Management Processes - Leadership and Commitment" ma:format="Dropdown" ma:internalName="Functional_x0020_Owner" ma:readOnly="false">
      <xsd:simpleType>
        <xsd:restriction base="dms:Text">
          <xsd:maxLength value="255"/>
        </xsd:restriction>
      </xsd:simpleType>
    </xsd:element>
    <xsd:element name="Nomenclature" ma:index="4" nillable="true" ma:displayName="Document Number" ma:format="Dropdown" ma:internalName="Nomenclature" ma:readOnly="false">
      <xsd:simpleType>
        <xsd:restriction base="dms:Text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fbaa3-8214-4644-99f1-d2e5a6ae9914" elementFormDefault="qualified">
    <xsd:import namespace="http://schemas.microsoft.com/office/2006/documentManagement/types"/>
    <xsd:import namespace="http://schemas.microsoft.com/office/infopath/2007/PartnerControls"/>
    <xsd:element name="LastReviewDate" ma:index="3" nillable="true" ma:displayName="Last Review Date" ma:description="The date the procedure was last reviewed or revised" ma:format="DateOnly" ma:internalName="LastReviewDate" ma:readOnly="false">
      <xsd:simpleType>
        <xsd:restriction base="dms:DateTime"/>
      </xsd:simpleType>
    </xsd:element>
    <xsd:element name="RevisionNumber" ma:index="5" nillable="true" ma:displayName="Revision Number" ma:decimals="1" ma:description="The current revision published" ma:format="Dropdown" ma:internalName="RevisionNumber" ma:readOnly="false" ma:percentage="FALSE">
      <xsd:simpleType>
        <xsd:restriction base="dms:Number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hidden="true" ma:internalName="MediaServiceKeyPoint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c7a816-7a7e-42fb-b4dd-eafc20cb049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QMS Lev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ocess_x0020_Owmer xmlns="25586fb6-ed09-4f2d-8ea7-eda1a9fd2320">
      <UserInfo>
        <DisplayName>Bluhm, Joyce (FieldCore)</DisplayName>
        <AccountId>72</AccountId>
        <AccountType/>
      </UserInfo>
    </Process_x0020_Owmer>
    <Functional_x0020_Owner xmlns="25586fb6-ed09-4f2d-8ea7-eda1a9fd2320">Management Processes - Leadership and Commitment</Functional_x0020_Owner>
    <Nomenclature xmlns="25586fb6-ed09-4f2d-8ea7-eda1a9fd2320">FC-GL-EHS-SAF-0702-PT-BR-QC</Nomenclature>
    <LastReviewDate xmlns="cc7fbaa3-8214-4644-99f1-d2e5a6ae9914" xsi:nil="true"/>
    <RevisionNumber xmlns="cc7fbaa3-8214-4644-99f1-d2e5a6ae9914" xsi:nil="true"/>
  </documentManagement>
</p:properties>
</file>

<file path=customXml/itemProps1.xml><?xml version="1.0" encoding="utf-8"?>
<ds:datastoreItem xmlns:ds="http://schemas.openxmlformats.org/officeDocument/2006/customXml" ds:itemID="{87D3A122-7EB8-44F4-96F3-39A27A340CE3}"/>
</file>

<file path=customXml/itemProps2.xml><?xml version="1.0" encoding="utf-8"?>
<ds:datastoreItem xmlns:ds="http://schemas.openxmlformats.org/officeDocument/2006/customXml" ds:itemID="{BE06E37A-C042-463C-B9F1-4A3F48842ACC}"/>
</file>

<file path=customXml/itemProps3.xml><?xml version="1.0" encoding="utf-8"?>
<ds:datastoreItem xmlns:ds="http://schemas.openxmlformats.org/officeDocument/2006/customXml" ds:itemID="{8DDDCF57-6002-4E09-AC34-4AC98B71F91E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779</TotalTime>
  <Words>177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GE Inspira Sans</vt:lpstr>
      <vt:lpstr>Gotham Rounded Book</vt:lpstr>
      <vt:lpstr>Gotham Rounded Medium</vt:lpstr>
      <vt:lpstr>Montserrat</vt:lpstr>
      <vt:lpstr>2_FieldCore_2017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Bluhm, Joyce (Granite)</dc:creator>
  <cp:lastModifiedBy>Wright, Keith (FieldCore)</cp:lastModifiedBy>
  <cp:revision>75</cp:revision>
  <cp:lastPrinted>2017-10-19T16:01:57Z</cp:lastPrinted>
  <dcterms:created xsi:type="dcterms:W3CDTF">2017-10-10T13:26:34Z</dcterms:created>
  <dcterms:modified xsi:type="dcterms:W3CDTF">2021-10-19T09:47:08Z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0x010100AABA2F64D6E2C740A2EFD32F6136F44B</vt:lpwstr>
  </property>
</Properties>
</file>