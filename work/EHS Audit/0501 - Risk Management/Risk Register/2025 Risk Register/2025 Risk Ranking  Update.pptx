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073" r:id="rId4"/>
    <p:sldMasterId id="2147483720" r:id="rId5"/>
    <p:sldMasterId id="2147484618" r:id="rId6"/>
    <p:sldMasterId id="2147484749" r:id="rId7"/>
  </p:sldMasterIdLst>
  <p:notesMasterIdLst>
    <p:notesMasterId r:id="rId17"/>
  </p:notesMasterIdLst>
  <p:handoutMasterIdLst>
    <p:handoutMasterId r:id="rId18"/>
  </p:handoutMasterIdLst>
  <p:sldIdLst>
    <p:sldId id="268" r:id="rId8"/>
    <p:sldId id="2147472050" r:id="rId9"/>
    <p:sldId id="2147472095" r:id="rId10"/>
    <p:sldId id="2147472103" r:id="rId11"/>
    <p:sldId id="2147472055" r:id="rId12"/>
    <p:sldId id="2147472107" r:id="rId13"/>
    <p:sldId id="2147472105" r:id="rId14"/>
    <p:sldId id="2147472108" r:id="rId15"/>
    <p:sldId id="370" r:id="rId16"/>
  </p:sldIdLst>
  <p:sldSz cx="12192000" cy="6858000"/>
  <p:notesSz cx="6858000" cy="9144000"/>
  <p:embeddedFontLst>
    <p:embeddedFont>
      <p:font typeface="GE Inspira Sans" panose="020B0604020202020204" charset="0"/>
      <p:regular r:id="rId19"/>
      <p:bold r:id="rId20"/>
      <p:italic r:id="rId21"/>
      <p:boldItalic r:id="rId22"/>
    </p:embeddedFont>
    <p:embeddedFont>
      <p:font typeface="Inter" panose="020B0502030000000004" pitchFamily="34" charset="0"/>
      <p:regular r:id="rId23"/>
      <p:bold r:id="rId24"/>
      <p:italic r:id="rId25"/>
      <p:boldItalic r:id="rId26"/>
    </p:embeddedFont>
    <p:embeddedFont>
      <p:font typeface="Montserrat" panose="00000500000000000000" pitchFamily="2" charset="0"/>
      <p:regular r:id="rId27"/>
      <p:bold r:id="rId28"/>
      <p:italic r:id="rId29"/>
      <p:boldItalic r:id="rId30"/>
    </p:embeddedFont>
    <p:embeddedFont>
      <p:font typeface="Montserrat Light" panose="00000400000000000000" pitchFamily="2" charset="0"/>
      <p:regular r:id="rId31"/>
      <p:italic r:id="rId32"/>
    </p:embeddedFont>
    <p:embeddedFont>
      <p:font typeface="Roboto" panose="02000000000000000000" pitchFamily="2" charset="0"/>
      <p:regular r:id="rId33"/>
      <p:bold r:id="rId34"/>
      <p:italic r:id="rId35"/>
      <p:boldItalic r:id="rId36"/>
    </p:embeddedFont>
    <p:embeddedFont>
      <p:font typeface="Sons Condensed Extrabold" panose="02060906060206060203" pitchFamily="18" charset="0"/>
      <p:regular r:id="rId37"/>
      <p:bold r:id="rId38"/>
      <p:italic r:id="rId39"/>
      <p:boldItalic r:id="rId40"/>
    </p:embeddedFont>
    <p:embeddedFont>
      <p:font typeface="System Font Regular" panose="020B0604020202020204"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60"/>
    <a:srgbClr val="439297"/>
    <a:srgbClr val="C7DBDB"/>
    <a:srgbClr val="96BDBD"/>
    <a:srgbClr val="458A8A"/>
    <a:srgbClr val="212121"/>
    <a:srgbClr val="58984B"/>
    <a:srgbClr val="BFA682"/>
    <a:srgbClr val="8F7D62"/>
    <a:srgbClr val="43898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0616" autoAdjust="0"/>
  </p:normalViewPr>
  <p:slideViewPr>
    <p:cSldViewPr snapToGrid="0" snapToObjects="1" showGuides="1">
      <p:cViewPr varScale="1">
        <p:scale>
          <a:sx n="57" d="100"/>
          <a:sy n="57" d="100"/>
        </p:scale>
        <p:origin x="996" y="44"/>
      </p:cViewPr>
      <p:guideLst>
        <p:guide orient="horz" pos="2256"/>
        <p:guide pos="3696"/>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13682"/>
    </p:cViewPr>
  </p:sorterViewPr>
  <p:notesViewPr>
    <p:cSldViewPr snapToGrid="0" snapToObjects="1" showGuides="1">
      <p:cViewPr varScale="1">
        <p:scale>
          <a:sx n="76" d="100"/>
          <a:sy n="76" d="100"/>
        </p:scale>
        <p:origin x="331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handoutMaster" Target="handoutMasters/handoutMaster1.xml"/><Relationship Id="rId26" Type="http://schemas.openxmlformats.org/officeDocument/2006/relationships/font" Target="fonts/font8.fntdata"/><Relationship Id="rId39" Type="http://schemas.openxmlformats.org/officeDocument/2006/relationships/font" Target="fonts/font21.fntdata"/><Relationship Id="rId3" Type="http://schemas.openxmlformats.org/officeDocument/2006/relationships/customXml" Target="../customXml/item3.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47"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notesMaster" Target="notesMasters/notesMaster1.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font" Target="fonts/font23.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49"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48" Type="http://schemas.openxmlformats.org/officeDocument/2006/relationships/tableStyles" Target="tableStyles.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hill, James (GE Vernova)" userId="eede20a1-ac63-4a00-9247-850300c20ccf" providerId="ADAL" clId="{0862BB37-7CBB-4C6D-A04F-E4F4485C14A6}"/>
    <pc:docChg chg="delSld delMainMaster">
      <pc:chgData name="Cahill, James (GE Vernova)" userId="eede20a1-ac63-4a00-9247-850300c20ccf" providerId="ADAL" clId="{0862BB37-7CBB-4C6D-A04F-E4F4485C14A6}" dt="2026-03-16T10:10:31.238" v="25" actId="47"/>
      <pc:docMkLst>
        <pc:docMk/>
      </pc:docMkLst>
      <pc:sldChg chg="del">
        <pc:chgData name="Cahill, James (GE Vernova)" userId="eede20a1-ac63-4a00-9247-850300c20ccf" providerId="ADAL" clId="{0862BB37-7CBB-4C6D-A04F-E4F4485C14A6}" dt="2026-03-16T10:10:12.148" v="4" actId="47"/>
        <pc:sldMkLst>
          <pc:docMk/>
          <pc:sldMk cId="579536149" sldId="256"/>
        </pc:sldMkLst>
      </pc:sldChg>
      <pc:sldChg chg="del">
        <pc:chgData name="Cahill, James (GE Vernova)" userId="eede20a1-ac63-4a00-9247-850300c20ccf" providerId="ADAL" clId="{0862BB37-7CBB-4C6D-A04F-E4F4485C14A6}" dt="2026-03-16T10:10:30.286" v="24" actId="47"/>
        <pc:sldMkLst>
          <pc:docMk/>
          <pc:sldMk cId="3126964266" sldId="259"/>
        </pc:sldMkLst>
      </pc:sldChg>
      <pc:sldChg chg="del">
        <pc:chgData name="Cahill, James (GE Vernova)" userId="eede20a1-ac63-4a00-9247-850300c20ccf" providerId="ADAL" clId="{0862BB37-7CBB-4C6D-A04F-E4F4485C14A6}" dt="2026-03-16T10:10:12.636" v="5" actId="47"/>
        <pc:sldMkLst>
          <pc:docMk/>
          <pc:sldMk cId="1520750656" sldId="260"/>
        </pc:sldMkLst>
      </pc:sldChg>
      <pc:sldChg chg="del">
        <pc:chgData name="Cahill, James (GE Vernova)" userId="eede20a1-ac63-4a00-9247-850300c20ccf" providerId="ADAL" clId="{0862BB37-7CBB-4C6D-A04F-E4F4485C14A6}" dt="2026-03-16T10:10:31.238" v="25" actId="47"/>
        <pc:sldMkLst>
          <pc:docMk/>
          <pc:sldMk cId="1573962326" sldId="261"/>
        </pc:sldMkLst>
      </pc:sldChg>
      <pc:sldChg chg="del">
        <pc:chgData name="Cahill, James (GE Vernova)" userId="eede20a1-ac63-4a00-9247-850300c20ccf" providerId="ADAL" clId="{0862BB37-7CBB-4C6D-A04F-E4F4485C14A6}" dt="2026-03-16T10:10:11.142" v="2" actId="47"/>
        <pc:sldMkLst>
          <pc:docMk/>
          <pc:sldMk cId="894557967" sldId="262"/>
        </pc:sldMkLst>
      </pc:sldChg>
      <pc:sldChg chg="del">
        <pc:chgData name="Cahill, James (GE Vernova)" userId="eede20a1-ac63-4a00-9247-850300c20ccf" providerId="ADAL" clId="{0862BB37-7CBB-4C6D-A04F-E4F4485C14A6}" dt="2026-03-16T10:10:11.676" v="3" actId="47"/>
        <pc:sldMkLst>
          <pc:docMk/>
          <pc:sldMk cId="2339335010" sldId="264"/>
        </pc:sldMkLst>
      </pc:sldChg>
      <pc:sldChg chg="del">
        <pc:chgData name="Cahill, James (GE Vernova)" userId="eede20a1-ac63-4a00-9247-850300c20ccf" providerId="ADAL" clId="{0862BB37-7CBB-4C6D-A04F-E4F4485C14A6}" dt="2026-03-16T10:10:16.514" v="10" actId="47"/>
        <pc:sldMkLst>
          <pc:docMk/>
          <pc:sldMk cId="1225081556" sldId="266"/>
        </pc:sldMkLst>
      </pc:sldChg>
      <pc:sldChg chg="del">
        <pc:chgData name="Cahill, James (GE Vernova)" userId="eede20a1-ac63-4a00-9247-850300c20ccf" providerId="ADAL" clId="{0862BB37-7CBB-4C6D-A04F-E4F4485C14A6}" dt="2026-03-16T10:10:26.756" v="18" actId="47"/>
        <pc:sldMkLst>
          <pc:docMk/>
          <pc:sldMk cId="3582710064" sldId="269"/>
        </pc:sldMkLst>
      </pc:sldChg>
      <pc:sldChg chg="del">
        <pc:chgData name="Cahill, James (GE Vernova)" userId="eede20a1-ac63-4a00-9247-850300c20ccf" providerId="ADAL" clId="{0862BB37-7CBB-4C6D-A04F-E4F4485C14A6}" dt="2026-03-16T10:10:27.512" v="19" actId="47"/>
        <pc:sldMkLst>
          <pc:docMk/>
          <pc:sldMk cId="598040445" sldId="270"/>
        </pc:sldMkLst>
      </pc:sldChg>
      <pc:sldChg chg="del">
        <pc:chgData name="Cahill, James (GE Vernova)" userId="eede20a1-ac63-4a00-9247-850300c20ccf" providerId="ADAL" clId="{0862BB37-7CBB-4C6D-A04F-E4F4485C14A6}" dt="2026-03-16T10:10:27.860" v="20" actId="47"/>
        <pc:sldMkLst>
          <pc:docMk/>
          <pc:sldMk cId="391821387" sldId="272"/>
        </pc:sldMkLst>
      </pc:sldChg>
      <pc:sldChg chg="del">
        <pc:chgData name="Cahill, James (GE Vernova)" userId="eede20a1-ac63-4a00-9247-850300c20ccf" providerId="ADAL" clId="{0862BB37-7CBB-4C6D-A04F-E4F4485C14A6}" dt="2026-03-16T10:10:28.348" v="21" actId="47"/>
        <pc:sldMkLst>
          <pc:docMk/>
          <pc:sldMk cId="2450517436" sldId="273"/>
        </pc:sldMkLst>
      </pc:sldChg>
      <pc:sldChg chg="del">
        <pc:chgData name="Cahill, James (GE Vernova)" userId="eede20a1-ac63-4a00-9247-850300c20ccf" providerId="ADAL" clId="{0862BB37-7CBB-4C6D-A04F-E4F4485C14A6}" dt="2026-03-16T10:10:28.963" v="22" actId="47"/>
        <pc:sldMkLst>
          <pc:docMk/>
          <pc:sldMk cId="104844038" sldId="274"/>
        </pc:sldMkLst>
      </pc:sldChg>
      <pc:sldChg chg="del">
        <pc:chgData name="Cahill, James (GE Vernova)" userId="eede20a1-ac63-4a00-9247-850300c20ccf" providerId="ADAL" clId="{0862BB37-7CBB-4C6D-A04F-E4F4485C14A6}" dt="2026-03-16T10:10:29.574" v="23" actId="47"/>
        <pc:sldMkLst>
          <pc:docMk/>
          <pc:sldMk cId="595925609" sldId="275"/>
        </pc:sldMkLst>
      </pc:sldChg>
      <pc:sldChg chg="del">
        <pc:chgData name="Cahill, James (GE Vernova)" userId="eede20a1-ac63-4a00-9247-850300c20ccf" providerId="ADAL" clId="{0862BB37-7CBB-4C6D-A04F-E4F4485C14A6}" dt="2026-03-16T10:10:16.894" v="11" actId="47"/>
        <pc:sldMkLst>
          <pc:docMk/>
          <pc:sldMk cId="2143770968" sldId="4183"/>
        </pc:sldMkLst>
      </pc:sldChg>
      <pc:sldChg chg="del">
        <pc:chgData name="Cahill, James (GE Vernova)" userId="eede20a1-ac63-4a00-9247-850300c20ccf" providerId="ADAL" clId="{0862BB37-7CBB-4C6D-A04F-E4F4485C14A6}" dt="2026-03-16T10:10:18.899" v="15" actId="47"/>
        <pc:sldMkLst>
          <pc:docMk/>
          <pc:sldMk cId="285286277" sldId="4197"/>
        </pc:sldMkLst>
      </pc:sldChg>
      <pc:sldChg chg="del">
        <pc:chgData name="Cahill, James (GE Vernova)" userId="eede20a1-ac63-4a00-9247-850300c20ccf" providerId="ADAL" clId="{0862BB37-7CBB-4C6D-A04F-E4F4485C14A6}" dt="2026-03-16T10:10:17.826" v="13" actId="47"/>
        <pc:sldMkLst>
          <pc:docMk/>
          <pc:sldMk cId="2908645454" sldId="2147472074"/>
        </pc:sldMkLst>
      </pc:sldChg>
      <pc:sldChg chg="del">
        <pc:chgData name="Cahill, James (GE Vernova)" userId="eede20a1-ac63-4a00-9247-850300c20ccf" providerId="ADAL" clId="{0862BB37-7CBB-4C6D-A04F-E4F4485C14A6}" dt="2026-03-16T10:10:18.536" v="14" actId="47"/>
        <pc:sldMkLst>
          <pc:docMk/>
          <pc:sldMk cId="1810472211" sldId="2147472076"/>
        </pc:sldMkLst>
      </pc:sldChg>
      <pc:sldChg chg="del">
        <pc:chgData name="Cahill, James (GE Vernova)" userId="eede20a1-ac63-4a00-9247-850300c20ccf" providerId="ADAL" clId="{0862BB37-7CBB-4C6D-A04F-E4F4485C14A6}" dt="2026-03-16T10:10:19.372" v="16" actId="47"/>
        <pc:sldMkLst>
          <pc:docMk/>
          <pc:sldMk cId="1241101467" sldId="2147472077"/>
        </pc:sldMkLst>
      </pc:sldChg>
      <pc:sldChg chg="del">
        <pc:chgData name="Cahill, James (GE Vernova)" userId="eede20a1-ac63-4a00-9247-850300c20ccf" providerId="ADAL" clId="{0862BB37-7CBB-4C6D-A04F-E4F4485C14A6}" dt="2026-03-16T10:10:20.806" v="17" actId="47"/>
        <pc:sldMkLst>
          <pc:docMk/>
          <pc:sldMk cId="1399479704" sldId="2147472078"/>
        </pc:sldMkLst>
      </pc:sldChg>
      <pc:sldChg chg="del">
        <pc:chgData name="Cahill, James (GE Vernova)" userId="eede20a1-ac63-4a00-9247-850300c20ccf" providerId="ADAL" clId="{0862BB37-7CBB-4C6D-A04F-E4F4485C14A6}" dt="2026-03-16T10:10:17.394" v="12" actId="47"/>
        <pc:sldMkLst>
          <pc:docMk/>
          <pc:sldMk cId="1867662551" sldId="2147472079"/>
        </pc:sldMkLst>
      </pc:sldChg>
      <pc:sldChg chg="del">
        <pc:chgData name="Cahill, James (GE Vernova)" userId="eede20a1-ac63-4a00-9247-850300c20ccf" providerId="ADAL" clId="{0862BB37-7CBB-4C6D-A04F-E4F4485C14A6}" dt="2026-03-16T10:10:10.041" v="0" actId="47"/>
        <pc:sldMkLst>
          <pc:docMk/>
          <pc:sldMk cId="2744231635" sldId="2147483596"/>
        </pc:sldMkLst>
      </pc:sldChg>
      <pc:sldChg chg="del">
        <pc:chgData name="Cahill, James (GE Vernova)" userId="eede20a1-ac63-4a00-9247-850300c20ccf" providerId="ADAL" clId="{0862BB37-7CBB-4C6D-A04F-E4F4485C14A6}" dt="2026-03-16T10:10:13.551" v="6" actId="47"/>
        <pc:sldMkLst>
          <pc:docMk/>
          <pc:sldMk cId="676121670" sldId="2147483641"/>
        </pc:sldMkLst>
      </pc:sldChg>
      <pc:sldChg chg="del">
        <pc:chgData name="Cahill, James (GE Vernova)" userId="eede20a1-ac63-4a00-9247-850300c20ccf" providerId="ADAL" clId="{0862BB37-7CBB-4C6D-A04F-E4F4485C14A6}" dt="2026-03-16T10:10:13.914" v="7" actId="47"/>
        <pc:sldMkLst>
          <pc:docMk/>
          <pc:sldMk cId="1937872394" sldId="2147483642"/>
        </pc:sldMkLst>
      </pc:sldChg>
      <pc:sldChg chg="del">
        <pc:chgData name="Cahill, James (GE Vernova)" userId="eede20a1-ac63-4a00-9247-850300c20ccf" providerId="ADAL" clId="{0862BB37-7CBB-4C6D-A04F-E4F4485C14A6}" dt="2026-03-16T10:10:15.269" v="9" actId="47"/>
        <pc:sldMkLst>
          <pc:docMk/>
          <pc:sldMk cId="3796901630" sldId="2147483644"/>
        </pc:sldMkLst>
      </pc:sldChg>
      <pc:sldChg chg="del">
        <pc:chgData name="Cahill, James (GE Vernova)" userId="eede20a1-ac63-4a00-9247-850300c20ccf" providerId="ADAL" clId="{0862BB37-7CBB-4C6D-A04F-E4F4485C14A6}" dt="2026-03-16T10:10:14.341" v="8" actId="47"/>
        <pc:sldMkLst>
          <pc:docMk/>
          <pc:sldMk cId="1932463249" sldId="2147483645"/>
        </pc:sldMkLst>
      </pc:sldChg>
      <pc:sldChg chg="del">
        <pc:chgData name="Cahill, James (GE Vernova)" userId="eede20a1-ac63-4a00-9247-850300c20ccf" providerId="ADAL" clId="{0862BB37-7CBB-4C6D-A04F-E4F4485C14A6}" dt="2026-03-16T10:10:10.605" v="1" actId="47"/>
        <pc:sldMkLst>
          <pc:docMk/>
          <pc:sldMk cId="303951744" sldId="2147483647"/>
        </pc:sldMkLst>
      </pc:sldChg>
      <pc:sldMasterChg chg="del delSldLayout">
        <pc:chgData name="Cahill, James (GE Vernova)" userId="eede20a1-ac63-4a00-9247-850300c20ccf" providerId="ADAL" clId="{0862BB37-7CBB-4C6D-A04F-E4F4485C14A6}" dt="2026-03-16T10:10:11.676" v="3" actId="47"/>
        <pc:sldMasterMkLst>
          <pc:docMk/>
          <pc:sldMasterMk cId="6835828" sldId="2147484082"/>
        </pc:sldMasterMkLst>
        <pc:sldLayoutChg chg="del">
          <pc:chgData name="Cahill, James (GE Vernova)" userId="eede20a1-ac63-4a00-9247-850300c20ccf" providerId="ADAL" clId="{0862BB37-7CBB-4C6D-A04F-E4F4485C14A6}" dt="2026-03-16T10:10:11.676" v="3" actId="47"/>
          <pc:sldLayoutMkLst>
            <pc:docMk/>
            <pc:sldMasterMk cId="6835828" sldId="2147484082"/>
            <pc:sldLayoutMk cId="3608566050" sldId="2147484083"/>
          </pc:sldLayoutMkLst>
        </pc:sldLayoutChg>
        <pc:sldLayoutChg chg="del">
          <pc:chgData name="Cahill, James (GE Vernova)" userId="eede20a1-ac63-4a00-9247-850300c20ccf" providerId="ADAL" clId="{0862BB37-7CBB-4C6D-A04F-E4F4485C14A6}" dt="2026-03-16T10:10:11.676" v="3" actId="47"/>
          <pc:sldLayoutMkLst>
            <pc:docMk/>
            <pc:sldMasterMk cId="6835828" sldId="2147484082"/>
            <pc:sldLayoutMk cId="3553489387" sldId="2147484088"/>
          </pc:sldLayoutMkLst>
        </pc:sldLayoutChg>
        <pc:sldLayoutChg chg="del">
          <pc:chgData name="Cahill, James (GE Vernova)" userId="eede20a1-ac63-4a00-9247-850300c20ccf" providerId="ADAL" clId="{0862BB37-7CBB-4C6D-A04F-E4F4485C14A6}" dt="2026-03-16T10:10:11.676" v="3" actId="47"/>
          <pc:sldLayoutMkLst>
            <pc:docMk/>
            <pc:sldMasterMk cId="6835828" sldId="2147484082"/>
            <pc:sldLayoutMk cId="3511568260" sldId="2147484822"/>
          </pc:sldLayoutMkLst>
        </pc:sldLayoutChg>
      </pc:sldMasterChg>
      <pc:sldMasterChg chg="del delSldLayout">
        <pc:chgData name="Cahill, James (GE Vernova)" userId="eede20a1-ac63-4a00-9247-850300c20ccf" providerId="ADAL" clId="{0862BB37-7CBB-4C6D-A04F-E4F4485C14A6}" dt="2026-03-16T10:10:10.605" v="1" actId="47"/>
        <pc:sldMasterMkLst>
          <pc:docMk/>
          <pc:sldMasterMk cId="367479083" sldId="2147484257"/>
        </pc:sldMasterMkLst>
        <pc:sldLayoutChg chg="del">
          <pc:chgData name="Cahill, James (GE Vernova)" userId="eede20a1-ac63-4a00-9247-850300c20ccf" providerId="ADAL" clId="{0862BB37-7CBB-4C6D-A04F-E4F4485C14A6}" dt="2026-03-16T10:10:10.605" v="1" actId="47"/>
          <pc:sldLayoutMkLst>
            <pc:docMk/>
            <pc:sldMasterMk cId="367479083" sldId="2147484257"/>
            <pc:sldLayoutMk cId="3585456779" sldId="2147483685"/>
          </pc:sldLayoutMkLst>
        </pc:sldLayoutChg>
        <pc:sldLayoutChg chg="del">
          <pc:chgData name="Cahill, James (GE Vernova)" userId="eede20a1-ac63-4a00-9247-850300c20ccf" providerId="ADAL" clId="{0862BB37-7CBB-4C6D-A04F-E4F4485C14A6}" dt="2026-03-16T10:10:10.041" v="0" actId="47"/>
          <pc:sldLayoutMkLst>
            <pc:docMk/>
            <pc:sldMasterMk cId="367479083" sldId="2147484257"/>
            <pc:sldLayoutMk cId="4000735612" sldId="2147484256"/>
          </pc:sldLayoutMkLst>
        </pc:sldLayoutChg>
        <pc:sldLayoutChg chg="del">
          <pc:chgData name="Cahill, James (GE Vernova)" userId="eede20a1-ac63-4a00-9247-850300c20ccf" providerId="ADAL" clId="{0862BB37-7CBB-4C6D-A04F-E4F4485C14A6}" dt="2026-03-16T10:10:10.605" v="1" actId="47"/>
          <pc:sldLayoutMkLst>
            <pc:docMk/>
            <pc:sldMasterMk cId="367479083" sldId="2147484257"/>
            <pc:sldLayoutMk cId="2389311741" sldId="2147484821"/>
          </pc:sldLayoutMkLst>
        </pc:sldLayoutChg>
      </pc:sldMasterChg>
      <pc:sldMasterChg chg="del delSldLayout">
        <pc:chgData name="Cahill, James (GE Vernova)" userId="eede20a1-ac63-4a00-9247-850300c20ccf" providerId="ADAL" clId="{0862BB37-7CBB-4C6D-A04F-E4F4485C14A6}" dt="2026-03-16T10:10:31.238" v="25" actId="47"/>
        <pc:sldMasterMkLst>
          <pc:docMk/>
          <pc:sldMasterMk cId="3605397866" sldId="2147484609"/>
        </pc:sldMasterMkLst>
        <pc:sldLayoutChg chg="del">
          <pc:chgData name="Cahill, James (GE Vernova)" userId="eede20a1-ac63-4a00-9247-850300c20ccf" providerId="ADAL" clId="{0862BB37-7CBB-4C6D-A04F-E4F4485C14A6}" dt="2026-03-16T10:10:31.238" v="25" actId="47"/>
          <pc:sldLayoutMkLst>
            <pc:docMk/>
            <pc:sldMasterMk cId="3605397866" sldId="2147484609"/>
            <pc:sldLayoutMk cId="3483190736" sldId="2147483649"/>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886635505" sldId="2147483650"/>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34176268" sldId="2147483654"/>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4172142078" sldId="2147483664"/>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466450991" sldId="2147483666"/>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743160294" sldId="2147483667"/>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562102217" sldId="2147483669"/>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4106879767" sldId="2147483672"/>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3208661785" sldId="2147483673"/>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3257206721" sldId="2147483674"/>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81804034" sldId="2147483675"/>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758873889" sldId="2147483676"/>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085943709" sldId="2147483677"/>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367970595" sldId="2147483684"/>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667974532" sldId="2147483686"/>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3802623225" sldId="2147483687"/>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405188221" sldId="2147483692"/>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4141485076" sldId="2147483695"/>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416225706" sldId="2147483697"/>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84882128" sldId="2147483699"/>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63116586" sldId="2147483701"/>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210496485" sldId="2147483705"/>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370146672" sldId="2147483706"/>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3171041212" sldId="2147483714"/>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4228892461" sldId="2147483715"/>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971472235" sldId="2147483719"/>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249074099" sldId="2147483723"/>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260708929" sldId="2147483724"/>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3257594937" sldId="2147483725"/>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3180485758" sldId="2147483731"/>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579359531" sldId="2147483732"/>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3420006649" sldId="2147483733"/>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364173188" sldId="2147483738"/>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369946922" sldId="2147483739"/>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290989164" sldId="2147483740"/>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4162642070" sldId="2147483741"/>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484835172" sldId="2147483742"/>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739847199" sldId="2147483743"/>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3261248552" sldId="2147483744"/>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276246796" sldId="2147484118"/>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4284725704" sldId="2147484602"/>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184104025" sldId="2147484606"/>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34176268" sldId="2147484607"/>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704126460" sldId="2147484608"/>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263291794" sldId="2147484610"/>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471583588" sldId="2147484611"/>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1416225706" sldId="2147484615"/>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4093796265" sldId="2147484616"/>
          </pc:sldLayoutMkLst>
        </pc:sldLayoutChg>
        <pc:sldLayoutChg chg="del">
          <pc:chgData name="Cahill, James (GE Vernova)" userId="eede20a1-ac63-4a00-9247-850300c20ccf" providerId="ADAL" clId="{0862BB37-7CBB-4C6D-A04F-E4F4485C14A6}" dt="2026-03-16T10:10:31.238" v="25" actId="47"/>
          <pc:sldLayoutMkLst>
            <pc:docMk/>
            <pc:sldMasterMk cId="3605397866" sldId="2147484609"/>
            <pc:sldLayoutMk cId="2821405647" sldId="2147484617"/>
          </pc:sldLayoutMkLst>
        </pc:sldLayoutChg>
        <pc:sldLayoutChg chg="del">
          <pc:chgData name="Cahill, James (GE Vernova)" userId="eede20a1-ac63-4a00-9247-850300c20ccf" providerId="ADAL" clId="{0862BB37-7CBB-4C6D-A04F-E4F4485C14A6}" dt="2026-03-16T10:10:13.551" v="6" actId="47"/>
          <pc:sldLayoutMkLst>
            <pc:docMk/>
            <pc:sldMasterMk cId="3605397866" sldId="2147484609"/>
            <pc:sldLayoutMk cId="955310117" sldId="2147484824"/>
          </pc:sldLayoutMkLst>
        </pc:sldLayoutChg>
      </pc:sldMasterChg>
      <pc:sldMasterChg chg="delSldLayout">
        <pc:chgData name="Cahill, James (GE Vernova)" userId="eede20a1-ac63-4a00-9247-850300c20ccf" providerId="ADAL" clId="{0862BB37-7CBB-4C6D-A04F-E4F4485C14A6}" dt="2026-03-16T10:10:18.899" v="15" actId="47"/>
        <pc:sldMasterMkLst>
          <pc:docMk/>
          <pc:sldMasterMk cId="1084408021" sldId="2147484618"/>
        </pc:sldMasterMkLst>
        <pc:sldLayoutChg chg="del">
          <pc:chgData name="Cahill, James (GE Vernova)" userId="eede20a1-ac63-4a00-9247-850300c20ccf" providerId="ADAL" clId="{0862BB37-7CBB-4C6D-A04F-E4F4485C14A6}" dt="2026-03-16T10:10:18.899" v="15" actId="47"/>
          <pc:sldLayoutMkLst>
            <pc:docMk/>
            <pc:sldMasterMk cId="1084408021" sldId="2147484618"/>
            <pc:sldLayoutMk cId="622291255" sldId="214748482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3/16/2026</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3/16/2026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2</a:t>
            </a:fld>
            <a:endParaRPr lang="en-US" dirty="0"/>
          </a:p>
        </p:txBody>
      </p:sp>
    </p:spTree>
    <p:extLst>
      <p:ext uri="{BB962C8B-B14F-4D97-AF65-F5344CB8AC3E}">
        <p14:creationId xmlns:p14="http://schemas.microsoft.com/office/powerpoint/2010/main" val="1922754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endParaRPr lang="en-US" sz="1800" dirty="0">
              <a:effectLst/>
              <a:latin typeface="Calibri" panose="020F0502020204030204" pitchFamily="34" charset="0"/>
              <a:ea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4BFF387-9D57-4C4A-857D-AC6507407006}" type="slidenum">
              <a:rPr lang="en-US" smtClean="0"/>
              <a:pPr/>
              <a:t>5</a:t>
            </a:fld>
            <a:endParaRPr lang="en-US" dirty="0"/>
          </a:p>
        </p:txBody>
      </p:sp>
    </p:spTree>
    <p:extLst>
      <p:ext uri="{BB962C8B-B14F-4D97-AF65-F5344CB8AC3E}">
        <p14:creationId xmlns:p14="http://schemas.microsoft.com/office/powerpoint/2010/main" val="124277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6</a:t>
            </a:fld>
            <a:endParaRPr lang="en-US" dirty="0"/>
          </a:p>
        </p:txBody>
      </p:sp>
    </p:spTree>
    <p:extLst>
      <p:ext uri="{BB962C8B-B14F-4D97-AF65-F5344CB8AC3E}">
        <p14:creationId xmlns:p14="http://schemas.microsoft.com/office/powerpoint/2010/main" val="36604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7</a:t>
            </a:fld>
            <a:endParaRPr lang="en-US" dirty="0"/>
          </a:p>
        </p:txBody>
      </p:sp>
    </p:spTree>
    <p:extLst>
      <p:ext uri="{BB962C8B-B14F-4D97-AF65-F5344CB8AC3E}">
        <p14:creationId xmlns:p14="http://schemas.microsoft.com/office/powerpoint/2010/main" val="1437937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We are GE Vernova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1956F6-A7C2-4AB0-AD50-5C0B7145C063}" type="slidenum">
              <a:rPr kumimoji="0" lang="en-US" sz="1200" b="0" i="0" u="none" strike="noStrike" kern="1200" cap="none" spc="0" normalizeH="0" baseline="0" noProof="0" smtClean="0">
                <a:ln>
                  <a:noFill/>
                </a:ln>
                <a:solidFill>
                  <a:prstClr val="black"/>
                </a:solidFill>
                <a:effectLst/>
                <a:uLnTx/>
                <a:uFillTx/>
                <a:latin typeface="Inter" panose="02000503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Inter" panose="02000503000000020004" pitchFamily="2" charset="0"/>
              <a:ea typeface="+mn-ea"/>
              <a:cs typeface="+mn-cs"/>
            </a:endParaRPr>
          </a:p>
        </p:txBody>
      </p:sp>
    </p:spTree>
    <p:extLst>
      <p:ext uri="{BB962C8B-B14F-4D97-AF65-F5344CB8AC3E}">
        <p14:creationId xmlns:p14="http://schemas.microsoft.com/office/powerpoint/2010/main" val="32738090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7590414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_Monogram + tag lin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74598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9182EE-BB7F-43A1-A27E-F0E5B8D77CEE}"/>
              </a:ext>
            </a:extLst>
          </p:cNvPr>
          <p:cNvSpPr/>
          <p:nvPr userDrawn="1"/>
        </p:nvSpPr>
        <p:spPr>
          <a:xfrm>
            <a:off x="9337738" y="6642556"/>
            <a:ext cx="2608406" cy="215444"/>
          </a:xfrm>
          <a:prstGeom prst="rect">
            <a:avLst/>
          </a:prstGeom>
          <a:noFill/>
          <a:ln>
            <a:noFill/>
          </a:ln>
        </p:spPr>
        <p:txBody>
          <a:bodyPr wrap="none">
            <a:spAutoFit/>
          </a:bodyPr>
          <a:lstStyle/>
          <a:p>
            <a:r>
              <a:rPr lang="en-GB" sz="800" dirty="0">
                <a:latin typeface="Montserrat" panose="00000500000000000000" pitchFamily="2" charset="0"/>
              </a:rPr>
              <a:t>FC-GL-EHS-MAN-0302-F7 (Issue 4, Sep 25, 2021)</a:t>
            </a:r>
          </a:p>
        </p:txBody>
      </p:sp>
    </p:spTree>
    <p:extLst>
      <p:ext uri="{BB962C8B-B14F-4D97-AF65-F5344CB8AC3E}">
        <p14:creationId xmlns:p14="http://schemas.microsoft.com/office/powerpoint/2010/main" val="1818265169"/>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p:nvPicPr>
        <p:blipFill>
          <a:blip r:embed="rId2"/>
          <a:stretch>
            <a:fillRect/>
          </a:stretch>
        </p:blipFill>
        <p:spPr>
          <a:xfrm>
            <a:off x="268025" y="272269"/>
            <a:ext cx="2606040" cy="814067"/>
          </a:xfrm>
          <a:prstGeom prst="rect">
            <a:avLst/>
          </a:prstGeom>
        </p:spPr>
      </p:pic>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7"/>
            <a:ext cx="10706100" cy="1965325"/>
          </a:xfrm>
        </p:spPr>
        <p:txBody>
          <a:bodyPr anchor="t" anchorCtr="0"/>
          <a:lstStyle>
            <a:lvl1pPr algn="l">
              <a:lnSpc>
                <a:spcPts val="6500"/>
              </a:lnSpc>
              <a:defRPr sz="7200" cap="all"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401"/>
            <a:ext cx="10706100" cy="974725"/>
          </a:xfrm>
        </p:spPr>
        <p:txBody>
          <a:bodyPr>
            <a:noAutofit/>
          </a:bodyPr>
          <a:lstStyle>
            <a:lvl1pPr marL="0" indent="0" algn="l">
              <a:spcAft>
                <a:spcPts val="400"/>
              </a:spcAft>
              <a:buNone/>
              <a:defRPr sz="1800">
                <a:solidFill>
                  <a:schemeClr val="tx1"/>
                </a:solidFill>
              </a:defRPr>
            </a:lvl1pPr>
            <a:lvl2pPr marL="457209" indent="0" algn="ctr">
              <a:buNone/>
              <a:defRPr sz="2000"/>
            </a:lvl2pPr>
            <a:lvl3pPr marL="914418" indent="0" algn="ctr">
              <a:buNone/>
              <a:defRPr sz="1800"/>
            </a:lvl3pPr>
            <a:lvl4pPr marL="1371627" indent="0" algn="ctr">
              <a:buNone/>
              <a:defRPr sz="1600"/>
            </a:lvl4pPr>
            <a:lvl5pPr marL="1828837" indent="0" algn="ctr">
              <a:buNone/>
              <a:defRPr sz="1600"/>
            </a:lvl5pPr>
            <a:lvl6pPr marL="2286046" indent="0" algn="ctr">
              <a:buNone/>
              <a:defRPr sz="1600"/>
            </a:lvl6pPr>
            <a:lvl7pPr marL="2743255" indent="0" algn="ctr">
              <a:buNone/>
              <a:defRPr sz="1600"/>
            </a:lvl7pPr>
            <a:lvl8pPr marL="3200464" indent="0" algn="ctr">
              <a:buNone/>
              <a:defRPr sz="1600"/>
            </a:lvl8pPr>
            <a:lvl9pPr marL="3657673" indent="0" algn="ctr">
              <a:buNone/>
              <a:defRPr sz="1600"/>
            </a:lvl9pPr>
          </a:lstStyle>
          <a:p>
            <a:r>
              <a:rPr lang="en-US"/>
              <a:t>Click to edit Master subtitle style</a:t>
            </a:r>
          </a:p>
        </p:txBody>
      </p:sp>
      <p:sp>
        <p:nvSpPr>
          <p:cNvPr id="4" name="Footer Placeholder 4">
            <a:extLst>
              <a:ext uri="{FF2B5EF4-FFF2-40B4-BE49-F238E27FC236}">
                <a16:creationId xmlns:a16="http://schemas.microsoft.com/office/drawing/2014/main" id="{A344900F-DA90-A6EC-8074-C5567560A19D}"/>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tx1"/>
                </a:solidFill>
                <a:ea typeface="Inter" panose="02000503000000020004" pitchFamily="2" charset="0"/>
              </a:rPr>
              <a:t>© 2025 GE Vernova and/or its affiliates. All rights reserved.</a:t>
            </a:r>
          </a:p>
          <a:p>
            <a:pPr defTabSz="914144"/>
            <a:r>
              <a:rPr lang="en-US" sz="700" dirty="0">
                <a:solidFill>
                  <a:schemeClr val="tx1"/>
                </a:solidFill>
              </a:rPr>
              <a:t>GE and the GE Monogram are trademarks of </a:t>
            </a:r>
            <a:br>
              <a:rPr lang="en-US" sz="700" dirty="0">
                <a:solidFill>
                  <a:schemeClr val="tx1"/>
                </a:solidFill>
              </a:rPr>
            </a:br>
            <a:r>
              <a:rPr lang="en-US" sz="700" dirty="0">
                <a:solidFill>
                  <a:schemeClr val="tx1"/>
                </a:solidFill>
              </a:rPr>
              <a:t>General Electric Company used under trademark license.</a:t>
            </a:r>
          </a:p>
        </p:txBody>
      </p:sp>
    </p:spTree>
    <p:extLst>
      <p:ext uri="{BB962C8B-B14F-4D97-AF65-F5344CB8AC3E}">
        <p14:creationId xmlns:p14="http://schemas.microsoft.com/office/powerpoint/2010/main" val="4409007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6292">
          <p15:clr>
            <a:srgbClr val="FBAE40"/>
          </p15:clr>
        </p15:guide>
        <p15:guide id="3" orient="horz" pos="1149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rgbClr val="005E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401"/>
            <a:ext cx="10706100" cy="974725"/>
          </a:xfrm>
        </p:spPr>
        <p:txBody>
          <a:bodyPr>
            <a:noAutofit/>
          </a:bodyPr>
          <a:lstStyle>
            <a:lvl1pPr marL="0" indent="0" algn="l">
              <a:spcAft>
                <a:spcPts val="400"/>
              </a:spcAft>
              <a:buNone/>
              <a:defRPr sz="1800">
                <a:solidFill>
                  <a:schemeClr val="tx1"/>
                </a:solidFill>
              </a:defRPr>
            </a:lvl1pPr>
            <a:lvl2pPr marL="457209" indent="0" algn="ctr">
              <a:buNone/>
              <a:defRPr sz="2000"/>
            </a:lvl2pPr>
            <a:lvl3pPr marL="914418" indent="0" algn="ctr">
              <a:buNone/>
              <a:defRPr sz="1800"/>
            </a:lvl3pPr>
            <a:lvl4pPr marL="1371627" indent="0" algn="ctr">
              <a:buNone/>
              <a:defRPr sz="1600"/>
            </a:lvl4pPr>
            <a:lvl5pPr marL="1828837" indent="0" algn="ctr">
              <a:buNone/>
              <a:defRPr sz="1600"/>
            </a:lvl5pPr>
            <a:lvl6pPr marL="2286046" indent="0" algn="ctr">
              <a:buNone/>
              <a:defRPr sz="1600"/>
            </a:lvl6pPr>
            <a:lvl7pPr marL="2743255" indent="0" algn="ctr">
              <a:buNone/>
              <a:defRPr sz="1600"/>
            </a:lvl7pPr>
            <a:lvl8pPr marL="3200464" indent="0" algn="ctr">
              <a:buNone/>
              <a:defRPr sz="1600"/>
            </a:lvl8pPr>
            <a:lvl9pPr marL="3657673" indent="0" algn="ctr">
              <a:buNone/>
              <a:defRPr sz="1600"/>
            </a:lvl9pPr>
          </a:lstStyle>
          <a:p>
            <a:r>
              <a:rPr lang="en-US"/>
              <a:t>Click to edit Master subtitle style</a:t>
            </a:r>
            <a:endParaRPr lang="en-US" dirty="0"/>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p:nvPicPr>
        <p:blipFill>
          <a:blip r:embed="rId2"/>
          <a:stretch>
            <a:fillRect/>
          </a:stretch>
        </p:blipFill>
        <p:spPr>
          <a:xfrm>
            <a:off x="268025" y="272269"/>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p:nvCxnSpPr>
        <p:spPr>
          <a:xfrm>
            <a:off x="444366" y="2444250"/>
            <a:ext cx="0" cy="4413751"/>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BD889901-321B-4AFC-C8D2-E5A8D08F3211}"/>
              </a:ext>
            </a:extLst>
          </p:cNvPr>
          <p:cNvSpPr txBox="1">
            <a:spLocks/>
          </p:cNvSpPr>
          <p:nvPr/>
        </p:nvSpPr>
        <p:spPr>
          <a:xfrm>
            <a:off x="596771" y="6392852"/>
            <a:ext cx="10071229"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tx1"/>
                </a:solidFill>
                <a:ea typeface="Inter" panose="02000503000000020004" pitchFamily="2" charset="0"/>
              </a:rPr>
              <a:t>© 2025 GE Vernova and/or its affiliates. All rights reserved.</a:t>
            </a:r>
          </a:p>
          <a:p>
            <a:pPr defTabSz="914144"/>
            <a:r>
              <a:rPr lang="en-US" sz="700" dirty="0">
                <a:solidFill>
                  <a:schemeClr val="tx1"/>
                </a:solidFill>
              </a:rPr>
              <a:t>GE and the GE Monogram are trademarks of </a:t>
            </a:r>
            <a:br>
              <a:rPr lang="en-US" sz="700" dirty="0">
                <a:solidFill>
                  <a:schemeClr val="tx1"/>
                </a:solidFill>
              </a:rPr>
            </a:br>
            <a:r>
              <a:rPr lang="en-US" sz="700" dirty="0">
                <a:solidFill>
                  <a:schemeClr val="tx1"/>
                </a:solidFill>
              </a:rPr>
              <a:t>General Electric Company used under trademark license.</a:t>
            </a:r>
          </a:p>
        </p:txBody>
      </p:sp>
    </p:spTree>
    <p:extLst>
      <p:ext uri="{BB962C8B-B14F-4D97-AF65-F5344CB8AC3E}">
        <p14:creationId xmlns:p14="http://schemas.microsoft.com/office/powerpoint/2010/main" val="36759585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6292">
          <p15:clr>
            <a:srgbClr val="FBAE40"/>
          </p15:clr>
        </p15:guide>
        <p15:guide id="3" orient="horz" pos="1149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p:nvPicPr>
        <p:blipFill>
          <a:blip r:embed="rId2"/>
          <a:stretch>
            <a:fillRect/>
          </a:stretch>
        </p:blipFill>
        <p:spPr>
          <a:xfrm>
            <a:off x="279519" y="272269"/>
            <a:ext cx="2606040" cy="814067"/>
          </a:xfrm>
          <a:prstGeom prst="rect">
            <a:avLst/>
          </a:prstGeom>
        </p:spPr>
      </p:pic>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7"/>
            <a:ext cx="10706100" cy="1965325"/>
          </a:xfrm>
        </p:spPr>
        <p:txBody>
          <a:bodyPr anchor="t" anchorCtr="0"/>
          <a:lstStyle>
            <a:lvl1pPr algn="l">
              <a:lnSpc>
                <a:spcPts val="6500"/>
              </a:lnSpc>
              <a:defRPr sz="7200" cap="all"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401"/>
            <a:ext cx="10706100" cy="974725"/>
          </a:xfrm>
        </p:spPr>
        <p:txBody>
          <a:bodyPr>
            <a:noAutofit/>
          </a:bodyPr>
          <a:lstStyle>
            <a:lvl1pPr marL="0" indent="0" algn="l">
              <a:spcAft>
                <a:spcPts val="400"/>
              </a:spcAft>
              <a:buNone/>
              <a:defRPr sz="1800">
                <a:solidFill>
                  <a:srgbClr val="212121"/>
                </a:solidFill>
              </a:defRPr>
            </a:lvl1pPr>
            <a:lvl2pPr marL="457209" indent="0" algn="ctr">
              <a:buNone/>
              <a:defRPr sz="2000"/>
            </a:lvl2pPr>
            <a:lvl3pPr marL="914418" indent="0" algn="ctr">
              <a:buNone/>
              <a:defRPr sz="1800"/>
            </a:lvl3pPr>
            <a:lvl4pPr marL="1371627" indent="0" algn="ctr">
              <a:buNone/>
              <a:defRPr sz="1600"/>
            </a:lvl4pPr>
            <a:lvl5pPr marL="1828837" indent="0" algn="ctr">
              <a:buNone/>
              <a:defRPr sz="1600"/>
            </a:lvl5pPr>
            <a:lvl6pPr marL="2286046" indent="0" algn="ctr">
              <a:buNone/>
              <a:defRPr sz="1600"/>
            </a:lvl6pPr>
            <a:lvl7pPr marL="2743255" indent="0" algn="ctr">
              <a:buNone/>
              <a:defRPr sz="1600"/>
            </a:lvl7pPr>
            <a:lvl8pPr marL="3200464" indent="0" algn="ctr">
              <a:buNone/>
              <a:defRPr sz="1600"/>
            </a:lvl8pPr>
            <a:lvl9pPr marL="3657673" indent="0" algn="ctr">
              <a:buNone/>
              <a:defRPr sz="1600"/>
            </a:lvl9pPr>
          </a:lstStyle>
          <a:p>
            <a:r>
              <a:rPr lang="en-US"/>
              <a:t>Click to edit Master subtitle style</a:t>
            </a:r>
            <a:endParaRPr lang="en-US" dirty="0"/>
          </a:p>
        </p:txBody>
      </p:sp>
      <p:sp>
        <p:nvSpPr>
          <p:cNvPr id="4" name="Footer Placeholder 4">
            <a:extLst>
              <a:ext uri="{FF2B5EF4-FFF2-40B4-BE49-F238E27FC236}">
                <a16:creationId xmlns:a16="http://schemas.microsoft.com/office/drawing/2014/main" id="{6E96A345-C8D3-FE76-FD81-23E9C2285D6E}"/>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41287936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6292">
          <p15:clr>
            <a:srgbClr val="FBAE40"/>
          </p15:clr>
        </p15:guide>
        <p15:guide id="3" orient="horz" pos="1149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4 Dark Photo Backgroun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7"/>
            <a:ext cx="10706100" cy="1965325"/>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401"/>
            <a:ext cx="10706100" cy="974725"/>
          </a:xfrm>
        </p:spPr>
        <p:txBody>
          <a:bodyPr>
            <a:noAutofit/>
          </a:bodyPr>
          <a:lstStyle>
            <a:lvl1pPr marL="0" indent="0" algn="l">
              <a:spcAft>
                <a:spcPts val="400"/>
              </a:spcAft>
              <a:buNone/>
              <a:defRPr sz="1800">
                <a:solidFill>
                  <a:schemeClr val="tx1"/>
                </a:solidFill>
              </a:defRPr>
            </a:lvl1pPr>
            <a:lvl2pPr marL="457209" indent="0" algn="ctr">
              <a:buNone/>
              <a:defRPr sz="2000"/>
            </a:lvl2pPr>
            <a:lvl3pPr marL="914418" indent="0" algn="ctr">
              <a:buNone/>
              <a:defRPr sz="1800"/>
            </a:lvl3pPr>
            <a:lvl4pPr marL="1371627" indent="0" algn="ctr">
              <a:buNone/>
              <a:defRPr sz="1600"/>
            </a:lvl4pPr>
            <a:lvl5pPr marL="1828837" indent="0" algn="ctr">
              <a:buNone/>
              <a:defRPr sz="1600"/>
            </a:lvl5pPr>
            <a:lvl6pPr marL="2286046" indent="0" algn="ctr">
              <a:buNone/>
              <a:defRPr sz="1600"/>
            </a:lvl6pPr>
            <a:lvl7pPr marL="2743255" indent="0" algn="ctr">
              <a:buNone/>
              <a:defRPr sz="1600"/>
            </a:lvl7pPr>
            <a:lvl8pPr marL="3200464" indent="0" algn="ctr">
              <a:buNone/>
              <a:defRPr sz="1600"/>
            </a:lvl8pPr>
            <a:lvl9pPr marL="3657673"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p:nvPicPr>
        <p:blipFill>
          <a:blip r:embed="rId2"/>
          <a:stretch>
            <a:fillRect/>
          </a:stretch>
        </p:blipFill>
        <p:spPr>
          <a:xfrm>
            <a:off x="259641" y="272269"/>
            <a:ext cx="2606040" cy="814067"/>
          </a:xfrm>
          <a:prstGeom prst="rect">
            <a:avLst/>
          </a:prstGeom>
        </p:spPr>
      </p:pic>
      <p:sp>
        <p:nvSpPr>
          <p:cNvPr id="4" name="Footer Placeholder 4">
            <a:extLst>
              <a:ext uri="{FF2B5EF4-FFF2-40B4-BE49-F238E27FC236}">
                <a16:creationId xmlns:a16="http://schemas.microsoft.com/office/drawing/2014/main" id="{AC18C58B-D51B-6140-E7ED-58328026276D}"/>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tx1"/>
                </a:solidFill>
                <a:ea typeface="Inter" panose="02000503000000020004" pitchFamily="2" charset="0"/>
              </a:rPr>
              <a:t>© 2025 GE Vernova and/or its affiliates. All rights reserved.</a:t>
            </a:r>
          </a:p>
          <a:p>
            <a:pPr defTabSz="914144"/>
            <a:r>
              <a:rPr lang="en-US" sz="700" dirty="0">
                <a:solidFill>
                  <a:schemeClr val="tx1"/>
                </a:solidFill>
              </a:rPr>
              <a:t>GE and the GE Monogram are trademarks of </a:t>
            </a:r>
            <a:br>
              <a:rPr lang="en-US" sz="700" dirty="0">
                <a:solidFill>
                  <a:schemeClr val="tx1"/>
                </a:solidFill>
              </a:rPr>
            </a:br>
            <a:r>
              <a:rPr lang="en-US" sz="700" dirty="0">
                <a:solidFill>
                  <a:schemeClr val="tx1"/>
                </a:solidFill>
              </a:rPr>
              <a:t>General Electric Company used under trademark license.</a:t>
            </a:r>
          </a:p>
        </p:txBody>
      </p:sp>
    </p:spTree>
    <p:extLst>
      <p:ext uri="{BB962C8B-B14F-4D97-AF65-F5344CB8AC3E}">
        <p14:creationId xmlns:p14="http://schemas.microsoft.com/office/powerpoint/2010/main" val="20022049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6292">
          <p15:clr>
            <a:srgbClr val="FBAE40"/>
          </p15:clr>
        </p15:guide>
        <p15:guide id="3" orient="horz" pos="1149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2" name="Footer Placeholder 4">
            <a:extLst>
              <a:ext uri="{FF2B5EF4-FFF2-40B4-BE49-F238E27FC236}">
                <a16:creationId xmlns:a16="http://schemas.microsoft.com/office/drawing/2014/main" id="{A6E018EE-4727-8B3B-99C1-33B682682F50}"/>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3437610395"/>
      </p:ext>
    </p:extLst>
  </p:cSld>
  <p:clrMapOvr>
    <a:masterClrMapping/>
  </p:clrMapOvr>
  <p:extLst>
    <p:ext uri="{DCECCB84-F9BA-43D5-87BE-67443E8EF086}">
      <p15:sldGuideLst xmlns:p15="http://schemas.microsoft.com/office/powerpoint/2012/main">
        <p15:guide id="1" orient="horz" pos="371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1_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2" y="419101"/>
            <a:ext cx="9578915" cy="457020"/>
          </a:xfrm>
        </p:spPr>
        <p:txBody>
          <a:bodyPr/>
          <a:lstStyle>
            <a:lvl1pPr>
              <a:defRPr>
                <a:solidFill>
                  <a:schemeClr val="tx1"/>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6" name="Footer Placeholder 4">
            <a:extLst>
              <a:ext uri="{FF2B5EF4-FFF2-40B4-BE49-F238E27FC236}">
                <a16:creationId xmlns:a16="http://schemas.microsoft.com/office/drawing/2014/main" id="{24610C46-F784-5AD0-98D6-E6AD305C8747}"/>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1429395759"/>
      </p:ext>
    </p:extLst>
  </p:cSld>
  <p:clrMapOvr>
    <a:masterClrMapping/>
  </p:clrMapOvr>
  <p:extLst>
    <p:ext uri="{DCECCB84-F9BA-43D5-87BE-67443E8EF086}">
      <p15:sldGuideLst xmlns:p15="http://schemas.microsoft.com/office/powerpoint/2012/main">
        <p15:guide id="1" orient="horz" pos="3713">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6" indent="-285756">
              <a:buFont typeface="Arial" panose="020B0604020202020204" pitchFamily="34" charset="0"/>
              <a:buChar char="•"/>
              <a:defRPr>
                <a:solidFill>
                  <a:srgbClr val="212121"/>
                </a:solidFill>
              </a:defRPr>
            </a:lvl2pPr>
            <a:lvl3pPr marL="517535" indent="-228605">
              <a:defRPr>
                <a:solidFill>
                  <a:srgbClr val="212121"/>
                </a:solidFill>
              </a:defRPr>
            </a:lvl3pPr>
            <a:lvl4pPr marL="685814" indent="-228605">
              <a:defRPr>
                <a:solidFill>
                  <a:srgbClr val="212121"/>
                </a:solidFill>
              </a:defRPr>
            </a:lvl4pPr>
            <a:lvl5pPr marL="914418" indent="-228605">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40C80CBD-F9C2-7B04-2F2E-A2E50A534F57}"/>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7" name="Footer Placeholder 4">
            <a:extLst>
              <a:ext uri="{FF2B5EF4-FFF2-40B4-BE49-F238E27FC236}">
                <a16:creationId xmlns:a16="http://schemas.microsoft.com/office/drawing/2014/main" id="{CC52BB94-6694-FFF1-696F-AFE45E269F3D}"/>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557032881"/>
      </p:ext>
    </p:extLst>
  </p:cSld>
  <p:clrMapOvr>
    <a:masterClrMapping/>
  </p:clrMapOvr>
  <p:extLst>
    <p:ext uri="{DCECCB84-F9BA-43D5-87BE-67443E8EF086}">
      <p15:sldGuideLst xmlns:p15="http://schemas.microsoft.com/office/powerpoint/2012/main">
        <p15:guide id="1" orient="horz" pos="373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 Column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7" name="Footer Placeholder 4">
            <a:extLst>
              <a:ext uri="{FF2B5EF4-FFF2-40B4-BE49-F238E27FC236}">
                <a16:creationId xmlns:a16="http://schemas.microsoft.com/office/drawing/2014/main" id="{EC4E53B5-BD62-2CE4-401C-2864127CAA21}"/>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1621594138"/>
      </p:ext>
    </p:extLst>
  </p:cSld>
  <p:clrMapOvr>
    <a:masterClrMapping/>
  </p:clrMapOvr>
  <p:extLst>
    <p:ext uri="{DCECCB84-F9BA-43D5-87BE-67443E8EF086}">
      <p15:sldGuideLst xmlns:p15="http://schemas.microsoft.com/office/powerpoint/2012/main">
        <p15:guide id="1" orient="horz" pos="5544">
          <p15:clr>
            <a:srgbClr val="FBAE40"/>
          </p15:clr>
        </p15:guide>
        <p15:guide id="2" orient="horz" pos="292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2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5394960"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50"/>
            <a:ext cx="5394960"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B906FF28-9E6E-FCE7-887B-D290AB8F5D77}"/>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8" name="Footer Placeholder 4">
            <a:extLst>
              <a:ext uri="{FF2B5EF4-FFF2-40B4-BE49-F238E27FC236}">
                <a16:creationId xmlns:a16="http://schemas.microsoft.com/office/drawing/2014/main" id="{0C585B45-848F-65A3-0AA5-5BB4D29CE10A}"/>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1831798569"/>
      </p:ext>
    </p:extLst>
  </p:cSld>
  <p:clrMapOvr>
    <a:masterClrMapping/>
  </p:clrMapOvr>
  <p:extLst>
    <p:ext uri="{DCECCB84-F9BA-43D5-87BE-67443E8EF086}">
      <p15:sldGuideLst xmlns:p15="http://schemas.microsoft.com/office/powerpoint/2012/main">
        <p15:guide id="1" pos="16128">
          <p15:clr>
            <a:srgbClr val="FBAE40"/>
          </p15:clr>
        </p15:guide>
        <p15:guide id="2" orient="horz" pos="371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Column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14"/>
          </p:nvPr>
        </p:nvSpPr>
        <p:spPr>
          <a:xfrm>
            <a:off x="419099"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15"/>
          </p:nvPr>
        </p:nvSpPr>
        <p:spPr>
          <a:xfrm>
            <a:off x="6096000"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2095502"/>
            <a:ext cx="5394960" cy="4114799"/>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2F437117-8BD0-3579-70B3-FCB0F41D60C7}"/>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8" name="Footer Placeholder 4">
            <a:extLst>
              <a:ext uri="{FF2B5EF4-FFF2-40B4-BE49-F238E27FC236}">
                <a16:creationId xmlns:a16="http://schemas.microsoft.com/office/drawing/2014/main" id="{DEA27475-41AD-986E-1AD2-3EB7C4D4B4D8}"/>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149504458"/>
      </p:ext>
    </p:extLst>
  </p:cSld>
  <p:clrMapOvr>
    <a:masterClrMapping/>
  </p:clrMapOvr>
  <p:extLst>
    <p:ext uri="{DCECCB84-F9BA-43D5-87BE-67443E8EF086}">
      <p15:sldGuideLst xmlns:p15="http://schemas.microsoft.com/office/powerpoint/2012/main">
        <p15:guide id="1" orient="horz" pos="5544">
          <p15:clr>
            <a:srgbClr val="FBAE40"/>
          </p15:clr>
        </p15:guide>
        <p15:guide id="2" pos="16128">
          <p15:clr>
            <a:srgbClr val="FBAE40"/>
          </p15:clr>
        </p15:guide>
        <p15:guide id="3" orient="horz" pos="371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 - Asymetrica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3" indent="-171453">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6" y="1403351"/>
            <a:ext cx="7290905" cy="4806950"/>
          </a:xfrm>
        </p:spPr>
        <p:txBody>
          <a:bodyPr/>
          <a:lstStyle>
            <a:lvl1pPr>
              <a:defRPr>
                <a:solidFill>
                  <a:srgbClr val="212121"/>
                </a:solidFill>
              </a:defRPr>
            </a:lvl1pPr>
            <a:lvl2pPr marL="171453" indent="-171453">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8" name="Footer Placeholder 4">
            <a:extLst>
              <a:ext uri="{FF2B5EF4-FFF2-40B4-BE49-F238E27FC236}">
                <a16:creationId xmlns:a16="http://schemas.microsoft.com/office/drawing/2014/main" id="{92160E14-1FB8-C8AF-31C1-136BFAE93AE3}"/>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1537682363"/>
      </p:ext>
    </p:extLst>
  </p:cSld>
  <p:clrMapOvr>
    <a:masterClrMapping/>
  </p:clrMapOvr>
  <p:extLst>
    <p:ext uri="{DCECCB84-F9BA-43D5-87BE-67443E8EF086}">
      <p15:sldGuideLst xmlns:p15="http://schemas.microsoft.com/office/powerpoint/2012/main">
        <p15:guide id="1" pos="11130">
          <p15:clr>
            <a:srgbClr val="FBAE40"/>
          </p15:clr>
        </p15:guide>
        <p15:guide id="2" pos="21126">
          <p15:clr>
            <a:srgbClr val="FBAE40"/>
          </p15:clr>
        </p15:guide>
        <p15:guide id="3" orient="horz" pos="3713">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 - Asymetrical -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6" y="1403351"/>
            <a:ext cx="7290905" cy="480695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p:nvCxnSpPr>
        <p:spPr>
          <a:xfrm>
            <a:off x="4062828"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56ABEBD3-24BE-15F7-DEF9-9F5230BECA90}"/>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9" name="Footer Placeholder 4">
            <a:extLst>
              <a:ext uri="{FF2B5EF4-FFF2-40B4-BE49-F238E27FC236}">
                <a16:creationId xmlns:a16="http://schemas.microsoft.com/office/drawing/2014/main" id="{B029C106-53EA-6AA8-4519-FB41BBEE11C2}"/>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2375012802"/>
      </p:ext>
    </p:extLst>
  </p:cSld>
  <p:clrMapOvr>
    <a:masterClrMapping/>
  </p:clrMapOvr>
  <p:extLst>
    <p:ext uri="{DCECCB84-F9BA-43D5-87BE-67443E8EF086}">
      <p15:sldGuideLst xmlns:p15="http://schemas.microsoft.com/office/powerpoint/2012/main">
        <p15:guide id="1" pos="11130">
          <p15:clr>
            <a:srgbClr val="FBAE40"/>
          </p15:clr>
        </p15:guide>
        <p15:guide id="2" pos="21126">
          <p15:clr>
            <a:srgbClr val="FBAE40"/>
          </p15:clr>
        </p15:guide>
        <p15:guide id="3" orient="horz" pos="3713">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 Asymmetrical 2">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1" y="1403350"/>
            <a:ext cx="7292975"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E22151AB-5731-BAC5-7B55-0CB75965C41C}"/>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7" name="Footer Placeholder 4">
            <a:extLst>
              <a:ext uri="{FF2B5EF4-FFF2-40B4-BE49-F238E27FC236}">
                <a16:creationId xmlns:a16="http://schemas.microsoft.com/office/drawing/2014/main" id="{2A7C4A0C-9DE2-1A77-D9BC-EB6EBCB3C44B}"/>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3986826639"/>
      </p:ext>
    </p:extLst>
  </p:cSld>
  <p:clrMapOvr>
    <a:masterClrMapping/>
  </p:clrMapOvr>
  <p:extLst>
    <p:ext uri="{DCECCB84-F9BA-43D5-87BE-67443E8EF086}">
      <p15:sldGuideLst xmlns:p15="http://schemas.microsoft.com/office/powerpoint/2012/main">
        <p15:guide id="2" pos="21126">
          <p15:clr>
            <a:srgbClr val="FBAE40"/>
          </p15:clr>
        </p15:guide>
        <p15:guide id="3" orient="horz" pos="3713">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 - Asymmetrical 2 -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1" y="1403350"/>
            <a:ext cx="7292975"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p:nvCxnSpPr>
        <p:spPr>
          <a:xfrm>
            <a:off x="7850890"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BBA13F7-1863-C7F2-A83F-768EA305A30E}"/>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10" name="Footer Placeholder 4">
            <a:extLst>
              <a:ext uri="{FF2B5EF4-FFF2-40B4-BE49-F238E27FC236}">
                <a16:creationId xmlns:a16="http://schemas.microsoft.com/office/drawing/2014/main" id="{1090424E-9644-D108-4985-33F0B3373390}"/>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3312966387"/>
      </p:ext>
    </p:extLst>
  </p:cSld>
  <p:clrMapOvr>
    <a:masterClrMapping/>
  </p:clrMapOvr>
  <p:extLst>
    <p:ext uri="{DCECCB84-F9BA-43D5-87BE-67443E8EF086}">
      <p15:sldGuideLst xmlns:p15="http://schemas.microsoft.com/office/powerpoint/2012/main">
        <p15:guide id="2" pos="21126">
          <p15:clr>
            <a:srgbClr val="FBAE40"/>
          </p15:clr>
        </p15:guide>
        <p15:guide id="3" orient="horz" pos="3713">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3-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2"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404E15B6-0BA0-84E6-A568-FC29C85E61F3}"/>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9" name="Footer Placeholder 4">
            <a:extLst>
              <a:ext uri="{FF2B5EF4-FFF2-40B4-BE49-F238E27FC236}">
                <a16:creationId xmlns:a16="http://schemas.microsoft.com/office/drawing/2014/main" id="{F97479DC-411F-89F3-226D-FF619E2F6857}"/>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2255934757"/>
      </p:ext>
    </p:extLst>
  </p:cSld>
  <p:clrMapOvr>
    <a:masterClrMapping/>
  </p:clrMapOvr>
  <p:extLst>
    <p:ext uri="{DCECCB84-F9BA-43D5-87BE-67443E8EF086}">
      <p15:sldGuideLst xmlns:p15="http://schemas.microsoft.com/office/powerpoint/2012/main">
        <p15:guide id="1" pos="11130">
          <p15:clr>
            <a:srgbClr val="FBAE40"/>
          </p15:clr>
        </p15:guide>
        <p15:guide id="2" pos="21126">
          <p15:clr>
            <a:srgbClr val="FBAE40"/>
          </p15:clr>
        </p15:guide>
        <p15:guide id="3" orient="horz" pos="371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3-Column -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p:nvCxnSpPr>
        <p:spPr>
          <a:xfrm>
            <a:off x="4062828"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p:nvCxnSpPr>
        <p:spPr>
          <a:xfrm>
            <a:off x="7848132"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6F06206D-1B55-79AD-7D01-D0EB3C4108CB}"/>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11" name="Footer Placeholder 4">
            <a:extLst>
              <a:ext uri="{FF2B5EF4-FFF2-40B4-BE49-F238E27FC236}">
                <a16:creationId xmlns:a16="http://schemas.microsoft.com/office/drawing/2014/main" id="{BE52BC26-AD9D-53A0-D4FD-B0D03665711D}"/>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841062601"/>
      </p:ext>
    </p:extLst>
  </p:cSld>
  <p:clrMapOvr>
    <a:masterClrMapping/>
  </p:clrMapOvr>
  <p:extLst>
    <p:ext uri="{DCECCB84-F9BA-43D5-87BE-67443E8EF086}">
      <p15:sldGuideLst xmlns:p15="http://schemas.microsoft.com/office/powerpoint/2012/main">
        <p15:guide id="1" pos="11130">
          <p15:clr>
            <a:srgbClr val="FBAE40"/>
          </p15:clr>
        </p15:guide>
        <p15:guide id="2" pos="21126">
          <p15:clr>
            <a:srgbClr val="FBAE40"/>
          </p15:clr>
        </p15:guide>
        <p15:guide id="3" orient="horz" pos="371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4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50"/>
            <a:ext cx="2569464"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50"/>
            <a:ext cx="2569464"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1"/>
            <a:ext cx="2569464"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1"/>
            <a:ext cx="2569464"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CB7DF46-A9CC-4BD9-D472-6BF977C64294}"/>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10" name="Footer Placeholder 4">
            <a:extLst>
              <a:ext uri="{FF2B5EF4-FFF2-40B4-BE49-F238E27FC236}">
                <a16:creationId xmlns:a16="http://schemas.microsoft.com/office/drawing/2014/main" id="{D60B70B5-8E93-A446-DC24-B0D4AC7A79CA}"/>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3836248004"/>
      </p:ext>
    </p:extLst>
  </p:cSld>
  <p:clrMapOvr>
    <a:masterClrMapping/>
  </p:clrMapOvr>
  <p:extLst>
    <p:ext uri="{DCECCB84-F9BA-43D5-87BE-67443E8EF086}">
      <p15:sldGuideLst xmlns:p15="http://schemas.microsoft.com/office/powerpoint/2012/main">
        <p15:guide id="1" pos="8635">
          <p15:clr>
            <a:srgbClr val="FBAE40"/>
          </p15:clr>
        </p15:guide>
        <p15:guide id="2" pos="23638">
          <p15:clr>
            <a:srgbClr val="FBAE40"/>
          </p15:clr>
        </p15:guide>
        <p15:guide id="3" pos="16128">
          <p15:clr>
            <a:srgbClr val="FBAE40"/>
          </p15:clr>
        </p15:guide>
        <p15:guide id="4" orient="horz" pos="3713">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4 Column -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50"/>
            <a:ext cx="2569464"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50"/>
            <a:ext cx="2569464"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1"/>
            <a:ext cx="2569464"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1"/>
            <a:ext cx="2569464" cy="4806951"/>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p:nvCxnSpPr>
        <p:spPr>
          <a:xfrm>
            <a:off x="3123056"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p:nvCxnSpPr>
        <p:spPr>
          <a:xfrm>
            <a:off x="5961506"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p:nvCxnSpPr>
        <p:spPr>
          <a:xfrm>
            <a:off x="8799956"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10;&#10;Description automatically generated">
            <a:extLst>
              <a:ext uri="{FF2B5EF4-FFF2-40B4-BE49-F238E27FC236}">
                <a16:creationId xmlns:a16="http://schemas.microsoft.com/office/drawing/2014/main" id="{F179F5EF-F643-19DD-3442-114B11F58335}"/>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13" name="Footer Placeholder 4">
            <a:extLst>
              <a:ext uri="{FF2B5EF4-FFF2-40B4-BE49-F238E27FC236}">
                <a16:creationId xmlns:a16="http://schemas.microsoft.com/office/drawing/2014/main" id="{B5AC1D0E-B496-DA6E-4D6D-9EAE10EC4528}"/>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1938337465"/>
      </p:ext>
    </p:extLst>
  </p:cSld>
  <p:clrMapOvr>
    <a:masterClrMapping/>
  </p:clrMapOvr>
  <p:extLst>
    <p:ext uri="{DCECCB84-F9BA-43D5-87BE-67443E8EF086}">
      <p15:sldGuideLst xmlns:p15="http://schemas.microsoft.com/office/powerpoint/2012/main">
        <p15:guide id="1" pos="8635">
          <p15:clr>
            <a:srgbClr val="FBAE40"/>
          </p15:clr>
        </p15:guide>
        <p15:guide id="2" pos="23638">
          <p15:clr>
            <a:srgbClr val="FBAE40"/>
          </p15:clr>
        </p15:guide>
        <p15:guide id="3" pos="16128">
          <p15:clr>
            <a:srgbClr val="FBAE40"/>
          </p15:clr>
        </p15:guide>
        <p15:guide id="4" orient="horz" pos="371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3 and 1/3-Column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13"/>
          </p:nvPr>
        </p:nvSpPr>
        <p:spPr>
          <a:xfrm>
            <a:off x="419099" y="1403350"/>
            <a:ext cx="7296912"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15"/>
          </p:nvPr>
        </p:nvSpPr>
        <p:spPr>
          <a:xfrm>
            <a:off x="8001001" y="1403350"/>
            <a:ext cx="3787133"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2"/>
            <a:ext cx="7296912" cy="4114799"/>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8000997" y="2095501"/>
            <a:ext cx="3771899" cy="4114800"/>
          </a:xfrm>
        </p:spPr>
        <p:txBody>
          <a:bodyPr/>
          <a:lstStyle>
            <a:lvl1pPr>
              <a:defRPr>
                <a:solidFill>
                  <a:srgbClr val="212121"/>
                </a:solidFill>
              </a:defRPr>
            </a:lvl1pPr>
            <a:lvl2pPr marL="174628" indent="-174628">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p:nvCxnSpPr>
        <p:spPr>
          <a:xfrm>
            <a:off x="7850890"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C287820B-9605-1150-C001-4792D5A7E407}"/>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9" name="Footer Placeholder 4">
            <a:extLst>
              <a:ext uri="{FF2B5EF4-FFF2-40B4-BE49-F238E27FC236}">
                <a16:creationId xmlns:a16="http://schemas.microsoft.com/office/drawing/2014/main" id="{A774A4D5-FE40-B20E-301D-03D5AC6280EB}"/>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1952570673"/>
      </p:ext>
    </p:extLst>
  </p:cSld>
  <p:clrMapOvr>
    <a:masterClrMapping/>
  </p:clrMapOvr>
  <p:extLst>
    <p:ext uri="{DCECCB84-F9BA-43D5-87BE-67443E8EF086}">
      <p15:sldGuideLst xmlns:p15="http://schemas.microsoft.com/office/powerpoint/2012/main">
        <p15:guide id="2" pos="21168">
          <p15:clr>
            <a:srgbClr val="FBAE40"/>
          </p15:clr>
        </p15:guide>
        <p15:guide id="3" orient="horz" pos="5544">
          <p15:clr>
            <a:srgbClr val="FBAE40"/>
          </p15:clr>
        </p15:guide>
        <p15:guide id="4" orient="horz" pos="3713">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1-Column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p:nvSpPr>
        <p:spPr>
          <a:xfrm>
            <a:off x="0" y="1402917"/>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sz="8078"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11353800" cy="4806951"/>
          </a:xfrm>
          <a:noFill/>
        </p:spPr>
        <p:txBody>
          <a:bodyPr lIns="0" tIns="182880" rIns="0" bIns="0">
            <a:noAutofit/>
          </a:bodyPr>
          <a:lstStyle>
            <a:lvl1pPr>
              <a:defRPr>
                <a:solidFill>
                  <a:schemeClr val="bg1"/>
                </a:solidFill>
              </a:defRPr>
            </a:lvl1pPr>
            <a:lvl2pPr marL="174628" indent="-174628">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7" name="Footer Placeholder 4">
            <a:extLst>
              <a:ext uri="{FF2B5EF4-FFF2-40B4-BE49-F238E27FC236}">
                <a16:creationId xmlns:a16="http://schemas.microsoft.com/office/drawing/2014/main" id="{BC76835B-D669-B482-1F5A-B3B13795C890}"/>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bg1"/>
                </a:solidFill>
                <a:ea typeface="Inter" panose="02000503000000020004" pitchFamily="2" charset="0"/>
              </a:rPr>
              <a:t>© 2025 GE Vernova and/or its affiliates. All rights reserved.</a:t>
            </a:r>
          </a:p>
          <a:p>
            <a:pPr defTabSz="914144"/>
            <a:r>
              <a:rPr lang="en-US" sz="700" dirty="0">
                <a:solidFill>
                  <a:schemeClr val="bg1"/>
                </a:solidFill>
              </a:rPr>
              <a:t>GE and the GE Monogram are trademarks of </a:t>
            </a:r>
            <a:br>
              <a:rPr lang="en-US" sz="700" dirty="0">
                <a:solidFill>
                  <a:schemeClr val="bg1"/>
                </a:solidFill>
              </a:rPr>
            </a:br>
            <a:r>
              <a:rPr lang="en-US" sz="700" dirty="0">
                <a:solidFill>
                  <a:schemeClr val="bg1"/>
                </a:solidFill>
              </a:rPr>
              <a:t>General Electric Company used under trademark license.</a:t>
            </a:r>
          </a:p>
        </p:txBody>
      </p:sp>
    </p:spTree>
    <p:extLst>
      <p:ext uri="{BB962C8B-B14F-4D97-AF65-F5344CB8AC3E}">
        <p14:creationId xmlns:p14="http://schemas.microsoft.com/office/powerpoint/2010/main" val="2583389745"/>
      </p:ext>
    </p:extLst>
  </p:cSld>
  <p:clrMapOvr>
    <a:masterClrMapping/>
  </p:clrMapOvr>
  <p:extLst>
    <p:ext uri="{DCECCB84-F9BA-43D5-87BE-67443E8EF086}">
      <p15:sldGuideLst xmlns:p15="http://schemas.microsoft.com/office/powerpoint/2012/main">
        <p15:guide id="1" orient="horz" pos="3713">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2"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11071860" cy="4806951"/>
          </a:xfrm>
          <a:solidFill>
            <a:srgbClr val="E3E3E3"/>
          </a:solidFill>
        </p:spPr>
        <p:txBody>
          <a:bodyPr lIns="182880" tIns="182880" rIns="182880" bIns="182880"/>
          <a:lstStyle>
            <a:lvl2pPr marL="174628" indent="-174628">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7" name="Footer Placeholder 4">
            <a:extLst>
              <a:ext uri="{FF2B5EF4-FFF2-40B4-BE49-F238E27FC236}">
                <a16:creationId xmlns:a16="http://schemas.microsoft.com/office/drawing/2014/main" id="{B9E9C3F7-C2A9-7308-B0F3-44391B4D04A1}"/>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3465090892"/>
      </p:ext>
    </p:extLst>
  </p:cSld>
  <p:clrMapOvr>
    <a:masterClrMapping/>
  </p:clrMapOvr>
  <p:extLst>
    <p:ext uri="{DCECCB84-F9BA-43D5-87BE-67443E8EF086}">
      <p15:sldGuideLst xmlns:p15="http://schemas.microsoft.com/office/powerpoint/2012/main">
        <p15:guide id="1" pos="16128">
          <p15:clr>
            <a:srgbClr val="FBAE40"/>
          </p15:clr>
        </p15:guide>
        <p15:guide id="2" orient="horz" pos="3713">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1_2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2"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5394960" cy="4806951"/>
          </a:xfrm>
          <a:solidFill>
            <a:srgbClr val="E3E3E3"/>
          </a:solidFill>
        </p:spPr>
        <p:txBody>
          <a:bodyPr lIns="182880" tIns="182880" rIns="182880" bIns="182880"/>
          <a:lstStyle>
            <a:lvl2pPr marL="174628" indent="-174628">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50"/>
            <a:ext cx="5394960" cy="4806951"/>
          </a:xfrm>
          <a:solidFill>
            <a:srgbClr val="E3E3E3"/>
          </a:solidFill>
        </p:spPr>
        <p:txBody>
          <a:bodyPr lIns="182880" tIns="182880" rIns="182880" bIns="182880"/>
          <a:lstStyle>
            <a:lvl2pPr marL="174628" indent="-174628">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8" name="Footer Placeholder 4">
            <a:extLst>
              <a:ext uri="{FF2B5EF4-FFF2-40B4-BE49-F238E27FC236}">
                <a16:creationId xmlns:a16="http://schemas.microsoft.com/office/drawing/2014/main" id="{9B646E8A-0E2D-8B1A-9BCA-A20585AE5B68}"/>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3231777293"/>
      </p:ext>
    </p:extLst>
  </p:cSld>
  <p:clrMapOvr>
    <a:masterClrMapping/>
  </p:clrMapOvr>
  <p:extLst>
    <p:ext uri="{DCECCB84-F9BA-43D5-87BE-67443E8EF086}">
      <p15:sldGuideLst xmlns:p15="http://schemas.microsoft.com/office/powerpoint/2012/main">
        <p15:guide id="1" pos="16128">
          <p15:clr>
            <a:srgbClr val="FBAE40"/>
          </p15:clr>
        </p15:guide>
        <p15:guide id="2" orient="horz" pos="3713">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3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8" indent="-174628">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6539" y="1403351"/>
            <a:ext cx="3502152" cy="4806950"/>
          </a:xfrm>
          <a:solidFill>
            <a:srgbClr val="E3E3E3"/>
          </a:solidFill>
        </p:spPr>
        <p:txBody>
          <a:bodyPr lIns="182880" tIns="182880" rIns="182880" bIns="182880"/>
          <a:lstStyle>
            <a:lvl2pPr marL="174628" indent="-174628">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a:solidFill>
            <a:srgbClr val="E3E3E3"/>
          </a:solidFill>
        </p:spPr>
        <p:txBody>
          <a:bodyPr lIns="182880" tIns="182880" rIns="182880" bIns="182880"/>
          <a:lstStyle>
            <a:lvl2pPr marL="174628" indent="-174628">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6EE8FD0A-8C5E-E7DE-4656-7844FF43109D}"/>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9" name="Footer Placeholder 4">
            <a:extLst>
              <a:ext uri="{FF2B5EF4-FFF2-40B4-BE49-F238E27FC236}">
                <a16:creationId xmlns:a16="http://schemas.microsoft.com/office/drawing/2014/main" id="{D0296E40-AB41-1BCD-E033-3A2730505173}"/>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1616809964"/>
      </p:ext>
    </p:extLst>
  </p:cSld>
  <p:clrMapOvr>
    <a:masterClrMapping/>
  </p:clrMapOvr>
  <p:extLst>
    <p:ext uri="{DCECCB84-F9BA-43D5-87BE-67443E8EF086}">
      <p15:sldGuideLst xmlns:p15="http://schemas.microsoft.com/office/powerpoint/2012/main">
        <p15:guide id="1" pos="11130">
          <p15:clr>
            <a:srgbClr val="FBAE40"/>
          </p15:clr>
        </p15:guide>
        <p15:guide id="2" pos="21126">
          <p15:clr>
            <a:srgbClr val="FBAE40"/>
          </p15:clr>
        </p15:guide>
        <p15:guide id="3" orient="horz" pos="3713">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4 Column Boxe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50"/>
            <a:ext cx="2569464" cy="4806951"/>
          </a:xfrm>
          <a:solidFill>
            <a:srgbClr val="E3E3E3"/>
          </a:solidFill>
        </p:spPr>
        <p:txBody>
          <a:bodyPr lIns="182880" tIns="182880" rIns="182880" bIns="182880"/>
          <a:lstStyle>
            <a:lvl2pPr marL="174628" indent="-174628">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63899" y="1403350"/>
            <a:ext cx="2569464" cy="4806951"/>
          </a:xfrm>
          <a:solidFill>
            <a:srgbClr val="E3E3E3"/>
          </a:solidFill>
        </p:spPr>
        <p:txBody>
          <a:bodyPr lIns="182880" tIns="182880" rIns="182880" bIns="182880"/>
          <a:lstStyle>
            <a:lvl2pPr marL="174628" indent="-174628">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6000" y="1403351"/>
            <a:ext cx="2569464" cy="4806951"/>
          </a:xfrm>
          <a:solidFill>
            <a:srgbClr val="E3E3E3"/>
          </a:solidFill>
        </p:spPr>
        <p:txBody>
          <a:bodyPr lIns="182880" tIns="182880" rIns="182880" bIns="182880"/>
          <a:lstStyle>
            <a:lvl2pPr marL="174628" indent="-174628">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1"/>
            <a:ext cx="2569464" cy="4806951"/>
          </a:xfrm>
          <a:solidFill>
            <a:srgbClr val="E3E3E3"/>
          </a:solidFill>
        </p:spPr>
        <p:txBody>
          <a:bodyPr lIns="182880" tIns="182880" rIns="182880" bIns="182880"/>
          <a:lstStyle>
            <a:lvl2pPr marL="174628" indent="-174628">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A126E61B-5B00-C74E-A14F-005A2D3E23ED}"/>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10" name="Footer Placeholder 4">
            <a:extLst>
              <a:ext uri="{FF2B5EF4-FFF2-40B4-BE49-F238E27FC236}">
                <a16:creationId xmlns:a16="http://schemas.microsoft.com/office/drawing/2014/main" id="{81EF6A56-698F-4FE8-C3B4-D7308FAEE211}"/>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379976301"/>
      </p:ext>
    </p:extLst>
  </p:cSld>
  <p:clrMapOvr>
    <a:masterClrMapping/>
  </p:clrMapOvr>
  <p:extLst>
    <p:ext uri="{DCECCB84-F9BA-43D5-87BE-67443E8EF086}">
      <p15:sldGuideLst xmlns:p15="http://schemas.microsoft.com/office/powerpoint/2012/main">
        <p15:guide id="1" pos="8635">
          <p15:clr>
            <a:srgbClr val="FBAE40"/>
          </p15:clr>
        </p15:guide>
        <p15:guide id="2" pos="23638">
          <p15:clr>
            <a:srgbClr val="FBAE40"/>
          </p15:clr>
        </p15:guide>
        <p15:guide id="3" pos="16128">
          <p15:clr>
            <a:srgbClr val="FBAE40"/>
          </p15:clr>
        </p15:guide>
        <p15:guide id="4" orient="horz" pos="3713">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 Column Boxed Asymmetrical">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1" y="1403350"/>
            <a:ext cx="7292975" cy="4806951"/>
          </a:xfrm>
          <a:solidFill>
            <a:srgbClr val="E3E3E3"/>
          </a:solidFill>
        </p:spPr>
        <p:txBody>
          <a:bodyPr lIns="182880" tIns="182880" rIns="182880" bIns="182880"/>
          <a:lstStyle>
            <a:lvl2pPr marL="174628" indent="-174628">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1"/>
          </a:xfrm>
          <a:solidFill>
            <a:srgbClr val="E3E3E3"/>
          </a:solidFill>
        </p:spPr>
        <p:txBody>
          <a:bodyPr lIns="182880" tIns="182880" rIns="182880" bIns="182880"/>
          <a:lstStyle>
            <a:lvl2pPr marL="174628" indent="-174628">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1321A8AC-94BF-D6B2-1376-53BEE47F726B}"/>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7" name="Footer Placeholder 4">
            <a:extLst>
              <a:ext uri="{FF2B5EF4-FFF2-40B4-BE49-F238E27FC236}">
                <a16:creationId xmlns:a16="http://schemas.microsoft.com/office/drawing/2014/main" id="{428313C0-82C3-5162-E48D-7C2520871CA9}"/>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4190303696"/>
      </p:ext>
    </p:extLst>
  </p:cSld>
  <p:clrMapOvr>
    <a:masterClrMapping/>
  </p:clrMapOvr>
  <p:extLst>
    <p:ext uri="{DCECCB84-F9BA-43D5-87BE-67443E8EF086}">
      <p15:sldGuideLst xmlns:p15="http://schemas.microsoft.com/office/powerpoint/2012/main">
        <p15:guide id="2" pos="21126">
          <p15:clr>
            <a:srgbClr val="FBAE40"/>
          </p15:clr>
        </p15:guide>
        <p15:guide id="3" orient="horz" pos="371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ivider 1">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5" y="2378077"/>
            <a:ext cx="6875785" cy="1965325"/>
          </a:xfrm>
        </p:spPr>
        <p:txBody>
          <a:bodyPr anchor="t" anchorCtr="0"/>
          <a:lstStyle>
            <a:lvl1pPr>
              <a:lnSpc>
                <a:spcPts val="5400"/>
              </a:lnSpc>
              <a:defRPr sz="6000" cap="all"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C821F4BE-79DE-EBCE-62E2-F24155984D9E}"/>
              </a:ext>
            </a:extLst>
          </p:cNvPr>
          <p:cNvPicPr>
            <a:picLocks noChangeAspect="1"/>
          </p:cNvPicPr>
          <p:nvPr/>
        </p:nvPicPr>
        <p:blipFill>
          <a:blip r:embed="rId2"/>
          <a:stretch>
            <a:fillRect/>
          </a:stretch>
        </p:blipFill>
        <p:spPr>
          <a:xfrm>
            <a:off x="10309857" y="339156"/>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3"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pPr lvl="0"/>
            <a:r>
              <a:rPr lang="en-US" dirty="0"/>
              <a:t>[Optional section ##]</a:t>
            </a:r>
          </a:p>
        </p:txBody>
      </p:sp>
      <p:sp>
        <p:nvSpPr>
          <p:cNvPr id="4" name="Footer Placeholder 4">
            <a:extLst>
              <a:ext uri="{FF2B5EF4-FFF2-40B4-BE49-F238E27FC236}">
                <a16:creationId xmlns:a16="http://schemas.microsoft.com/office/drawing/2014/main" id="{B0149646-C7B1-FBD0-165F-C996F0F3F242}"/>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tx1"/>
                </a:solidFill>
                <a:ea typeface="Inter" panose="02000503000000020004" pitchFamily="2" charset="0"/>
              </a:rPr>
              <a:t>© 2025 GE Vernova and/or its affiliates. All rights reserved.</a:t>
            </a:r>
          </a:p>
          <a:p>
            <a:pPr defTabSz="914144"/>
            <a:r>
              <a:rPr lang="en-US" sz="700" dirty="0">
                <a:solidFill>
                  <a:schemeClr val="tx1"/>
                </a:solidFill>
              </a:rPr>
              <a:t>GE and the GE Monogram are trademarks of </a:t>
            </a:r>
            <a:br>
              <a:rPr lang="en-US" sz="700" dirty="0">
                <a:solidFill>
                  <a:schemeClr val="tx1"/>
                </a:solidFill>
              </a:rPr>
            </a:br>
            <a:r>
              <a:rPr lang="en-US" sz="700" dirty="0">
                <a:solidFill>
                  <a:schemeClr val="tx1"/>
                </a:solidFill>
              </a:rPr>
              <a:t>General Electric Company used under trademark license.</a:t>
            </a:r>
          </a:p>
        </p:txBody>
      </p:sp>
    </p:spTree>
    <p:extLst>
      <p:ext uri="{BB962C8B-B14F-4D97-AF65-F5344CB8AC3E}">
        <p14:creationId xmlns:p14="http://schemas.microsoft.com/office/powerpoint/2010/main" val="4727850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6292">
          <p15:clr>
            <a:srgbClr val="FBAE40"/>
          </p15:clr>
        </p15:guide>
        <p15:guide id="4" orient="horz" pos="1149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ivider 2">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pPr lvl="0"/>
            <a:r>
              <a:rPr lang="en-US" dirty="0"/>
              <a:t>[Optional section ##]</a:t>
            </a:r>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p:nvPicPr>
        <p:blipFill>
          <a:blip r:embed="rId2"/>
          <a:stretch>
            <a:fillRect/>
          </a:stretch>
        </p:blipFill>
        <p:spPr>
          <a:xfrm>
            <a:off x="10309857" y="339156"/>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5" y="2378077"/>
            <a:ext cx="6875785" cy="1965325"/>
          </a:xfrm>
        </p:spPr>
        <p:txBody>
          <a:bodyPr anchor="t" anchorCtr="0"/>
          <a:lstStyle>
            <a:lvl1pPr>
              <a:lnSpc>
                <a:spcPts val="5400"/>
              </a:lnSpc>
              <a:defRPr sz="6000" cap="all" baseline="0">
                <a:solidFill>
                  <a:schemeClr val="tx1"/>
                </a:solidFill>
                <a:latin typeface="Sons Condensed Extrabold" panose="02060906060206060203" pitchFamily="18" charset="0"/>
              </a:defRPr>
            </a:lvl1pPr>
          </a:lstStyle>
          <a:p>
            <a:r>
              <a:rPr lang="en-US" dirty="0"/>
              <a:t>CLICK TO EDIT MASTER TITLE STYLE</a:t>
            </a:r>
          </a:p>
        </p:txBody>
      </p:sp>
      <p:sp>
        <p:nvSpPr>
          <p:cNvPr id="2" name="Footer Placeholder 4">
            <a:extLst>
              <a:ext uri="{FF2B5EF4-FFF2-40B4-BE49-F238E27FC236}">
                <a16:creationId xmlns:a16="http://schemas.microsoft.com/office/drawing/2014/main" id="{B151DCB1-4B5E-59E8-9D39-3A374BB44143}"/>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tx1"/>
                </a:solidFill>
                <a:ea typeface="Inter" panose="02000503000000020004" pitchFamily="2" charset="0"/>
              </a:rPr>
              <a:t>© 2025 GE Vernova and/or its affiliates. All rights reserved.</a:t>
            </a:r>
          </a:p>
          <a:p>
            <a:pPr defTabSz="914144"/>
            <a:r>
              <a:rPr lang="en-US" sz="700" dirty="0">
                <a:solidFill>
                  <a:schemeClr val="tx1"/>
                </a:solidFill>
              </a:rPr>
              <a:t>GE and the GE Monogram are trademarks of </a:t>
            </a:r>
            <a:br>
              <a:rPr lang="en-US" sz="700" dirty="0">
                <a:solidFill>
                  <a:schemeClr val="tx1"/>
                </a:solidFill>
              </a:rPr>
            </a:br>
            <a:r>
              <a:rPr lang="en-US" sz="700" dirty="0">
                <a:solidFill>
                  <a:schemeClr val="tx1"/>
                </a:solidFill>
              </a:rPr>
              <a:t>General Electric Company used under trademark license.</a:t>
            </a:r>
          </a:p>
        </p:txBody>
      </p:sp>
    </p:spTree>
    <p:extLst>
      <p:ext uri="{BB962C8B-B14F-4D97-AF65-F5344CB8AC3E}">
        <p14:creationId xmlns:p14="http://schemas.microsoft.com/office/powerpoint/2010/main" val="15274267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6292">
          <p15:clr>
            <a:srgbClr val="FBAE40"/>
          </p15:clr>
        </p15:guide>
        <p15:guide id="4" orient="horz" pos="1149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ivider 3">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7"/>
            <a:ext cx="6896100" cy="1965325"/>
          </a:xfrm>
        </p:spPr>
        <p:txBody>
          <a:bodyPr anchor="t" anchorCtr="0"/>
          <a:lstStyle>
            <a:lvl1pPr>
              <a:lnSpc>
                <a:spcPts val="5400"/>
              </a:lnSpc>
              <a:defRPr sz="6000" cap="all"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2F5188B4-2B91-7D7A-D602-95ABB4BAA002}"/>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4"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pPr marL="0" lvl="0" indent="0" algn="l" defTabSz="914418" rtl="0" eaLnBrk="1" latinLnBrk="0" hangingPunct="1">
              <a:lnSpc>
                <a:spcPct val="100000"/>
              </a:lnSpc>
              <a:spcBef>
                <a:spcPts val="0"/>
              </a:spcBef>
              <a:spcAft>
                <a:spcPts val="0"/>
              </a:spcAft>
              <a:buClr>
                <a:schemeClr val="tx1"/>
              </a:buClr>
              <a:buFont typeface="Arial" panose="020B0604020202020204" pitchFamily="34" charset="0"/>
              <a:buNone/>
            </a:pPr>
            <a:r>
              <a:rPr lang="en-US" dirty="0"/>
              <a:t>[Optional section ##]</a:t>
            </a:r>
          </a:p>
        </p:txBody>
      </p:sp>
      <p:sp>
        <p:nvSpPr>
          <p:cNvPr id="7" name="Footer Placeholder 4">
            <a:extLst>
              <a:ext uri="{FF2B5EF4-FFF2-40B4-BE49-F238E27FC236}">
                <a16:creationId xmlns:a16="http://schemas.microsoft.com/office/drawing/2014/main" id="{4CFCD663-D7F7-9F32-A00F-0CF0A3241FD2}"/>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41084769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6292">
          <p15:clr>
            <a:srgbClr val="FBAE40"/>
          </p15:clr>
        </p15:guide>
        <p15:guide id="4" orient="horz" pos="1149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Divider 4">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p:nvPicPr>
        <p:blipFill>
          <a:blip r:embed="rId2"/>
          <a:stretch>
            <a:fillRect/>
          </a:stretch>
        </p:blipFill>
        <p:spPr>
          <a:xfrm>
            <a:off x="10309857" y="339156"/>
            <a:ext cx="1553489" cy="485273"/>
          </a:xfrm>
          <a:prstGeom prst="rect">
            <a:avLst/>
          </a:prstGeom>
        </p:spPr>
      </p:pic>
      <p:sp>
        <p:nvSpPr>
          <p:cNvPr id="2" name="Footer Placeholder 4">
            <a:extLst>
              <a:ext uri="{FF2B5EF4-FFF2-40B4-BE49-F238E27FC236}">
                <a16:creationId xmlns:a16="http://schemas.microsoft.com/office/drawing/2014/main" id="{5514B397-73B3-A07C-9E0A-B87B6AC52D77}"/>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tx1"/>
                </a:solidFill>
                <a:ea typeface="Inter" panose="02000503000000020004" pitchFamily="2" charset="0"/>
              </a:rPr>
              <a:t>© 2025 GE Vernova and/or its affiliates. All rights reserved.</a:t>
            </a:r>
          </a:p>
          <a:p>
            <a:pPr defTabSz="914144"/>
            <a:r>
              <a:rPr lang="en-US" sz="700" dirty="0">
                <a:solidFill>
                  <a:schemeClr val="tx1"/>
                </a:solidFill>
              </a:rPr>
              <a:t>GE and the GE Monogram are trademarks of </a:t>
            </a:r>
            <a:br>
              <a:rPr lang="en-US" sz="700" dirty="0">
                <a:solidFill>
                  <a:schemeClr val="tx1"/>
                </a:solidFill>
              </a:rPr>
            </a:br>
            <a:r>
              <a:rPr lang="en-US" sz="700" dirty="0">
                <a:solidFill>
                  <a:schemeClr val="tx1"/>
                </a:solidFill>
              </a:rPr>
              <a:t>General Electric Company used under trademark license.</a:t>
            </a:r>
          </a:p>
        </p:txBody>
      </p:sp>
    </p:spTree>
    <p:extLst>
      <p:ext uri="{BB962C8B-B14F-4D97-AF65-F5344CB8AC3E}">
        <p14:creationId xmlns:p14="http://schemas.microsoft.com/office/powerpoint/2010/main" val="24166402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6292">
          <p15:clr>
            <a:srgbClr val="FBAE40"/>
          </p15:clr>
        </p15:guide>
        <p15:guide id="4" orient="horz" pos="1149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Infographics 1">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8"/>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8"/>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7"/>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7"/>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30" indent="-109730">
              <a:spcAft>
                <a:spcPts val="200"/>
              </a:spcAft>
              <a:buClr>
                <a:schemeClr val="tx1"/>
              </a:buClr>
              <a:buFont typeface="Arial"/>
              <a:buChar char="–"/>
              <a:tabLst/>
              <a:defRPr sz="1000">
                <a:solidFill>
                  <a:schemeClr val="tx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10;&#10;Description automatically generated">
            <a:extLst>
              <a:ext uri="{FF2B5EF4-FFF2-40B4-BE49-F238E27FC236}">
                <a16:creationId xmlns:a16="http://schemas.microsoft.com/office/drawing/2014/main" id="{FD051AE3-C2A3-6884-82E8-0091361DC8B0}"/>
              </a:ext>
            </a:extLst>
          </p:cNvPr>
          <p:cNvPicPr>
            <a:picLocks noChangeAspect="1"/>
          </p:cNvPicPr>
          <p:nvPr/>
        </p:nvPicPr>
        <p:blipFill>
          <a:blip r:embed="rId2"/>
          <a:stretch>
            <a:fillRect/>
          </a:stretch>
        </p:blipFill>
        <p:spPr>
          <a:xfrm>
            <a:off x="10309857" y="339156"/>
            <a:ext cx="1553489" cy="485273"/>
          </a:xfrm>
          <a:prstGeom prst="rect">
            <a:avLst/>
          </a:prstGeom>
        </p:spPr>
      </p:pic>
      <p:sp>
        <p:nvSpPr>
          <p:cNvPr id="3" name="Footer Placeholder 4">
            <a:extLst>
              <a:ext uri="{FF2B5EF4-FFF2-40B4-BE49-F238E27FC236}">
                <a16:creationId xmlns:a16="http://schemas.microsoft.com/office/drawing/2014/main" id="{6B87283D-F961-A1B3-EEEC-4509C99A882F}"/>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tx1"/>
                </a:solidFill>
                <a:ea typeface="Inter" panose="02000503000000020004" pitchFamily="2" charset="0"/>
              </a:rPr>
              <a:t>© 2025 GE Vernova and/or its affiliates. All rights reserved.</a:t>
            </a:r>
          </a:p>
          <a:p>
            <a:pPr defTabSz="914144"/>
            <a:r>
              <a:rPr lang="en-US" sz="700" dirty="0">
                <a:solidFill>
                  <a:schemeClr val="tx1"/>
                </a:solidFill>
              </a:rPr>
              <a:t>GE and the GE Monogram are trademarks of </a:t>
            </a:r>
            <a:br>
              <a:rPr lang="en-US" sz="700" dirty="0">
                <a:solidFill>
                  <a:schemeClr val="tx1"/>
                </a:solidFill>
              </a:rPr>
            </a:br>
            <a:r>
              <a:rPr lang="en-US" sz="700" dirty="0">
                <a:solidFill>
                  <a:schemeClr val="tx1"/>
                </a:solidFill>
              </a:rPr>
              <a:t>General Electric Company used under trademark license.</a:t>
            </a:r>
          </a:p>
        </p:txBody>
      </p:sp>
    </p:spTree>
    <p:extLst>
      <p:ext uri="{BB962C8B-B14F-4D97-AF65-F5344CB8AC3E}">
        <p14:creationId xmlns:p14="http://schemas.microsoft.com/office/powerpoint/2010/main" val="23714507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5242">
          <p15:clr>
            <a:srgbClr val="FBAE40"/>
          </p15:clr>
        </p15:guide>
        <p15:guide id="3" pos="17338">
          <p15:clr>
            <a:srgbClr val="FBAE40"/>
          </p15:clr>
        </p15:guide>
        <p15:guide id="4" pos="20261">
          <p15:clr>
            <a:srgbClr val="FBAE40"/>
          </p15:clr>
        </p15:guide>
        <p15:guide id="5" orient="horz" pos="3713">
          <p15:clr>
            <a:srgbClr val="FBAE40"/>
          </p15:clr>
        </p15:guide>
        <p15:guide id="6" orient="horz" pos="6292">
          <p15:clr>
            <a:srgbClr val="FBAE40"/>
          </p15:clr>
        </p15:guide>
        <p15:guide id="7" orient="horz" pos="8887">
          <p15:clr>
            <a:srgbClr val="FBAE40"/>
          </p15:clr>
        </p15:guide>
        <p15:guide id="8" orient="horz" pos="11491">
          <p15:clr>
            <a:srgbClr val="FBAE40"/>
          </p15:clr>
        </p15:guide>
        <p15:guide id="9" orient="horz" pos="14070">
          <p15:clr>
            <a:srgbClr val="FBAE40"/>
          </p15:clr>
        </p15:guide>
        <p15:guide id="10" pos="231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Infographics 3">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8"/>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8"/>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7"/>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3"/>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30" indent="-109730">
              <a:spcAft>
                <a:spcPts val="200"/>
              </a:spcAft>
              <a:buClr>
                <a:schemeClr val="bg2"/>
              </a:buClr>
              <a:buFont typeface="Arial"/>
              <a:buChar char="–"/>
              <a:tabLst/>
              <a:defRPr sz="1000">
                <a:solidFill>
                  <a:srgbClr val="212121"/>
                </a:solidFill>
              </a:defRPr>
            </a:lvl4pPr>
            <a:lvl5pPr marL="219460" indent="-109730">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10;&#10;Description automatically generated">
            <a:extLst>
              <a:ext uri="{FF2B5EF4-FFF2-40B4-BE49-F238E27FC236}">
                <a16:creationId xmlns:a16="http://schemas.microsoft.com/office/drawing/2014/main" id="{F3C8E8B6-15B9-92DE-0C5F-40F6A4CCD98A}"/>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4" name="Footer Placeholder 4">
            <a:extLst>
              <a:ext uri="{FF2B5EF4-FFF2-40B4-BE49-F238E27FC236}">
                <a16:creationId xmlns:a16="http://schemas.microsoft.com/office/drawing/2014/main" id="{2A670A73-5B8E-2EF4-F69D-4BEEC3680EC7}"/>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12669542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318">
          <p15:clr>
            <a:srgbClr val="FBAE40"/>
          </p15:clr>
        </p15:guide>
        <p15:guide id="2" pos="5242">
          <p15:clr>
            <a:srgbClr val="FBAE40"/>
          </p15:clr>
        </p15:guide>
        <p15:guide id="3" pos="17338">
          <p15:clr>
            <a:srgbClr val="FBAE40"/>
          </p15:clr>
        </p15:guide>
        <p15:guide id="4" pos="20261">
          <p15:clr>
            <a:srgbClr val="FBAE40"/>
          </p15:clr>
        </p15:guide>
        <p15:guide id="5" orient="horz" pos="3713">
          <p15:clr>
            <a:srgbClr val="FBAE40"/>
          </p15:clr>
        </p15:guide>
        <p15:guide id="6" orient="horz" pos="6292">
          <p15:clr>
            <a:srgbClr val="FBAE40"/>
          </p15:clr>
        </p15:guide>
        <p15:guide id="7" orient="horz" pos="8870">
          <p15:clr>
            <a:srgbClr val="FBAE40"/>
          </p15:clr>
        </p15:guide>
        <p15:guide id="8" orient="horz" pos="11491">
          <p15:clr>
            <a:srgbClr val="FBAE40"/>
          </p15:clr>
        </p15:guide>
        <p15:guide id="9" orient="horz" pos="1407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resente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8"/>
          </p:nvPr>
        </p:nvSpPr>
        <p:spPr>
          <a:xfrm>
            <a:off x="17145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0"/>
          </p:nvPr>
        </p:nvSpPr>
        <p:spPr>
          <a:xfrm>
            <a:off x="5500689"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22"/>
          </p:nvPr>
        </p:nvSpPr>
        <p:spPr>
          <a:xfrm>
            <a:off x="92964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24"/>
          </p:nvPr>
        </p:nvSpPr>
        <p:spPr>
          <a:xfrm>
            <a:off x="17145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26"/>
          </p:nvPr>
        </p:nvSpPr>
        <p:spPr>
          <a:xfrm>
            <a:off x="5500689"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28"/>
          </p:nvPr>
        </p:nvSpPr>
        <p:spPr>
          <a:xfrm>
            <a:off x="92964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10;&#10;Description automatically generated">
            <a:extLst>
              <a:ext uri="{FF2B5EF4-FFF2-40B4-BE49-F238E27FC236}">
                <a16:creationId xmlns:a16="http://schemas.microsoft.com/office/drawing/2014/main" id="{FFDD0E8E-1442-D1CD-FDD6-6F1C4CD12602}"/>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4" name="Footer Placeholder 4">
            <a:extLst>
              <a:ext uri="{FF2B5EF4-FFF2-40B4-BE49-F238E27FC236}">
                <a16:creationId xmlns:a16="http://schemas.microsoft.com/office/drawing/2014/main" id="{869767AD-FE83-EA40-8041-2947B59E2D2C}"/>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1552616771"/>
      </p:ext>
    </p:extLst>
  </p:cSld>
  <p:clrMapOvr>
    <a:masterClrMapping/>
  </p:clrMapOvr>
  <p:extLst>
    <p:ext uri="{DCECCB84-F9BA-43D5-87BE-67443E8EF086}">
      <p15:sldGuideLst xmlns:p15="http://schemas.microsoft.com/office/powerpoint/2012/main">
        <p15:guide id="1" pos="11130">
          <p15:clr>
            <a:srgbClr val="FBAE40"/>
          </p15:clr>
        </p15:guide>
        <p15:guide id="2" pos="21126">
          <p15:clr>
            <a:srgbClr val="FBAE40"/>
          </p15:clr>
        </p15:guide>
        <p15:guide id="3" orient="horz" pos="10080">
          <p15:clr>
            <a:srgbClr val="FBAE40"/>
          </p15:clr>
        </p15:guide>
        <p15:guide id="4" pos="4536">
          <p15:clr>
            <a:srgbClr val="FBAE40"/>
          </p15:clr>
        </p15:guide>
        <p15:guide id="5" pos="14553">
          <p15:clr>
            <a:srgbClr val="FBAE40"/>
          </p15:clr>
        </p15:guide>
        <p15:guide id="6" pos="24595">
          <p15:clr>
            <a:srgbClr val="FBAE40"/>
          </p15:clr>
        </p15:guide>
        <p15:guide id="7" orient="horz" pos="3713">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1"/>
            <a:ext cx="6377940"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2" y="2400300"/>
            <a:ext cx="5155223" cy="3810000"/>
          </a:xfrm>
        </p:spPr>
        <p:txBody>
          <a:bodyPr/>
          <a:lstStyle>
            <a:lvl1pPr>
              <a:defRPr>
                <a:solidFill>
                  <a:srgbClr val="212121"/>
                </a:solidFill>
              </a:defRPr>
            </a:lvl1pPr>
            <a:lvl2pPr marL="174628" indent="-174628">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2" y="419101"/>
            <a:ext cx="5155223" cy="1777561"/>
          </a:xfrm>
        </p:spPr>
        <p:txBody>
          <a:bodyPr/>
          <a:lstStyle>
            <a:lvl1pPr>
              <a:defRPr>
                <a:solidFill>
                  <a:schemeClr val="tx1"/>
                </a:solidFill>
              </a:defRPr>
            </a:lvl1pPr>
          </a:lstStyle>
          <a:p>
            <a:r>
              <a:rPr lang="en-US"/>
              <a:t>Click to edit Master title style</a:t>
            </a:r>
            <a:endParaRPr lang="en-US" dirty="0"/>
          </a:p>
        </p:txBody>
      </p:sp>
      <p:sp>
        <p:nvSpPr>
          <p:cNvPr id="2" name="Footer Placeholder 4">
            <a:extLst>
              <a:ext uri="{FF2B5EF4-FFF2-40B4-BE49-F238E27FC236}">
                <a16:creationId xmlns:a16="http://schemas.microsoft.com/office/drawing/2014/main" id="{0585D53A-5E20-D6B7-5244-20CB11F8F26D}"/>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1532295550"/>
      </p:ext>
    </p:extLst>
  </p:cSld>
  <p:clrMapOvr>
    <a:masterClrMapping/>
  </p:clrMapOvr>
  <p:extLst>
    <p:ext uri="{DCECCB84-F9BA-43D5-87BE-67443E8EF086}">
      <p15:sldGuideLst xmlns:p15="http://schemas.microsoft.com/office/powerpoint/2012/main">
        <p15:guide id="2" orient="horz" pos="635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1"/>
            <a:ext cx="5829301"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8" indent="-174628">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1"/>
            <a:ext cx="5410200" cy="1777561"/>
          </a:xfrm>
        </p:spPr>
        <p:txBody>
          <a:bodyPr/>
          <a:lstStyle>
            <a:lvl1pPr>
              <a:defRPr>
                <a:solidFill>
                  <a:schemeClr val="tx1"/>
                </a:solidFill>
              </a:defRPr>
            </a:lvl1pPr>
          </a:lstStyle>
          <a:p>
            <a:r>
              <a:rPr lang="en-US"/>
              <a:t>Click to edit Master title style</a:t>
            </a:r>
            <a:endParaRPr lang="en-US" dirty="0"/>
          </a:p>
        </p:txBody>
      </p:sp>
      <p:sp>
        <p:nvSpPr>
          <p:cNvPr id="2" name="Footer Placeholder 4">
            <a:extLst>
              <a:ext uri="{FF2B5EF4-FFF2-40B4-BE49-F238E27FC236}">
                <a16:creationId xmlns:a16="http://schemas.microsoft.com/office/drawing/2014/main" id="{D568BB4A-5BB7-FA67-34AE-E821D6E9655E}"/>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2559979272"/>
      </p:ext>
    </p:extLst>
  </p:cSld>
  <p:clrMapOvr>
    <a:masterClrMapping/>
  </p:clrMapOvr>
  <p:extLst>
    <p:ext uri="{DCECCB84-F9BA-43D5-87BE-67443E8EF086}">
      <p15:sldGuideLst xmlns:p15="http://schemas.microsoft.com/office/powerpoint/2012/main">
        <p15:guide id="2" pos="16834">
          <p15:clr>
            <a:srgbClr val="FBAE40"/>
          </p15:clr>
        </p15:guide>
        <p15:guide id="4" orient="horz" pos="635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icture Lar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pic>
        <p:nvPicPr>
          <p:cNvPr id="3" name="Picture 2" descr="Text&#10;&#10;Description automatically generated">
            <a:extLst>
              <a:ext uri="{FF2B5EF4-FFF2-40B4-BE49-F238E27FC236}">
                <a16:creationId xmlns:a16="http://schemas.microsoft.com/office/drawing/2014/main" id="{A54797B6-7C2A-BA00-35CD-550A44C0D1B7}"/>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2" name="Footer Placeholder 4">
            <a:extLst>
              <a:ext uri="{FF2B5EF4-FFF2-40B4-BE49-F238E27FC236}">
                <a16:creationId xmlns:a16="http://schemas.microsoft.com/office/drawing/2014/main" id="{798BC493-BFEE-D546-4C6A-CA9500DB8DBE}"/>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bg1"/>
                </a:solidFill>
                <a:ea typeface="Inter" panose="02000503000000020004" pitchFamily="2" charset="0"/>
              </a:rPr>
              <a:t>© 2025 GE Vernova and/or its affiliates. All rights reserved.</a:t>
            </a:r>
          </a:p>
          <a:p>
            <a:pPr defTabSz="914144"/>
            <a:r>
              <a:rPr lang="en-US" sz="700" dirty="0">
                <a:solidFill>
                  <a:schemeClr val="bg1"/>
                </a:solidFill>
              </a:rPr>
              <a:t>GE and the GE Monogram are trademarks of </a:t>
            </a:r>
            <a:br>
              <a:rPr lang="en-US" sz="700" dirty="0">
                <a:solidFill>
                  <a:schemeClr val="bg1"/>
                </a:solidFill>
              </a:rPr>
            </a:br>
            <a:r>
              <a:rPr lang="en-US" sz="700" dirty="0">
                <a:solidFill>
                  <a:schemeClr val="bg1"/>
                </a:solidFill>
              </a:rPr>
              <a:t>General Electric Company used under trademark license.</a:t>
            </a:r>
          </a:p>
        </p:txBody>
      </p:sp>
    </p:spTree>
    <p:extLst>
      <p:ext uri="{BB962C8B-B14F-4D97-AF65-F5344CB8AC3E}">
        <p14:creationId xmlns:p14="http://schemas.microsoft.com/office/powerpoint/2010/main" val="353372204"/>
      </p:ext>
    </p:extLst>
  </p:cSld>
  <p:clrMapOvr>
    <a:masterClrMapping/>
  </p:clrMapOvr>
  <p:extLst>
    <p:ext uri="{DCECCB84-F9BA-43D5-87BE-67443E8EF086}">
      <p15:sldGuideLst xmlns:p15="http://schemas.microsoft.com/office/powerpoint/2012/main">
        <p15:guide id="1" orient="horz" pos="3713">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Side-by-S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p:nvSpPr>
        <p:spPr>
          <a:xfrm>
            <a:off x="5676900" y="1402917"/>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sz="8078"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p:nvSpPr>
        <p:spPr>
          <a:xfrm>
            <a:off x="0" y="1402917"/>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sz="8078"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4838700" cy="4806951"/>
          </a:xfrm>
          <a:noFill/>
        </p:spPr>
        <p:txBody>
          <a:bodyPr lIns="0" tIns="182880" rIns="182880" bIns="182880"/>
          <a:lstStyle>
            <a:lvl1pPr>
              <a:buClr>
                <a:schemeClr val="bg1"/>
              </a:buClr>
              <a:defRPr>
                <a:solidFill>
                  <a:schemeClr val="bg1"/>
                </a:solidFill>
              </a:defRPr>
            </a:lvl1pPr>
            <a:lvl2pPr marL="174628" indent="-174628">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50"/>
            <a:ext cx="5676900" cy="4806951"/>
          </a:xfrm>
          <a:noFill/>
        </p:spPr>
        <p:txBody>
          <a:bodyPr lIns="0" tIns="182880" rIns="182880" bIns="182880"/>
          <a:lstStyle>
            <a:lvl1pPr>
              <a:defRPr>
                <a:solidFill>
                  <a:srgbClr val="212121"/>
                </a:solidFill>
              </a:defRPr>
            </a:lvl1pPr>
            <a:lvl2pPr marL="174628" indent="-174628">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E5F8CA6B-89DC-9D64-DE2A-574599892E86}"/>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11" name="Footer Placeholder 4">
            <a:extLst>
              <a:ext uri="{FF2B5EF4-FFF2-40B4-BE49-F238E27FC236}">
                <a16:creationId xmlns:a16="http://schemas.microsoft.com/office/drawing/2014/main" id="{216DD0BE-D846-533A-FAF1-A80146C8A619}"/>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bg1"/>
                </a:solidFill>
                <a:ea typeface="Inter" panose="02000503000000020004" pitchFamily="2" charset="0"/>
              </a:rPr>
              <a:t>© 2025 GE Vernova and/or its affiliates. All rights reserved.</a:t>
            </a:r>
          </a:p>
          <a:p>
            <a:pPr defTabSz="914144"/>
            <a:r>
              <a:rPr lang="en-US" sz="700" dirty="0">
                <a:solidFill>
                  <a:schemeClr val="bg1"/>
                </a:solidFill>
              </a:rPr>
              <a:t>GE and the GE Monogram are trademarks of </a:t>
            </a:r>
            <a:br>
              <a:rPr lang="en-US" sz="700" dirty="0">
                <a:solidFill>
                  <a:schemeClr val="bg1"/>
                </a:solidFill>
              </a:rPr>
            </a:br>
            <a:r>
              <a:rPr lang="en-US" sz="700" dirty="0">
                <a:solidFill>
                  <a:schemeClr val="bg1"/>
                </a:solidFill>
              </a:rPr>
              <a:t>General Electric Company used under trademark license.</a:t>
            </a:r>
          </a:p>
        </p:txBody>
      </p:sp>
    </p:spTree>
    <p:extLst>
      <p:ext uri="{BB962C8B-B14F-4D97-AF65-F5344CB8AC3E}">
        <p14:creationId xmlns:p14="http://schemas.microsoft.com/office/powerpoint/2010/main" val="1256852028"/>
      </p:ext>
    </p:extLst>
  </p:cSld>
  <p:clrMapOvr>
    <a:masterClrMapping/>
  </p:clrMapOvr>
  <p:extLst>
    <p:ext uri="{DCECCB84-F9BA-43D5-87BE-67443E8EF086}">
      <p15:sldGuideLst xmlns:p15="http://schemas.microsoft.com/office/powerpoint/2012/main">
        <p15:guide id="1" pos="16128">
          <p15:clr>
            <a:srgbClr val="FBAE40"/>
          </p15:clr>
        </p15:guide>
        <p15:guide id="2" orient="horz" pos="3713">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Side-by-S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sz="8078"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4838700" cy="4806951"/>
          </a:xfrm>
          <a:noFill/>
        </p:spPr>
        <p:txBody>
          <a:bodyPr lIns="0" tIns="182880" rIns="182880" bIns="182880"/>
          <a:lstStyle>
            <a:lvl1pPr>
              <a:buClr>
                <a:schemeClr val="bg1"/>
              </a:buClr>
              <a:defRPr>
                <a:solidFill>
                  <a:srgbClr val="212121"/>
                </a:solidFill>
              </a:defRPr>
            </a:lvl1pPr>
            <a:lvl2pPr marL="174628" indent="-174628">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50"/>
            <a:ext cx="5676900" cy="4806951"/>
          </a:xfrm>
          <a:noFill/>
        </p:spPr>
        <p:txBody>
          <a:bodyPr lIns="0" tIns="182880" rIns="182880" bIns="182880"/>
          <a:lstStyle>
            <a:lvl1pPr>
              <a:defRPr>
                <a:solidFill>
                  <a:schemeClr val="bg1"/>
                </a:solidFill>
              </a:defRPr>
            </a:lvl1pPr>
            <a:lvl2pPr marL="174628" indent="-174628">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DCA04741-1558-2ADE-D887-5A373050980D}"/>
              </a:ext>
            </a:extLst>
          </p:cNvPr>
          <p:cNvPicPr>
            <a:picLocks noChangeAspect="1"/>
          </p:cNvPicPr>
          <p:nvPr/>
        </p:nvPicPr>
        <p:blipFill>
          <a:blip r:embed="rId2"/>
          <a:stretch>
            <a:fillRect/>
          </a:stretch>
        </p:blipFill>
        <p:spPr>
          <a:xfrm>
            <a:off x="10309857" y="339156"/>
            <a:ext cx="1553489" cy="485273"/>
          </a:xfrm>
          <a:prstGeom prst="rect">
            <a:avLst/>
          </a:prstGeom>
        </p:spPr>
      </p:pic>
      <p:sp>
        <p:nvSpPr>
          <p:cNvPr id="4" name="Footer Placeholder 4">
            <a:extLst>
              <a:ext uri="{FF2B5EF4-FFF2-40B4-BE49-F238E27FC236}">
                <a16:creationId xmlns:a16="http://schemas.microsoft.com/office/drawing/2014/main" id="{88EE7ADC-BB1B-5933-AC0A-F8FD0B4CD660}"/>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1082990313"/>
      </p:ext>
    </p:extLst>
  </p:cSld>
  <p:clrMapOvr>
    <a:masterClrMapping/>
  </p:clrMapOvr>
  <p:extLst>
    <p:ext uri="{DCECCB84-F9BA-43D5-87BE-67443E8EF086}">
      <p15:sldGuideLst xmlns:p15="http://schemas.microsoft.com/office/powerpoint/2012/main">
        <p15:guide id="2" orient="horz">
          <p15:clr>
            <a:srgbClr val="FBAE40"/>
          </p15:clr>
        </p15:guide>
        <p15:guide id="4" orient="horz" pos="191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Statement 1">
    <p:bg>
      <p:bgPr>
        <a:solidFill>
          <a:srgbClr val="005E60"/>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1" y="615950"/>
            <a:ext cx="5494420" cy="5486400"/>
          </a:xfrm>
        </p:spPr>
        <p:txBody>
          <a:bodyPr anchor="t" anchorCtr="0"/>
          <a:lstStyle>
            <a:lvl1pPr marL="0" indent="0">
              <a:lnSpc>
                <a:spcPct val="85000"/>
              </a:lnSpc>
              <a:spcAft>
                <a:spcPts val="1000"/>
              </a:spcAft>
              <a:defRPr sz="5000" cap="all"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pPr lvl="0"/>
            <a:r>
              <a:rPr lang="en-US" dirty="0"/>
              <a:t>CLICK TO EDIT MASTER TEXT STYLES</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3144293E-2C00-D4C2-B60A-12BE7EAB8F50}"/>
              </a:ext>
            </a:extLst>
          </p:cNvPr>
          <p:cNvPicPr>
            <a:picLocks noChangeAspect="1"/>
          </p:cNvPicPr>
          <p:nvPr/>
        </p:nvPicPr>
        <p:blipFill>
          <a:blip r:embed="rId2"/>
          <a:stretch>
            <a:fillRect/>
          </a:stretch>
        </p:blipFill>
        <p:spPr>
          <a:xfrm>
            <a:off x="10309857" y="339156"/>
            <a:ext cx="1553489" cy="485273"/>
          </a:xfrm>
          <a:prstGeom prst="rect">
            <a:avLst/>
          </a:prstGeom>
        </p:spPr>
      </p:pic>
      <p:sp>
        <p:nvSpPr>
          <p:cNvPr id="5" name="Footer Placeholder 4">
            <a:extLst>
              <a:ext uri="{FF2B5EF4-FFF2-40B4-BE49-F238E27FC236}">
                <a16:creationId xmlns:a16="http://schemas.microsoft.com/office/drawing/2014/main" id="{072C4888-A94B-04AB-4699-60B5BF484E7D}"/>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tx1"/>
                </a:solidFill>
                <a:ea typeface="Inter" panose="02000503000000020004" pitchFamily="2" charset="0"/>
              </a:rPr>
              <a:t>© 2025 GE Vernova and/or its affiliates. All rights reserved.</a:t>
            </a:r>
          </a:p>
          <a:p>
            <a:pPr defTabSz="914144"/>
            <a:r>
              <a:rPr lang="en-US" sz="700" dirty="0">
                <a:solidFill>
                  <a:schemeClr val="tx1"/>
                </a:solidFill>
              </a:rPr>
              <a:t>GE and the GE Monogram are trademarks of </a:t>
            </a:r>
            <a:br>
              <a:rPr lang="en-US" sz="700" dirty="0">
                <a:solidFill>
                  <a:schemeClr val="tx1"/>
                </a:solidFill>
              </a:rPr>
            </a:br>
            <a:r>
              <a:rPr lang="en-US" sz="700" dirty="0">
                <a:solidFill>
                  <a:schemeClr val="tx1"/>
                </a:solidFill>
              </a:rPr>
              <a:t>General Electric Company used under trademark license.</a:t>
            </a:r>
          </a:p>
        </p:txBody>
      </p:sp>
    </p:spTree>
    <p:extLst>
      <p:ext uri="{BB962C8B-B14F-4D97-AF65-F5344CB8AC3E}">
        <p14:creationId xmlns:p14="http://schemas.microsoft.com/office/powerpoint/2010/main" val="32825652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806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Statement 3">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2" y="615950"/>
            <a:ext cx="5313947" cy="5486400"/>
          </a:xfrm>
        </p:spPr>
        <p:txBody>
          <a:bodyPr anchor="t" anchorCtr="0"/>
          <a:lstStyle>
            <a:lvl1pPr marL="0" indent="0">
              <a:lnSpc>
                <a:spcPct val="85000"/>
              </a:lnSpc>
              <a:spcAft>
                <a:spcPts val="0"/>
              </a:spcAft>
              <a:defRPr sz="5000" cap="all"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pPr lvl="0"/>
            <a:r>
              <a:rPr lang="en-US" dirty="0"/>
              <a:t>CLICK TO EDIT MASTER TEXT STYLES</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10;&#10;Description automatically generated">
            <a:extLst>
              <a:ext uri="{FF2B5EF4-FFF2-40B4-BE49-F238E27FC236}">
                <a16:creationId xmlns:a16="http://schemas.microsoft.com/office/drawing/2014/main" id="{16A940B9-7959-1BE5-1C1F-30DC7A96DB8F}"/>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6" name="Footer Placeholder 4">
            <a:extLst>
              <a:ext uri="{FF2B5EF4-FFF2-40B4-BE49-F238E27FC236}">
                <a16:creationId xmlns:a16="http://schemas.microsoft.com/office/drawing/2014/main" id="{D99EC707-4EA1-5B79-5525-22EA06EED9F2}"/>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39173567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806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 Statistics">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None/>
              <a:defRPr>
                <a:solidFill>
                  <a:srgbClr val="212121"/>
                </a:solidFill>
              </a:defRPr>
            </a:lvl2pPr>
            <a:lvl3pPr marL="174628" indent="-174628">
              <a:buClrTx/>
              <a:buFont typeface="Arial" panose="020B0604020202020204" pitchFamily="34" charset="0"/>
              <a:buChar char="•"/>
              <a:defRPr>
                <a:solidFill>
                  <a:schemeClr val="tx2"/>
                </a:solidFill>
              </a:defRPr>
            </a:lvl3pPr>
            <a:lvl4pPr marL="365767" indent="-182884">
              <a:buClrTx/>
              <a:buFont typeface="Arial"/>
              <a:buChar char="–"/>
              <a:defRPr>
                <a:solidFill>
                  <a:srgbClr val="212121"/>
                </a:solidFill>
              </a:defRPr>
            </a:lvl4pPr>
            <a:lvl5pPr marL="548651">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8" indent="-174628">
              <a:buClrTx/>
              <a:buFont typeface="Arial" panose="020B0604020202020204" pitchFamily="34" charset="0"/>
              <a:buChar char="•"/>
              <a:defRPr>
                <a:solidFill>
                  <a:srgbClr val="212121"/>
                </a:solidFill>
              </a:defRPr>
            </a:lvl3pPr>
            <a:lvl4pPr marL="365767" indent="-182884">
              <a:buClrTx/>
              <a:buFont typeface="Arial"/>
              <a:buChar char="–"/>
              <a:defRPr>
                <a:solidFill>
                  <a:srgbClr val="212121"/>
                </a:solidFill>
              </a:defRPr>
            </a:lvl4pPr>
            <a:lvl5pPr marL="548651">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8" indent="-174628">
              <a:buClrTx/>
              <a:buFont typeface="Arial" panose="020B0604020202020204" pitchFamily="34" charset="0"/>
              <a:buChar char="•"/>
              <a:defRPr>
                <a:solidFill>
                  <a:srgbClr val="212121"/>
                </a:solidFill>
              </a:defRPr>
            </a:lvl3pPr>
            <a:lvl4pPr marL="365767" indent="-182884">
              <a:buClrTx/>
              <a:buFont typeface="Arial"/>
              <a:buChar char="–"/>
              <a:defRPr>
                <a:solidFill>
                  <a:srgbClr val="212121"/>
                </a:solidFill>
              </a:defRPr>
            </a:lvl4pPr>
            <a:lvl5pPr marL="548651">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p:nvCxnSpPr>
        <p:spPr>
          <a:xfrm>
            <a:off x="4062828"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p:nvCxnSpPr>
        <p:spPr>
          <a:xfrm>
            <a:off x="7848132"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4B5C3D82-E702-BE2A-C612-2CB61FE360F7}"/>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9" name="Footer Placeholder 4">
            <a:extLst>
              <a:ext uri="{FF2B5EF4-FFF2-40B4-BE49-F238E27FC236}">
                <a16:creationId xmlns:a16="http://schemas.microsoft.com/office/drawing/2014/main" id="{AF99CEA4-010B-4CDB-B128-15235DFDD33E}"/>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6024206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130">
          <p15:clr>
            <a:srgbClr val="FBAE40"/>
          </p15:clr>
        </p15:guide>
        <p15:guide id="2" pos="21126">
          <p15:clr>
            <a:srgbClr val="FBAE40"/>
          </p15:clr>
        </p15:guide>
        <p15:guide id="3" orient="horz" pos="5544">
          <p15:clr>
            <a:srgbClr val="FBAE40"/>
          </p15:clr>
        </p15:guide>
        <p15:guide id="4" orient="horz" pos="3713">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 Statistics - 2">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8" indent="-174628">
              <a:buClr>
                <a:schemeClr val="bg1"/>
              </a:buClr>
              <a:buFont typeface="Arial" panose="020B0604020202020204" pitchFamily="34" charset="0"/>
              <a:buChar char="•"/>
              <a:defRPr>
                <a:solidFill>
                  <a:schemeClr val="bg1"/>
                </a:solidFill>
              </a:defRPr>
            </a:lvl3pPr>
            <a:lvl4pPr marL="365767" indent="-182884">
              <a:buClr>
                <a:schemeClr val="bg1"/>
              </a:buClr>
              <a:buFont typeface="Arial"/>
              <a:buChar char="–"/>
              <a:defRPr>
                <a:solidFill>
                  <a:schemeClr val="bg1"/>
                </a:solidFill>
              </a:defRPr>
            </a:lvl4pPr>
            <a:lvl5pPr marL="548651">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8" indent="-174628">
              <a:buClr>
                <a:schemeClr val="bg1"/>
              </a:buClr>
              <a:buFont typeface="Arial" panose="020B0604020202020204" pitchFamily="34" charset="0"/>
              <a:buChar char="•"/>
              <a:defRPr>
                <a:solidFill>
                  <a:schemeClr val="bg1"/>
                </a:solidFill>
              </a:defRPr>
            </a:lvl3pPr>
            <a:lvl4pPr marL="365767" indent="-182884">
              <a:buClr>
                <a:schemeClr val="bg1"/>
              </a:buClr>
              <a:buFont typeface="Arial"/>
              <a:buChar char="–"/>
              <a:defRPr>
                <a:solidFill>
                  <a:schemeClr val="bg1"/>
                </a:solidFill>
              </a:defRPr>
            </a:lvl4pPr>
            <a:lvl5pPr marL="548651">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8" indent="-174628">
              <a:buClr>
                <a:schemeClr val="bg1"/>
              </a:buClr>
              <a:buFont typeface="Arial" panose="020B0604020202020204" pitchFamily="34" charset="0"/>
              <a:buChar char="•"/>
              <a:defRPr>
                <a:solidFill>
                  <a:schemeClr val="bg1"/>
                </a:solidFill>
              </a:defRPr>
            </a:lvl3pPr>
            <a:lvl4pPr marL="365767" indent="-182884">
              <a:buClr>
                <a:schemeClr val="bg1"/>
              </a:buClr>
              <a:buFont typeface="Arial"/>
              <a:buChar char="–"/>
              <a:defRPr>
                <a:solidFill>
                  <a:schemeClr val="bg1"/>
                </a:solidFill>
              </a:defRPr>
            </a:lvl4pPr>
            <a:lvl5pPr marL="548651">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p:nvCxnSpPr>
        <p:spPr>
          <a:xfrm>
            <a:off x="4062828" y="1402917"/>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p:nvCxnSpPr>
        <p:spPr>
          <a:xfrm>
            <a:off x="7848132" y="1402917"/>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0D252868-F7F1-C0A1-E4BB-8630DDD8758E}"/>
              </a:ext>
            </a:extLst>
          </p:cNvPr>
          <p:cNvPicPr>
            <a:picLocks noChangeAspect="1"/>
          </p:cNvPicPr>
          <p:nvPr/>
        </p:nvPicPr>
        <p:blipFill>
          <a:blip r:embed="rId2"/>
          <a:stretch>
            <a:fillRect/>
          </a:stretch>
        </p:blipFill>
        <p:spPr>
          <a:xfrm>
            <a:off x="10309857" y="339156"/>
            <a:ext cx="1553489" cy="485273"/>
          </a:xfrm>
          <a:prstGeom prst="rect">
            <a:avLst/>
          </a:prstGeom>
        </p:spPr>
      </p:pic>
      <p:sp>
        <p:nvSpPr>
          <p:cNvPr id="9" name="Footer Placeholder 4">
            <a:extLst>
              <a:ext uri="{FF2B5EF4-FFF2-40B4-BE49-F238E27FC236}">
                <a16:creationId xmlns:a16="http://schemas.microsoft.com/office/drawing/2014/main" id="{14482E43-8567-DDF1-7319-473D8B0B3119}"/>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bg1"/>
                </a:solidFill>
                <a:ea typeface="Inter" panose="02000503000000020004" pitchFamily="2" charset="0"/>
              </a:rPr>
              <a:t>© 2025 GE Vernova and/or its affiliates. All rights reserved.</a:t>
            </a:r>
          </a:p>
          <a:p>
            <a:pPr defTabSz="914144"/>
            <a:r>
              <a:rPr lang="en-US" sz="700" dirty="0">
                <a:solidFill>
                  <a:schemeClr val="bg1"/>
                </a:solidFill>
              </a:rPr>
              <a:t>GE and the GE Monogram are trademarks of </a:t>
            </a:r>
            <a:br>
              <a:rPr lang="en-US" sz="700" dirty="0">
                <a:solidFill>
                  <a:schemeClr val="bg1"/>
                </a:solidFill>
              </a:rPr>
            </a:br>
            <a:r>
              <a:rPr lang="en-US" sz="700" dirty="0">
                <a:solidFill>
                  <a:schemeClr val="bg1"/>
                </a:solidFill>
              </a:rPr>
              <a:t>General Electric Company used under trademark license.</a:t>
            </a:r>
          </a:p>
        </p:txBody>
      </p:sp>
    </p:spTree>
    <p:extLst>
      <p:ext uri="{BB962C8B-B14F-4D97-AF65-F5344CB8AC3E}">
        <p14:creationId xmlns:p14="http://schemas.microsoft.com/office/powerpoint/2010/main" val="302585479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130">
          <p15:clr>
            <a:srgbClr val="FBAE40"/>
          </p15:clr>
        </p15:guide>
        <p15:guide id="2" pos="21126">
          <p15:clr>
            <a:srgbClr val="FBAE40"/>
          </p15:clr>
        </p15:guide>
        <p15:guide id="3" orient="horz" pos="373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Medium Stat 1">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2"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2"/>
            <a:ext cx="3502152" cy="4114799"/>
          </a:xfrm>
        </p:spPr>
        <p:txBody>
          <a:bodyPr/>
          <a:lstStyle>
            <a:lvl1pPr>
              <a:lnSpc>
                <a:spcPct val="85000"/>
              </a:lnSpc>
              <a:spcAft>
                <a:spcPts val="2400"/>
              </a:spcAft>
              <a:defRPr sz="960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8" indent="-174628">
              <a:buClr>
                <a:schemeClr val="bg1"/>
              </a:buClr>
              <a:buFont typeface="Arial" panose="020B0604020202020204" pitchFamily="34" charset="0"/>
              <a:buChar char="•"/>
              <a:defRPr>
                <a:solidFill>
                  <a:schemeClr val="bg1"/>
                </a:solidFill>
              </a:defRPr>
            </a:lvl3pPr>
            <a:lvl4pPr marL="365767" indent="-182884">
              <a:buClr>
                <a:schemeClr val="bg1"/>
              </a:buClr>
              <a:buFont typeface="Arial"/>
              <a:buChar char="–"/>
              <a:defRPr>
                <a:solidFill>
                  <a:schemeClr val="bg1"/>
                </a:solidFill>
              </a:defRPr>
            </a:lvl4pPr>
            <a:lvl5pPr marL="548651">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p:nvCxnSpPr>
        <p:spPr>
          <a:xfrm>
            <a:off x="419100" y="1402917"/>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chemeClr val="bg1"/>
                </a:solidFill>
              </a:defRPr>
            </a:lvl1pPr>
          </a:lstStyle>
          <a:p>
            <a:pPr lvl="0"/>
            <a:r>
              <a:rPr lang="en-US"/>
              <a:t>Click to edit Master text styles</a:t>
            </a:r>
          </a:p>
        </p:txBody>
      </p:sp>
      <p:pic>
        <p:nvPicPr>
          <p:cNvPr id="4" name="Picture 3" descr="Text&#10;&#10;Description automatically generated">
            <a:extLst>
              <a:ext uri="{FF2B5EF4-FFF2-40B4-BE49-F238E27FC236}">
                <a16:creationId xmlns:a16="http://schemas.microsoft.com/office/drawing/2014/main" id="{CC81F1F2-00A2-8A73-11A9-FF59CE240F80}"/>
              </a:ext>
            </a:extLst>
          </p:cNvPr>
          <p:cNvPicPr>
            <a:picLocks noChangeAspect="1"/>
          </p:cNvPicPr>
          <p:nvPr/>
        </p:nvPicPr>
        <p:blipFill>
          <a:blip r:embed="rId2"/>
          <a:stretch>
            <a:fillRect/>
          </a:stretch>
        </p:blipFill>
        <p:spPr>
          <a:xfrm>
            <a:off x="10309857" y="339156"/>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7" name="Footer Placeholder 4">
            <a:extLst>
              <a:ext uri="{FF2B5EF4-FFF2-40B4-BE49-F238E27FC236}">
                <a16:creationId xmlns:a16="http://schemas.microsoft.com/office/drawing/2014/main" id="{9512BCEA-4B33-7BD9-E1F4-2478DA1201FC}"/>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bg1"/>
                </a:solidFill>
                <a:ea typeface="Inter" panose="02000503000000020004" pitchFamily="2" charset="0"/>
              </a:rPr>
              <a:t>© 2025 GE Vernova and/or its affiliates. All rights reserved.</a:t>
            </a:r>
          </a:p>
          <a:p>
            <a:pPr defTabSz="914144"/>
            <a:r>
              <a:rPr lang="en-US" sz="700" dirty="0">
                <a:solidFill>
                  <a:schemeClr val="bg1"/>
                </a:solidFill>
              </a:rPr>
              <a:t>GE and the GE Monogram are trademarks of </a:t>
            </a:r>
            <a:br>
              <a:rPr lang="en-US" sz="700" dirty="0">
                <a:solidFill>
                  <a:schemeClr val="bg1"/>
                </a:solidFill>
              </a:rPr>
            </a:br>
            <a:r>
              <a:rPr lang="en-US" sz="700" dirty="0">
                <a:solidFill>
                  <a:schemeClr val="bg1"/>
                </a:solidFill>
              </a:rPr>
              <a:t>General Electric Company used under trademark license.</a:t>
            </a:r>
          </a:p>
        </p:txBody>
      </p:sp>
    </p:spTree>
    <p:extLst>
      <p:ext uri="{BB962C8B-B14F-4D97-AF65-F5344CB8AC3E}">
        <p14:creationId xmlns:p14="http://schemas.microsoft.com/office/powerpoint/2010/main" val="2725631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3713">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Medium Stat 3">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2"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2"/>
            <a:ext cx="3502152" cy="4114799"/>
          </a:xfrm>
        </p:spPr>
        <p:txBody>
          <a:bodyPr/>
          <a:lstStyle>
            <a:lvl1pPr>
              <a:lnSpc>
                <a:spcPct val="85000"/>
              </a:lnSpc>
              <a:spcAft>
                <a:spcPts val="2400"/>
              </a:spcAft>
              <a:buClr>
                <a:srgbClr val="212121"/>
              </a:buClr>
              <a:defRPr sz="960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8" indent="-174628">
              <a:buClr>
                <a:srgbClr val="212121"/>
              </a:buClr>
              <a:buFont typeface="Arial" panose="020B0604020202020204" pitchFamily="34" charset="0"/>
              <a:buChar char="•"/>
              <a:defRPr>
                <a:solidFill>
                  <a:srgbClr val="212121"/>
                </a:solidFill>
              </a:defRPr>
            </a:lvl3pPr>
            <a:lvl4pPr marL="365767" indent="-182884">
              <a:buClr>
                <a:srgbClr val="212121"/>
              </a:buClr>
              <a:buFont typeface="Arial"/>
              <a:buChar char="–"/>
              <a:defRPr>
                <a:solidFill>
                  <a:srgbClr val="212121"/>
                </a:solidFill>
              </a:defRPr>
            </a:lvl4pPr>
            <a:lvl5pPr marL="548651">
              <a:buClr>
                <a:srgbClr val="212121"/>
              </a:buClr>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p:nvCxnSpPr>
        <p:spPr>
          <a:xfrm>
            <a:off x="419100" y="1402917"/>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rgbClr val="212121"/>
                </a:solidFill>
              </a:defRPr>
            </a:lvl1pPr>
          </a:lstStyle>
          <a:p>
            <a:pPr lvl="0"/>
            <a:r>
              <a:rPr lang="en-US"/>
              <a:t>Click to edit Master text styles</a:t>
            </a:r>
          </a:p>
        </p:txBody>
      </p:sp>
      <p:pic>
        <p:nvPicPr>
          <p:cNvPr id="7" name="Picture 6" descr="Text&#10;&#10;Description automatically generated">
            <a:extLst>
              <a:ext uri="{FF2B5EF4-FFF2-40B4-BE49-F238E27FC236}">
                <a16:creationId xmlns:a16="http://schemas.microsoft.com/office/drawing/2014/main" id="{AAF6CB12-6043-6858-0E99-4D0C63CFABAD}"/>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89EAC7F3-F0BC-617B-62FD-056BCC5148C8}"/>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33071563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3713">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arge Stat 1">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4294967295" hasCustomPrompt="1"/>
          </p:nvPr>
        </p:nvSpPr>
        <p:spPr>
          <a:xfrm>
            <a:off x="429039" y="1983260"/>
            <a:ext cx="11353800" cy="4033608"/>
          </a:xfrm>
        </p:spPr>
        <p:txBody>
          <a:bodyPr anchor="t"/>
          <a:lstStyle>
            <a:lvl1pPr>
              <a:lnSpc>
                <a:spcPts val="37715"/>
              </a:lnSpc>
              <a:spcAft>
                <a:spcPts val="0"/>
              </a:spcAft>
              <a:defRPr sz="49601">
                <a:solidFill>
                  <a:schemeClr val="bg2"/>
                </a:solidFill>
                <a:latin typeface="Sons Condensed Extrabold" panose="02060906060206060203" pitchFamily="18" charset="0"/>
              </a:defRPr>
            </a:lvl1pPr>
          </a:lstStyle>
          <a:p>
            <a:r>
              <a:rPr lang="en-US"/>
              <a:t>##</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10;&#10;Description automatically generated">
            <a:extLst>
              <a:ext uri="{FF2B5EF4-FFF2-40B4-BE49-F238E27FC236}">
                <a16:creationId xmlns:a16="http://schemas.microsoft.com/office/drawing/2014/main" id="{1814A848-6923-A1BC-E08A-7728C5A4BCCD}"/>
              </a:ext>
            </a:extLst>
          </p:cNvPr>
          <p:cNvPicPr>
            <a:picLocks noChangeAspect="1"/>
          </p:cNvPicPr>
          <p:nvPr/>
        </p:nvPicPr>
        <p:blipFill>
          <a:blip r:embed="rId2"/>
          <a:stretch>
            <a:fillRect/>
          </a:stretch>
        </p:blipFill>
        <p:spPr>
          <a:xfrm>
            <a:off x="10309860" y="339156"/>
            <a:ext cx="1553486" cy="485273"/>
          </a:xfrm>
          <a:prstGeom prst="rect">
            <a:avLst/>
          </a:prstGeom>
        </p:spPr>
      </p:pic>
      <p:sp>
        <p:nvSpPr>
          <p:cNvPr id="7" name="Footer Placeholder 4">
            <a:extLst>
              <a:ext uri="{FF2B5EF4-FFF2-40B4-BE49-F238E27FC236}">
                <a16:creationId xmlns:a16="http://schemas.microsoft.com/office/drawing/2014/main" id="{39708CB7-4FD5-CDDE-24BA-A823EFCE9DD0}"/>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rgbClr val="212121"/>
                </a:solidFill>
                <a:ea typeface="Inter" panose="02000503000000020004" pitchFamily="2" charset="0"/>
              </a:rPr>
              <a:t>© 2025 GE Vernova and/or its affiliates. All rights reserved.</a:t>
            </a:r>
          </a:p>
          <a:p>
            <a:pPr defTabSz="914144"/>
            <a:r>
              <a:rPr lang="en-US" sz="700" dirty="0">
                <a:solidFill>
                  <a:srgbClr val="212121"/>
                </a:solidFill>
              </a:rPr>
              <a:t>GE and the GE Monogram are trademarks of </a:t>
            </a:r>
            <a:br>
              <a:rPr lang="en-US" sz="700" dirty="0">
                <a:solidFill>
                  <a:srgbClr val="212121"/>
                </a:solidFill>
              </a:rPr>
            </a:br>
            <a:r>
              <a:rPr lang="en-US" sz="700" dirty="0">
                <a:solidFill>
                  <a:srgbClr val="212121"/>
                </a:solidFill>
              </a:rPr>
              <a:t>General Electric Company used under trademark license.</a:t>
            </a:r>
          </a:p>
        </p:txBody>
      </p:sp>
    </p:spTree>
    <p:extLst>
      <p:ext uri="{BB962C8B-B14F-4D97-AF65-F5344CB8AC3E}">
        <p14:creationId xmlns:p14="http://schemas.microsoft.com/office/powerpoint/2010/main" val="16316931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3713">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Large Stat 2">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10;&#10;Description automatically generated">
            <a:extLst>
              <a:ext uri="{FF2B5EF4-FFF2-40B4-BE49-F238E27FC236}">
                <a16:creationId xmlns:a16="http://schemas.microsoft.com/office/drawing/2014/main" id="{60FA68EB-1DE5-F3BC-29A5-0AAC8831E29A}"/>
              </a:ext>
            </a:extLst>
          </p:cNvPr>
          <p:cNvPicPr>
            <a:picLocks noChangeAspect="1"/>
          </p:cNvPicPr>
          <p:nvPr/>
        </p:nvPicPr>
        <p:blipFill>
          <a:blip r:embed="rId2"/>
          <a:stretch>
            <a:fillRect/>
          </a:stretch>
        </p:blipFill>
        <p:spPr>
          <a:xfrm>
            <a:off x="10309857" y="339156"/>
            <a:ext cx="1553489" cy="485273"/>
          </a:xfrm>
          <a:prstGeom prst="rect">
            <a:avLst/>
          </a:prstGeom>
        </p:spPr>
      </p:pic>
      <p:sp>
        <p:nvSpPr>
          <p:cNvPr id="4" name="Footer Placeholder 4">
            <a:extLst>
              <a:ext uri="{FF2B5EF4-FFF2-40B4-BE49-F238E27FC236}">
                <a16:creationId xmlns:a16="http://schemas.microsoft.com/office/drawing/2014/main" id="{73B750E9-5F4B-8EA0-4686-1614C8132BAB}"/>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bg1"/>
                </a:solidFill>
                <a:ea typeface="Inter" panose="02000503000000020004" pitchFamily="2" charset="0"/>
              </a:rPr>
              <a:t>© 2025 GE Vernova and/or its affiliates. All rights reserved.</a:t>
            </a:r>
          </a:p>
          <a:p>
            <a:pPr defTabSz="914144"/>
            <a:r>
              <a:rPr lang="en-US" sz="700" dirty="0">
                <a:solidFill>
                  <a:schemeClr val="bg1"/>
                </a:solidFill>
              </a:rPr>
              <a:t>GE and the GE Monogram are trademarks of </a:t>
            </a:r>
            <a:br>
              <a:rPr lang="en-US" sz="700" dirty="0">
                <a:solidFill>
                  <a:schemeClr val="bg1"/>
                </a:solidFill>
              </a:rPr>
            </a:br>
            <a:r>
              <a:rPr lang="en-US" sz="700" dirty="0">
                <a:solidFill>
                  <a:schemeClr val="bg1"/>
                </a:solidFill>
              </a:rPr>
              <a:t>General Electric Company used under trademark license.</a:t>
            </a:r>
          </a:p>
        </p:txBody>
      </p:sp>
      <p:sp>
        <p:nvSpPr>
          <p:cNvPr id="8" name="Text Placeholder 4">
            <a:extLst>
              <a:ext uri="{FF2B5EF4-FFF2-40B4-BE49-F238E27FC236}">
                <a16:creationId xmlns:a16="http://schemas.microsoft.com/office/drawing/2014/main" id="{C54C3521-FE36-686B-7B6D-2513F86C9380}"/>
              </a:ext>
            </a:extLst>
          </p:cNvPr>
          <p:cNvSpPr>
            <a:spLocks noGrp="1"/>
          </p:cNvSpPr>
          <p:nvPr>
            <p:ph type="body" sz="quarter" idx="4294967295" hasCustomPrompt="1"/>
          </p:nvPr>
        </p:nvSpPr>
        <p:spPr>
          <a:xfrm>
            <a:off x="429039" y="1983260"/>
            <a:ext cx="11353800" cy="4033608"/>
          </a:xfrm>
        </p:spPr>
        <p:txBody>
          <a:bodyPr anchor="t"/>
          <a:lstStyle>
            <a:lvl1pPr>
              <a:lnSpc>
                <a:spcPts val="37715"/>
              </a:lnSpc>
              <a:spcAft>
                <a:spcPts val="0"/>
              </a:spcAft>
              <a:defRPr sz="49601">
                <a:solidFill>
                  <a:schemeClr val="bg2"/>
                </a:solidFill>
                <a:latin typeface="Sons Condensed Extrabold" panose="02060906060206060203" pitchFamily="18" charset="0"/>
              </a:defRPr>
            </a:lvl1pPr>
          </a:lstStyle>
          <a:p>
            <a:r>
              <a:rPr lang="en-US"/>
              <a:t>##</a:t>
            </a:r>
            <a:endParaRPr lang="en-US" dirty="0"/>
          </a:p>
        </p:txBody>
      </p:sp>
    </p:spTree>
    <p:extLst>
      <p:ext uri="{BB962C8B-B14F-4D97-AF65-F5344CB8AC3E}">
        <p14:creationId xmlns:p14="http://schemas.microsoft.com/office/powerpoint/2010/main" val="27369252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5544">
          <p15:clr>
            <a:srgbClr val="FBAE40"/>
          </p15:clr>
        </p15:guide>
        <p15:guide id="4" orient="horz" pos="3713">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blank" preserve="1">
  <p:cSld name="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p:nvPicPr>
        <p:blipFill>
          <a:blip r:embed="rId2"/>
          <a:stretch>
            <a:fillRect/>
          </a:stretch>
        </p:blipFill>
        <p:spPr>
          <a:xfrm>
            <a:off x="2598420" y="2336439"/>
            <a:ext cx="6995160" cy="2185127"/>
          </a:xfrm>
          <a:prstGeom prst="rect">
            <a:avLst/>
          </a:prstGeom>
        </p:spPr>
      </p:pic>
    </p:spTree>
    <p:extLst>
      <p:ext uri="{BB962C8B-B14F-4D97-AF65-F5344CB8AC3E}">
        <p14:creationId xmlns:p14="http://schemas.microsoft.com/office/powerpoint/2010/main" val="35182867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p:nvPicPr>
        <p:blipFill>
          <a:blip r:embed="rId2"/>
          <a:stretch>
            <a:fillRect/>
          </a:stretch>
        </p:blipFill>
        <p:spPr>
          <a:xfrm>
            <a:off x="2598420" y="2336439"/>
            <a:ext cx="6995161" cy="2185127"/>
          </a:xfrm>
          <a:prstGeom prst="rect">
            <a:avLst/>
          </a:prstGeom>
        </p:spPr>
      </p:pic>
    </p:spTree>
    <p:extLst>
      <p:ext uri="{BB962C8B-B14F-4D97-AF65-F5344CB8AC3E}">
        <p14:creationId xmlns:p14="http://schemas.microsoft.com/office/powerpoint/2010/main" val="40614525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Title and Content">
    <p:bg>
      <p:bgRef idx="1001">
        <a:schemeClr val="bg1"/>
      </p:bgRef>
    </p:bg>
    <p:spTree>
      <p:nvGrpSpPr>
        <p:cNvPr id="1" name=""/>
        <p:cNvGrpSpPr/>
        <p:nvPr/>
      </p:nvGrpSpPr>
      <p:grpSpPr>
        <a:xfrm>
          <a:off x="0" y="0"/>
          <a:ext cx="0" cy="0"/>
          <a:chOff x="0" y="0"/>
          <a:chExt cx="0" cy="0"/>
        </a:xfrm>
      </p:grpSpPr>
      <p:sp>
        <p:nvSpPr>
          <p:cNvPr id="2" name="Holder 2"/>
          <p:cNvSpPr>
            <a:spLocks noGrp="1"/>
          </p:cNvSpPr>
          <p:nvPr>
            <p:ph type="title"/>
          </p:nvPr>
        </p:nvSpPr>
        <p:spPr>
          <a:xfrm>
            <a:off x="496076" y="454890"/>
            <a:ext cx="2429928" cy="242502"/>
          </a:xfrm>
          <a:prstGeom prst="rect">
            <a:avLst/>
          </a:prstGeom>
        </p:spPr>
        <p:txBody>
          <a:bodyPr lIns="0" tIns="0" rIns="0" bIns="0"/>
          <a:lstStyle>
            <a:lvl1pPr>
              <a:defRPr sz="1576" b="0" i="0">
                <a:solidFill>
                  <a:srgbClr val="000000"/>
                </a:solidFill>
                <a:latin typeface="Inter" panose="02000503000000020004" pitchFamily="2" charset="0"/>
                <a:cs typeface="Arial" panose="020B0604020202020204" pitchFamily="34" charset="0"/>
              </a:defRPr>
            </a:lvl1pPr>
          </a:lstStyle>
          <a:p>
            <a:r>
              <a:rPr lang="en-US"/>
              <a:t>Click to edit Master title style</a:t>
            </a:r>
            <a:endParaRPr/>
          </a:p>
        </p:txBody>
      </p:sp>
      <p:sp>
        <p:nvSpPr>
          <p:cNvPr id="3" name="Holder 3"/>
          <p:cNvSpPr>
            <a:spLocks noGrp="1"/>
          </p:cNvSpPr>
          <p:nvPr>
            <p:ph type="body" idx="1"/>
          </p:nvPr>
        </p:nvSpPr>
        <p:spPr>
          <a:xfrm>
            <a:off x="496076" y="1219202"/>
            <a:ext cx="2622936" cy="149309"/>
          </a:xfrm>
          <a:prstGeom prst="rect">
            <a:avLst/>
          </a:prstGeom>
        </p:spPr>
        <p:txBody>
          <a:bodyPr lIns="0" tIns="0" rIns="0" bIns="0" anchor="t"/>
          <a:lstStyle>
            <a:lvl1pPr algn="l">
              <a:lnSpc>
                <a:spcPct val="100000"/>
              </a:lnSpc>
              <a:spcBef>
                <a:spcPts val="728"/>
              </a:spcBef>
              <a:defRPr lang="en-US" sz="970" b="0">
                <a:solidFill>
                  <a:srgbClr val="212121"/>
                </a:solidFill>
                <a:latin typeface="Inter" panose="02000503000000020004" pitchFamily="2" charset="0"/>
                <a:cs typeface="Arial" panose="020B0604020202020204" pitchFamily="34" charset="0"/>
              </a:defRPr>
            </a:lvl1pPr>
          </a:lstStyle>
          <a:p>
            <a:pPr lvl="0"/>
            <a:r>
              <a:rPr lang="en-US"/>
              <a:t>Click to edit Master text styles</a:t>
            </a:r>
          </a:p>
        </p:txBody>
      </p:sp>
      <p:sp>
        <p:nvSpPr>
          <p:cNvPr id="11" name="object 4">
            <a:extLst>
              <a:ext uri="{FF2B5EF4-FFF2-40B4-BE49-F238E27FC236}">
                <a16:creationId xmlns:a16="http://schemas.microsoft.com/office/drawing/2014/main" id="{2147EC7E-B00F-0BDE-CC52-275162BBFB8A}"/>
              </a:ext>
            </a:extLst>
          </p:cNvPr>
          <p:cNvSpPr/>
          <p:nvPr/>
        </p:nvSpPr>
        <p:spPr>
          <a:xfrm>
            <a:off x="3314703" y="0"/>
            <a:ext cx="8877517" cy="6410170"/>
          </a:xfrm>
          <a:custGeom>
            <a:avLst/>
            <a:gdLst/>
            <a:ahLst/>
            <a:cxnLst/>
            <a:rect l="l" t="t" r="r" b="b"/>
            <a:pathLst>
              <a:path w="14638655" h="10554970">
                <a:moveTo>
                  <a:pt x="14638297" y="0"/>
                </a:moveTo>
                <a:lnTo>
                  <a:pt x="0" y="0"/>
                </a:lnTo>
                <a:lnTo>
                  <a:pt x="0" y="10554652"/>
                </a:lnTo>
                <a:lnTo>
                  <a:pt x="14638297" y="10554652"/>
                </a:lnTo>
                <a:lnTo>
                  <a:pt x="14638297" y="0"/>
                </a:lnTo>
                <a:close/>
              </a:path>
            </a:pathLst>
          </a:custGeom>
          <a:solidFill>
            <a:srgbClr val="E3E3E3"/>
          </a:solidFill>
          <a:ln>
            <a:noFill/>
          </a:ln>
        </p:spPr>
        <p:txBody>
          <a:bodyPr wrap="square" lIns="0" tIns="0" rIns="0" bIns="0" rtlCol="0"/>
          <a:lstStyle/>
          <a:p>
            <a:endParaRPr sz="1800" dirty="0"/>
          </a:p>
        </p:txBody>
      </p:sp>
      <p:sp>
        <p:nvSpPr>
          <p:cNvPr id="18" name="Slide Number Placeholder 5">
            <a:extLst>
              <a:ext uri="{FF2B5EF4-FFF2-40B4-BE49-F238E27FC236}">
                <a16:creationId xmlns:a16="http://schemas.microsoft.com/office/drawing/2014/main" id="{CA64F7AF-68F6-BA14-1B39-9AC8CD6A735F}"/>
              </a:ext>
            </a:extLst>
          </p:cNvPr>
          <p:cNvSpPr>
            <a:spLocks noGrp="1"/>
          </p:cNvSpPr>
          <p:nvPr>
            <p:ph type="sldNum" sz="quarter" idx="4"/>
          </p:nvPr>
        </p:nvSpPr>
        <p:spPr>
          <a:xfrm>
            <a:off x="11031540" y="6513067"/>
            <a:ext cx="666621" cy="107722"/>
          </a:xfrm>
          <a:prstGeom prst="rect">
            <a:avLst/>
          </a:prstGeom>
        </p:spPr>
        <p:txBody>
          <a:bodyPr vert="horz" wrap="square" lIns="0" tIns="0" rIns="0" bIns="0" rtlCol="0" anchor="b">
            <a:spAutoFit/>
          </a:bodyPr>
          <a:lstStyle>
            <a:lvl1pPr algn="r">
              <a:defRPr sz="700" b="0">
                <a:solidFill>
                  <a:srgbClr val="000000"/>
                </a:solidFill>
                <a:latin typeface="Inter" panose="02000503000000020004" pitchFamily="2" charset="0"/>
                <a:cs typeface="Arial" panose="020B0604020202020204" pitchFamily="34" charset="0"/>
              </a:defRPr>
            </a:lvl1pPr>
          </a:lstStyle>
          <a:p>
            <a:fld id="{14719505-AD43-774F-936C-A3AE71DD4EEA}" type="slidenum">
              <a:rPr lang="en-GB" smtClean="0"/>
              <a:pPr/>
              <a:t>‹#›</a:t>
            </a:fld>
            <a:endParaRPr lang="en-GB" dirty="0"/>
          </a:p>
        </p:txBody>
      </p:sp>
    </p:spTree>
    <p:extLst>
      <p:ext uri="{BB962C8B-B14F-4D97-AF65-F5344CB8AC3E}">
        <p14:creationId xmlns:p14="http://schemas.microsoft.com/office/powerpoint/2010/main" val="722104717"/>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Blank slid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sp>
        <p:nvSpPr>
          <p:cNvPr id="2" name="Footer Placeholder 4">
            <a:extLst>
              <a:ext uri="{FF2B5EF4-FFF2-40B4-BE49-F238E27FC236}">
                <a16:creationId xmlns:a16="http://schemas.microsoft.com/office/drawing/2014/main" id="{A6E018EE-4727-8B3B-99C1-33B682682F50}"/>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ea typeface="Inter" panose="02000503000000020004" pitchFamily="2" charset="0"/>
              </a:rPr>
              <a:t>© 2025 GE Vernova and/or its affiliates. All rights reserved.</a:t>
            </a:r>
          </a:p>
          <a:p>
            <a:pPr defTabSz="914144"/>
            <a:r>
              <a:rPr lang="en-US" sz="700" dirty="0"/>
              <a:t>GE and the GE Monogram are trademarks of </a:t>
            </a:r>
            <a:br>
              <a:rPr lang="en-US" sz="700" dirty="0"/>
            </a:br>
            <a:r>
              <a:rPr lang="en-US" sz="700" dirty="0"/>
              <a:t>General Electric Company used under trademark license.</a:t>
            </a:r>
          </a:p>
        </p:txBody>
      </p:sp>
    </p:spTree>
    <p:extLst>
      <p:ext uri="{BB962C8B-B14F-4D97-AF65-F5344CB8AC3E}">
        <p14:creationId xmlns:p14="http://schemas.microsoft.com/office/powerpoint/2010/main" val="2035719170"/>
      </p:ext>
    </p:extLst>
  </p:cSld>
  <p:clrMapOvr>
    <a:masterClrMapping/>
  </p:clrMapOvr>
  <p:extLst>
    <p:ext uri="{DCECCB84-F9BA-43D5-87BE-67443E8EF086}">
      <p15:sldGuideLst xmlns:p15="http://schemas.microsoft.com/office/powerpoint/2012/main">
        <p15:guide id="1" orient="horz" pos="3713">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Divider 2">
    <p:bg>
      <p:bgPr>
        <a:solidFill>
          <a:srgbClr val="00292A"/>
        </a:solidFill>
        <a:effectLst/>
      </p:bgPr>
    </p:bg>
    <p:spTree>
      <p:nvGrpSpPr>
        <p:cNvPr id="1" name=""/>
        <p:cNvGrpSpPr/>
        <p:nvPr/>
      </p:nvGrpSpPr>
      <p:grpSpPr>
        <a:xfrm>
          <a:off x="0" y="0"/>
          <a:ext cx="0" cy="0"/>
          <a:chOff x="0" y="0"/>
          <a:chExt cx="0" cy="0"/>
        </a:xfrm>
      </p:grpSpPr>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pPr lvl="0"/>
            <a:r>
              <a:rPr lang="en-US" dirty="0"/>
              <a:t>[Optional section ##]</a:t>
            </a:r>
          </a:p>
        </p:txBody>
      </p:sp>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5" y="2378077"/>
            <a:ext cx="6875785" cy="1965325"/>
          </a:xfrm>
        </p:spPr>
        <p:txBody>
          <a:bodyPr anchor="t" anchorCtr="0"/>
          <a:lstStyle>
            <a:lvl1pPr>
              <a:lnSpc>
                <a:spcPts val="5400"/>
              </a:lnSpc>
              <a:defRPr sz="6000" cap="all" baseline="0">
                <a:solidFill>
                  <a:schemeClr val="tx1"/>
                </a:solidFill>
                <a:latin typeface="Sons Condensed Extrabold" panose="02060906060206060203" pitchFamily="18" charset="0"/>
              </a:defRPr>
            </a:lvl1pPr>
          </a:lstStyle>
          <a:p>
            <a:r>
              <a:rPr lang="en-US" dirty="0"/>
              <a:t>CLICK TO EDIT MASTER TITLE STYLE</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Footer Placeholder 4">
            <a:extLst>
              <a:ext uri="{FF2B5EF4-FFF2-40B4-BE49-F238E27FC236}">
                <a16:creationId xmlns:a16="http://schemas.microsoft.com/office/drawing/2014/main" id="{B151DCB1-4B5E-59E8-9D39-3A374BB44143}"/>
              </a:ext>
            </a:extLst>
          </p:cNvPr>
          <p:cNvSpPr txBox="1">
            <a:spLocks/>
          </p:cNvSpPr>
          <p:nvPr/>
        </p:nvSpPr>
        <p:spPr>
          <a:xfrm>
            <a:off x="419100" y="6392852"/>
            <a:ext cx="10248900" cy="307986"/>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44"/>
            <a:r>
              <a:rPr lang="en-US" sz="700" dirty="0">
                <a:solidFill>
                  <a:schemeClr val="tx1"/>
                </a:solidFill>
                <a:ea typeface="Inter" panose="02000503000000020004" pitchFamily="2" charset="0"/>
              </a:rPr>
              <a:t>© 2025 GE Vernova and/or its affiliates. All rights reserved.</a:t>
            </a:r>
          </a:p>
          <a:p>
            <a:pPr defTabSz="914144"/>
            <a:r>
              <a:rPr lang="en-US" sz="700" dirty="0">
                <a:solidFill>
                  <a:schemeClr val="tx1"/>
                </a:solidFill>
              </a:rPr>
              <a:t>GE and the GE Monogram are trademarks of </a:t>
            </a:r>
            <a:br>
              <a:rPr lang="en-US" sz="700" dirty="0">
                <a:solidFill>
                  <a:schemeClr val="tx1"/>
                </a:solidFill>
              </a:rPr>
            </a:br>
            <a:r>
              <a:rPr lang="en-US" sz="700" dirty="0">
                <a:solidFill>
                  <a:schemeClr val="tx1"/>
                </a:solidFill>
              </a:rPr>
              <a:t>General Electric Company used under trademark license.</a:t>
            </a:r>
          </a:p>
        </p:txBody>
      </p:sp>
    </p:spTree>
    <p:extLst>
      <p:ext uri="{BB962C8B-B14F-4D97-AF65-F5344CB8AC3E}">
        <p14:creationId xmlns:p14="http://schemas.microsoft.com/office/powerpoint/2010/main" val="15802615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6292">
          <p15:clr>
            <a:srgbClr val="FBAE40"/>
          </p15:clr>
        </p15:guide>
        <p15:guide id="4" orient="horz" pos="1149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DCF93-68BB-D443-B5AF-BC117C5DE135}"/>
              </a:ext>
            </a:extLst>
          </p:cNvPr>
          <p:cNvSpPr>
            <a:spLocks noGrp="1"/>
          </p:cNvSpPr>
          <p:nvPr>
            <p:ph type="ctrTitle" hasCustomPrompt="1"/>
          </p:nvPr>
        </p:nvSpPr>
        <p:spPr>
          <a:xfrm>
            <a:off x="838201" y="87781"/>
            <a:ext cx="10750775" cy="676890"/>
          </a:xfrm>
          <a:prstGeom prst="rect">
            <a:avLst/>
          </a:prstGeom>
          <a:ln>
            <a:noFill/>
          </a:ln>
        </p:spPr>
        <p:txBody>
          <a:bodyPr wrap="none" lIns="0" tIns="0" rIns="0" bIns="0" anchor="b" anchorCtr="0"/>
          <a:lstStyle>
            <a:lvl1pPr algn="l">
              <a:lnSpc>
                <a:spcPct val="100000"/>
              </a:lnSpc>
              <a:defRPr sz="3200" b="1" baseline="0">
                <a:solidFill>
                  <a:schemeClr val="accent2"/>
                </a:solidFill>
              </a:defRPr>
            </a:lvl1pPr>
          </a:lstStyle>
          <a:p>
            <a:r>
              <a:rPr lang="en-US" dirty="0"/>
              <a:t>Click to Edit Master Title Style</a:t>
            </a:r>
          </a:p>
        </p:txBody>
      </p:sp>
      <p:sp>
        <p:nvSpPr>
          <p:cNvPr id="5" name="Content Placeholder 2">
            <a:extLst>
              <a:ext uri="{FF2B5EF4-FFF2-40B4-BE49-F238E27FC236}">
                <a16:creationId xmlns:a16="http://schemas.microsoft.com/office/drawing/2014/main" id="{59110C1C-8074-6E4E-BB53-04B228CDA926}"/>
              </a:ext>
            </a:extLst>
          </p:cNvPr>
          <p:cNvSpPr>
            <a:spLocks noGrp="1"/>
          </p:cNvSpPr>
          <p:nvPr>
            <p:ph idx="1" hasCustomPrompt="1"/>
          </p:nvPr>
        </p:nvSpPr>
        <p:spPr>
          <a:xfrm>
            <a:off x="837858" y="990600"/>
            <a:ext cx="10736488"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
        <p:nvSpPr>
          <p:cNvPr id="3" name="TextBox 2"/>
          <p:cNvSpPr txBox="1"/>
          <p:nvPr userDrawn="1"/>
        </p:nvSpPr>
        <p:spPr>
          <a:xfrm>
            <a:off x="11588976" y="6442745"/>
            <a:ext cx="603024" cy="307777"/>
          </a:xfrm>
          <a:prstGeom prst="rect">
            <a:avLst/>
          </a:prstGeom>
          <a:noFill/>
        </p:spPr>
        <p:txBody>
          <a:bodyPr wrap="square" rtlCol="0">
            <a:spAutoFit/>
          </a:bodyPr>
          <a:lstStyle/>
          <a:p>
            <a:pPr algn="ctr"/>
            <a:fld id="{EADD7517-1370-447C-93E1-58BD8F753688}" type="slidenum">
              <a:rPr lang="en-US" sz="1400" smtClean="0"/>
              <a:pPr algn="ctr"/>
              <a:t>‹#›</a:t>
            </a:fld>
            <a:endParaRPr lang="en-US" sz="1400" dirty="0"/>
          </a:p>
        </p:txBody>
      </p:sp>
    </p:spTree>
    <p:extLst>
      <p:ext uri="{BB962C8B-B14F-4D97-AF65-F5344CB8AC3E}">
        <p14:creationId xmlns:p14="http://schemas.microsoft.com/office/powerpoint/2010/main" val="127522653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3CDCF93-68BB-D443-B5AF-BC117C5DE135}"/>
              </a:ext>
            </a:extLst>
          </p:cNvPr>
          <p:cNvSpPr>
            <a:spLocks noGrp="1"/>
          </p:cNvSpPr>
          <p:nvPr>
            <p:ph type="ctrTitle" hasCustomPrompt="1"/>
          </p:nvPr>
        </p:nvSpPr>
        <p:spPr>
          <a:xfrm>
            <a:off x="838201" y="87781"/>
            <a:ext cx="10750775" cy="676890"/>
          </a:xfrm>
          <a:prstGeom prst="rect">
            <a:avLst/>
          </a:prstGeom>
          <a:ln>
            <a:noFill/>
          </a:ln>
        </p:spPr>
        <p:txBody>
          <a:bodyPr wrap="none" lIns="0" tIns="0" rIns="0" bIns="0" anchor="b" anchorCtr="0"/>
          <a:lstStyle>
            <a:lvl1pPr algn="l">
              <a:lnSpc>
                <a:spcPct val="100000"/>
              </a:lnSpc>
              <a:defRPr sz="3200" b="1" baseline="0">
                <a:solidFill>
                  <a:schemeClr val="accent2"/>
                </a:solidFill>
              </a:defRPr>
            </a:lvl1pPr>
          </a:lstStyle>
          <a:p>
            <a:r>
              <a:rPr lang="en-US" dirty="0"/>
              <a:t>Click to Edit Master Title Style</a:t>
            </a:r>
          </a:p>
        </p:txBody>
      </p:sp>
      <p:sp>
        <p:nvSpPr>
          <p:cNvPr id="11" name="Content Placeholder 2">
            <a:extLst>
              <a:ext uri="{FF2B5EF4-FFF2-40B4-BE49-F238E27FC236}">
                <a16:creationId xmlns:a16="http://schemas.microsoft.com/office/drawing/2014/main" id="{59110C1C-8074-6E4E-BB53-04B228CDA926}"/>
              </a:ext>
            </a:extLst>
          </p:cNvPr>
          <p:cNvSpPr>
            <a:spLocks noGrp="1"/>
          </p:cNvSpPr>
          <p:nvPr>
            <p:ph idx="1" hasCustomPrompt="1"/>
          </p:nvPr>
        </p:nvSpPr>
        <p:spPr>
          <a:xfrm>
            <a:off x="837858" y="990600"/>
            <a:ext cx="5255704"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
        <p:nvSpPr>
          <p:cNvPr id="12" name="Content Placeholder 2">
            <a:extLst>
              <a:ext uri="{FF2B5EF4-FFF2-40B4-BE49-F238E27FC236}">
                <a16:creationId xmlns:a16="http://schemas.microsoft.com/office/drawing/2014/main" id="{59110C1C-8074-6E4E-BB53-04B228CDA926}"/>
              </a:ext>
            </a:extLst>
          </p:cNvPr>
          <p:cNvSpPr>
            <a:spLocks noGrp="1"/>
          </p:cNvSpPr>
          <p:nvPr>
            <p:ph idx="10" hasCustomPrompt="1"/>
          </p:nvPr>
        </p:nvSpPr>
        <p:spPr>
          <a:xfrm>
            <a:off x="6318642" y="990600"/>
            <a:ext cx="5255704"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Tree>
    <p:extLst>
      <p:ext uri="{BB962C8B-B14F-4D97-AF65-F5344CB8AC3E}">
        <p14:creationId xmlns:p14="http://schemas.microsoft.com/office/powerpoint/2010/main" val="118129073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 Column_Alternate A">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3CDCF93-68BB-D443-B5AF-BC117C5DE135}"/>
              </a:ext>
            </a:extLst>
          </p:cNvPr>
          <p:cNvSpPr>
            <a:spLocks noGrp="1"/>
          </p:cNvSpPr>
          <p:nvPr>
            <p:ph type="ctrTitle" hasCustomPrompt="1"/>
          </p:nvPr>
        </p:nvSpPr>
        <p:spPr>
          <a:xfrm>
            <a:off x="838201" y="87781"/>
            <a:ext cx="10750775" cy="676890"/>
          </a:xfrm>
          <a:prstGeom prst="rect">
            <a:avLst/>
          </a:prstGeom>
          <a:ln>
            <a:noFill/>
          </a:ln>
        </p:spPr>
        <p:txBody>
          <a:bodyPr wrap="none" lIns="0" tIns="0" rIns="0" bIns="0" anchor="b" anchorCtr="0"/>
          <a:lstStyle>
            <a:lvl1pPr algn="l">
              <a:lnSpc>
                <a:spcPct val="100000"/>
              </a:lnSpc>
              <a:defRPr sz="3200" b="1" baseline="0">
                <a:solidFill>
                  <a:schemeClr val="accent2"/>
                </a:solidFill>
              </a:defRPr>
            </a:lvl1pPr>
          </a:lstStyle>
          <a:p>
            <a:r>
              <a:rPr lang="en-US" dirty="0"/>
              <a:t>Click to Edit Master Title Style</a:t>
            </a:r>
          </a:p>
        </p:txBody>
      </p:sp>
      <p:sp>
        <p:nvSpPr>
          <p:cNvPr id="11" name="Content Placeholder 2">
            <a:extLst>
              <a:ext uri="{FF2B5EF4-FFF2-40B4-BE49-F238E27FC236}">
                <a16:creationId xmlns:a16="http://schemas.microsoft.com/office/drawing/2014/main" id="{59110C1C-8074-6E4E-BB53-04B228CDA926}"/>
              </a:ext>
            </a:extLst>
          </p:cNvPr>
          <p:cNvSpPr>
            <a:spLocks noGrp="1"/>
          </p:cNvSpPr>
          <p:nvPr>
            <p:ph idx="1" hasCustomPrompt="1"/>
          </p:nvPr>
        </p:nvSpPr>
        <p:spPr>
          <a:xfrm>
            <a:off x="837858" y="990600"/>
            <a:ext cx="3419588"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
        <p:nvSpPr>
          <p:cNvPr id="12" name="Content Placeholder 2">
            <a:extLst>
              <a:ext uri="{FF2B5EF4-FFF2-40B4-BE49-F238E27FC236}">
                <a16:creationId xmlns:a16="http://schemas.microsoft.com/office/drawing/2014/main" id="{59110C1C-8074-6E4E-BB53-04B228CDA926}"/>
              </a:ext>
            </a:extLst>
          </p:cNvPr>
          <p:cNvSpPr>
            <a:spLocks noGrp="1"/>
          </p:cNvSpPr>
          <p:nvPr>
            <p:ph idx="10" hasCustomPrompt="1"/>
          </p:nvPr>
        </p:nvSpPr>
        <p:spPr>
          <a:xfrm>
            <a:off x="4498848" y="990600"/>
            <a:ext cx="7074278"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Tree>
    <p:extLst>
      <p:ext uri="{BB962C8B-B14F-4D97-AF65-F5344CB8AC3E}">
        <p14:creationId xmlns:p14="http://schemas.microsoft.com/office/powerpoint/2010/main" val="41918579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Column_Alternate B">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3CDCF93-68BB-D443-B5AF-BC117C5DE135}"/>
              </a:ext>
            </a:extLst>
          </p:cNvPr>
          <p:cNvSpPr>
            <a:spLocks noGrp="1"/>
          </p:cNvSpPr>
          <p:nvPr>
            <p:ph type="ctrTitle" hasCustomPrompt="1"/>
          </p:nvPr>
        </p:nvSpPr>
        <p:spPr>
          <a:xfrm>
            <a:off x="838201" y="87781"/>
            <a:ext cx="10750775" cy="676890"/>
          </a:xfrm>
          <a:prstGeom prst="rect">
            <a:avLst/>
          </a:prstGeom>
          <a:ln>
            <a:noFill/>
          </a:ln>
        </p:spPr>
        <p:txBody>
          <a:bodyPr wrap="none" lIns="0" tIns="0" rIns="0" bIns="0" anchor="b" anchorCtr="0"/>
          <a:lstStyle>
            <a:lvl1pPr algn="l">
              <a:lnSpc>
                <a:spcPct val="100000"/>
              </a:lnSpc>
              <a:defRPr sz="3200" b="1" baseline="0">
                <a:solidFill>
                  <a:schemeClr val="accent2"/>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59110C1C-8074-6E4E-BB53-04B228CDA926}"/>
              </a:ext>
            </a:extLst>
          </p:cNvPr>
          <p:cNvSpPr>
            <a:spLocks noGrp="1"/>
          </p:cNvSpPr>
          <p:nvPr>
            <p:ph idx="1" hasCustomPrompt="1"/>
          </p:nvPr>
        </p:nvSpPr>
        <p:spPr>
          <a:xfrm>
            <a:off x="8169388" y="990600"/>
            <a:ext cx="3419588"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
        <p:nvSpPr>
          <p:cNvPr id="11" name="Content Placeholder 2">
            <a:extLst>
              <a:ext uri="{FF2B5EF4-FFF2-40B4-BE49-F238E27FC236}">
                <a16:creationId xmlns:a16="http://schemas.microsoft.com/office/drawing/2014/main" id="{59110C1C-8074-6E4E-BB53-04B228CDA926}"/>
              </a:ext>
            </a:extLst>
          </p:cNvPr>
          <p:cNvSpPr>
            <a:spLocks noGrp="1"/>
          </p:cNvSpPr>
          <p:nvPr>
            <p:ph idx="10" hasCustomPrompt="1"/>
          </p:nvPr>
        </p:nvSpPr>
        <p:spPr>
          <a:xfrm>
            <a:off x="838201" y="990600"/>
            <a:ext cx="7074278"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Tree>
    <p:extLst>
      <p:ext uri="{BB962C8B-B14F-4D97-AF65-F5344CB8AC3E}">
        <p14:creationId xmlns:p14="http://schemas.microsoft.com/office/powerpoint/2010/main" val="328176169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1/3 Colum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3CDCF93-68BB-D443-B5AF-BC117C5DE135}"/>
              </a:ext>
            </a:extLst>
          </p:cNvPr>
          <p:cNvSpPr>
            <a:spLocks noGrp="1"/>
          </p:cNvSpPr>
          <p:nvPr>
            <p:ph type="ctrTitle" hasCustomPrompt="1"/>
          </p:nvPr>
        </p:nvSpPr>
        <p:spPr>
          <a:xfrm>
            <a:off x="838201" y="87781"/>
            <a:ext cx="10750775" cy="676890"/>
          </a:xfrm>
          <a:prstGeom prst="rect">
            <a:avLst/>
          </a:prstGeom>
          <a:ln>
            <a:noFill/>
          </a:ln>
        </p:spPr>
        <p:txBody>
          <a:bodyPr wrap="none" lIns="0" tIns="0" rIns="0" bIns="0" anchor="b" anchorCtr="0"/>
          <a:lstStyle>
            <a:lvl1pPr algn="l">
              <a:lnSpc>
                <a:spcPct val="100000"/>
              </a:lnSpc>
              <a:defRPr sz="3200" b="1" baseline="0">
                <a:solidFill>
                  <a:schemeClr val="accent2"/>
                </a:solidFill>
              </a:defRPr>
            </a:lvl1pPr>
          </a:lstStyle>
          <a:p>
            <a:r>
              <a:rPr lang="en-US" dirty="0"/>
              <a:t>Click to Edit Master Title Style</a:t>
            </a:r>
          </a:p>
        </p:txBody>
      </p:sp>
      <p:sp>
        <p:nvSpPr>
          <p:cNvPr id="11" name="Content Placeholder 2">
            <a:extLst>
              <a:ext uri="{FF2B5EF4-FFF2-40B4-BE49-F238E27FC236}">
                <a16:creationId xmlns:a16="http://schemas.microsoft.com/office/drawing/2014/main" id="{59110C1C-8074-6E4E-BB53-04B228CDA926}"/>
              </a:ext>
            </a:extLst>
          </p:cNvPr>
          <p:cNvSpPr>
            <a:spLocks noGrp="1"/>
          </p:cNvSpPr>
          <p:nvPr>
            <p:ph idx="10" hasCustomPrompt="1"/>
          </p:nvPr>
        </p:nvSpPr>
        <p:spPr>
          <a:xfrm>
            <a:off x="838201" y="990600"/>
            <a:ext cx="3426561"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
        <p:nvSpPr>
          <p:cNvPr id="12" name="Content Placeholder 2">
            <a:extLst>
              <a:ext uri="{FF2B5EF4-FFF2-40B4-BE49-F238E27FC236}">
                <a16:creationId xmlns:a16="http://schemas.microsoft.com/office/drawing/2014/main" id="{59110C1C-8074-6E4E-BB53-04B228CDA926}"/>
              </a:ext>
            </a:extLst>
          </p:cNvPr>
          <p:cNvSpPr>
            <a:spLocks noGrp="1"/>
          </p:cNvSpPr>
          <p:nvPr>
            <p:ph idx="11" hasCustomPrompt="1"/>
          </p:nvPr>
        </p:nvSpPr>
        <p:spPr>
          <a:xfrm>
            <a:off x="4497627" y="990600"/>
            <a:ext cx="3426561"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
        <p:nvSpPr>
          <p:cNvPr id="13" name="Content Placeholder 2">
            <a:extLst>
              <a:ext uri="{FF2B5EF4-FFF2-40B4-BE49-F238E27FC236}">
                <a16:creationId xmlns:a16="http://schemas.microsoft.com/office/drawing/2014/main" id="{59110C1C-8074-6E4E-BB53-04B228CDA926}"/>
              </a:ext>
            </a:extLst>
          </p:cNvPr>
          <p:cNvSpPr>
            <a:spLocks noGrp="1"/>
          </p:cNvSpPr>
          <p:nvPr>
            <p:ph idx="12" hasCustomPrompt="1"/>
          </p:nvPr>
        </p:nvSpPr>
        <p:spPr>
          <a:xfrm>
            <a:off x="8162415" y="990600"/>
            <a:ext cx="3426561"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Tree>
    <p:extLst>
      <p:ext uri="{BB962C8B-B14F-4D97-AF65-F5344CB8AC3E}">
        <p14:creationId xmlns:p14="http://schemas.microsoft.com/office/powerpoint/2010/main" val="1917779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1/3 Column">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CDCF93-68BB-D443-B5AF-BC117C5DE135}"/>
              </a:ext>
            </a:extLst>
          </p:cNvPr>
          <p:cNvSpPr>
            <a:spLocks noGrp="1"/>
          </p:cNvSpPr>
          <p:nvPr>
            <p:ph type="ctrTitle" hasCustomPrompt="1"/>
          </p:nvPr>
        </p:nvSpPr>
        <p:spPr>
          <a:xfrm>
            <a:off x="838201" y="87781"/>
            <a:ext cx="10750775" cy="676890"/>
          </a:xfrm>
          <a:prstGeom prst="rect">
            <a:avLst/>
          </a:prstGeom>
          <a:ln>
            <a:noFill/>
          </a:ln>
        </p:spPr>
        <p:txBody>
          <a:bodyPr wrap="none" lIns="0" tIns="0" rIns="0" bIns="0" anchor="b" anchorCtr="0"/>
          <a:lstStyle>
            <a:lvl1pPr algn="l">
              <a:lnSpc>
                <a:spcPct val="100000"/>
              </a:lnSpc>
              <a:defRPr sz="3200" b="1" baseline="0">
                <a:solidFill>
                  <a:schemeClr val="accent2"/>
                </a:solidFill>
              </a:defRPr>
            </a:lvl1pPr>
          </a:lstStyle>
          <a:p>
            <a:r>
              <a:rPr lang="en-US" dirty="0"/>
              <a:t>Click to Edit Master Title Style</a:t>
            </a:r>
          </a:p>
        </p:txBody>
      </p:sp>
      <p:sp>
        <p:nvSpPr>
          <p:cNvPr id="17" name="Content Placeholder 2">
            <a:extLst>
              <a:ext uri="{FF2B5EF4-FFF2-40B4-BE49-F238E27FC236}">
                <a16:creationId xmlns:a16="http://schemas.microsoft.com/office/drawing/2014/main" id="{59110C1C-8074-6E4E-BB53-04B228CDA926}"/>
              </a:ext>
            </a:extLst>
          </p:cNvPr>
          <p:cNvSpPr>
            <a:spLocks noGrp="1"/>
          </p:cNvSpPr>
          <p:nvPr>
            <p:ph idx="13" hasCustomPrompt="1"/>
          </p:nvPr>
        </p:nvSpPr>
        <p:spPr>
          <a:xfrm>
            <a:off x="849430" y="990600"/>
            <a:ext cx="2508248"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
        <p:nvSpPr>
          <p:cNvPr id="18" name="Content Placeholder 2">
            <a:extLst>
              <a:ext uri="{FF2B5EF4-FFF2-40B4-BE49-F238E27FC236}">
                <a16:creationId xmlns:a16="http://schemas.microsoft.com/office/drawing/2014/main" id="{59110C1C-8074-6E4E-BB53-04B228CDA926}"/>
              </a:ext>
            </a:extLst>
          </p:cNvPr>
          <p:cNvSpPr>
            <a:spLocks noGrp="1"/>
          </p:cNvSpPr>
          <p:nvPr>
            <p:ph idx="14" hasCustomPrompt="1"/>
          </p:nvPr>
        </p:nvSpPr>
        <p:spPr>
          <a:xfrm>
            <a:off x="3576780" y="990600"/>
            <a:ext cx="2508248"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
        <p:nvSpPr>
          <p:cNvPr id="19" name="Content Placeholder 2">
            <a:extLst>
              <a:ext uri="{FF2B5EF4-FFF2-40B4-BE49-F238E27FC236}">
                <a16:creationId xmlns:a16="http://schemas.microsoft.com/office/drawing/2014/main" id="{59110C1C-8074-6E4E-BB53-04B228CDA926}"/>
              </a:ext>
            </a:extLst>
          </p:cNvPr>
          <p:cNvSpPr>
            <a:spLocks noGrp="1"/>
          </p:cNvSpPr>
          <p:nvPr>
            <p:ph idx="15" hasCustomPrompt="1"/>
          </p:nvPr>
        </p:nvSpPr>
        <p:spPr>
          <a:xfrm>
            <a:off x="6326077" y="990600"/>
            <a:ext cx="2508248"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
        <p:nvSpPr>
          <p:cNvPr id="20" name="Content Placeholder 2">
            <a:extLst>
              <a:ext uri="{FF2B5EF4-FFF2-40B4-BE49-F238E27FC236}">
                <a16:creationId xmlns:a16="http://schemas.microsoft.com/office/drawing/2014/main" id="{59110C1C-8074-6E4E-BB53-04B228CDA926}"/>
              </a:ext>
            </a:extLst>
          </p:cNvPr>
          <p:cNvSpPr>
            <a:spLocks noGrp="1"/>
          </p:cNvSpPr>
          <p:nvPr>
            <p:ph idx="16" hasCustomPrompt="1"/>
          </p:nvPr>
        </p:nvSpPr>
        <p:spPr>
          <a:xfrm>
            <a:off x="9073413" y="990600"/>
            <a:ext cx="2508248" cy="5483352"/>
          </a:xfrm>
          <a:prstGeom prst="rect">
            <a:avLst/>
          </a:prstGeom>
        </p:spPr>
        <p:txBody>
          <a:bodyPr>
            <a:noAutofit/>
          </a:bodyPr>
          <a:lstStyle>
            <a:lvl1pPr marL="0" indent="0">
              <a:spcBef>
                <a:spcPts val="600"/>
              </a:spcBef>
              <a:buFont typeface="Arial" panose="020B0604020202020204" pitchFamily="34" charset="0"/>
              <a:buNone/>
              <a:defRPr sz="2400" baseline="0">
                <a:latin typeface="Arial" panose="020B0604020202020204" pitchFamily="34" charset="0"/>
                <a:cs typeface="Arial" panose="020B0604020202020204" pitchFamily="34" charset="0"/>
              </a:defRPr>
            </a:lvl1pPr>
            <a:lvl2pPr marL="788670" indent="-285750">
              <a:spcBef>
                <a:spcPts val="600"/>
              </a:spcBef>
              <a:buFont typeface="Arial" panose="020B0604020202020204" pitchFamily="34" charset="0"/>
              <a:buChar char="•"/>
              <a:defRPr sz="2400" baseline="0"/>
            </a:lvl2pPr>
            <a:lvl3pPr marL="731520" indent="0">
              <a:spcBef>
                <a:spcPts val="600"/>
              </a:spcBef>
              <a:buSzPct val="75000"/>
              <a:buFont typeface="Courier New" panose="02070309020205020404" pitchFamily="49" charset="0"/>
              <a:buNone/>
              <a:defRPr sz="1600"/>
            </a:lvl3pPr>
            <a:lvl4pPr marL="1188720" indent="0">
              <a:spcBef>
                <a:spcPts val="600"/>
              </a:spcBef>
              <a:buNone/>
              <a:defRPr sz="1400"/>
            </a:lvl4pPr>
            <a:lvl5pPr indent="-182880">
              <a:spcBef>
                <a:spcPts val="600"/>
              </a:spcBef>
              <a:defRPr sz="1400"/>
            </a:lvl5pPr>
          </a:lstStyle>
          <a:p>
            <a:pPr lvl="0"/>
            <a:r>
              <a:rPr lang="en-US" dirty="0"/>
              <a:t>Edit Master text styles</a:t>
            </a:r>
          </a:p>
          <a:p>
            <a:pPr lvl="1"/>
            <a:r>
              <a:rPr lang="en-US" dirty="0"/>
              <a:t>Second level</a:t>
            </a:r>
          </a:p>
        </p:txBody>
      </p:sp>
    </p:spTree>
    <p:extLst>
      <p:ext uri="{BB962C8B-B14F-4D97-AF65-F5344CB8AC3E}">
        <p14:creationId xmlns:p14="http://schemas.microsoft.com/office/powerpoint/2010/main" val="32221273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C06DC-06BA-944F-81E5-FC12434A4E23}"/>
              </a:ext>
            </a:extLst>
          </p:cNvPr>
          <p:cNvSpPr>
            <a:spLocks noGrp="1"/>
          </p:cNvSpPr>
          <p:nvPr>
            <p:ph type="ctrTitle" hasCustomPrompt="1"/>
          </p:nvPr>
        </p:nvSpPr>
        <p:spPr>
          <a:xfrm>
            <a:off x="509006" y="2062585"/>
            <a:ext cx="9817100" cy="571383"/>
          </a:xfrm>
          <a:prstGeom prst="rect">
            <a:avLst/>
          </a:prstGeom>
        </p:spPr>
        <p:txBody>
          <a:bodyPr anchor="t" anchorCtr="0"/>
          <a:lstStyle>
            <a:lvl1pPr algn="l">
              <a:defRPr sz="3600" b="1"/>
            </a:lvl1pPr>
          </a:lstStyle>
          <a:p>
            <a:r>
              <a:rPr lang="en-US" dirty="0"/>
              <a:t>Contents</a:t>
            </a:r>
          </a:p>
        </p:txBody>
      </p:sp>
      <p:sp>
        <p:nvSpPr>
          <p:cNvPr id="3" name="Subtitle 2">
            <a:extLst>
              <a:ext uri="{FF2B5EF4-FFF2-40B4-BE49-F238E27FC236}">
                <a16:creationId xmlns:a16="http://schemas.microsoft.com/office/drawing/2014/main" id="{62141CA8-9D35-9048-B603-7EC88E021F69}"/>
              </a:ext>
            </a:extLst>
          </p:cNvPr>
          <p:cNvSpPr>
            <a:spLocks noGrp="1"/>
          </p:cNvSpPr>
          <p:nvPr>
            <p:ph type="subTitle" idx="1"/>
          </p:nvPr>
        </p:nvSpPr>
        <p:spPr>
          <a:xfrm>
            <a:off x="509006" y="3119404"/>
            <a:ext cx="7578970" cy="3329354"/>
          </a:xfrm>
          <a:prstGeom prst="rect">
            <a:avLst/>
          </a:prstGeom>
        </p:spPr>
        <p:txBody>
          <a:bodyPr anchor="t" anchorCtr="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4" name="Straight Connector 3">
            <a:extLst>
              <a:ext uri="{FF2B5EF4-FFF2-40B4-BE49-F238E27FC236}">
                <a16:creationId xmlns:a16="http://schemas.microsoft.com/office/drawing/2014/main" id="{AF7D6CF0-400C-7E47-B7B5-20F786CBD014}"/>
              </a:ext>
            </a:extLst>
          </p:cNvPr>
          <p:cNvCxnSpPr/>
          <p:nvPr userDrawn="1"/>
        </p:nvCxnSpPr>
        <p:spPr>
          <a:xfrm flipV="1">
            <a:off x="592138" y="2637555"/>
            <a:ext cx="9817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2841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39" Type="http://schemas.openxmlformats.org/officeDocument/2006/relationships/slideLayout" Target="../slideLayouts/slideLayout42.xml"/><Relationship Id="rId3" Type="http://schemas.openxmlformats.org/officeDocument/2006/relationships/slideLayout" Target="../slideLayouts/slideLayout6.xml"/><Relationship Id="rId21" Type="http://schemas.openxmlformats.org/officeDocument/2006/relationships/slideLayout" Target="../slideLayouts/slideLayout24.xml"/><Relationship Id="rId34" Type="http://schemas.openxmlformats.org/officeDocument/2006/relationships/slideLayout" Target="../slideLayouts/slideLayout37.xml"/><Relationship Id="rId42" Type="http://schemas.openxmlformats.org/officeDocument/2006/relationships/slideLayout" Target="../slideLayouts/slideLayout45.xml"/><Relationship Id="rId47" Type="http://schemas.openxmlformats.org/officeDocument/2006/relationships/slideLayout" Target="../slideLayouts/slideLayout50.xml"/><Relationship Id="rId50" Type="http://schemas.openxmlformats.org/officeDocument/2006/relationships/slideLayout" Target="../slideLayouts/slideLayout53.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33" Type="http://schemas.openxmlformats.org/officeDocument/2006/relationships/slideLayout" Target="../slideLayouts/slideLayout36.xml"/><Relationship Id="rId38" Type="http://schemas.openxmlformats.org/officeDocument/2006/relationships/slideLayout" Target="../slideLayouts/slideLayout41.xml"/><Relationship Id="rId46" Type="http://schemas.openxmlformats.org/officeDocument/2006/relationships/slideLayout" Target="../slideLayouts/slideLayout49.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29" Type="http://schemas.openxmlformats.org/officeDocument/2006/relationships/slideLayout" Target="../slideLayouts/slideLayout32.xml"/><Relationship Id="rId41" Type="http://schemas.openxmlformats.org/officeDocument/2006/relationships/slideLayout" Target="../slideLayouts/slideLayout44.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32" Type="http://schemas.openxmlformats.org/officeDocument/2006/relationships/slideLayout" Target="../slideLayouts/slideLayout35.xml"/><Relationship Id="rId37" Type="http://schemas.openxmlformats.org/officeDocument/2006/relationships/slideLayout" Target="../slideLayouts/slideLayout40.xml"/><Relationship Id="rId40" Type="http://schemas.openxmlformats.org/officeDocument/2006/relationships/slideLayout" Target="../slideLayouts/slideLayout43.xml"/><Relationship Id="rId45" Type="http://schemas.openxmlformats.org/officeDocument/2006/relationships/slideLayout" Target="../slideLayouts/slideLayout48.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slideLayout" Target="../slideLayouts/slideLayout31.xml"/><Relationship Id="rId36" Type="http://schemas.openxmlformats.org/officeDocument/2006/relationships/slideLayout" Target="../slideLayouts/slideLayout39.xml"/><Relationship Id="rId49" Type="http://schemas.openxmlformats.org/officeDocument/2006/relationships/slideLayout" Target="../slideLayouts/slideLayout52.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31" Type="http://schemas.openxmlformats.org/officeDocument/2006/relationships/slideLayout" Target="../slideLayouts/slideLayout34.xml"/><Relationship Id="rId44" Type="http://schemas.openxmlformats.org/officeDocument/2006/relationships/slideLayout" Target="../slideLayouts/slideLayout47.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slideLayout" Target="../slideLayouts/slideLayout33.xml"/><Relationship Id="rId35" Type="http://schemas.openxmlformats.org/officeDocument/2006/relationships/slideLayout" Target="../slideLayouts/slideLayout38.xml"/><Relationship Id="rId43" Type="http://schemas.openxmlformats.org/officeDocument/2006/relationships/slideLayout" Target="../slideLayouts/slideLayout46.xml"/><Relationship Id="rId48" Type="http://schemas.openxmlformats.org/officeDocument/2006/relationships/slideLayout" Target="../slideLayouts/slideLayout51.xml"/><Relationship Id="rId8" Type="http://schemas.openxmlformats.org/officeDocument/2006/relationships/slideLayout" Target="../slideLayouts/slideLayout11.xml"/><Relationship Id="rId5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56.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5" Type="http://schemas.openxmlformats.org/officeDocument/2006/relationships/slideLayout" Target="../slideLayouts/slideLayout58.xml"/><Relationship Id="rId4" Type="http://schemas.openxmlformats.org/officeDocument/2006/relationships/slideLayout" Target="../slideLayouts/slideLayout57.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r>
              <a:rPr lang="en-US" dirty="0"/>
              <a:t>© 2024 GE VERNOVA and/or its affiliates. All rights reserved.</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47566338"/>
      </p:ext>
    </p:extLst>
  </p:cSld>
  <p:clrMap bg1="lt1" tx1="dk1" bg2="lt2" tx2="dk2" accent1="accent1" accent2="accent2" accent3="accent3" accent4="accent4" accent5="accent5" accent6="accent6" hlink="hlink" folHlink="folHlink"/>
  <p:sldLayoutIdLst>
    <p:sldLayoutId id="2147484113" r:id="rId1"/>
    <p:sldLayoutId id="2147484117" r:id="rId2"/>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8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System Font Regular"/>
        <a:buChar char="–"/>
        <a:defRPr sz="18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System Font Regular"/>
        <a:buChar char="–"/>
        <a:defRPr sz="18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System Font Regular"/>
        <a:buChar char="–"/>
        <a:defRPr sz="18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pos="7416">
          <p15:clr>
            <a:srgbClr val="F26B43"/>
          </p15:clr>
        </p15:guide>
        <p15:guide id="4" orient="horz" pos="45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299" y="242082"/>
            <a:ext cx="11214937" cy="689572"/>
          </a:xfrm>
          <a:prstGeom prst="rect">
            <a:avLst/>
          </a:prstGeom>
        </p:spPr>
        <p:txBody>
          <a:bodyPr vert="horz" lIns="0" tIns="0" rIns="0" bIns="0" rtlCol="0" anchor="ctr" anchorCtr="0">
            <a:noAutofit/>
          </a:bodyPr>
          <a:lstStyle/>
          <a:p>
            <a:r>
              <a:rPr lang="en-US"/>
              <a:t>Click to edit Master title style</a:t>
            </a:r>
            <a:endParaRPr lang="en-CA" dirty="0"/>
          </a:p>
        </p:txBody>
      </p:sp>
      <p:sp>
        <p:nvSpPr>
          <p:cNvPr id="3" name="Text Placeholder 2"/>
          <p:cNvSpPr>
            <a:spLocks noGrp="1"/>
          </p:cNvSpPr>
          <p:nvPr>
            <p:ph type="body" idx="1"/>
          </p:nvPr>
        </p:nvSpPr>
        <p:spPr>
          <a:xfrm>
            <a:off x="495299" y="1595887"/>
            <a:ext cx="11201402" cy="4500114"/>
          </a:xfrm>
          <a:prstGeom prst="rect">
            <a:avLst/>
          </a:prstGeom>
        </p:spPr>
        <p:txBody>
          <a:bodyPr vert="horz" lIns="91440" tIns="45720" rIns="91440" bIns="45720" rtlCol="0">
            <a:normAutofit/>
          </a:bodyPr>
          <a:lstStyle/>
          <a:p>
            <a:pPr lvl="0"/>
            <a:r>
              <a:rPr lang="en-US" dirty="0"/>
              <a:t>Click to edit Master text styles</a:t>
            </a:r>
          </a:p>
        </p:txBody>
      </p:sp>
      <p:sp>
        <p:nvSpPr>
          <p:cNvPr id="6" name="TextBox 5">
            <a:extLst>
              <a:ext uri="{FF2B5EF4-FFF2-40B4-BE49-F238E27FC236}">
                <a16:creationId xmlns:a16="http://schemas.microsoft.com/office/drawing/2014/main" id="{834F2FC3-D9CB-4E22-B73B-B333CDD1CFB2}"/>
              </a:ext>
            </a:extLst>
          </p:cNvPr>
          <p:cNvSpPr txBox="1"/>
          <p:nvPr userDrawn="1"/>
        </p:nvSpPr>
        <p:spPr>
          <a:xfrm>
            <a:off x="148693" y="6690111"/>
            <a:ext cx="4166205" cy="123111"/>
          </a:xfrm>
          <a:prstGeom prst="rect">
            <a:avLst/>
          </a:prstGeom>
          <a:noFill/>
        </p:spPr>
        <p:txBody>
          <a:bodyPr wrap="none" lIns="0" tIns="0" rIns="0" bIns="0" rtlCol="0">
            <a:spAutoFit/>
          </a:bodyPr>
          <a:lstStyle/>
          <a:p>
            <a:r>
              <a:rPr lang="en-US" sz="800" dirty="0">
                <a:latin typeface="Montserrat" panose="00000500000000000000" pitchFamily="2" charset="0"/>
              </a:rPr>
              <a:t>Confidential.  Not to be copied, distributed, or reproduced without prior approval.</a:t>
            </a:r>
          </a:p>
        </p:txBody>
      </p:sp>
    </p:spTree>
    <p:extLst>
      <p:ext uri="{BB962C8B-B14F-4D97-AF65-F5344CB8AC3E}">
        <p14:creationId xmlns:p14="http://schemas.microsoft.com/office/powerpoint/2010/main" val="1176769782"/>
      </p:ext>
    </p:extLst>
  </p:cSld>
  <p:clrMap bg1="lt1" tx1="dk1" bg2="lt2" tx2="dk2" accent1="accent1" accent2="accent2" accent3="accent3" accent4="accent4" accent5="accent5" accent6="accent6" hlink="hlink" folHlink="folHlink"/>
  <p:sldLayoutIdLst>
    <p:sldLayoutId id="2147483782" r:id="rId1"/>
  </p:sldLayoutIdLst>
  <p:transition spd="slow">
    <p:push dir="u"/>
  </p:transition>
  <p:hf hdr="0"/>
  <p:txStyles>
    <p:titleStyle>
      <a:lvl1pPr algn="l" defTabSz="914400" rtl="0" eaLnBrk="1" latinLnBrk="0" hangingPunct="1">
        <a:lnSpc>
          <a:spcPct val="100000"/>
        </a:lnSpc>
        <a:spcBef>
          <a:spcPct val="0"/>
        </a:spcBef>
        <a:buNone/>
        <a:defRPr sz="3200" kern="1200" spc="0">
          <a:solidFill>
            <a:schemeClr val="tx2"/>
          </a:solidFill>
          <a:latin typeface="Montserrat Light" panose="00000400000000000000" pitchFamily="2" charset="0"/>
          <a:ea typeface="Montserrat Light" panose="00000400000000000000" pitchFamily="2" charset="0"/>
          <a:cs typeface="Montserrat Light" panose="00000400000000000000" pitchFamily="2" charset="0"/>
        </a:defRPr>
      </a:lvl1pPr>
    </p:titleStyle>
    <p:bodyStyle>
      <a:lvl1pPr marL="155448" indent="-155448" algn="l" defTabSz="914400" rtl="0" eaLnBrk="1" latinLnBrk="0" hangingPunct="1">
        <a:lnSpc>
          <a:spcPct val="90000"/>
        </a:lnSpc>
        <a:spcBef>
          <a:spcPts val="800"/>
        </a:spcBef>
        <a:spcAft>
          <a:spcPts val="300"/>
        </a:spcAft>
        <a:buClrTx/>
        <a:buFont typeface="Arial" panose="020B0604020202020204" pitchFamily="34" charset="0"/>
        <a:buChar char="•"/>
        <a:defRPr sz="2000" b="0" i="0" kern="1200">
          <a:solidFill>
            <a:schemeClr val="tx1"/>
          </a:solidFill>
          <a:latin typeface="Montserrat Light" panose="00000400000000000000" pitchFamily="2" charset="0"/>
          <a:ea typeface="Montserrat Light" panose="00000400000000000000" pitchFamily="2" charset="0"/>
          <a:cs typeface="Montserrat Light" panose="00000400000000000000" pitchFamily="2" charset="0"/>
        </a:defRPr>
      </a:lvl1pPr>
      <a:lvl2pPr marL="155448" indent="0" algn="l" defTabSz="914400" rtl="0" eaLnBrk="1" latinLnBrk="0" hangingPunct="1">
        <a:lnSpc>
          <a:spcPct val="90000"/>
        </a:lnSpc>
        <a:spcBef>
          <a:spcPts val="0"/>
        </a:spcBef>
        <a:buClr>
          <a:schemeClr val="accent1"/>
        </a:buClr>
        <a:buFontTx/>
        <a:buNone/>
        <a:defRPr sz="1800" b="0" i="0" kern="1200">
          <a:solidFill>
            <a:schemeClr val="tx1"/>
          </a:solidFill>
          <a:latin typeface="Montserrat Light" panose="00000400000000000000" pitchFamily="2" charset="0"/>
          <a:ea typeface="Montserrat Light" panose="00000400000000000000" pitchFamily="2" charset="0"/>
          <a:cs typeface="Montserrat Light" panose="00000400000000000000" pitchFamily="2" charset="0"/>
        </a:defRPr>
      </a:lvl2pPr>
      <a:lvl3pPr marL="155448" indent="-155448" algn="l" defTabSz="914400" rtl="0" eaLnBrk="1" latinLnBrk="0" hangingPunct="1">
        <a:lnSpc>
          <a:spcPct val="90000"/>
        </a:lnSpc>
        <a:spcBef>
          <a:spcPts val="1100"/>
        </a:spcBef>
        <a:spcAft>
          <a:spcPts val="300"/>
        </a:spcAft>
        <a:buClrTx/>
        <a:buSzPct val="91000"/>
        <a:buFont typeface="Arial" charset="0"/>
        <a:buChar char="•"/>
        <a:defRPr lang="en-US" sz="1600" b="0" i="0" kern="1200" dirty="0">
          <a:solidFill>
            <a:schemeClr val="tx1"/>
          </a:solidFill>
          <a:latin typeface="Montserrat Light" panose="00000400000000000000" pitchFamily="2" charset="0"/>
          <a:ea typeface="Montserrat Light" panose="00000400000000000000" pitchFamily="2" charset="0"/>
          <a:cs typeface="Montserrat Light" panose="00000400000000000000" pitchFamily="2" charset="0"/>
        </a:defRPr>
      </a:lvl3pPr>
      <a:lvl4pPr marL="155448" indent="0" algn="l" defTabSz="914400" rtl="0" eaLnBrk="1" latinLnBrk="0" hangingPunct="1">
        <a:lnSpc>
          <a:spcPct val="90000"/>
        </a:lnSpc>
        <a:spcBef>
          <a:spcPts val="0"/>
        </a:spcBef>
        <a:buClr>
          <a:schemeClr val="accent1"/>
        </a:buClr>
        <a:buFontTx/>
        <a:buNone/>
        <a:defRPr sz="1400" b="0" i="0" kern="1200">
          <a:solidFill>
            <a:schemeClr val="tx1"/>
          </a:solidFill>
          <a:latin typeface="Montserrat Light" panose="00000400000000000000" pitchFamily="2" charset="0"/>
          <a:ea typeface="Montserrat Light" panose="00000400000000000000" pitchFamily="2" charset="0"/>
          <a:cs typeface="Montserrat Light" panose="00000400000000000000" pitchFamily="2" charset="0"/>
        </a:defRPr>
      </a:lvl4pPr>
      <a:lvl5pPr marL="155448" indent="-155448" algn="l" defTabSz="914400" rtl="0" eaLnBrk="1" latinLnBrk="0" hangingPunct="1">
        <a:lnSpc>
          <a:spcPct val="99000"/>
        </a:lnSpc>
        <a:spcBef>
          <a:spcPts val="900"/>
        </a:spcBef>
        <a:buClr>
          <a:schemeClr val="accent5"/>
        </a:buClr>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p:bodyStyle>
    <p:otherStyle>
      <a:defPPr>
        <a:defRPr lang="en-US"/>
      </a:defPPr>
      <a:lvl1pPr marL="0" algn="l" defTabSz="914400" rtl="0" eaLnBrk="1" latinLnBrk="0" hangingPunct="1">
        <a:lnSpc>
          <a:spcPct val="99000"/>
        </a:lnSpc>
        <a:defRPr sz="1400" kern="1200">
          <a:solidFill>
            <a:schemeClr val="accent2"/>
          </a:solidFill>
          <a:latin typeface="+mn-lt"/>
          <a:ea typeface="+mn-ea"/>
          <a:cs typeface="+mn-cs"/>
        </a:defRPr>
      </a:lvl1pPr>
      <a:lvl2pPr marL="0" algn="l" defTabSz="914400" rtl="0" eaLnBrk="1" latinLnBrk="0" hangingPunct="1">
        <a:lnSpc>
          <a:spcPct val="99000"/>
        </a:lnSpc>
        <a:spcBef>
          <a:spcPts val="900"/>
        </a:spcBef>
        <a:defRPr sz="1400" b="1" kern="1200">
          <a:solidFill>
            <a:schemeClr val="accent2"/>
          </a:solidFill>
          <a:latin typeface="+mn-lt"/>
          <a:ea typeface="+mn-ea"/>
          <a:cs typeface="+mn-cs"/>
        </a:defRPr>
      </a:lvl2pPr>
      <a:lvl3pPr marL="155448" indent="-155448" algn="l" defTabSz="914400" rtl="0" eaLnBrk="1" latinLnBrk="0" hangingPunct="1">
        <a:lnSpc>
          <a:spcPct val="99000"/>
        </a:lnSpc>
        <a:buSzPct val="91000"/>
        <a:buFont typeface="Arial" panose="020B0604020202020204" pitchFamily="34" charset="0"/>
        <a:buChar char="•"/>
        <a:defRPr sz="1400" kern="1200">
          <a:solidFill>
            <a:schemeClr val="accent2"/>
          </a:solidFill>
          <a:latin typeface="+mn-lt"/>
          <a:ea typeface="+mn-ea"/>
          <a:cs typeface="+mn-cs"/>
        </a:defRPr>
      </a:lvl3pPr>
      <a:lvl4pPr marL="155448" indent="-155448" algn="l" defTabSz="914400" rtl="0" eaLnBrk="1" latinLnBrk="0" hangingPunct="1">
        <a:lnSpc>
          <a:spcPct val="99000"/>
        </a:lnSpc>
        <a:spcBef>
          <a:spcPts val="900"/>
        </a:spcBef>
        <a:buSzPct val="91000"/>
        <a:buFont typeface="Arial" panose="020B0604020202020204" pitchFamily="34" charset="0"/>
        <a:buChar char="•"/>
        <a:defRPr sz="1400" b="1" kern="1200">
          <a:solidFill>
            <a:schemeClr val="accent2"/>
          </a:solidFill>
          <a:latin typeface="+mn-lt"/>
          <a:ea typeface="+mn-ea"/>
          <a:cs typeface="+mn-cs"/>
        </a:defRPr>
      </a:lvl4pPr>
      <a:lvl5pPr marL="155448" algn="l" defTabSz="914400" rtl="0" eaLnBrk="1" latinLnBrk="0" hangingPunct="1">
        <a:lnSpc>
          <a:spcPct val="99000"/>
        </a:lnSpc>
        <a:defRPr sz="1400" kern="1200">
          <a:solidFill>
            <a:schemeClr val="accent2"/>
          </a:solidFill>
          <a:latin typeface="+mn-lt"/>
          <a:ea typeface="+mn-ea"/>
          <a:cs typeface="+mn-cs"/>
        </a:defRPr>
      </a:lvl5pPr>
      <a:lvl6pPr marL="0" algn="l" defTabSz="914400" rtl="0" eaLnBrk="1" latinLnBrk="0" hangingPunct="1">
        <a:lnSpc>
          <a:spcPct val="99000"/>
        </a:lnSpc>
        <a:defRPr sz="1400" kern="1200">
          <a:solidFill>
            <a:schemeClr val="accent2"/>
          </a:solidFill>
          <a:latin typeface="+mn-lt"/>
          <a:ea typeface="+mn-ea"/>
          <a:cs typeface="+mn-cs"/>
        </a:defRPr>
      </a:lvl6pPr>
      <a:lvl7pPr marL="0" algn="l" defTabSz="914400" rtl="0" eaLnBrk="1" latinLnBrk="0" hangingPunct="1">
        <a:lnSpc>
          <a:spcPct val="99000"/>
        </a:lnSpc>
        <a:defRPr sz="1400" kern="1200">
          <a:solidFill>
            <a:schemeClr val="accent2"/>
          </a:solidFill>
          <a:latin typeface="+mn-lt"/>
          <a:ea typeface="+mn-ea"/>
          <a:cs typeface="+mn-cs"/>
        </a:defRPr>
      </a:lvl7pPr>
      <a:lvl8pPr marL="0" algn="l" defTabSz="914400" rtl="0" eaLnBrk="1" latinLnBrk="0" hangingPunct="1">
        <a:lnSpc>
          <a:spcPct val="99000"/>
        </a:lnSpc>
        <a:defRPr sz="1400" kern="1200">
          <a:solidFill>
            <a:schemeClr val="accent2"/>
          </a:solidFill>
          <a:latin typeface="+mn-lt"/>
          <a:ea typeface="+mn-ea"/>
          <a:cs typeface="+mn-cs"/>
        </a:defRPr>
      </a:lvl8pPr>
      <a:lvl9pPr marL="0" algn="l" defTabSz="914400" rtl="0" eaLnBrk="1" latinLnBrk="0" hangingPunct="1">
        <a:lnSpc>
          <a:spcPct val="99000"/>
        </a:lnSpc>
        <a:defRPr sz="1400" kern="1200">
          <a:solidFill>
            <a:schemeClr val="accent2"/>
          </a:solidFill>
          <a:latin typeface="+mn-lt"/>
          <a:ea typeface="+mn-ea"/>
          <a:cs typeface="+mn-cs"/>
        </a:defRPr>
      </a:lvl9pPr>
    </p:otherStyle>
  </p:txStyles>
  <p:extLst>
    <p:ext uri="{27BBF7A9-308A-43DC-89C8-2F10F3537804}">
      <p15:sldGuideLst xmlns:p15="http://schemas.microsoft.com/office/powerpoint/2012/main">
        <p15:guide id="1" orient="horz" pos="3840" userDrawn="1">
          <p15:clr>
            <a:srgbClr val="F26B43"/>
          </p15:clr>
        </p15:guide>
        <p15:guide id="3" pos="312" userDrawn="1">
          <p15:clr>
            <a:srgbClr val="F26B43"/>
          </p15:clr>
        </p15:guide>
        <p15:guide id="4" pos="7368" userDrawn="1">
          <p15:clr>
            <a:srgbClr val="F26B43"/>
          </p15:clr>
        </p15:guide>
        <p15:guide id="7" orient="horz" pos="2160" userDrawn="1">
          <p15:clr>
            <a:srgbClr val="F26B43"/>
          </p15:clr>
        </p15:guide>
        <p15:guide id="8" pos="3840" userDrawn="1">
          <p15:clr>
            <a:srgbClr val="F26B43"/>
          </p15:clr>
        </p15:guide>
        <p15:guide id="9" orient="horz" pos="480" userDrawn="1">
          <p15:clr>
            <a:srgbClr val="F26B43"/>
          </p15:clr>
        </p15:guide>
        <p15:guide id="10" orient="horz" pos="410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392852"/>
            <a:ext cx="10248900" cy="307986"/>
          </a:xfrm>
          <a:prstGeom prst="rect">
            <a:avLst/>
          </a:prstGeom>
        </p:spPr>
        <p:txBody>
          <a:bodyPr vert="horz" lIns="0" tIns="0" rIns="0" bIns="0" rtlCol="0" anchor="t" anchorCtr="0"/>
          <a:lstStyle>
            <a:lvl1pPr algn="l">
              <a:defRPr sz="700">
                <a:solidFill>
                  <a:srgbClr val="212121"/>
                </a:solidFill>
                <a:latin typeface="Inter" panose="02000503000000020004" pitchFamily="2" charset="0"/>
              </a:defRPr>
            </a:lvl1pPr>
          </a:lstStyle>
          <a:p>
            <a:pPr defTabSz="914144"/>
            <a:r>
              <a:rPr lang="en-US">
                <a:ea typeface="Inter" panose="02000503000000020004" pitchFamily="2" charset="0"/>
              </a:rPr>
              <a:t>© 2025 GE Vernova and/or its affiliates. All rights reserved.</a:t>
            </a:r>
          </a:p>
          <a:p>
            <a:pPr defTabSz="914144"/>
            <a:r>
              <a:rPr lang="en-US"/>
              <a:t>GE and the GE Monogram are trademarks of </a:t>
            </a:r>
            <a:br>
              <a:rPr lang="en-US"/>
            </a:br>
            <a:r>
              <a:rPr lang="en-US"/>
              <a:t>General Electric Company used under trademark license.</a:t>
            </a:r>
            <a:endParaRPr lang="en-US" dirty="0"/>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7"/>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2"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50"/>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84408021"/>
      </p:ext>
    </p:extLst>
  </p:cSld>
  <p:clrMap bg1="lt1" tx1="dk1" bg2="lt2" tx2="dk2" accent1="accent1" accent2="accent2" accent3="accent3" accent4="accent4" accent5="accent5" accent6="accent6" hlink="hlink" folHlink="folHlink"/>
  <p:sldLayoutIdLst>
    <p:sldLayoutId id="2147484619" r:id="rId1"/>
    <p:sldLayoutId id="2147484620" r:id="rId2"/>
    <p:sldLayoutId id="2147484621" r:id="rId3"/>
    <p:sldLayoutId id="2147484622" r:id="rId4"/>
    <p:sldLayoutId id="2147484623" r:id="rId5"/>
    <p:sldLayoutId id="2147484624" r:id="rId6"/>
    <p:sldLayoutId id="2147484625" r:id="rId7"/>
    <p:sldLayoutId id="2147484626" r:id="rId8"/>
    <p:sldLayoutId id="2147484627" r:id="rId9"/>
    <p:sldLayoutId id="2147484628" r:id="rId10"/>
    <p:sldLayoutId id="2147484629" r:id="rId11"/>
    <p:sldLayoutId id="2147484630" r:id="rId12"/>
    <p:sldLayoutId id="2147484631" r:id="rId13"/>
    <p:sldLayoutId id="2147484632" r:id="rId14"/>
    <p:sldLayoutId id="2147484633" r:id="rId15"/>
    <p:sldLayoutId id="2147484634" r:id="rId16"/>
    <p:sldLayoutId id="2147484635" r:id="rId17"/>
    <p:sldLayoutId id="2147484636" r:id="rId18"/>
    <p:sldLayoutId id="2147484637" r:id="rId19"/>
    <p:sldLayoutId id="2147484638" r:id="rId20"/>
    <p:sldLayoutId id="2147484639" r:id="rId21"/>
    <p:sldLayoutId id="2147484640" r:id="rId22"/>
    <p:sldLayoutId id="2147484641" r:id="rId23"/>
    <p:sldLayoutId id="2147484642" r:id="rId24"/>
    <p:sldLayoutId id="2147484643" r:id="rId25"/>
    <p:sldLayoutId id="2147484644" r:id="rId26"/>
    <p:sldLayoutId id="2147484645" r:id="rId27"/>
    <p:sldLayoutId id="2147484646" r:id="rId28"/>
    <p:sldLayoutId id="2147484647" r:id="rId29"/>
    <p:sldLayoutId id="2147484648" r:id="rId30"/>
    <p:sldLayoutId id="2147484649" r:id="rId31"/>
    <p:sldLayoutId id="2147484650" r:id="rId32"/>
    <p:sldLayoutId id="2147484651" r:id="rId33"/>
    <p:sldLayoutId id="2147484652" r:id="rId34"/>
    <p:sldLayoutId id="2147484653" r:id="rId35"/>
    <p:sldLayoutId id="2147484654" r:id="rId36"/>
    <p:sldLayoutId id="2147484655" r:id="rId37"/>
    <p:sldLayoutId id="2147484656" r:id="rId38"/>
    <p:sldLayoutId id="2147484657" r:id="rId39"/>
    <p:sldLayoutId id="2147484658" r:id="rId40"/>
    <p:sldLayoutId id="2147484659" r:id="rId41"/>
    <p:sldLayoutId id="2147484660" r:id="rId42"/>
    <p:sldLayoutId id="2147484661" r:id="rId43"/>
    <p:sldLayoutId id="2147484662" r:id="rId44"/>
    <p:sldLayoutId id="2147484663" r:id="rId45"/>
    <p:sldLayoutId id="2147484664" r:id="rId46"/>
    <p:sldLayoutId id="2147484665" r:id="rId47"/>
    <p:sldLayoutId id="2147484666" r:id="rId48"/>
    <p:sldLayoutId id="2147484671" r:id="rId49"/>
    <p:sldLayoutId id="2147484693" r:id="rId50"/>
  </p:sldLayoutIdLst>
  <p:hf hdr="0" dt="0"/>
  <p:txStyles>
    <p:titleStyle>
      <a:lvl1pPr algn="l" defTabSz="914418"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18"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3" indent="-171453" algn="l" defTabSz="914418"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7" indent="-182884" algn="l" defTabSz="914418"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51" indent="-182884" algn="l" defTabSz="914418"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35" indent="-182884" algn="l" defTabSz="914418"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18"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4" algn="l" defTabSz="914418"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7" indent="-182884" algn="l" defTabSz="914418"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18"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18" rtl="0" eaLnBrk="1" latinLnBrk="0" hangingPunct="1">
        <a:defRPr sz="1800" kern="1200">
          <a:solidFill>
            <a:schemeClr val="tx1"/>
          </a:solidFill>
          <a:latin typeface="+mn-lt"/>
          <a:ea typeface="+mn-ea"/>
          <a:cs typeface="+mn-cs"/>
        </a:defRPr>
      </a:lvl1pPr>
      <a:lvl2pPr marL="457209" algn="l" defTabSz="914418" rtl="0" eaLnBrk="1" latinLnBrk="0" hangingPunct="1">
        <a:defRPr sz="1800" kern="1200">
          <a:solidFill>
            <a:schemeClr val="tx1"/>
          </a:solidFill>
          <a:latin typeface="+mn-lt"/>
          <a:ea typeface="+mn-ea"/>
          <a:cs typeface="+mn-cs"/>
        </a:defRPr>
      </a:lvl2pPr>
      <a:lvl3pPr marL="914418" algn="l" defTabSz="914418" rtl="0" eaLnBrk="1" latinLnBrk="0" hangingPunct="1">
        <a:defRPr sz="1800" kern="1200">
          <a:solidFill>
            <a:schemeClr val="tx1"/>
          </a:solidFill>
          <a:latin typeface="+mn-lt"/>
          <a:ea typeface="+mn-ea"/>
          <a:cs typeface="+mn-cs"/>
        </a:defRPr>
      </a:lvl3pPr>
      <a:lvl4pPr marL="1371627" algn="l" defTabSz="914418" rtl="0" eaLnBrk="1" latinLnBrk="0" hangingPunct="1">
        <a:defRPr sz="1800" kern="1200">
          <a:solidFill>
            <a:schemeClr val="tx1"/>
          </a:solidFill>
          <a:latin typeface="+mn-lt"/>
          <a:ea typeface="+mn-ea"/>
          <a:cs typeface="+mn-cs"/>
        </a:defRPr>
      </a:lvl4pPr>
      <a:lvl5pPr marL="1828837" algn="l" defTabSz="914418" rtl="0" eaLnBrk="1" latinLnBrk="0" hangingPunct="1">
        <a:defRPr sz="1800" kern="1200">
          <a:solidFill>
            <a:schemeClr val="tx1"/>
          </a:solidFill>
          <a:latin typeface="+mn-lt"/>
          <a:ea typeface="+mn-ea"/>
          <a:cs typeface="+mn-cs"/>
        </a:defRPr>
      </a:lvl5pPr>
      <a:lvl6pPr marL="2286046" algn="l" defTabSz="914418" rtl="0" eaLnBrk="1" latinLnBrk="0" hangingPunct="1">
        <a:defRPr sz="1800" kern="1200">
          <a:solidFill>
            <a:schemeClr val="tx1"/>
          </a:solidFill>
          <a:latin typeface="+mn-lt"/>
          <a:ea typeface="+mn-ea"/>
          <a:cs typeface="+mn-cs"/>
        </a:defRPr>
      </a:lvl6pPr>
      <a:lvl7pPr marL="2743255" algn="l" defTabSz="914418" rtl="0" eaLnBrk="1" latinLnBrk="0" hangingPunct="1">
        <a:defRPr sz="1800" kern="1200">
          <a:solidFill>
            <a:schemeClr val="tx1"/>
          </a:solidFill>
          <a:latin typeface="+mn-lt"/>
          <a:ea typeface="+mn-ea"/>
          <a:cs typeface="+mn-cs"/>
        </a:defRPr>
      </a:lvl7pPr>
      <a:lvl8pPr marL="3200464" algn="l" defTabSz="914418" rtl="0" eaLnBrk="1" latinLnBrk="0" hangingPunct="1">
        <a:defRPr sz="1800" kern="1200">
          <a:solidFill>
            <a:schemeClr val="tx1"/>
          </a:solidFill>
          <a:latin typeface="+mn-lt"/>
          <a:ea typeface="+mn-ea"/>
          <a:cs typeface="+mn-cs"/>
        </a:defRPr>
      </a:lvl8pPr>
      <a:lvl9pPr marL="3657673" algn="l" defTabSz="9144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9">
          <p15:clr>
            <a:srgbClr val="F26B43"/>
          </p15:clr>
        </p15:guide>
        <p15:guide id="2" pos="1109">
          <p15:clr>
            <a:srgbClr val="F26B43"/>
          </p15:clr>
        </p15:guide>
        <p15:guide id="3" pos="31147">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5933785"/>
      </p:ext>
    </p:extLst>
  </p:cSld>
  <p:clrMap bg1="lt1" tx1="dk1" bg2="lt2" tx2="dk2" accent1="accent1" accent2="accent2" accent3="accent3" accent4="accent4" accent5="accent5" accent6="accent6" hlink="hlink" folHlink="folHlink"/>
  <p:sldLayoutIdLst>
    <p:sldLayoutId id="2147484750" r:id="rId1"/>
    <p:sldLayoutId id="2147484751" r:id="rId2"/>
    <p:sldLayoutId id="2147484752" r:id="rId3"/>
    <p:sldLayoutId id="2147484753" r:id="rId4"/>
    <p:sldLayoutId id="2147484754" r:id="rId5"/>
    <p:sldLayoutId id="2147484755" r:id="rId6"/>
    <p:sldLayoutId id="2147484756" r:id="rId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BF54-C7EA-9191-54C0-89658D77DB2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AD2F7DE-4FC8-B6B0-A79B-A8EE4D989BA9}"/>
              </a:ext>
            </a:extLst>
          </p:cNvPr>
          <p:cNvSpPr>
            <a:spLocks noGrp="1"/>
          </p:cNvSpPr>
          <p:nvPr>
            <p:ph type="sldNum" sz="quarter" idx="12"/>
          </p:nvPr>
        </p:nvSpPr>
        <p:spPr>
          <a:xfrm>
            <a:off x="11222182" y="6492875"/>
            <a:ext cx="550718" cy="365125"/>
          </a:xfrm>
        </p:spPr>
        <p:txBody>
          <a:bodyPr/>
          <a:lstStyle/>
          <a:p>
            <a:fld id="{7A7A97EF-C944-4447-B862-B593E9B4A0FF}" type="slidenum">
              <a:rPr lang="en-US" smtClean="0"/>
              <a:pPr/>
              <a:t>1</a:t>
            </a:fld>
            <a:endParaRPr lang="en-US" dirty="0"/>
          </a:p>
        </p:txBody>
      </p:sp>
      <p:sp>
        <p:nvSpPr>
          <p:cNvPr id="5" name="Title 4">
            <a:extLst>
              <a:ext uri="{FF2B5EF4-FFF2-40B4-BE49-F238E27FC236}">
                <a16:creationId xmlns:a16="http://schemas.microsoft.com/office/drawing/2014/main" id="{E09E5353-577F-5AB4-B697-68F69CF10992}"/>
              </a:ext>
            </a:extLst>
          </p:cNvPr>
          <p:cNvSpPr>
            <a:spLocks noGrp="1"/>
          </p:cNvSpPr>
          <p:nvPr>
            <p:ph type="title"/>
          </p:nvPr>
        </p:nvSpPr>
        <p:spPr>
          <a:xfrm>
            <a:off x="427383" y="2378075"/>
            <a:ext cx="8628482" cy="1965325"/>
          </a:xfrm>
        </p:spPr>
        <p:txBody>
          <a:bodyPr/>
          <a:lstStyle/>
          <a:p>
            <a:r>
              <a:rPr lang="en-US" dirty="0"/>
              <a:t>ONE Field services RISK RANKING</a:t>
            </a:r>
            <a:br>
              <a:rPr lang="en-US" dirty="0"/>
            </a:br>
            <a:r>
              <a:rPr lang="en-US" sz="3200" dirty="0"/>
              <a:t>2025 OFS Risk Ranking: Active &amp; Proactive Focus</a:t>
            </a:r>
            <a:br>
              <a:rPr lang="en-US" sz="3200" dirty="0"/>
            </a:br>
            <a:br>
              <a:rPr lang="en-US" sz="3200" dirty="0"/>
            </a:br>
            <a:r>
              <a:rPr lang="en-US" sz="2000" dirty="0"/>
              <a:t>Mohamed Elnagdi : Services EHS </a:t>
            </a:r>
            <a:r>
              <a:rPr lang="en-US" sz="2000" dirty="0" err="1"/>
              <a:t>coe</a:t>
            </a:r>
            <a:r>
              <a:rPr lang="en-US" sz="2000" dirty="0"/>
              <a:t> Risk Manager </a:t>
            </a:r>
            <a:br>
              <a:rPr lang="en-US" dirty="0"/>
            </a:br>
            <a:endParaRPr lang="en-US" dirty="0"/>
          </a:p>
        </p:txBody>
      </p:sp>
      <p:sp>
        <p:nvSpPr>
          <p:cNvPr id="17" name="Footer Placeholder 4">
            <a:extLst>
              <a:ext uri="{FF2B5EF4-FFF2-40B4-BE49-F238E27FC236}">
                <a16:creationId xmlns:a16="http://schemas.microsoft.com/office/drawing/2014/main" id="{13872D94-DAB5-BE11-08A6-E1E94B38C90A}"/>
              </a:ext>
            </a:extLst>
          </p:cNvPr>
          <p:cNvSpPr>
            <a:spLocks noGrp="1"/>
          </p:cNvSpPr>
          <p:nvPr>
            <p:ph type="ftr" sz="quarter" idx="3"/>
          </p:nvPr>
        </p:nvSpPr>
        <p:spPr>
          <a:xfrm>
            <a:off x="419100" y="6492874"/>
            <a:ext cx="10248900" cy="207963"/>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2025 GE Vernova and/or its affiliates. All rights reserved. </a:t>
            </a:r>
          </a:p>
          <a:p>
            <a:r>
              <a:rPr lang="en-US"/>
              <a:t>GE and the GE Monogram are trademarks of General Electric Company used under trademark license.</a:t>
            </a:r>
            <a:endParaRPr lang="en-US" dirty="0"/>
          </a:p>
        </p:txBody>
      </p:sp>
    </p:spTree>
    <p:extLst>
      <p:ext uri="{BB962C8B-B14F-4D97-AF65-F5344CB8AC3E}">
        <p14:creationId xmlns:p14="http://schemas.microsoft.com/office/powerpoint/2010/main" val="466377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15">
            <a:extLst>
              <a:ext uri="{FF2B5EF4-FFF2-40B4-BE49-F238E27FC236}">
                <a16:creationId xmlns:a16="http://schemas.microsoft.com/office/drawing/2014/main" id="{1DDC1C9A-2D5E-61CC-8D37-D3758746096E}"/>
              </a:ext>
            </a:extLst>
          </p:cNvPr>
          <p:cNvSpPr>
            <a:spLocks noGrp="1"/>
          </p:cNvSpPr>
          <p:nvPr>
            <p:ph type="ftr" sz="quarter" idx="11"/>
          </p:nvPr>
        </p:nvSpPr>
        <p:spPr>
          <a:xfrm>
            <a:off x="419100" y="6492875"/>
            <a:ext cx="10248900" cy="244653"/>
          </a:xfrm>
          <a:prstGeom prst="rect">
            <a:avLst/>
          </a:prstGeom>
        </p:spPr>
        <p:txBody>
          <a:bodyPr vert="horz" lIns="0" tIns="0" rIns="0" bIns="0" rtlCol="0" anchor="t" anchorCtr="0">
            <a:normAutofit/>
          </a:bodyPr>
          <a:lstStyle>
            <a:defPPr>
              <a:defRPr lang="en-US"/>
            </a:defPPr>
            <a:lvl1pPr marL="0" algn="l"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a:t>© 2024 GE Vernova and/or its affiliates. All rights reserved.</a:t>
            </a:r>
            <a:endParaRPr lang="en-US" dirty="0"/>
          </a:p>
        </p:txBody>
      </p:sp>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a:xfrm>
            <a:off x="11222182" y="6492875"/>
            <a:ext cx="550718" cy="365125"/>
          </a:xfrm>
        </p:spPr>
        <p:txBody>
          <a:bodyPr anchor="t">
            <a:normAutofit/>
          </a:bodyPr>
          <a:lstStyle/>
          <a:p>
            <a:pPr>
              <a:spcAft>
                <a:spcPts val="600"/>
              </a:spcAft>
            </a:pPr>
            <a:fld id="{7A7A97EF-C944-4447-B862-B593E9B4A0FF}" type="slidenum">
              <a:rPr lang="en-US" smtClean="0"/>
              <a:pPr>
                <a:spcAft>
                  <a:spcPts val="600"/>
                </a:spcAft>
              </a:pPr>
              <a:t>2</a:t>
            </a:fld>
            <a:endParaRPr lang="en-US"/>
          </a:p>
        </p:txBody>
      </p:sp>
      <p:sp>
        <p:nvSpPr>
          <p:cNvPr id="5" name="object 5"/>
          <p:cNvSpPr txBox="1">
            <a:spLocks noGrp="1"/>
          </p:cNvSpPr>
          <p:nvPr>
            <p:ph type="title"/>
          </p:nvPr>
        </p:nvSpPr>
        <p:spPr>
          <a:xfrm>
            <a:off x="419100" y="419101"/>
            <a:ext cx="9777323" cy="457020"/>
          </a:xfrm>
        </p:spPr>
        <p:txBody>
          <a:bodyPr anchor="t">
            <a:normAutofit fontScale="90000"/>
          </a:bodyPr>
          <a:lstStyle/>
          <a:p>
            <a:r>
              <a:rPr lang="en-US" dirty="0"/>
              <a:t>Risk Ranking Process: Data Collection</a:t>
            </a:r>
            <a:br>
              <a:rPr kumimoji="0" lang="en-US" altLang="en-US" i="0" u="none" strike="noStrike" cap="none" normalizeH="0" baseline="0" dirty="0">
                <a:ln>
                  <a:noFill/>
                </a:ln>
                <a:effectLst/>
              </a:rPr>
            </a:br>
            <a:endParaRPr lang="en-US" dirty="0"/>
          </a:p>
        </p:txBody>
      </p:sp>
      <p:pic>
        <p:nvPicPr>
          <p:cNvPr id="23" name="Picture 22">
            <a:extLst>
              <a:ext uri="{FF2B5EF4-FFF2-40B4-BE49-F238E27FC236}">
                <a16:creationId xmlns:a16="http://schemas.microsoft.com/office/drawing/2014/main" id="{B3B25999-1B37-1DCA-3C69-F328878E3A86}"/>
              </a:ext>
            </a:extLst>
          </p:cNvPr>
          <p:cNvPicPr>
            <a:picLocks noChangeAspect="1"/>
          </p:cNvPicPr>
          <p:nvPr/>
        </p:nvPicPr>
        <p:blipFill rotWithShape="1">
          <a:blip r:embed="rId3"/>
          <a:srcRect t="6756" r="-3" b="4140"/>
          <a:stretch/>
        </p:blipFill>
        <p:spPr>
          <a:xfrm>
            <a:off x="6786913" y="1543917"/>
            <a:ext cx="5079432" cy="4525813"/>
          </a:xfrm>
          <a:prstGeom prst="rect">
            <a:avLst/>
          </a:prstGeom>
          <a:noFill/>
        </p:spPr>
      </p:pic>
      <p:sp>
        <p:nvSpPr>
          <p:cNvPr id="6" name="TextBox 5">
            <a:extLst>
              <a:ext uri="{FF2B5EF4-FFF2-40B4-BE49-F238E27FC236}">
                <a16:creationId xmlns:a16="http://schemas.microsoft.com/office/drawing/2014/main" id="{8D0C9579-7A76-8AB3-E4C0-3693CC225AB5}"/>
              </a:ext>
            </a:extLst>
          </p:cNvPr>
          <p:cNvSpPr txBox="1"/>
          <p:nvPr/>
        </p:nvSpPr>
        <p:spPr>
          <a:xfrm>
            <a:off x="159313" y="1543917"/>
            <a:ext cx="5862135" cy="3677930"/>
          </a:xfrm>
          <a:prstGeom prst="rect">
            <a:avLst/>
          </a:prstGeom>
          <a:noFill/>
        </p:spPr>
        <p:txBody>
          <a:bodyPr wrap="square">
            <a:spAutoFit/>
          </a:bodyPr>
          <a:lstStyle/>
          <a:p>
            <a:pPr marL="285750" marR="0" lvl="0" indent="-28575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lang="en-US" altLang="en-US" sz="1800" dirty="0"/>
              <a:t>Review of Hazard Categories (Source: Gensuite )</a:t>
            </a:r>
          </a:p>
          <a:p>
            <a:pPr marL="285750" marR="0" lvl="0" indent="-28575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lang="en-US" altLang="en-US" sz="1800" dirty="0"/>
              <a:t>Specific Period (</a:t>
            </a:r>
            <a:r>
              <a:rPr lang="en-US" altLang="en-US" dirty="0"/>
              <a:t>Jan</a:t>
            </a:r>
            <a:r>
              <a:rPr lang="en-US" altLang="en-US" sz="1800" dirty="0"/>
              <a:t> 2025 to Dec 2025)</a:t>
            </a:r>
          </a:p>
          <a:p>
            <a:pPr marL="285750" marR="0" lvl="0" indent="-28575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lang="en-US" altLang="en-US" dirty="0"/>
              <a:t>Data include: </a:t>
            </a:r>
          </a:p>
          <a:p>
            <a:pPr marL="742950" lvl="1" indent="-285750" eaLnBrk="0" fontAlgn="base" hangingPunct="0">
              <a:spcBef>
                <a:spcPct val="0"/>
              </a:spcBef>
              <a:spcAft>
                <a:spcPts val="600"/>
              </a:spcAft>
              <a:buFont typeface="Wingdings" panose="05000000000000000000" pitchFamily="2" charset="2"/>
              <a:buChar char="q"/>
            </a:pPr>
            <a:r>
              <a:rPr lang="en-US" altLang="en-US" sz="1600" dirty="0"/>
              <a:t>I&amp;I including levels A,B,C and D</a:t>
            </a:r>
          </a:p>
          <a:p>
            <a:pPr marL="742950" lvl="1" indent="-285750" eaLnBrk="0" fontAlgn="base" hangingPunct="0">
              <a:spcBef>
                <a:spcPct val="0"/>
              </a:spcBef>
              <a:spcAft>
                <a:spcPts val="600"/>
              </a:spcAft>
              <a:buFont typeface="Wingdings" panose="05000000000000000000" pitchFamily="2" charset="2"/>
              <a:buChar char="q"/>
            </a:pPr>
            <a:r>
              <a:rPr lang="en-US" altLang="en-US" sz="1600" dirty="0"/>
              <a:t>PSE and Near Misses </a:t>
            </a:r>
            <a:endParaRPr lang="en-US" altLang="en-US" dirty="0"/>
          </a:p>
          <a:p>
            <a:pPr marL="742950" lvl="1" indent="-285750" eaLnBrk="0" fontAlgn="base" hangingPunct="0">
              <a:spcBef>
                <a:spcPct val="0"/>
              </a:spcBef>
              <a:spcAft>
                <a:spcPts val="600"/>
              </a:spcAft>
              <a:buFont typeface="Wingdings" panose="05000000000000000000" pitchFamily="2" charset="2"/>
              <a:buChar char="q"/>
            </a:pPr>
            <a:r>
              <a:rPr lang="en-US" altLang="en-US" sz="1600" dirty="0"/>
              <a:t>Concern Reports (Negative / Positive/ Stop Work/ Escalated to ATS)</a:t>
            </a:r>
          </a:p>
          <a:p>
            <a:pPr marL="742950" lvl="1" indent="-285750" eaLnBrk="0" fontAlgn="base" hangingPunct="0">
              <a:spcBef>
                <a:spcPct val="0"/>
              </a:spcBef>
              <a:spcAft>
                <a:spcPts val="600"/>
              </a:spcAft>
              <a:buFont typeface="Wingdings" panose="05000000000000000000" pitchFamily="2" charset="2"/>
              <a:buChar char="q"/>
            </a:pPr>
            <a:r>
              <a:rPr lang="en-US" altLang="en-US" sz="1600" dirty="0"/>
              <a:t>Action Tracking System</a:t>
            </a:r>
          </a:p>
          <a:p>
            <a:pPr marL="742950" lvl="1" indent="-285750" eaLnBrk="0" fontAlgn="base" hangingPunct="0">
              <a:spcBef>
                <a:spcPct val="0"/>
              </a:spcBef>
              <a:spcAft>
                <a:spcPts val="600"/>
              </a:spcAft>
              <a:buFont typeface="Wingdings" panose="05000000000000000000" pitchFamily="2" charset="2"/>
              <a:buChar char="q"/>
            </a:pPr>
            <a:r>
              <a:rPr lang="en-US" altLang="en-US" sz="1600" dirty="0"/>
              <a:t>Potentially Severe Events   </a:t>
            </a:r>
          </a:p>
          <a:p>
            <a:pPr lvl="1" eaLnBrk="0" fontAlgn="base" hangingPunct="0">
              <a:spcBef>
                <a:spcPct val="0"/>
              </a:spcBef>
              <a:spcAft>
                <a:spcPts val="600"/>
              </a:spcAft>
            </a:pPr>
            <a:endParaRPr lang="en-US" altLang="en-US" sz="1600" dirty="0"/>
          </a:p>
        </p:txBody>
      </p:sp>
    </p:spTree>
    <p:extLst>
      <p:ext uri="{BB962C8B-B14F-4D97-AF65-F5344CB8AC3E}">
        <p14:creationId xmlns:p14="http://schemas.microsoft.com/office/powerpoint/2010/main" val="2252071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9013AC8-D145-87D9-74D0-81BEB2010616}"/>
              </a:ext>
            </a:extLst>
          </p:cNvPr>
          <p:cNvSpPr>
            <a:spLocks noGrp="1"/>
          </p:cNvSpPr>
          <p:nvPr>
            <p:ph type="ftr" sz="quarter" idx="11"/>
          </p:nvPr>
        </p:nvSpPr>
        <p:spPr>
          <a:xfrm>
            <a:off x="419100" y="6492875"/>
            <a:ext cx="10248900" cy="244653"/>
          </a:xfrm>
          <a:prstGeom prst="rect">
            <a:avLst/>
          </a:prstGeom>
        </p:spPr>
        <p:txBody>
          <a:bodyPr vert="horz" lIns="0" tIns="0" rIns="0" bIns="0" rtlCol="0" anchor="t" anchorCtr="0"/>
          <a:lstStyle>
            <a:defPPr>
              <a:defRPr lang="en-US"/>
            </a:defPPr>
            <a:lvl1pPr marL="0" algn="l"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2024 GE Vernova and/or its affiliates. All rights reserved.</a:t>
            </a:r>
            <a:endParaRPr lang="en-US" dirty="0"/>
          </a:p>
        </p:txBody>
      </p:sp>
      <p:sp>
        <p:nvSpPr>
          <p:cNvPr id="3" name="Slide Number Placeholder 2">
            <a:extLst>
              <a:ext uri="{FF2B5EF4-FFF2-40B4-BE49-F238E27FC236}">
                <a16:creationId xmlns:a16="http://schemas.microsoft.com/office/drawing/2014/main" id="{68E8612E-5AFF-ADB1-8D31-18EAFD3EB4AF}"/>
              </a:ext>
            </a:extLst>
          </p:cNvPr>
          <p:cNvSpPr>
            <a:spLocks noGrp="1"/>
          </p:cNvSpPr>
          <p:nvPr>
            <p:ph type="sldNum" sz="quarter" idx="12"/>
          </p:nvPr>
        </p:nvSpPr>
        <p:spPr/>
        <p:txBody>
          <a:bodyPr/>
          <a:lstStyle/>
          <a:p>
            <a:fld id="{7A7A97EF-C944-4447-B862-B593E9B4A0FF}" type="slidenum">
              <a:rPr lang="en-US" smtClean="0"/>
              <a:t>3</a:t>
            </a:fld>
            <a:endParaRPr lang="en-US" dirty="0"/>
          </a:p>
        </p:txBody>
      </p:sp>
      <p:sp>
        <p:nvSpPr>
          <p:cNvPr id="4" name="Title 3">
            <a:extLst>
              <a:ext uri="{FF2B5EF4-FFF2-40B4-BE49-F238E27FC236}">
                <a16:creationId xmlns:a16="http://schemas.microsoft.com/office/drawing/2014/main" id="{92AAEF95-862A-56A4-B03A-B47AB01E66BD}"/>
              </a:ext>
            </a:extLst>
          </p:cNvPr>
          <p:cNvSpPr>
            <a:spLocks noGrp="1"/>
          </p:cNvSpPr>
          <p:nvPr>
            <p:ph type="title"/>
          </p:nvPr>
        </p:nvSpPr>
        <p:spPr/>
        <p:txBody>
          <a:bodyPr/>
          <a:lstStyle/>
          <a:p>
            <a:r>
              <a:rPr lang="en-US" dirty="0"/>
              <a:t>Risk Ranking and Strategy </a:t>
            </a:r>
          </a:p>
        </p:txBody>
      </p:sp>
      <p:sp>
        <p:nvSpPr>
          <p:cNvPr id="8" name="TextBox 7">
            <a:extLst>
              <a:ext uri="{FF2B5EF4-FFF2-40B4-BE49-F238E27FC236}">
                <a16:creationId xmlns:a16="http://schemas.microsoft.com/office/drawing/2014/main" id="{6FC44CE7-3F80-F6A4-A8E3-AB06A4CA0E6F}"/>
              </a:ext>
            </a:extLst>
          </p:cNvPr>
          <p:cNvSpPr txBox="1"/>
          <p:nvPr/>
        </p:nvSpPr>
        <p:spPr>
          <a:xfrm>
            <a:off x="263618" y="1222086"/>
            <a:ext cx="6358890" cy="521681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600"/>
              </a:spcAft>
              <a:buClrTx/>
              <a:buSzTx/>
              <a:buFontTx/>
              <a:buNone/>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Strategic action Refer to the Risk management procedure TRA Tab (Q)</a:t>
            </a:r>
          </a:p>
          <a:p>
            <a:pPr marL="0" marR="0" lvl="0" indent="0" algn="l" defTabSz="914400" rtl="0" eaLnBrk="0" fontAlgn="base" latinLnBrk="0" hangingPunct="0">
              <a:lnSpc>
                <a:spcPct val="100000"/>
              </a:lnSpc>
              <a:spcBef>
                <a:spcPct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Inter"/>
              <a:ea typeface="+mn-ea"/>
              <a:cs typeface="+mn-cs"/>
            </a:endParaRP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 If the risk ranking </a:t>
            </a:r>
            <a:r>
              <a:rPr kumimoji="0" lang="en-US" sz="1800" b="0" i="0" u="none" strike="noStrike" kern="1200" cap="none" spc="0" normalizeH="0" baseline="0" noProof="0" dirty="0">
                <a:ln>
                  <a:noFill/>
                </a:ln>
                <a:solidFill>
                  <a:srgbClr val="0070C0"/>
                </a:solidFill>
                <a:effectLst/>
                <a:uLnTx/>
                <a:uFillTx/>
                <a:latin typeface="Inter"/>
                <a:ea typeface="+mn-ea"/>
                <a:cs typeface="+mn-cs"/>
              </a:rPr>
              <a:t>&gt;5 Blue  </a:t>
            </a:r>
            <a:r>
              <a:rPr kumimoji="0" lang="en-US" sz="1800" b="0" i="0" u="none" strike="noStrike" kern="1200" cap="none" spc="0" normalizeH="0" baseline="0" noProof="0" dirty="0">
                <a:ln>
                  <a:noFill/>
                </a:ln>
                <a:solidFill>
                  <a:srgbClr val="005E60"/>
                </a:solidFill>
                <a:effectLst/>
                <a:uLnTx/>
                <a:uFillTx/>
                <a:latin typeface="Inter"/>
                <a:ea typeface="+mn-ea"/>
                <a:cs typeface="+mn-cs"/>
              </a:rPr>
              <a:t>an intervention strategy is required Like: Examples below </a:t>
            </a:r>
          </a:p>
          <a:p>
            <a:pPr marL="0" marR="0" lvl="0" indent="0" algn="l" defTabSz="914400" rtl="0" eaLnBrk="0" fontAlgn="base" latinLnBrk="0" hangingPunct="0">
              <a:lnSpc>
                <a:spcPct val="100000"/>
              </a:lnSpc>
              <a:spcBef>
                <a:spcPct val="0"/>
              </a:spcBef>
              <a:spcAft>
                <a:spcPts val="600"/>
              </a:spcAft>
              <a:buClrTx/>
              <a:buSzTx/>
              <a:buFontTx/>
              <a:buNone/>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(Risk Reduction Project required and 3-month action plan developed to reduce risk level.  Input to Strategic Blueprint review)</a:t>
            </a:r>
          </a:p>
          <a:p>
            <a:pPr marL="0" marR="0" lvl="0" indent="0" algn="l" defTabSz="914400" rtl="0" eaLnBrk="0" fontAlgn="base" latinLnBrk="0" hangingPunct="0">
              <a:lnSpc>
                <a:spcPct val="100000"/>
              </a:lnSpc>
              <a:spcBef>
                <a:spcPct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Inter"/>
              <a:ea typeface="+mn-ea"/>
              <a:cs typeface="+mn-cs"/>
            </a:endParaRP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If the risk ranking is </a:t>
            </a:r>
            <a:r>
              <a:rPr kumimoji="0" lang="en-US" sz="1800" b="0" i="0" u="none" strike="noStrike" kern="1200" cap="none" spc="0" normalizeH="0" baseline="0" noProof="0" dirty="0">
                <a:ln>
                  <a:noFill/>
                </a:ln>
                <a:solidFill>
                  <a:srgbClr val="FF1900"/>
                </a:solidFill>
                <a:effectLst/>
                <a:uLnTx/>
                <a:uFillTx/>
                <a:latin typeface="Inter"/>
                <a:ea typeface="+mn-ea"/>
                <a:cs typeface="+mn-cs"/>
              </a:rPr>
              <a:t>4-5 Red </a:t>
            </a:r>
            <a:r>
              <a:rPr kumimoji="0" lang="en-US" sz="1800" b="0" i="0" u="none" strike="noStrike" kern="1200" cap="none" spc="0" normalizeH="0" baseline="0" noProof="0" dirty="0">
                <a:ln>
                  <a:noFill/>
                </a:ln>
                <a:solidFill>
                  <a:srgbClr val="005E60"/>
                </a:solidFill>
                <a:effectLst/>
                <a:uLnTx/>
                <a:uFillTx/>
                <a:latin typeface="Inter"/>
                <a:ea typeface="+mn-ea"/>
                <a:cs typeface="+mn-cs"/>
              </a:rPr>
              <a:t> Control strategy required like (SMART actions developed to reduce risk level)</a:t>
            </a: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q"/>
              <a:tabLst/>
              <a:defRPr/>
            </a:pPr>
            <a:endParaRPr lang="en-US" dirty="0">
              <a:solidFill>
                <a:srgbClr val="005E60"/>
              </a:solidFill>
              <a:latin typeface="Inter"/>
            </a:endParaRPr>
          </a:p>
          <a:p>
            <a:pPr marL="285750" marR="0" lvl="0" indent="-285750" algn="l" defTabSz="914400" rtl="0" eaLnBrk="0" fontAlgn="base" latinLnBrk="0" hangingPunct="0">
              <a:lnSpc>
                <a:spcPct val="100000"/>
              </a:lnSpc>
              <a:spcBef>
                <a:spcPct val="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 If the risk ranking is </a:t>
            </a:r>
            <a:r>
              <a:rPr kumimoji="0" lang="en-US" sz="1800" b="0" i="0" u="none" strike="noStrike" kern="1200" cap="none" spc="0" normalizeH="0" baseline="0" noProof="0" dirty="0">
                <a:ln>
                  <a:noFill/>
                </a:ln>
                <a:effectLst/>
                <a:uLnTx/>
                <a:uFillTx/>
                <a:latin typeface="Inter"/>
                <a:ea typeface="+mn-ea"/>
                <a:cs typeface="+mn-cs"/>
              </a:rPr>
              <a:t>1-3</a:t>
            </a:r>
            <a:r>
              <a:rPr kumimoji="0" lang="en-US" sz="1800" b="0" i="0" u="none" strike="noStrike" kern="1200" cap="none" spc="0" normalizeH="0" baseline="0" noProof="0" dirty="0">
                <a:ln>
                  <a:noFill/>
                </a:ln>
                <a:solidFill>
                  <a:srgbClr val="005E60"/>
                </a:solidFill>
                <a:effectLst/>
                <a:uLnTx/>
                <a:uFillTx/>
                <a:latin typeface="Inter"/>
                <a:ea typeface="+mn-ea"/>
                <a:cs typeface="+mn-cs"/>
              </a:rPr>
              <a:t> Green   Supervisory Strategy</a:t>
            </a:r>
          </a:p>
          <a:p>
            <a:pPr marR="0" lvl="0" algn="l" defTabSz="914400" rtl="0" eaLnBrk="0" fontAlgn="base" latinLnBrk="0" hangingPunct="0">
              <a:lnSpc>
                <a:spcPct val="100000"/>
              </a:lnSpc>
              <a:spcBef>
                <a:spcPct val="0"/>
              </a:spcBef>
              <a:spcAft>
                <a:spcPts val="600"/>
              </a:spcAft>
              <a:buClrTx/>
              <a:buSzTx/>
              <a:tabLst/>
              <a:defRPr/>
            </a:pPr>
            <a:r>
              <a:rPr lang="en-US" dirty="0">
                <a:solidFill>
                  <a:srgbClr val="005E60"/>
                </a:solidFill>
                <a:latin typeface="Inter"/>
              </a:rPr>
              <a:t> ( Management oversight , Task briefing SWAT  </a:t>
            </a:r>
            <a:r>
              <a:rPr lang="en-US" dirty="0" err="1">
                <a:solidFill>
                  <a:srgbClr val="005E60"/>
                </a:solidFill>
                <a:latin typeface="Inter"/>
              </a:rPr>
              <a:t>etc</a:t>
            </a:r>
            <a:r>
              <a:rPr lang="en-US" dirty="0">
                <a:solidFill>
                  <a:srgbClr val="005E60"/>
                </a:solidFill>
                <a:latin typeface="Inter"/>
              </a:rPr>
              <a:t> ) </a:t>
            </a:r>
          </a:p>
          <a:p>
            <a:pPr marR="0" lvl="0" algn="l" defTabSz="914400" rtl="0" eaLnBrk="0" fontAlgn="base" latinLnBrk="0" hangingPunct="0">
              <a:lnSpc>
                <a:spcPct val="100000"/>
              </a:lnSpc>
              <a:spcBef>
                <a:spcPct val="0"/>
              </a:spcBef>
              <a:spcAft>
                <a:spcPts val="600"/>
              </a:spcAft>
              <a:buClrTx/>
              <a:buSzTx/>
              <a:tabLst/>
              <a:defRPr/>
            </a:pPr>
            <a:r>
              <a:rPr kumimoji="0" lang="en-US" sz="1800" b="0" i="0" u="none" strike="noStrike" kern="1200" cap="none" spc="0" normalizeH="0" baseline="0" noProof="0" dirty="0">
                <a:ln>
                  <a:noFill/>
                </a:ln>
                <a:solidFill>
                  <a:srgbClr val="005E60"/>
                </a:solidFill>
                <a:effectLst/>
                <a:uLnTx/>
                <a:uFillTx/>
                <a:latin typeface="Inter"/>
                <a:ea typeface="+mn-ea"/>
                <a:cs typeface="+mn-cs"/>
              </a:rPr>
              <a:t> </a:t>
            </a:r>
          </a:p>
        </p:txBody>
      </p:sp>
      <p:pic>
        <p:nvPicPr>
          <p:cNvPr id="6" name="Picture 5">
            <a:extLst>
              <a:ext uri="{FF2B5EF4-FFF2-40B4-BE49-F238E27FC236}">
                <a16:creationId xmlns:a16="http://schemas.microsoft.com/office/drawing/2014/main" id="{61AF5995-6383-B96A-903B-07E28FD56136}"/>
              </a:ext>
            </a:extLst>
          </p:cNvPr>
          <p:cNvPicPr>
            <a:picLocks noChangeAspect="1"/>
          </p:cNvPicPr>
          <p:nvPr/>
        </p:nvPicPr>
        <p:blipFill>
          <a:blip r:embed="rId2"/>
          <a:srcRect l="62939" t="40833" r="18861" b="37984"/>
          <a:stretch>
            <a:fillRect/>
          </a:stretch>
        </p:blipFill>
        <p:spPr>
          <a:xfrm>
            <a:off x="6743826" y="2160270"/>
            <a:ext cx="5448174" cy="3543121"/>
          </a:xfrm>
          <a:prstGeom prst="rect">
            <a:avLst/>
          </a:prstGeom>
        </p:spPr>
      </p:pic>
    </p:spTree>
    <p:extLst>
      <p:ext uri="{BB962C8B-B14F-4D97-AF65-F5344CB8AC3E}">
        <p14:creationId xmlns:p14="http://schemas.microsoft.com/office/powerpoint/2010/main" val="1886101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CBADA-081C-B433-FC3C-2F53DCF4050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A1BA37-B081-53A2-F9F8-D2FCC379B632}"/>
              </a:ext>
            </a:extLst>
          </p:cNvPr>
          <p:cNvSpPr>
            <a:spLocks noGrp="1"/>
          </p:cNvSpPr>
          <p:nvPr>
            <p:ph type="sldNum" sz="quarter" idx="12"/>
          </p:nvPr>
        </p:nvSpPr>
        <p:spPr/>
        <p:txBody>
          <a:bodyPr/>
          <a:lstStyle/>
          <a:p>
            <a:fld id="{7A7A97EF-C944-4447-B862-B593E9B4A0FF}" type="slidenum">
              <a:rPr lang="en-US" smtClean="0"/>
              <a:t>4</a:t>
            </a:fld>
            <a:endParaRPr lang="en-US" dirty="0"/>
          </a:p>
        </p:txBody>
      </p:sp>
      <p:sp>
        <p:nvSpPr>
          <p:cNvPr id="4" name="Title 3">
            <a:extLst>
              <a:ext uri="{FF2B5EF4-FFF2-40B4-BE49-F238E27FC236}">
                <a16:creationId xmlns:a16="http://schemas.microsoft.com/office/drawing/2014/main" id="{AC597168-B60F-AC6B-E850-5C97240ECE62}"/>
              </a:ext>
            </a:extLst>
          </p:cNvPr>
          <p:cNvSpPr>
            <a:spLocks noGrp="1"/>
          </p:cNvSpPr>
          <p:nvPr>
            <p:ph type="title"/>
          </p:nvPr>
        </p:nvSpPr>
        <p:spPr>
          <a:xfrm>
            <a:off x="419100" y="136615"/>
            <a:ext cx="9777323" cy="457020"/>
          </a:xfrm>
        </p:spPr>
        <p:txBody>
          <a:bodyPr/>
          <a:lstStyle/>
          <a:p>
            <a:r>
              <a:rPr lang="en-US" dirty="0"/>
              <a:t>Enhanced Risk Ranking Tool </a:t>
            </a:r>
          </a:p>
        </p:txBody>
      </p:sp>
      <p:sp>
        <p:nvSpPr>
          <p:cNvPr id="8" name="TextBox 7">
            <a:extLst>
              <a:ext uri="{FF2B5EF4-FFF2-40B4-BE49-F238E27FC236}">
                <a16:creationId xmlns:a16="http://schemas.microsoft.com/office/drawing/2014/main" id="{65AF3EF6-34E3-A281-1FF2-6B57619F0062}"/>
              </a:ext>
            </a:extLst>
          </p:cNvPr>
          <p:cNvSpPr txBox="1"/>
          <p:nvPr/>
        </p:nvSpPr>
        <p:spPr>
          <a:xfrm>
            <a:off x="419100" y="918478"/>
            <a:ext cx="7581900" cy="540147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600"/>
              </a:spcAft>
              <a:buClrTx/>
              <a:buSzTx/>
              <a:buFontTx/>
              <a:buNone/>
              <a:tabLst/>
              <a:defRPr/>
            </a:pPr>
            <a:r>
              <a:rPr lang="en-US" sz="2000" b="1" dirty="0">
                <a:solidFill>
                  <a:srgbClr val="005E60"/>
                </a:solidFill>
                <a:latin typeface="Calibri" panose="020F0502020204030204" pitchFamily="34" charset="0"/>
                <a:ea typeface="Calibri" panose="020F0502020204030204" pitchFamily="34" charset="0"/>
                <a:cs typeface="Calibri" panose="020F0502020204030204" pitchFamily="34" charset="0"/>
              </a:rPr>
              <a:t>Active Risk Ranking / Profiling </a:t>
            </a:r>
            <a:r>
              <a:rPr lang="en-US" sz="2000" dirty="0">
                <a:solidFill>
                  <a:srgbClr val="005E60"/>
                </a:solidFill>
                <a:latin typeface="Calibri" panose="020F0502020204030204" pitchFamily="34" charset="0"/>
                <a:ea typeface="Calibri" panose="020F0502020204030204" pitchFamily="34" charset="0"/>
                <a:cs typeface="Calibri" panose="020F0502020204030204" pitchFamily="34" charset="0"/>
              </a:rPr>
              <a:t>– based on historical Leading / Lagging data   </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rPr>
              <a:t>Automated Risk Scoring: Automatically calculates risk scores and ranks hazards using standardized logic in Excel.</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rPr>
              <a:t>Consistent Record Keeping: Maintains historical data and trends for each hazard to support Regional Injury Prevention Plans  ( IPP ) </a:t>
            </a:r>
          </a:p>
          <a:p>
            <a:pPr marR="0" lvl="0" algn="l" defTabSz="914400" rtl="0" eaLnBrk="0" fontAlgn="base" latinLnBrk="0" hangingPunct="0">
              <a:lnSpc>
                <a:spcPct val="100000"/>
              </a:lnSpc>
              <a:spcBef>
                <a:spcPct val="0"/>
              </a:spcBef>
              <a:spcAft>
                <a:spcPts val="600"/>
              </a:spcAft>
              <a:buClrTx/>
              <a:buSzTx/>
              <a:tabLst/>
              <a:defRPr/>
            </a:pPr>
            <a:endParaRPr kumimoji="0" lang="en-US" sz="2000" b="0" i="0" u="none" strike="noStrike" kern="1200" cap="none" spc="0" normalizeH="0" baseline="0" noProof="0" dirty="0">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ts val="600"/>
              </a:spcAft>
              <a:defRPr/>
            </a:pPr>
            <a:r>
              <a:rPr kumimoji="0" lang="en-US" sz="2000" b="1" i="0" u="none" strike="noStrike" kern="1200" cap="none" spc="0" normalizeH="0" baseline="0" noProof="0" dirty="0">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rPr>
              <a:t>Proactive </a:t>
            </a:r>
            <a:r>
              <a:rPr lang="en-US" sz="2000" b="1" dirty="0">
                <a:solidFill>
                  <a:srgbClr val="005E60"/>
                </a:solidFill>
                <a:latin typeface="Calibri" panose="020F0502020204030204" pitchFamily="34" charset="0"/>
                <a:ea typeface="Calibri" panose="020F0502020204030204" pitchFamily="34" charset="0"/>
                <a:cs typeface="Calibri" panose="020F0502020204030204" pitchFamily="34" charset="0"/>
              </a:rPr>
              <a:t>Ranking / Profiling </a:t>
            </a:r>
            <a:r>
              <a:rPr lang="en-US" sz="2000" dirty="0">
                <a:solidFill>
                  <a:srgbClr val="005E60"/>
                </a:solidFill>
                <a:latin typeface="Calibri" panose="020F0502020204030204" pitchFamily="34" charset="0"/>
                <a:ea typeface="Calibri" panose="020F0502020204030204" pitchFamily="34" charset="0"/>
                <a:cs typeface="Calibri" panose="020F0502020204030204" pitchFamily="34" charset="0"/>
              </a:rPr>
              <a:t>-</a:t>
            </a:r>
            <a:r>
              <a:rPr kumimoji="0" lang="en-US" sz="2000" i="0" u="none" strike="noStrike" kern="1200" cap="none" spc="0" normalizeH="0" baseline="0" noProof="0" dirty="0">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rPr>
              <a:t>Using Leading indicator data  only </a:t>
            </a:r>
          </a:p>
          <a:p>
            <a:pPr marL="285750" lvl="0" indent="-285750" eaLnBrk="0" fontAlgn="base" hangingPunct="0">
              <a:spcBef>
                <a:spcPct val="0"/>
              </a:spcBef>
              <a:spcAft>
                <a:spcPts val="600"/>
              </a:spcAft>
              <a:buFont typeface="Arial" panose="020B0604020202020204" pitchFamily="34" charset="0"/>
              <a:buChar char="•"/>
              <a:defRPr/>
            </a:pPr>
            <a:r>
              <a:rPr lang="en-US" sz="2000" dirty="0">
                <a:solidFill>
                  <a:srgbClr val="005E60"/>
                </a:solidFill>
                <a:latin typeface="Calibri" panose="020F0502020204030204" pitchFamily="34" charset="0"/>
                <a:ea typeface="Calibri" panose="020F0502020204030204" pitchFamily="34" charset="0"/>
                <a:cs typeface="Calibri" panose="020F0502020204030204" pitchFamily="34" charset="0"/>
              </a:rPr>
              <a:t> Using </a:t>
            </a:r>
            <a:r>
              <a:rPr kumimoji="0" lang="en-US" sz="2000" b="0" i="0" u="none" strike="noStrike" kern="1200" cap="none" spc="0" normalizeH="0" baseline="0" noProof="0" dirty="0">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rPr>
              <a:t>Concern Report contributions to signal emerging risks.</a:t>
            </a:r>
          </a:p>
          <a:p>
            <a:pPr marL="285750" lvl="0" indent="-285750" eaLnBrk="0" fontAlgn="base" hangingPunct="0">
              <a:spcBef>
                <a:spcPct val="0"/>
              </a:spcBef>
              <a:spcAft>
                <a:spcPts val="600"/>
              </a:spcAft>
              <a:buFont typeface="Arial" panose="020B0604020202020204" pitchFamily="34" charset="0"/>
              <a:buChar char="•"/>
              <a:defRPr/>
            </a:pPr>
            <a:r>
              <a:rPr lang="en-US" sz="2000" dirty="0">
                <a:solidFill>
                  <a:srgbClr val="005E60"/>
                </a:solidFill>
                <a:latin typeface="Calibri" panose="020F0502020204030204" pitchFamily="34" charset="0"/>
                <a:ea typeface="Calibri" panose="020F0502020204030204" pitchFamily="34" charset="0"/>
                <a:cs typeface="Calibri" panose="020F0502020204030204" pitchFamily="34" charset="0"/>
              </a:rPr>
              <a:t> Using  </a:t>
            </a:r>
            <a:r>
              <a:rPr kumimoji="0" lang="en-US" sz="2000" b="0" i="0" u="none" strike="noStrike" kern="1200" cap="none" spc="0" normalizeH="0" baseline="0" noProof="0" dirty="0">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rPr>
              <a:t>ATS data to prioritize attention areas early.</a:t>
            </a:r>
          </a:p>
          <a:p>
            <a:pPr lvl="0" eaLnBrk="0" fontAlgn="base" hangingPunct="0">
              <a:spcBef>
                <a:spcPct val="0"/>
              </a:spcBef>
              <a:spcAft>
                <a:spcPts val="600"/>
              </a:spcAft>
              <a:defRPr/>
            </a:pPr>
            <a:endParaRPr lang="en-US" sz="2000" dirty="0">
              <a:solidFill>
                <a:srgbClr val="005E6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ts val="600"/>
              </a:spcAft>
              <a:buClrTx/>
              <a:buSzTx/>
              <a:buFontTx/>
              <a:buNone/>
              <a:tabLst/>
              <a:defRPr/>
            </a:pPr>
            <a:r>
              <a:rPr kumimoji="0" lang="en-US" sz="2000" b="1" i="0" u="none" strike="noStrike" kern="1200" cap="none" spc="0" normalizeH="0" baseline="0" noProof="0" dirty="0">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rPr>
              <a:t>Resources Needed: </a:t>
            </a:r>
          </a:p>
          <a:p>
            <a:pPr marL="0" marR="0" lvl="0" indent="0" algn="l" defTabSz="914400" rtl="0" eaLnBrk="0" fontAlgn="base" latinLnBrk="0" hangingPunct="0">
              <a:lnSpc>
                <a:spcPct val="100000"/>
              </a:lnSpc>
              <a:spcBef>
                <a:spcPct val="0"/>
              </a:spcBef>
              <a:spcAft>
                <a:spcPts val="600"/>
              </a:spcAft>
              <a:buClrTx/>
              <a:buSzTx/>
              <a:buFontTx/>
              <a:buNone/>
              <a:tabLst/>
              <a:defRPr/>
            </a:pPr>
            <a:r>
              <a:rPr lang="en-US" sz="2000" dirty="0">
                <a:solidFill>
                  <a:srgbClr val="005E60"/>
                </a:solidFill>
                <a:latin typeface="Calibri" panose="020F0502020204030204" pitchFamily="34" charset="0"/>
                <a:ea typeface="Calibri" panose="020F0502020204030204" pitchFamily="34" charset="0"/>
                <a:cs typeface="Calibri" panose="020F0502020204030204" pitchFamily="34" charset="0"/>
              </a:rPr>
              <a:t>G</a:t>
            </a:r>
            <a:r>
              <a:rPr kumimoji="0" lang="en-US" sz="2000" b="0" i="0" u="none" strike="noStrike" kern="1200" cap="none" spc="0" normalizeH="0" baseline="0" noProof="0" dirty="0" err="1">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rPr>
              <a:t>athering</a:t>
            </a:r>
            <a:r>
              <a:rPr kumimoji="0" lang="en-US" sz="2000" b="0" i="0" u="none" strike="noStrike" kern="1200" cap="none" spc="0" normalizeH="0" baseline="0" noProof="0" dirty="0">
                <a:ln>
                  <a:noFill/>
                </a:ln>
                <a:solidFill>
                  <a:srgbClr val="005E60"/>
                </a:solidFill>
                <a:effectLst/>
                <a:uLnTx/>
                <a:uFillTx/>
                <a:latin typeface="Calibri" panose="020F0502020204030204" pitchFamily="34" charset="0"/>
                <a:ea typeface="Calibri" panose="020F0502020204030204" pitchFamily="34" charset="0"/>
                <a:cs typeface="Calibri" panose="020F0502020204030204" pitchFamily="34" charset="0"/>
              </a:rPr>
              <a:t> the necessary data requires dedicated time to review Gensuite data, categorize the hazards, and incorporate the information into the enhanced tools.</a:t>
            </a:r>
          </a:p>
        </p:txBody>
      </p:sp>
      <p:pic>
        <p:nvPicPr>
          <p:cNvPr id="7" name="Picture 6">
            <a:extLst>
              <a:ext uri="{FF2B5EF4-FFF2-40B4-BE49-F238E27FC236}">
                <a16:creationId xmlns:a16="http://schemas.microsoft.com/office/drawing/2014/main" id="{4D0B4B01-D48B-7B80-F67C-90CCC7F3D976}"/>
              </a:ext>
            </a:extLst>
          </p:cNvPr>
          <p:cNvPicPr>
            <a:picLocks noChangeAspect="1"/>
          </p:cNvPicPr>
          <p:nvPr/>
        </p:nvPicPr>
        <p:blipFill>
          <a:blip r:embed="rId2"/>
          <a:stretch>
            <a:fillRect/>
          </a:stretch>
        </p:blipFill>
        <p:spPr>
          <a:xfrm>
            <a:off x="7869831" y="2127977"/>
            <a:ext cx="3903069" cy="2602046"/>
          </a:xfrm>
          <a:prstGeom prst="rect">
            <a:avLst/>
          </a:prstGeom>
        </p:spPr>
      </p:pic>
    </p:spTree>
    <p:extLst>
      <p:ext uri="{BB962C8B-B14F-4D97-AF65-F5344CB8AC3E}">
        <p14:creationId xmlns:p14="http://schemas.microsoft.com/office/powerpoint/2010/main" val="2439243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a:xfrm>
            <a:off x="11222182" y="6492875"/>
            <a:ext cx="550718" cy="365125"/>
          </a:xfrm>
        </p:spPr>
        <p:txBody>
          <a:bodyPr anchor="t">
            <a:normAutofit/>
          </a:bodyPr>
          <a:lstStyle/>
          <a:p>
            <a:pPr>
              <a:spcAft>
                <a:spcPts val="600"/>
              </a:spcAft>
            </a:pPr>
            <a:fld id="{7A7A97EF-C944-4447-B862-B593E9B4A0FF}" type="slidenum">
              <a:rPr lang="en-US" smtClean="0"/>
              <a:pPr>
                <a:spcAft>
                  <a:spcPts val="600"/>
                </a:spcAft>
              </a:pPr>
              <a:t>5</a:t>
            </a:fld>
            <a:endParaRPr lang="en-US"/>
          </a:p>
        </p:txBody>
      </p:sp>
      <p:sp>
        <p:nvSpPr>
          <p:cNvPr id="5" name="object 5"/>
          <p:cNvSpPr txBox="1">
            <a:spLocks noGrp="1"/>
          </p:cNvSpPr>
          <p:nvPr>
            <p:ph type="title"/>
          </p:nvPr>
        </p:nvSpPr>
        <p:spPr>
          <a:xfrm>
            <a:off x="404167" y="219943"/>
            <a:ext cx="9815007" cy="714553"/>
          </a:xfrm>
        </p:spPr>
        <p:txBody>
          <a:bodyPr anchor="t">
            <a:normAutofit/>
          </a:bodyPr>
          <a:lstStyle/>
          <a:p>
            <a:r>
              <a:rPr lang="en-US" dirty="0"/>
              <a:t>Risk Ranking Process: Global top High-Risk Activities</a:t>
            </a:r>
          </a:p>
        </p:txBody>
      </p:sp>
      <p:sp>
        <p:nvSpPr>
          <p:cNvPr id="6" name="Content Placeholder 5">
            <a:extLst>
              <a:ext uri="{FF2B5EF4-FFF2-40B4-BE49-F238E27FC236}">
                <a16:creationId xmlns:a16="http://schemas.microsoft.com/office/drawing/2014/main" id="{155D84D7-7628-DA0C-CE0E-8FEB29E52BC9}"/>
              </a:ext>
            </a:extLst>
          </p:cNvPr>
          <p:cNvSpPr txBox="1">
            <a:spLocks/>
          </p:cNvSpPr>
          <p:nvPr/>
        </p:nvSpPr>
        <p:spPr>
          <a:xfrm>
            <a:off x="7641017" y="941040"/>
            <a:ext cx="4352713" cy="5697017"/>
          </a:xfrm>
          <a:prstGeom prst="rect">
            <a:avLst/>
          </a:prstGeom>
          <a:solidFill>
            <a:srgbClr val="E3E3E3"/>
          </a:solidFill>
        </p:spPr>
        <p:txBody>
          <a:bodyPr vert="horz" lIns="182880" tIns="182880" rIns="182880" bIns="18288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4625" indent="-17462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sz="1200" dirty="0"/>
              <a:t>When reviewing the recordable exposure trends between the first half and second half of 2025, we can see clear improvement across several key hazard areas. Categories such as </a:t>
            </a:r>
          </a:p>
          <a:p>
            <a:r>
              <a:rPr lang="en-US" sz="1200" dirty="0"/>
              <a:t>Line of Fire, </a:t>
            </a:r>
          </a:p>
          <a:p>
            <a:r>
              <a:rPr lang="en-US" sz="1200" dirty="0"/>
              <a:t>Manual Handling (Ergonomics), and </a:t>
            </a:r>
          </a:p>
          <a:p>
            <a:r>
              <a:rPr lang="en-US" sz="1200" dirty="0"/>
              <a:t>Walking/Working Surfaces </a:t>
            </a:r>
          </a:p>
          <a:p>
            <a:r>
              <a:rPr lang="en-US" sz="1200" dirty="0"/>
              <a:t>show a positive shift, indicating that ongoing preventive actions and stronger field awareness are helping to reduce recordable-driven risk by 50%.</a:t>
            </a:r>
          </a:p>
          <a:p>
            <a:r>
              <a:rPr lang="en-US" sz="1200" dirty="0"/>
              <a:t>On the other hand, we also observed that exposure remained very high in Driving Safety, Mechanical Lifting and Hand&amp; Power tools.</a:t>
            </a:r>
          </a:p>
          <a:p>
            <a:r>
              <a:rPr lang="en-US" sz="1200" dirty="0"/>
              <a:t>In addition, the proactive focus areas were selected to ensure representation across each region, using a consistent calculation based on Near Misses, Concern Reports, and ATS contributions.</a:t>
            </a:r>
          </a:p>
          <a:p>
            <a:r>
              <a:rPr lang="en-US" sz="1200" dirty="0"/>
              <a:t>Based on this prioritization methodology, Dropped Objects emerged as the highest triggering hazard category. This is followed by Fire and Explosion prevention, Energy Isolation (LOTO), and Confined Space.</a:t>
            </a:r>
          </a:p>
        </p:txBody>
      </p:sp>
      <p:pic>
        <p:nvPicPr>
          <p:cNvPr id="10" name="Picture 9">
            <a:extLst>
              <a:ext uri="{FF2B5EF4-FFF2-40B4-BE49-F238E27FC236}">
                <a16:creationId xmlns:a16="http://schemas.microsoft.com/office/drawing/2014/main" id="{843A80ED-F1C1-3A51-AE99-F7C7033BFC4D}"/>
              </a:ext>
            </a:extLst>
          </p:cNvPr>
          <p:cNvPicPr>
            <a:picLocks noChangeAspect="1"/>
          </p:cNvPicPr>
          <p:nvPr/>
        </p:nvPicPr>
        <p:blipFill>
          <a:blip r:embed="rId3"/>
          <a:stretch>
            <a:fillRect/>
          </a:stretch>
        </p:blipFill>
        <p:spPr>
          <a:xfrm>
            <a:off x="198270" y="1292733"/>
            <a:ext cx="7323999" cy="4602491"/>
          </a:xfrm>
          <a:prstGeom prst="rect">
            <a:avLst/>
          </a:prstGeom>
        </p:spPr>
      </p:pic>
    </p:spTree>
    <p:extLst>
      <p:ext uri="{BB962C8B-B14F-4D97-AF65-F5344CB8AC3E}">
        <p14:creationId xmlns:p14="http://schemas.microsoft.com/office/powerpoint/2010/main" val="2851112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506B6E-129B-23C4-DAD3-23D36F7CE277}"/>
              </a:ext>
            </a:extLst>
          </p:cNvPr>
          <p:cNvSpPr>
            <a:spLocks noGrp="1"/>
          </p:cNvSpPr>
          <p:nvPr>
            <p:ph type="sldNum" sz="quarter" idx="12"/>
          </p:nvPr>
        </p:nvSpPr>
        <p:spPr/>
        <p:txBody>
          <a:bodyPr/>
          <a:lstStyle/>
          <a:p>
            <a:fld id="{7A7A97EF-C944-4447-B862-B593E9B4A0FF}" type="slidenum">
              <a:rPr lang="en-US" smtClean="0"/>
              <a:t>6</a:t>
            </a:fld>
            <a:endParaRPr lang="en-US" dirty="0"/>
          </a:p>
        </p:txBody>
      </p:sp>
      <p:sp>
        <p:nvSpPr>
          <p:cNvPr id="4" name="Title 3">
            <a:extLst>
              <a:ext uri="{FF2B5EF4-FFF2-40B4-BE49-F238E27FC236}">
                <a16:creationId xmlns:a16="http://schemas.microsoft.com/office/drawing/2014/main" id="{2EF0C0AD-3645-90D7-AD86-440CAD41C562}"/>
              </a:ext>
            </a:extLst>
          </p:cNvPr>
          <p:cNvSpPr>
            <a:spLocks noGrp="1"/>
          </p:cNvSpPr>
          <p:nvPr>
            <p:ph type="title"/>
          </p:nvPr>
        </p:nvSpPr>
        <p:spPr>
          <a:xfrm>
            <a:off x="312234" y="182563"/>
            <a:ext cx="10341827" cy="339181"/>
          </a:xfrm>
        </p:spPr>
        <p:txBody>
          <a:bodyPr/>
          <a:lstStyle/>
          <a:p>
            <a:pPr algn="ctr"/>
            <a:r>
              <a:rPr lang="en-US" sz="2000" dirty="0"/>
              <a:t>Global Life Saving Rules Risk Profile: Embedded Controls and Critical Focus</a:t>
            </a:r>
          </a:p>
        </p:txBody>
      </p:sp>
      <p:sp>
        <p:nvSpPr>
          <p:cNvPr id="6" name="Content Placeholder 5">
            <a:extLst>
              <a:ext uri="{FF2B5EF4-FFF2-40B4-BE49-F238E27FC236}">
                <a16:creationId xmlns:a16="http://schemas.microsoft.com/office/drawing/2014/main" id="{A768BF1E-90AC-9366-41B6-89A0971B07F5}"/>
              </a:ext>
            </a:extLst>
          </p:cNvPr>
          <p:cNvSpPr>
            <a:spLocks noGrp="1"/>
          </p:cNvSpPr>
          <p:nvPr>
            <p:ph idx="13"/>
          </p:nvPr>
        </p:nvSpPr>
        <p:spPr>
          <a:xfrm>
            <a:off x="649676" y="4169267"/>
            <a:ext cx="10847865" cy="2506170"/>
          </a:xfrm>
        </p:spPr>
        <p:txBody>
          <a:bodyPr/>
          <a:lstStyle/>
          <a:p>
            <a:r>
              <a:rPr lang="en-US" sz="1400" dirty="0"/>
              <a:t>This view summarizes the Life Saving Rules risk ranking and shows where controls are effective and where reinforcement is still needed.</a:t>
            </a:r>
          </a:p>
          <a:p>
            <a:r>
              <a:rPr lang="en-US" sz="1400" dirty="0"/>
              <a:t>Confined Space, Energy Isolation, Fire and Explosion, and Work Authorization are largely in the green zone across most regions, indicating strong control implementation.</a:t>
            </a:r>
          </a:p>
          <a:p>
            <a:r>
              <a:rPr lang="en-US" sz="1400" dirty="0"/>
              <a:t>However, some exposures remain elevated. Driving Safety is higher in MEA. Pinch Points / Line of Fire stays in the red zone across All the region. Mechanical Lifting also remains medium in Asia, LATAM, MEA, and NAM. Live electrical Medium in ASIA and NAM. W&amp;H Medium in EU and NAM</a:t>
            </a:r>
          </a:p>
          <a:p>
            <a:r>
              <a:rPr lang="en-US" sz="1400" dirty="0"/>
              <a:t>Overall, while several LSR defenses are well embedded, targeted and focus is still required in these key exposure areas to ensure consistent global performance.</a:t>
            </a:r>
          </a:p>
          <a:p>
            <a:endParaRPr lang="en-US" sz="1400" dirty="0"/>
          </a:p>
        </p:txBody>
      </p:sp>
      <p:pic>
        <p:nvPicPr>
          <p:cNvPr id="7" name="Picture 6">
            <a:extLst>
              <a:ext uri="{FF2B5EF4-FFF2-40B4-BE49-F238E27FC236}">
                <a16:creationId xmlns:a16="http://schemas.microsoft.com/office/drawing/2014/main" id="{58FC2B17-8A15-3F6F-0FDD-59EF7E55A8D7}"/>
              </a:ext>
            </a:extLst>
          </p:cNvPr>
          <p:cNvPicPr>
            <a:picLocks noChangeAspect="1"/>
          </p:cNvPicPr>
          <p:nvPr/>
        </p:nvPicPr>
        <p:blipFill>
          <a:blip r:embed="rId3"/>
          <a:stretch>
            <a:fillRect/>
          </a:stretch>
        </p:blipFill>
        <p:spPr>
          <a:xfrm>
            <a:off x="247185" y="825191"/>
            <a:ext cx="11697629" cy="3256156"/>
          </a:xfrm>
          <a:prstGeom prst="rect">
            <a:avLst/>
          </a:prstGeom>
        </p:spPr>
      </p:pic>
    </p:spTree>
    <p:extLst>
      <p:ext uri="{BB962C8B-B14F-4D97-AF65-F5344CB8AC3E}">
        <p14:creationId xmlns:p14="http://schemas.microsoft.com/office/powerpoint/2010/main" val="2269707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9A14626-1F1F-0128-7AAE-3F65AE53B5D4}"/>
              </a:ext>
            </a:extLst>
          </p:cNvPr>
          <p:cNvSpPr>
            <a:spLocks noGrp="1"/>
          </p:cNvSpPr>
          <p:nvPr>
            <p:ph type="sldNum" sz="quarter" idx="12"/>
          </p:nvPr>
        </p:nvSpPr>
        <p:spPr/>
        <p:txBody>
          <a:bodyPr/>
          <a:lstStyle/>
          <a:p>
            <a:fld id="{7A7A97EF-C944-4447-B862-B593E9B4A0FF}" type="slidenum">
              <a:rPr lang="en-US" smtClean="0"/>
              <a:t>7</a:t>
            </a:fld>
            <a:endParaRPr lang="en-US" dirty="0"/>
          </a:p>
        </p:txBody>
      </p:sp>
      <p:sp>
        <p:nvSpPr>
          <p:cNvPr id="4" name="Title 3">
            <a:extLst>
              <a:ext uri="{FF2B5EF4-FFF2-40B4-BE49-F238E27FC236}">
                <a16:creationId xmlns:a16="http://schemas.microsoft.com/office/drawing/2014/main" id="{3D34705E-A3A4-A83C-3DEA-3EA251065C5F}"/>
              </a:ext>
            </a:extLst>
          </p:cNvPr>
          <p:cNvSpPr>
            <a:spLocks noGrp="1"/>
          </p:cNvSpPr>
          <p:nvPr>
            <p:ph type="title"/>
          </p:nvPr>
        </p:nvSpPr>
        <p:spPr>
          <a:xfrm>
            <a:off x="1185707" y="337269"/>
            <a:ext cx="8973178" cy="457020"/>
          </a:xfrm>
        </p:spPr>
        <p:txBody>
          <a:bodyPr/>
          <a:lstStyle/>
          <a:p>
            <a:r>
              <a:rPr lang="en-US" dirty="0"/>
              <a:t>Risk Register  2024 v 2025 Continuous  improvement </a:t>
            </a:r>
          </a:p>
        </p:txBody>
      </p:sp>
      <p:sp>
        <p:nvSpPr>
          <p:cNvPr id="6" name="Content Placeholder 5">
            <a:extLst>
              <a:ext uri="{FF2B5EF4-FFF2-40B4-BE49-F238E27FC236}">
                <a16:creationId xmlns:a16="http://schemas.microsoft.com/office/drawing/2014/main" id="{AA897294-4213-6408-18A8-435706ACA6B0}"/>
              </a:ext>
            </a:extLst>
          </p:cNvPr>
          <p:cNvSpPr>
            <a:spLocks noGrp="1"/>
          </p:cNvSpPr>
          <p:nvPr>
            <p:ph idx="13"/>
          </p:nvPr>
        </p:nvSpPr>
        <p:spPr>
          <a:xfrm>
            <a:off x="7046825" y="1403350"/>
            <a:ext cx="4726075" cy="4251954"/>
          </a:xfrm>
        </p:spPr>
        <p:txBody>
          <a:bodyPr/>
          <a:lstStyle/>
          <a:p>
            <a:r>
              <a:rPr lang="en-US" sz="1200" dirty="0"/>
              <a:t>Comparing 2024 to 2025, the risk matrix clearly demonstrates a significant improvement in our global risk exposure profile.</a:t>
            </a:r>
          </a:p>
          <a:p>
            <a:endParaRPr lang="en-US" sz="1200" dirty="0"/>
          </a:p>
          <a:p>
            <a:r>
              <a:rPr lang="en-US" sz="1200" dirty="0"/>
              <a:t>In 2024, a large proportion of our key hazards were positioned in the blue high/critical zone (risk ranking &gt;5), which required immediate intervention strategies, including Risk Reduction Projects and structured 3-month action plans.</a:t>
            </a:r>
          </a:p>
          <a:p>
            <a:endParaRPr lang="en-US" sz="1200" dirty="0"/>
          </a:p>
          <a:p>
            <a:r>
              <a:rPr lang="en-US" sz="1200" dirty="0"/>
              <a:t>By 2025, the distribution has shifted noticeably, with most hazards now moving out of the critical blue range and into the red medium and green low categories. This transition reflects stronger preventive controls, reduced workforce exposure, and more consistent implementation of Life Saving Rules across operations.</a:t>
            </a:r>
          </a:p>
        </p:txBody>
      </p:sp>
      <p:pic>
        <p:nvPicPr>
          <p:cNvPr id="10" name="Picture 9">
            <a:extLst>
              <a:ext uri="{FF2B5EF4-FFF2-40B4-BE49-F238E27FC236}">
                <a16:creationId xmlns:a16="http://schemas.microsoft.com/office/drawing/2014/main" id="{2B071D5C-E04A-8877-E53E-7DE5E7657462}"/>
              </a:ext>
            </a:extLst>
          </p:cNvPr>
          <p:cNvPicPr>
            <a:picLocks noChangeAspect="1"/>
          </p:cNvPicPr>
          <p:nvPr/>
        </p:nvPicPr>
        <p:blipFill>
          <a:blip r:embed="rId3"/>
          <a:stretch>
            <a:fillRect/>
          </a:stretch>
        </p:blipFill>
        <p:spPr>
          <a:xfrm>
            <a:off x="190232" y="1068360"/>
            <a:ext cx="6622927" cy="5101210"/>
          </a:xfrm>
          <a:prstGeom prst="rect">
            <a:avLst/>
          </a:prstGeom>
        </p:spPr>
      </p:pic>
    </p:spTree>
    <p:extLst>
      <p:ext uri="{BB962C8B-B14F-4D97-AF65-F5344CB8AC3E}">
        <p14:creationId xmlns:p14="http://schemas.microsoft.com/office/powerpoint/2010/main" val="4136619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189C14-A10D-9939-4210-A8A09CF7195C}"/>
              </a:ext>
            </a:extLst>
          </p:cNvPr>
          <p:cNvSpPr>
            <a:spLocks noGrp="1"/>
          </p:cNvSpPr>
          <p:nvPr>
            <p:ph type="ftr" sz="quarter" idx="11"/>
          </p:nvPr>
        </p:nvSpPr>
        <p:spPr>
          <a:xfrm>
            <a:off x="419100" y="6492875"/>
            <a:ext cx="10248900" cy="244653"/>
          </a:xfrm>
          <a:prstGeom prst="rect">
            <a:avLst/>
          </a:prstGeom>
        </p:spPr>
        <p:txBody>
          <a:bodyPr vert="horz" lIns="0" tIns="0" rIns="0" bIns="0" rtlCol="0" anchor="t" anchorCtr="0"/>
          <a:lstStyle>
            <a:defPPr>
              <a:defRPr lang="en-US"/>
            </a:defPPr>
            <a:lvl1pPr marL="0" algn="l"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2024 GE Vernova and/or its affiliates. All rights reserved.</a:t>
            </a:r>
            <a:endParaRPr lang="en-US" dirty="0"/>
          </a:p>
        </p:txBody>
      </p:sp>
      <p:sp>
        <p:nvSpPr>
          <p:cNvPr id="3" name="Slide Number Placeholder 2">
            <a:extLst>
              <a:ext uri="{FF2B5EF4-FFF2-40B4-BE49-F238E27FC236}">
                <a16:creationId xmlns:a16="http://schemas.microsoft.com/office/drawing/2014/main" id="{7079DD31-DC4E-7003-9AE1-887CDA5EDA30}"/>
              </a:ext>
            </a:extLst>
          </p:cNvPr>
          <p:cNvSpPr>
            <a:spLocks noGrp="1"/>
          </p:cNvSpPr>
          <p:nvPr>
            <p:ph type="sldNum" sz="quarter" idx="12"/>
          </p:nvPr>
        </p:nvSpPr>
        <p:spPr/>
        <p:txBody>
          <a:bodyPr/>
          <a:lstStyle/>
          <a:p>
            <a:fld id="{7A7A97EF-C944-4447-B862-B593E9B4A0FF}" type="slidenum">
              <a:rPr lang="en-US" smtClean="0"/>
              <a:t>8</a:t>
            </a:fld>
            <a:endParaRPr lang="en-US" dirty="0"/>
          </a:p>
        </p:txBody>
      </p:sp>
      <p:sp>
        <p:nvSpPr>
          <p:cNvPr id="4" name="Title 3">
            <a:extLst>
              <a:ext uri="{FF2B5EF4-FFF2-40B4-BE49-F238E27FC236}">
                <a16:creationId xmlns:a16="http://schemas.microsoft.com/office/drawing/2014/main" id="{1DDD8085-EA6D-78B2-3132-E3BCBFDC6A3A}"/>
              </a:ext>
            </a:extLst>
          </p:cNvPr>
          <p:cNvSpPr>
            <a:spLocks noGrp="1"/>
          </p:cNvSpPr>
          <p:nvPr>
            <p:ph type="title"/>
          </p:nvPr>
        </p:nvSpPr>
        <p:spPr>
          <a:xfrm>
            <a:off x="2378528" y="384585"/>
            <a:ext cx="6524311" cy="736189"/>
          </a:xfrm>
        </p:spPr>
        <p:txBody>
          <a:bodyPr/>
          <a:lstStyle/>
          <a:p>
            <a:pPr algn="ctr"/>
            <a:r>
              <a:rPr lang="en-US" dirty="0"/>
              <a:t>Final OFS Risk Ranking Tool  </a:t>
            </a:r>
            <a:br>
              <a:rPr lang="en-US" dirty="0"/>
            </a:br>
            <a:r>
              <a:rPr lang="en-US" dirty="0"/>
              <a:t>Overview and User Guidance</a:t>
            </a:r>
          </a:p>
        </p:txBody>
      </p:sp>
      <p:pic>
        <p:nvPicPr>
          <p:cNvPr id="8" name="Content Placeholder 7">
            <a:extLst>
              <a:ext uri="{FF2B5EF4-FFF2-40B4-BE49-F238E27FC236}">
                <a16:creationId xmlns:a16="http://schemas.microsoft.com/office/drawing/2014/main" id="{60682271-8709-AAE2-709A-5834001CA119}"/>
              </a:ext>
            </a:extLst>
          </p:cNvPr>
          <p:cNvPicPr>
            <a:picLocks noGrp="1" noChangeAspect="1"/>
          </p:cNvPicPr>
          <p:nvPr>
            <p:ph idx="1"/>
          </p:nvPr>
        </p:nvPicPr>
        <p:blipFill>
          <a:blip r:embed="rId2"/>
          <a:stretch>
            <a:fillRect/>
          </a:stretch>
        </p:blipFill>
        <p:spPr>
          <a:xfrm>
            <a:off x="726581" y="1403350"/>
            <a:ext cx="4779362" cy="4806950"/>
          </a:xfrm>
          <a:prstGeom prst="rect">
            <a:avLst/>
          </a:prstGeom>
          <a:solidFill>
            <a:srgbClr val="E3E3E3"/>
          </a:solidFill>
        </p:spPr>
      </p:pic>
      <p:pic>
        <p:nvPicPr>
          <p:cNvPr id="10" name="Content Placeholder 9">
            <a:extLst>
              <a:ext uri="{FF2B5EF4-FFF2-40B4-BE49-F238E27FC236}">
                <a16:creationId xmlns:a16="http://schemas.microsoft.com/office/drawing/2014/main" id="{14CCC016-84C8-331E-A99A-46FFE41BC96D}"/>
              </a:ext>
            </a:extLst>
          </p:cNvPr>
          <p:cNvPicPr>
            <a:picLocks noGrp="1" noChangeAspect="1"/>
          </p:cNvPicPr>
          <p:nvPr>
            <p:ph idx="13"/>
          </p:nvPr>
        </p:nvPicPr>
        <p:blipFill>
          <a:blip r:embed="rId3"/>
          <a:stretch>
            <a:fillRect/>
          </a:stretch>
        </p:blipFill>
        <p:spPr>
          <a:xfrm>
            <a:off x="6354228" y="1787242"/>
            <a:ext cx="4867954" cy="4039164"/>
          </a:xfrm>
          <a:prstGeom prst="rect">
            <a:avLst/>
          </a:prstGeom>
          <a:solidFill>
            <a:srgbClr val="E3E3E3"/>
          </a:solidFill>
        </p:spPr>
      </p:pic>
    </p:spTree>
    <p:extLst>
      <p:ext uri="{BB962C8B-B14F-4D97-AF65-F5344CB8AC3E}">
        <p14:creationId xmlns:p14="http://schemas.microsoft.com/office/powerpoint/2010/main" val="3178278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7BE113-C2F4-4394-989C-F165DB78E4AE}"/>
              </a:ext>
            </a:extLst>
          </p:cNvPr>
          <p:cNvSpPr txBox="1"/>
          <p:nvPr/>
        </p:nvSpPr>
        <p:spPr>
          <a:xfrm>
            <a:off x="264003" y="225472"/>
            <a:ext cx="2259268"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96BDBD"/>
                </a:solidFill>
                <a:effectLst/>
                <a:uLnTx/>
                <a:uFillTx/>
                <a:latin typeface="Inter" panose="02000503000000020004" pitchFamily="2" charset="0"/>
                <a:ea typeface="+mn-ea"/>
                <a:cs typeface="+mn-cs"/>
              </a:rPr>
              <a:t>Wir sind </a:t>
            </a:r>
          </a:p>
        </p:txBody>
      </p:sp>
      <p:sp>
        <p:nvSpPr>
          <p:cNvPr id="7" name="TextBox 6">
            <a:extLst>
              <a:ext uri="{FF2B5EF4-FFF2-40B4-BE49-F238E27FC236}">
                <a16:creationId xmlns:a16="http://schemas.microsoft.com/office/drawing/2014/main" id="{4BB243DD-953B-40FB-9BED-9B561067EDBA}"/>
              </a:ext>
            </a:extLst>
          </p:cNvPr>
          <p:cNvSpPr txBox="1"/>
          <p:nvPr/>
        </p:nvSpPr>
        <p:spPr>
          <a:xfrm>
            <a:off x="7986153" y="-75371"/>
            <a:ext cx="1608223" cy="101566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AE" sz="6000" b="0" i="0" u="none" strike="noStrike" kern="1200" cap="none" spc="0" normalizeH="0" baseline="0" noProof="0" dirty="0">
                <a:ln>
                  <a:noFill/>
                </a:ln>
                <a:solidFill>
                  <a:srgbClr val="96BDBD"/>
                </a:solidFill>
                <a:effectLst/>
                <a:uLnTx/>
                <a:uFillTx/>
                <a:latin typeface="Inter" panose="02000503000000020004" pitchFamily="2" charset="0"/>
                <a:ea typeface="+mn-ea"/>
                <a:cs typeface="Arial" panose="020B0604020202020204" pitchFamily="34" charset="0"/>
              </a:rPr>
              <a:t>نحن </a:t>
            </a:r>
            <a:endParaRPr kumimoji="0" lang="en-US" sz="6000" b="0" i="0" u="none" strike="noStrike" kern="1200" cap="none" spc="0" normalizeH="0" baseline="0" noProof="0" dirty="0">
              <a:ln>
                <a:noFill/>
              </a:ln>
              <a:solidFill>
                <a:srgbClr val="96BDBD"/>
              </a:solidFill>
              <a:effectLst/>
              <a:uLnTx/>
              <a:uFillTx/>
              <a:latin typeface="Inter" panose="02000503000000020004" pitchFamily="2" charset="0"/>
              <a:ea typeface="+mn-ea"/>
              <a:cs typeface="+mn-cs"/>
            </a:endParaRPr>
          </a:p>
        </p:txBody>
      </p:sp>
      <p:sp>
        <p:nvSpPr>
          <p:cNvPr id="9" name="TextBox 8">
            <a:extLst>
              <a:ext uri="{FF2B5EF4-FFF2-40B4-BE49-F238E27FC236}">
                <a16:creationId xmlns:a16="http://schemas.microsoft.com/office/drawing/2014/main" id="{481A4242-7DF1-4463-BBE1-228B20C04BB9}"/>
              </a:ext>
            </a:extLst>
          </p:cNvPr>
          <p:cNvSpPr txBox="1"/>
          <p:nvPr/>
        </p:nvSpPr>
        <p:spPr>
          <a:xfrm>
            <a:off x="10443714" y="74230"/>
            <a:ext cx="1402145" cy="1323439"/>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z-Cyrl-AZ" sz="5400" b="0" i="0" u="none" strike="noStrike" kern="1200" cap="none" spc="0" normalizeH="0" baseline="0" noProof="0" dirty="0">
                <a:ln>
                  <a:noFill/>
                </a:ln>
                <a:solidFill>
                  <a:srgbClr val="FFFFFF">
                    <a:alpha val="25000"/>
                  </a:srgbClr>
                </a:solidFill>
                <a:effectLst/>
                <a:uLnTx/>
                <a:uFillTx/>
                <a:latin typeface="Roboto" panose="02000000000000000000" pitchFamily="2" charset="0"/>
                <a:ea typeface="+mn-ea"/>
                <a:cs typeface="+mn-cs"/>
              </a:rPr>
              <a:t>мы</a:t>
            </a:r>
            <a:r>
              <a:rPr kumimoji="0" lang="az-Cyrl-AZ" sz="8000" b="0" i="0" u="none" strike="noStrike" kern="1200" cap="none" spc="0" normalizeH="0" baseline="0" noProof="0" dirty="0">
                <a:ln>
                  <a:noFill/>
                </a:ln>
                <a:solidFill>
                  <a:srgbClr val="FFFFFF">
                    <a:alpha val="25000"/>
                  </a:srgbClr>
                </a:solidFill>
                <a:effectLst/>
                <a:uLnTx/>
                <a:uFillTx/>
                <a:latin typeface="Inter" panose="02000503000000020004" pitchFamily="2" charset="0"/>
                <a:ea typeface="+mn-ea"/>
                <a:cs typeface="+mn-cs"/>
              </a:rPr>
              <a:t> </a:t>
            </a:r>
            <a:endParaRPr kumimoji="0" lang="en-US" sz="8000" b="0" i="0" u="none" strike="noStrike" kern="1200" cap="none" spc="0" normalizeH="0" baseline="0" noProof="0" dirty="0">
              <a:ln>
                <a:noFill/>
              </a:ln>
              <a:solidFill>
                <a:srgbClr val="FFFFFF">
                  <a:alpha val="25000"/>
                </a:srgbClr>
              </a:solidFill>
              <a:effectLst/>
              <a:uLnTx/>
              <a:uFillTx/>
              <a:latin typeface="Inter" panose="02000503000000020004" pitchFamily="2" charset="0"/>
              <a:ea typeface="+mn-ea"/>
              <a:cs typeface="+mn-cs"/>
            </a:endParaRPr>
          </a:p>
        </p:txBody>
      </p:sp>
      <p:sp>
        <p:nvSpPr>
          <p:cNvPr id="11" name="TextBox 10">
            <a:extLst>
              <a:ext uri="{FF2B5EF4-FFF2-40B4-BE49-F238E27FC236}">
                <a16:creationId xmlns:a16="http://schemas.microsoft.com/office/drawing/2014/main" id="{97508648-3D0F-4DD7-A271-183AF4D72BC5}"/>
              </a:ext>
            </a:extLst>
          </p:cNvPr>
          <p:cNvSpPr txBox="1"/>
          <p:nvPr/>
        </p:nvSpPr>
        <p:spPr>
          <a:xfrm>
            <a:off x="196955" y="4121961"/>
            <a:ext cx="1746083"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z-Cyrl-AZ" sz="3600" b="0" i="0" u="none" strike="noStrike" kern="1200" cap="none" spc="0" normalizeH="0" baseline="0" noProof="0" dirty="0">
                <a:ln>
                  <a:noFill/>
                </a:ln>
                <a:solidFill>
                  <a:srgbClr val="96BDBD"/>
                </a:solidFill>
                <a:effectLst/>
                <a:uLnTx/>
                <a:uFillTx/>
                <a:latin typeface="Inter" panose="02000503000000020004" pitchFamily="2" charset="0"/>
                <a:ea typeface="+mn-ea"/>
                <a:cs typeface="+mn-cs"/>
              </a:rPr>
              <a:t>ние сме </a:t>
            </a:r>
            <a:endParaRPr kumimoji="0" lang="en-US" sz="3600" b="0" i="0" u="none" strike="noStrike" kern="1200" cap="none" spc="0" normalizeH="0" baseline="0" noProof="0" dirty="0">
              <a:ln>
                <a:noFill/>
              </a:ln>
              <a:solidFill>
                <a:srgbClr val="96BDBD"/>
              </a:solidFill>
              <a:effectLst/>
              <a:uLnTx/>
              <a:uFillTx/>
              <a:latin typeface="Inter" panose="02000503000000020004" pitchFamily="2" charset="0"/>
              <a:ea typeface="+mn-ea"/>
              <a:cs typeface="+mn-cs"/>
            </a:endParaRPr>
          </a:p>
        </p:txBody>
      </p:sp>
      <p:sp>
        <p:nvSpPr>
          <p:cNvPr id="13" name="TextBox 12">
            <a:extLst>
              <a:ext uri="{FF2B5EF4-FFF2-40B4-BE49-F238E27FC236}">
                <a16:creationId xmlns:a16="http://schemas.microsoft.com/office/drawing/2014/main" id="{6A4447F3-F111-4BE0-8C70-F6FB0E206750}"/>
              </a:ext>
            </a:extLst>
          </p:cNvPr>
          <p:cNvSpPr txBox="1"/>
          <p:nvPr/>
        </p:nvSpPr>
        <p:spPr>
          <a:xfrm>
            <a:off x="7413941" y="1836796"/>
            <a:ext cx="195664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3600" b="0" i="0" u="none" strike="noStrike" kern="1200" cap="none" spc="0" normalizeH="0" baseline="0" noProof="0" dirty="0">
                <a:ln>
                  <a:noFill/>
                </a:ln>
                <a:solidFill>
                  <a:srgbClr val="408688"/>
                </a:solidFill>
                <a:effectLst/>
                <a:uLnTx/>
                <a:uFillTx/>
                <a:latin typeface="Inter" panose="02000503000000020004" pitchFamily="2" charset="0"/>
                <a:ea typeface="微軟正黑體" panose="020B0604030504040204" pitchFamily="34" charset="-120"/>
                <a:cs typeface="+mn-cs"/>
              </a:rPr>
              <a:t>我们是</a:t>
            </a:r>
            <a:r>
              <a:rPr kumimoji="0" lang="zh-TW" altLang="en-US" sz="3600" b="0" i="0" u="none" strike="noStrike" kern="1200" cap="none" spc="0" normalizeH="0" baseline="0" noProof="0" dirty="0">
                <a:ln>
                  <a:noFill/>
                </a:ln>
                <a:solidFill>
                  <a:srgbClr val="408688"/>
                </a:solidFill>
                <a:effectLst/>
                <a:uLnTx/>
                <a:uFillTx/>
                <a:latin typeface="GE Inspira Sans"/>
                <a:ea typeface="微軟正黑體" panose="020B0604030504040204" pitchFamily="34" charset="-120"/>
                <a:cs typeface="+mn-cs"/>
              </a:rPr>
              <a:t> </a:t>
            </a:r>
            <a:endParaRPr kumimoji="0" lang="en-US" sz="3600" b="0" i="0" u="none" strike="noStrike" kern="1200" cap="none" spc="0" normalizeH="0" baseline="0" noProof="0" dirty="0">
              <a:ln>
                <a:noFill/>
              </a:ln>
              <a:solidFill>
                <a:srgbClr val="408688"/>
              </a:solidFill>
              <a:effectLst/>
              <a:uLnTx/>
              <a:uFillTx/>
              <a:latin typeface="GE Inspira Sans"/>
              <a:ea typeface="+mn-ea"/>
              <a:cs typeface="+mn-cs"/>
            </a:endParaRPr>
          </a:p>
        </p:txBody>
      </p:sp>
      <p:sp>
        <p:nvSpPr>
          <p:cNvPr id="15" name="TextBox 14">
            <a:extLst>
              <a:ext uri="{FF2B5EF4-FFF2-40B4-BE49-F238E27FC236}">
                <a16:creationId xmlns:a16="http://schemas.microsoft.com/office/drawing/2014/main" id="{5708F180-88E5-4E37-B5EC-F05BEA871EBD}"/>
              </a:ext>
            </a:extLst>
          </p:cNvPr>
          <p:cNvSpPr txBox="1"/>
          <p:nvPr/>
        </p:nvSpPr>
        <p:spPr>
          <a:xfrm>
            <a:off x="3577980" y="5267669"/>
            <a:ext cx="2227346"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alpha val="45000"/>
                  </a:srgbClr>
                </a:solidFill>
                <a:effectLst/>
                <a:uLnTx/>
                <a:uFillTx/>
                <a:latin typeface="Inter" panose="02000503000000020004" pitchFamily="2" charset="0"/>
                <a:ea typeface="+mn-ea"/>
                <a:cs typeface="+mn-cs"/>
              </a:rPr>
              <a:t>My jsme </a:t>
            </a:r>
          </a:p>
        </p:txBody>
      </p:sp>
      <p:sp>
        <p:nvSpPr>
          <p:cNvPr id="17" name="TextBox 16">
            <a:extLst>
              <a:ext uri="{FF2B5EF4-FFF2-40B4-BE49-F238E27FC236}">
                <a16:creationId xmlns:a16="http://schemas.microsoft.com/office/drawing/2014/main" id="{C0CCBD6D-E332-4C5B-97DB-7D3623A23BB8}"/>
              </a:ext>
            </a:extLst>
          </p:cNvPr>
          <p:cNvSpPr txBox="1"/>
          <p:nvPr/>
        </p:nvSpPr>
        <p:spPr>
          <a:xfrm>
            <a:off x="2108011" y="4544603"/>
            <a:ext cx="1835334"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alpha val="25000"/>
                  </a:srgbClr>
                </a:solidFill>
                <a:effectLst/>
                <a:uLnTx/>
                <a:uFillTx/>
                <a:latin typeface="Roboto" panose="02000000000000000000" pitchFamily="2" charset="0"/>
                <a:ea typeface="+mn-ea"/>
                <a:cs typeface="+mn-cs"/>
              </a:rPr>
              <a:t>Wij zijn</a:t>
            </a:r>
            <a:r>
              <a:rPr kumimoji="0" lang="en-US" sz="3200" b="0" i="0" u="none" strike="noStrike" kern="1200" cap="none" spc="0" normalizeH="0" baseline="0" noProof="0" dirty="0">
                <a:ln>
                  <a:noFill/>
                </a:ln>
                <a:solidFill>
                  <a:srgbClr val="FFFFFF">
                    <a:alpha val="25000"/>
                  </a:srgbClr>
                </a:solidFill>
                <a:effectLst/>
                <a:uLnTx/>
                <a:uFillTx/>
                <a:latin typeface="Inter" panose="02000503000000020004" pitchFamily="2" charset="0"/>
                <a:ea typeface="+mn-ea"/>
                <a:cs typeface="+mn-cs"/>
              </a:rPr>
              <a:t> </a:t>
            </a:r>
          </a:p>
        </p:txBody>
      </p:sp>
      <p:sp>
        <p:nvSpPr>
          <p:cNvPr id="19" name="TextBox 18">
            <a:extLst>
              <a:ext uri="{FF2B5EF4-FFF2-40B4-BE49-F238E27FC236}">
                <a16:creationId xmlns:a16="http://schemas.microsoft.com/office/drawing/2014/main" id="{5C4506E9-3FE9-411C-96B9-1C199CD50D49}"/>
              </a:ext>
            </a:extLst>
          </p:cNvPr>
          <p:cNvSpPr txBox="1"/>
          <p:nvPr/>
        </p:nvSpPr>
        <p:spPr>
          <a:xfrm>
            <a:off x="5319352" y="916043"/>
            <a:ext cx="3779325"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96BDBD"/>
                </a:solidFill>
                <a:effectLst/>
                <a:uLnTx/>
                <a:uFillTx/>
                <a:latin typeface="Roboto" panose="02000000000000000000" pitchFamily="2" charset="0"/>
                <a:ea typeface="+mn-ea"/>
                <a:cs typeface="+mn-cs"/>
              </a:rPr>
              <a:t>Nous sommes</a:t>
            </a:r>
            <a:r>
              <a:rPr kumimoji="0" lang="en-US" sz="4000" b="0" i="0" u="none" strike="noStrike" kern="1200" cap="none" spc="0" normalizeH="0" baseline="0" noProof="0" dirty="0">
                <a:ln>
                  <a:noFill/>
                </a:ln>
                <a:solidFill>
                  <a:srgbClr val="96BDBD"/>
                </a:solidFill>
                <a:effectLst/>
                <a:uLnTx/>
                <a:uFillTx/>
                <a:latin typeface="Inter" panose="02000503000000020004" pitchFamily="2" charset="0"/>
                <a:ea typeface="+mn-ea"/>
                <a:cs typeface="+mn-cs"/>
              </a:rPr>
              <a:t> </a:t>
            </a:r>
          </a:p>
        </p:txBody>
      </p:sp>
      <p:sp>
        <p:nvSpPr>
          <p:cNvPr id="21" name="TextBox 20">
            <a:extLst>
              <a:ext uri="{FF2B5EF4-FFF2-40B4-BE49-F238E27FC236}">
                <a16:creationId xmlns:a16="http://schemas.microsoft.com/office/drawing/2014/main" id="{70ECA816-16EC-47EF-B3FD-19887F63601B}"/>
              </a:ext>
            </a:extLst>
          </p:cNvPr>
          <p:cNvSpPr txBox="1"/>
          <p:nvPr/>
        </p:nvSpPr>
        <p:spPr>
          <a:xfrm>
            <a:off x="3912339" y="1557127"/>
            <a:ext cx="1812256"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2400" b="0" i="0" u="none" strike="noStrike" kern="1200" cap="none" spc="0" normalizeH="0" baseline="0" noProof="0" dirty="0">
                <a:ln>
                  <a:noFill/>
                </a:ln>
                <a:solidFill>
                  <a:srgbClr val="FFFFFF">
                    <a:alpha val="45000"/>
                  </a:srgbClr>
                </a:solidFill>
                <a:effectLst/>
                <a:uLnTx/>
                <a:uFillTx/>
                <a:latin typeface="Inter" panose="02000503000000020004" pitchFamily="2" charset="0"/>
                <a:ea typeface="+mn-ea"/>
                <a:cs typeface="+mn-cs"/>
              </a:rPr>
              <a:t>Είμαστε </a:t>
            </a:r>
            <a:endParaRPr kumimoji="0" lang="en-US" sz="2400" b="0" i="0" u="none" strike="noStrike" kern="1200" cap="none" spc="0" normalizeH="0" baseline="0" noProof="0" dirty="0">
              <a:ln>
                <a:noFill/>
              </a:ln>
              <a:solidFill>
                <a:srgbClr val="FFFFFF">
                  <a:alpha val="45000"/>
                </a:srgbClr>
              </a:solidFill>
              <a:effectLst/>
              <a:uLnTx/>
              <a:uFillTx/>
              <a:latin typeface="Inter" panose="02000503000000020004" pitchFamily="2" charset="0"/>
              <a:ea typeface="+mn-ea"/>
              <a:cs typeface="+mn-cs"/>
            </a:endParaRPr>
          </a:p>
        </p:txBody>
      </p:sp>
      <p:sp>
        <p:nvSpPr>
          <p:cNvPr id="23" name="TextBox 22">
            <a:extLst>
              <a:ext uri="{FF2B5EF4-FFF2-40B4-BE49-F238E27FC236}">
                <a16:creationId xmlns:a16="http://schemas.microsoft.com/office/drawing/2014/main" id="{B9C0DF69-45F6-45BC-90E6-B9B3BCD07A50}"/>
              </a:ext>
            </a:extLst>
          </p:cNvPr>
          <p:cNvSpPr txBox="1"/>
          <p:nvPr/>
        </p:nvSpPr>
        <p:spPr>
          <a:xfrm>
            <a:off x="10513774" y="2485092"/>
            <a:ext cx="1460961"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600" b="0" i="0" u="none" strike="noStrike" kern="1200" cap="none" spc="0" normalizeH="0" baseline="0" noProof="0" dirty="0">
                <a:ln>
                  <a:noFill/>
                </a:ln>
                <a:solidFill>
                  <a:srgbClr val="FFFFFF">
                    <a:alpha val="25000"/>
                  </a:srgbClr>
                </a:solidFill>
                <a:effectLst/>
                <a:uLnTx/>
                <a:uFillTx/>
                <a:latin typeface="Inter" panose="02000503000000020004" pitchFamily="2" charset="0"/>
                <a:ea typeface="+mn-ea"/>
                <a:cs typeface="Arial" panose="020B0604020202020204" pitchFamily="34" charset="0"/>
              </a:rPr>
              <a:t>אנחנו </a:t>
            </a:r>
            <a:endParaRPr kumimoji="0" lang="en-US" sz="3600" b="0" i="0" u="none" strike="noStrike" kern="1200" cap="none" spc="0" normalizeH="0" baseline="0" noProof="0" dirty="0">
              <a:ln>
                <a:noFill/>
              </a:ln>
              <a:solidFill>
                <a:srgbClr val="FFFFFF">
                  <a:alpha val="25000"/>
                </a:srgbClr>
              </a:solidFill>
              <a:effectLst/>
              <a:uLnTx/>
              <a:uFillTx/>
              <a:latin typeface="Inter" panose="02000503000000020004" pitchFamily="2" charset="0"/>
              <a:ea typeface="+mn-ea"/>
              <a:cs typeface="+mn-cs"/>
            </a:endParaRPr>
          </a:p>
        </p:txBody>
      </p:sp>
      <p:sp>
        <p:nvSpPr>
          <p:cNvPr id="29" name="TextBox 28">
            <a:extLst>
              <a:ext uri="{FF2B5EF4-FFF2-40B4-BE49-F238E27FC236}">
                <a16:creationId xmlns:a16="http://schemas.microsoft.com/office/drawing/2014/main" id="{C70ADBD2-CDA3-40A0-95A3-E0F00590AA60}"/>
              </a:ext>
            </a:extLst>
          </p:cNvPr>
          <p:cNvSpPr txBox="1"/>
          <p:nvPr/>
        </p:nvSpPr>
        <p:spPr>
          <a:xfrm>
            <a:off x="401852" y="5100536"/>
            <a:ext cx="2227347"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alpha val="40000"/>
                  </a:srgbClr>
                </a:solidFill>
                <a:effectLst/>
                <a:uLnTx/>
                <a:uFillTx/>
                <a:latin typeface="Inter" panose="02000503000000020004" pitchFamily="2" charset="0"/>
                <a:ea typeface="+mn-ea"/>
                <a:cs typeface="+mn-cs"/>
              </a:rPr>
              <a:t>Mi vagyunk </a:t>
            </a:r>
          </a:p>
        </p:txBody>
      </p:sp>
      <p:sp>
        <p:nvSpPr>
          <p:cNvPr id="31" name="TextBox 30">
            <a:extLst>
              <a:ext uri="{FF2B5EF4-FFF2-40B4-BE49-F238E27FC236}">
                <a16:creationId xmlns:a16="http://schemas.microsoft.com/office/drawing/2014/main" id="{8A16D7E3-2D5C-41AB-9204-0FB7BA543D0A}"/>
              </a:ext>
            </a:extLst>
          </p:cNvPr>
          <p:cNvSpPr txBox="1"/>
          <p:nvPr/>
        </p:nvSpPr>
        <p:spPr>
          <a:xfrm>
            <a:off x="9411433" y="1396424"/>
            <a:ext cx="2040108"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all" spc="0" normalizeH="0" baseline="0" noProof="0" dirty="0">
                <a:ln>
                  <a:noFill/>
                </a:ln>
                <a:solidFill>
                  <a:srgbClr val="FFFFFF">
                    <a:alpha val="40000"/>
                  </a:srgbClr>
                </a:solidFill>
                <a:effectLst/>
                <a:uLnTx/>
                <a:uFillTx/>
                <a:latin typeface="Sons Condensed Extrabold" panose="02060906060206060203" pitchFamily="18" charset="0"/>
                <a:ea typeface="+mn-ea"/>
                <a:cs typeface="+mn-cs"/>
              </a:rPr>
              <a:t>Táimid </a:t>
            </a:r>
          </a:p>
        </p:txBody>
      </p:sp>
      <p:sp>
        <p:nvSpPr>
          <p:cNvPr id="33" name="TextBox 32">
            <a:extLst>
              <a:ext uri="{FF2B5EF4-FFF2-40B4-BE49-F238E27FC236}">
                <a16:creationId xmlns:a16="http://schemas.microsoft.com/office/drawing/2014/main" id="{01D1F76B-E908-401E-AFDF-7DE0171DF176}"/>
              </a:ext>
            </a:extLst>
          </p:cNvPr>
          <p:cNvSpPr txBox="1"/>
          <p:nvPr/>
        </p:nvSpPr>
        <p:spPr>
          <a:xfrm>
            <a:off x="9870685" y="4121961"/>
            <a:ext cx="2140123"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2800" b="0" i="0" u="none" strike="noStrike" kern="1200" cap="none" spc="0" normalizeH="0" baseline="0" noProof="0" dirty="0">
                <a:ln>
                  <a:noFill/>
                </a:ln>
                <a:solidFill>
                  <a:srgbClr val="96BDBD"/>
                </a:solidFill>
                <a:effectLst/>
                <a:uLnTx/>
                <a:uFillTx/>
                <a:latin typeface="Roboto" panose="02000000000000000000" pitchFamily="2" charset="0"/>
                <a:ea typeface="ＭＳ Ｐゴシック" panose="020B0600070205080204" pitchFamily="34" charset="-128"/>
                <a:cs typeface="+mn-cs"/>
              </a:rPr>
              <a:t>私たちです</a:t>
            </a:r>
            <a:r>
              <a:rPr kumimoji="0" lang="ja-JP" altLang="en-US" sz="4800" b="0" i="0" u="none" strike="noStrike" kern="1200" cap="none" spc="0" normalizeH="0" baseline="0" noProof="0" dirty="0">
                <a:ln>
                  <a:noFill/>
                </a:ln>
                <a:solidFill>
                  <a:srgbClr val="96BDBD"/>
                </a:solidFill>
                <a:effectLst/>
                <a:uLnTx/>
                <a:uFillTx/>
                <a:latin typeface="Inter" panose="02000503000000020004" pitchFamily="2" charset="0"/>
                <a:ea typeface="ＭＳ Ｐゴシック" panose="020B0600070205080204" pitchFamily="34" charset="-128"/>
                <a:cs typeface="+mn-cs"/>
              </a:rPr>
              <a:t> </a:t>
            </a:r>
            <a:endParaRPr kumimoji="0" lang="en-US" sz="4800" b="0" i="0" u="none" strike="noStrike" kern="1200" cap="none" spc="0" normalizeH="0" baseline="0" noProof="0" dirty="0">
              <a:ln>
                <a:noFill/>
              </a:ln>
              <a:solidFill>
                <a:srgbClr val="96BDBD"/>
              </a:solidFill>
              <a:effectLst/>
              <a:uLnTx/>
              <a:uFillTx/>
              <a:latin typeface="Inter" panose="02000503000000020004" pitchFamily="2" charset="0"/>
              <a:ea typeface="+mn-ea"/>
              <a:cs typeface="+mn-cs"/>
            </a:endParaRPr>
          </a:p>
        </p:txBody>
      </p:sp>
      <p:sp>
        <p:nvSpPr>
          <p:cNvPr id="35" name="TextBox 34">
            <a:extLst>
              <a:ext uri="{FF2B5EF4-FFF2-40B4-BE49-F238E27FC236}">
                <a16:creationId xmlns:a16="http://schemas.microsoft.com/office/drawing/2014/main" id="{56698DBB-394A-4EAB-9B82-B7D33588B5A0}"/>
              </a:ext>
            </a:extLst>
          </p:cNvPr>
          <p:cNvSpPr txBox="1"/>
          <p:nvPr/>
        </p:nvSpPr>
        <p:spPr>
          <a:xfrm>
            <a:off x="1084773" y="3151661"/>
            <a:ext cx="171653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3600" b="0" i="0" u="none" strike="noStrike" kern="1200" cap="none" spc="0" normalizeH="0" baseline="0" noProof="0" dirty="0">
                <a:ln>
                  <a:noFill/>
                </a:ln>
                <a:solidFill>
                  <a:srgbClr val="FFFFFF">
                    <a:alpha val="45000"/>
                  </a:srgbClr>
                </a:solidFill>
                <a:effectLst/>
                <a:uLnTx/>
                <a:uFillTx/>
                <a:latin typeface="Inter" panose="02000503000000020004" pitchFamily="2" charset="0"/>
                <a:ea typeface="굴림" panose="020B0600000101010101" pitchFamily="34" charset="-127"/>
                <a:cs typeface="+mn-cs"/>
              </a:rPr>
              <a:t>우리는 </a:t>
            </a:r>
            <a:endParaRPr kumimoji="0" lang="en-US" sz="3600" b="0" i="0" u="none" strike="noStrike" kern="1200" cap="none" spc="0" normalizeH="0" baseline="0" noProof="0" dirty="0">
              <a:ln>
                <a:noFill/>
              </a:ln>
              <a:solidFill>
                <a:srgbClr val="FFFFFF">
                  <a:alpha val="45000"/>
                </a:srgbClr>
              </a:solidFill>
              <a:effectLst/>
              <a:uLnTx/>
              <a:uFillTx/>
              <a:latin typeface="Inter" panose="02000503000000020004" pitchFamily="2" charset="0"/>
              <a:ea typeface="+mn-ea"/>
              <a:cs typeface="+mn-cs"/>
            </a:endParaRPr>
          </a:p>
        </p:txBody>
      </p:sp>
      <p:sp>
        <p:nvSpPr>
          <p:cNvPr id="37" name="TextBox 36">
            <a:extLst>
              <a:ext uri="{FF2B5EF4-FFF2-40B4-BE49-F238E27FC236}">
                <a16:creationId xmlns:a16="http://schemas.microsoft.com/office/drawing/2014/main" id="{619884BD-70D5-44A9-826E-D3BF536ADD20}"/>
              </a:ext>
            </a:extLst>
          </p:cNvPr>
          <p:cNvSpPr txBox="1"/>
          <p:nvPr/>
        </p:nvSpPr>
        <p:spPr>
          <a:xfrm>
            <a:off x="5157123" y="4445126"/>
            <a:ext cx="2256818"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all" spc="0" normalizeH="0" baseline="0" noProof="0" dirty="0">
                <a:ln>
                  <a:noFill/>
                </a:ln>
                <a:solidFill>
                  <a:srgbClr val="FFFFFF">
                    <a:alpha val="25000"/>
                  </a:srgbClr>
                </a:solidFill>
                <a:effectLst/>
                <a:uLnTx/>
                <a:uFillTx/>
                <a:latin typeface="Sons Condensed Extrabold" panose="02060906060206060203" pitchFamily="18" charset="0"/>
                <a:ea typeface="+mn-ea"/>
                <a:cs typeface="+mn-cs"/>
              </a:rPr>
              <a:t>Mes esame </a:t>
            </a:r>
          </a:p>
        </p:txBody>
      </p:sp>
      <p:sp>
        <p:nvSpPr>
          <p:cNvPr id="39" name="TextBox 38">
            <a:extLst>
              <a:ext uri="{FF2B5EF4-FFF2-40B4-BE49-F238E27FC236}">
                <a16:creationId xmlns:a16="http://schemas.microsoft.com/office/drawing/2014/main" id="{B7FEB6C1-C01C-44C9-BEDA-926085C1D7BE}"/>
              </a:ext>
            </a:extLst>
          </p:cNvPr>
          <p:cNvSpPr txBox="1"/>
          <p:nvPr/>
        </p:nvSpPr>
        <p:spPr>
          <a:xfrm>
            <a:off x="7413941" y="4922073"/>
            <a:ext cx="2412947"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alpha val="45000"/>
                  </a:srgbClr>
                </a:solidFill>
                <a:effectLst/>
                <a:uLnTx/>
                <a:uFillTx/>
                <a:latin typeface="Inter" panose="02000503000000020004" pitchFamily="2" charset="0"/>
                <a:ea typeface="+mn-ea"/>
                <a:cs typeface="+mn-cs"/>
              </a:rPr>
              <a:t>Jesteśmy </a:t>
            </a:r>
          </a:p>
        </p:txBody>
      </p:sp>
      <p:sp>
        <p:nvSpPr>
          <p:cNvPr id="41" name="TextBox 40">
            <a:extLst>
              <a:ext uri="{FF2B5EF4-FFF2-40B4-BE49-F238E27FC236}">
                <a16:creationId xmlns:a16="http://schemas.microsoft.com/office/drawing/2014/main" id="{6D9DDA78-DA2F-40EC-8A20-5508A59627D9}"/>
              </a:ext>
            </a:extLst>
          </p:cNvPr>
          <p:cNvSpPr txBox="1"/>
          <p:nvPr/>
        </p:nvSpPr>
        <p:spPr>
          <a:xfrm>
            <a:off x="24651" y="2200031"/>
            <a:ext cx="2737972"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all" spc="0" normalizeH="0" baseline="0" noProof="0" dirty="0">
                <a:ln>
                  <a:noFill/>
                </a:ln>
                <a:solidFill>
                  <a:srgbClr val="96BDBD"/>
                </a:solidFill>
                <a:effectLst/>
                <a:uLnTx/>
                <a:uFillTx/>
                <a:latin typeface="Sons Condensed Extrabold" panose="02060906060206060203" pitchFamily="18" charset="0"/>
                <a:ea typeface="+mn-ea"/>
                <a:cs typeface="+mn-cs"/>
              </a:rPr>
              <a:t>Nós somos </a:t>
            </a:r>
          </a:p>
        </p:txBody>
      </p:sp>
      <p:sp>
        <p:nvSpPr>
          <p:cNvPr id="43" name="TextBox 42">
            <a:extLst>
              <a:ext uri="{FF2B5EF4-FFF2-40B4-BE49-F238E27FC236}">
                <a16:creationId xmlns:a16="http://schemas.microsoft.com/office/drawing/2014/main" id="{557EA009-EC99-4243-9B3C-9A85CD0BB144}"/>
              </a:ext>
            </a:extLst>
          </p:cNvPr>
          <p:cNvSpPr txBox="1"/>
          <p:nvPr/>
        </p:nvSpPr>
        <p:spPr>
          <a:xfrm>
            <a:off x="9411433" y="5451585"/>
            <a:ext cx="2705723"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FFFFFF">
                    <a:alpha val="45000"/>
                  </a:srgbClr>
                </a:solidFill>
                <a:effectLst/>
                <a:uLnTx/>
                <a:uFillTx/>
                <a:latin typeface="Inter" panose="02000503000000020004" pitchFamily="2" charset="0"/>
                <a:ea typeface="+mn-ea"/>
                <a:cs typeface="+mn-cs"/>
              </a:rPr>
              <a:t>اسان آهيون</a:t>
            </a:r>
            <a:endParaRPr kumimoji="0" lang="en-US" sz="6000" b="0" i="0" u="none" strike="noStrike" kern="1200" cap="none" spc="0" normalizeH="0" baseline="0" noProof="0" dirty="0">
              <a:ln>
                <a:noFill/>
              </a:ln>
              <a:solidFill>
                <a:srgbClr val="FFFFFF">
                  <a:alpha val="45000"/>
                </a:srgbClr>
              </a:solidFill>
              <a:effectLst/>
              <a:uLnTx/>
              <a:uFillTx/>
              <a:latin typeface="Inter" panose="02000503000000020004" pitchFamily="2" charset="0"/>
              <a:ea typeface="+mn-ea"/>
              <a:cs typeface="+mn-cs"/>
            </a:endParaRPr>
          </a:p>
        </p:txBody>
      </p:sp>
      <p:sp>
        <p:nvSpPr>
          <p:cNvPr id="45" name="TextBox 44">
            <a:extLst>
              <a:ext uri="{FF2B5EF4-FFF2-40B4-BE49-F238E27FC236}">
                <a16:creationId xmlns:a16="http://schemas.microsoft.com/office/drawing/2014/main" id="{86C5A786-2000-4560-99BD-A40A9BBA8030}"/>
              </a:ext>
            </a:extLst>
          </p:cNvPr>
          <p:cNvSpPr txBox="1"/>
          <p:nvPr/>
        </p:nvSpPr>
        <p:spPr>
          <a:xfrm>
            <a:off x="3345754" y="134379"/>
            <a:ext cx="377932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alpha val="40000"/>
                  </a:srgbClr>
                </a:solidFill>
                <a:effectLst/>
                <a:uLnTx/>
                <a:uFillTx/>
                <a:latin typeface="Inter" panose="02000503000000020004" pitchFamily="2" charset="0"/>
                <a:ea typeface="+mn-ea"/>
                <a:cs typeface="+mn-cs"/>
              </a:rPr>
              <a:t>Nosotros somos</a:t>
            </a:r>
          </a:p>
        </p:txBody>
      </p:sp>
      <p:sp>
        <p:nvSpPr>
          <p:cNvPr id="49" name="TextBox 48">
            <a:extLst>
              <a:ext uri="{FF2B5EF4-FFF2-40B4-BE49-F238E27FC236}">
                <a16:creationId xmlns:a16="http://schemas.microsoft.com/office/drawing/2014/main" id="{BB35CCB4-ED0C-4BFA-8E49-F77660568DEA}"/>
              </a:ext>
            </a:extLst>
          </p:cNvPr>
          <p:cNvSpPr txBox="1"/>
          <p:nvPr/>
        </p:nvSpPr>
        <p:spPr>
          <a:xfrm>
            <a:off x="1197112" y="5692318"/>
            <a:ext cx="1397773"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7200" b="0" i="0" u="none" strike="noStrike" kern="1200" cap="all" spc="0" normalizeH="0" baseline="0" noProof="0" dirty="0">
                <a:ln>
                  <a:noFill/>
                </a:ln>
                <a:solidFill>
                  <a:srgbClr val="FFFFFF">
                    <a:alpha val="25000"/>
                  </a:srgbClr>
                </a:solidFill>
                <a:effectLst/>
                <a:uLnTx/>
                <a:uFillTx/>
                <a:latin typeface="Sons Condensed Extrabold" panose="02060906060206060203" pitchFamily="18" charset="0"/>
                <a:ea typeface="+mn-ea"/>
                <a:cs typeface="+mn-cs"/>
              </a:rPr>
              <a:t>Biz</a:t>
            </a:r>
            <a:r>
              <a:rPr kumimoji="0" lang="tr-TR" sz="7200" b="0" i="0" u="none" strike="noStrike" kern="1200" cap="none" spc="0" normalizeH="0" baseline="0" noProof="0" dirty="0">
                <a:ln>
                  <a:noFill/>
                </a:ln>
                <a:solidFill>
                  <a:srgbClr val="96BDBD"/>
                </a:solidFill>
                <a:effectLst/>
                <a:uLnTx/>
                <a:uFillTx/>
                <a:latin typeface="Inter" panose="02000503000000020004" pitchFamily="2" charset="0"/>
                <a:ea typeface="+mn-ea"/>
                <a:cs typeface="+mn-cs"/>
              </a:rPr>
              <a:t> </a:t>
            </a:r>
            <a:endParaRPr kumimoji="0" lang="en-US" sz="7200" b="0" i="0" u="none" strike="noStrike" kern="1200" cap="none" spc="0" normalizeH="0" baseline="0" noProof="0" dirty="0">
              <a:ln>
                <a:noFill/>
              </a:ln>
              <a:solidFill>
                <a:srgbClr val="96BDBD"/>
              </a:solidFill>
              <a:effectLst/>
              <a:uLnTx/>
              <a:uFillTx/>
              <a:latin typeface="Inter" panose="02000503000000020004" pitchFamily="2" charset="0"/>
              <a:ea typeface="+mn-ea"/>
              <a:cs typeface="+mn-cs"/>
            </a:endParaRPr>
          </a:p>
        </p:txBody>
      </p:sp>
      <p:sp>
        <p:nvSpPr>
          <p:cNvPr id="51" name="TextBox 50">
            <a:extLst>
              <a:ext uri="{FF2B5EF4-FFF2-40B4-BE49-F238E27FC236}">
                <a16:creationId xmlns:a16="http://schemas.microsoft.com/office/drawing/2014/main" id="{569F8F1D-BF74-4283-8F24-40E978934319}"/>
              </a:ext>
            </a:extLst>
          </p:cNvPr>
          <p:cNvSpPr txBox="1"/>
          <p:nvPr/>
        </p:nvSpPr>
        <p:spPr>
          <a:xfrm>
            <a:off x="1393637" y="1021474"/>
            <a:ext cx="2662670" cy="707886"/>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4000" b="0" i="0" u="none" strike="noStrike" kern="1200" cap="all" spc="0" normalizeH="0" baseline="0" noProof="0" dirty="0">
                <a:ln>
                  <a:noFill/>
                </a:ln>
                <a:solidFill>
                  <a:srgbClr val="FFFFFF">
                    <a:alpha val="25000"/>
                  </a:srgbClr>
                </a:solidFill>
                <a:effectLst/>
                <a:uLnTx/>
                <a:uFillTx/>
                <a:latin typeface="Sons Condensed Extrabold" panose="02060906060206060203" pitchFamily="18" charset="0"/>
                <a:ea typeface="+mn-ea"/>
                <a:cs typeface="+mn-cs"/>
              </a:rPr>
              <a:t>Chúng tôi là </a:t>
            </a:r>
            <a:endParaRPr kumimoji="0" lang="en-US" sz="4000" b="0" i="0" u="none" strike="noStrike" kern="1200" cap="all" spc="0" normalizeH="0" baseline="0" noProof="0" dirty="0">
              <a:ln>
                <a:noFill/>
              </a:ln>
              <a:solidFill>
                <a:srgbClr val="FFFFFF">
                  <a:alpha val="25000"/>
                </a:srgbClr>
              </a:solidFill>
              <a:effectLst/>
              <a:uLnTx/>
              <a:uFillTx/>
              <a:latin typeface="Sons Condensed Extrabold" panose="02060906060206060203" pitchFamily="18" charset="0"/>
              <a:ea typeface="+mn-ea"/>
              <a:cs typeface="+mn-cs"/>
            </a:endParaRPr>
          </a:p>
        </p:txBody>
      </p:sp>
      <p:sp>
        <p:nvSpPr>
          <p:cNvPr id="52" name="TextBox 51">
            <a:extLst>
              <a:ext uri="{FF2B5EF4-FFF2-40B4-BE49-F238E27FC236}">
                <a16:creationId xmlns:a16="http://schemas.microsoft.com/office/drawing/2014/main" id="{D0E6A39E-D7E3-487C-BB93-72DFE626023F}"/>
              </a:ext>
            </a:extLst>
          </p:cNvPr>
          <p:cNvSpPr txBox="1"/>
          <p:nvPr/>
        </p:nvSpPr>
        <p:spPr>
          <a:xfrm>
            <a:off x="6511298" y="5774842"/>
            <a:ext cx="2823633"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FFFFF">
                    <a:alpha val="25000"/>
                  </a:srgbClr>
                </a:solidFill>
                <a:effectLst/>
                <a:uLnTx/>
                <a:uFillTx/>
                <a:latin typeface="Inter" panose="02000503000000020004" pitchFamily="2" charset="0"/>
                <a:ea typeface="+mn-ea"/>
                <a:cs typeface="+mn-cs"/>
              </a:rPr>
              <a:t>Hum hai</a:t>
            </a:r>
          </a:p>
        </p:txBody>
      </p:sp>
      <p:sp>
        <p:nvSpPr>
          <p:cNvPr id="53" name="TextBox 52">
            <a:extLst>
              <a:ext uri="{FF2B5EF4-FFF2-40B4-BE49-F238E27FC236}">
                <a16:creationId xmlns:a16="http://schemas.microsoft.com/office/drawing/2014/main" id="{D3E3872A-5A36-4FDA-843B-85C5C021DD5D}"/>
              </a:ext>
            </a:extLst>
          </p:cNvPr>
          <p:cNvSpPr txBox="1"/>
          <p:nvPr/>
        </p:nvSpPr>
        <p:spPr>
          <a:xfrm>
            <a:off x="3069276" y="6021436"/>
            <a:ext cx="2823633"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96BDBD"/>
                </a:solidFill>
                <a:effectLst/>
                <a:uLnTx/>
                <a:uFillTx/>
                <a:latin typeface="Inter" panose="02000503000000020004" pitchFamily="2" charset="0"/>
                <a:ea typeface="+mn-ea"/>
                <a:cs typeface="+mn-cs"/>
              </a:rPr>
              <a:t>Amra achi</a:t>
            </a:r>
          </a:p>
        </p:txBody>
      </p:sp>
      <p:pic>
        <p:nvPicPr>
          <p:cNvPr id="6" name="Picture 5" descr="Text&#10;&#10;Description automatically generated">
            <a:extLst>
              <a:ext uri="{FF2B5EF4-FFF2-40B4-BE49-F238E27FC236}">
                <a16:creationId xmlns:a16="http://schemas.microsoft.com/office/drawing/2014/main" id="{6E83C46F-BD81-D7BF-72BA-85D9F86384AD}"/>
              </a:ext>
            </a:extLst>
          </p:cNvPr>
          <p:cNvPicPr>
            <a:picLocks noChangeAspect="1"/>
          </p:cNvPicPr>
          <p:nvPr/>
        </p:nvPicPr>
        <p:blipFill>
          <a:blip r:embed="rId3"/>
          <a:stretch>
            <a:fillRect/>
          </a:stretch>
        </p:blipFill>
        <p:spPr>
          <a:xfrm>
            <a:off x="3407871" y="2451681"/>
            <a:ext cx="5387463" cy="1682920"/>
          </a:xfrm>
          <a:prstGeom prst="rect">
            <a:avLst/>
          </a:prstGeom>
        </p:spPr>
      </p:pic>
      <p:sp>
        <p:nvSpPr>
          <p:cNvPr id="8" name="Title 6">
            <a:extLst>
              <a:ext uri="{FF2B5EF4-FFF2-40B4-BE49-F238E27FC236}">
                <a16:creationId xmlns:a16="http://schemas.microsoft.com/office/drawing/2014/main" id="{0869538C-CBE5-56F7-45FC-E21E394A0070}"/>
              </a:ext>
            </a:extLst>
          </p:cNvPr>
          <p:cNvSpPr txBox="1">
            <a:spLocks/>
          </p:cNvSpPr>
          <p:nvPr/>
        </p:nvSpPr>
        <p:spPr>
          <a:xfrm>
            <a:off x="7292050" y="3295454"/>
            <a:ext cx="4825105" cy="2879963"/>
          </a:xfrm>
          <a:prstGeom prst="rect">
            <a:avLst/>
          </a:prstGeom>
        </p:spPr>
        <p:txBody>
          <a:bodyPr vert="horz" lIns="0" tIns="0" rIns="0" bIns="0" rtlCol="0" anchor="t" anchorCtr="0">
            <a:noAutofit/>
          </a:bodyPr>
          <a:lstStyle>
            <a:lvl1pPr algn="l" defTabSz="914400" rtl="0" eaLnBrk="1" latinLnBrk="0" hangingPunct="1">
              <a:lnSpc>
                <a:spcPts val="6500"/>
              </a:lnSpc>
              <a:spcBef>
                <a:spcPct val="0"/>
              </a:spcBef>
              <a:buNone/>
              <a:defRPr sz="7200" kern="1200" cap="all" baseline="0">
                <a:solidFill>
                  <a:schemeClr val="tx1"/>
                </a:solidFill>
                <a:latin typeface="Sons Condensed Extrabold" panose="02060906060206060203" pitchFamily="18"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6000" b="0" i="0" u="none" strike="noStrike" kern="1200" cap="all" spc="0" normalizeH="0" baseline="0" noProof="0" dirty="0">
                <a:ln>
                  <a:noFill/>
                </a:ln>
                <a:solidFill>
                  <a:srgbClr val="96BDBD"/>
                </a:solidFill>
                <a:effectLst/>
                <a:uLnTx/>
                <a:uFillTx/>
                <a:latin typeface="Sons Condensed Extrabold" panose="02060906060206060203" pitchFamily="18" charset="0"/>
                <a:ea typeface="+mj-ea"/>
                <a:cs typeface="+mj-cs"/>
              </a:rPr>
              <a:t>We are</a:t>
            </a:r>
            <a:endParaRPr kumimoji="0" lang="en-US" sz="3200" b="0" i="0" u="none" strike="noStrike" kern="1200" cap="none" spc="0" normalizeH="0" baseline="0" noProof="0" dirty="0">
              <a:ln>
                <a:noFill/>
              </a:ln>
              <a:solidFill>
                <a:srgbClr val="96BDBD"/>
              </a:solidFill>
              <a:effectLst/>
              <a:uLnTx/>
              <a:uFillTx/>
              <a:latin typeface="Inter" panose="02000503000000020004" pitchFamily="2" charset="0"/>
              <a:ea typeface="Inter" panose="02000503000000020004" pitchFamily="2" charset="0"/>
              <a:cs typeface="+mj-cs"/>
            </a:endParaRPr>
          </a:p>
        </p:txBody>
      </p:sp>
    </p:spTree>
    <p:extLst>
      <p:ext uri="{BB962C8B-B14F-4D97-AF65-F5344CB8AC3E}">
        <p14:creationId xmlns:p14="http://schemas.microsoft.com/office/powerpoint/2010/main" val="558386770"/>
      </p:ext>
    </p:extLst>
  </p:cSld>
  <p:clrMapOvr>
    <a:masterClrMapping/>
  </p:clrMapOvr>
</p:sld>
</file>

<file path=ppt/theme/theme1.xml><?xml version="1.0" encoding="utf-8"?>
<a:theme xmlns:a="http://schemas.openxmlformats.org/drawingml/2006/main" name="1_GE Vernova">
  <a:themeElements>
    <a:clrScheme name="GE Vernova Palette">
      <a:dk1>
        <a:srgbClr val="005E60"/>
      </a:dk1>
      <a:lt1>
        <a:srgbClr val="FFFFFF"/>
      </a:lt1>
      <a:dk2>
        <a:srgbClr val="212121"/>
      </a:dk2>
      <a:lt2>
        <a:srgbClr val="C8FF08"/>
      </a:lt2>
      <a:accent1>
        <a:srgbClr val="FAFAFA"/>
      </a:accent1>
      <a:accent2>
        <a:srgbClr val="E3E3E3"/>
      </a:accent2>
      <a:accent3>
        <a:srgbClr val="CCCCCC"/>
      </a:accent3>
      <a:accent4>
        <a:srgbClr val="696969"/>
      </a:accent4>
      <a:accent5>
        <a:srgbClr val="484848"/>
      </a:accent5>
      <a:accent6>
        <a:srgbClr val="59C3C9"/>
      </a:accent6>
      <a:hlink>
        <a:srgbClr val="75CA64"/>
      </a:hlink>
      <a:folHlink>
        <a:srgbClr val="BFA68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Stainless Steel">
      <a:srgbClr val="D2D2D2"/>
    </a:custClr>
    <a:custClr name="Aluminum">
      <a:srgbClr val="AEAEAE"/>
    </a:custClr>
    <a:custClr name="Titanium">
      <a:srgbClr val="969696"/>
    </a:custClr>
    <a:custClr name="Yellow">
      <a:srgbClr val="FFD400"/>
    </a:custClr>
    <a:custClr name="Orange">
      <a:srgbClr val="FF8400"/>
    </a:custClr>
    <a:custClr name="Red">
      <a:srgbClr val="FF1900"/>
    </a:custClr>
    <a:custClr name="Purple">
      <a:srgbClr val="8F00FF"/>
    </a:custClr>
    <a:custClr name="Fuschia">
      <a:srgbClr val="DE00F7"/>
    </a:custClr>
    <a:custClr name="Blue">
      <a:srgbClr val="3900F8"/>
    </a:custClr>
    <a:custClr name="Teal">
      <a:srgbClr val="00D0E1"/>
    </a:custClr>
  </a:custClrLst>
  <a:extLst>
    <a:ext uri="{05A4C25C-085E-4340-85A3-A5531E510DB2}">
      <thm15:themeFamily xmlns:thm15="http://schemas.microsoft.com/office/thememl/2012/main" name="Presentation4" id="{77138258-1F32-CC4F-AD00-276CC45CAEF4}" vid="{6B3F7B16-E948-6A48-9477-92E28E9819E2}"/>
    </a:ext>
  </a:extLst>
</a:theme>
</file>

<file path=ppt/theme/theme2.xml><?xml version="1.0" encoding="utf-8"?>
<a:theme xmlns:a="http://schemas.openxmlformats.org/drawingml/2006/main" name="FieldCore_2017">
  <a:themeElements>
    <a:clrScheme name="Custom 1">
      <a:dk1>
        <a:srgbClr val="63666A"/>
      </a:dk1>
      <a:lt1>
        <a:srgbClr val="FFFFFF"/>
      </a:lt1>
      <a:dk2>
        <a:srgbClr val="13294B"/>
      </a:dk2>
      <a:lt2>
        <a:srgbClr val="FFFFFF"/>
      </a:lt2>
      <a:accent1>
        <a:srgbClr val="FE5000"/>
      </a:accent1>
      <a:accent2>
        <a:srgbClr val="005EB8"/>
      </a:accent2>
      <a:accent3>
        <a:srgbClr val="63666A"/>
      </a:accent3>
      <a:accent4>
        <a:srgbClr val="B1B3B3"/>
      </a:accent4>
      <a:accent5>
        <a:srgbClr val="00B5E2"/>
      </a:accent5>
      <a:accent6>
        <a:srgbClr val="3EAE2A"/>
      </a:accent6>
      <a:hlink>
        <a:srgbClr val="FE5000"/>
      </a:hlink>
      <a:folHlink>
        <a:srgbClr val="090936"/>
      </a:folHlink>
    </a:clrScheme>
    <a:fontScheme name="FieldCore - Gotham">
      <a:majorFont>
        <a:latin typeface="Gotham Light"/>
        <a:ea typeface=""/>
        <a:cs typeface=""/>
      </a:majorFont>
      <a:minorFont>
        <a:latin typeface="Gotham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CS18810-03 Montserrat_FieldCore Template_R6" id="{A0A66B9B-FB8F-47E7-80AD-4F376B801242}" vid="{107EFE21-410D-475B-B591-622379B5E832}"/>
    </a:ext>
  </a:extLst>
</a:theme>
</file>

<file path=ppt/theme/theme3.xml><?xml version="1.0" encoding="utf-8"?>
<a:theme xmlns:a="http://schemas.openxmlformats.org/drawingml/2006/main" name="2_GEVernova_20240723">
  <a:themeElements>
    <a:clrScheme name="GE Vernova 3/14/24">
      <a:dk1>
        <a:srgbClr val="005E60"/>
      </a:dk1>
      <a:lt1>
        <a:srgbClr val="FFFFFF"/>
      </a:lt1>
      <a:dk2>
        <a:srgbClr val="212121"/>
      </a:dk2>
      <a:lt2>
        <a:srgbClr val="C8FF08"/>
      </a:lt2>
      <a:accent1>
        <a:srgbClr val="FAFAFA"/>
      </a:accent1>
      <a:accent2>
        <a:srgbClr val="E3E3E3"/>
      </a:accent2>
      <a:accent3>
        <a:srgbClr val="CCCCCC"/>
      </a:accent3>
      <a:accent4>
        <a:srgbClr val="696969"/>
      </a:accent4>
      <a:accent5>
        <a:srgbClr val="484848"/>
      </a:accent5>
      <a:accent6>
        <a:srgbClr val="59C3C9"/>
      </a:accent6>
      <a:hlink>
        <a:srgbClr val="75CA64"/>
      </a:hlink>
      <a:folHlink>
        <a:srgbClr val="BFA682"/>
      </a:folHlink>
    </a:clrScheme>
    <a:fontScheme name="GE Vernova">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Sky">
      <a:srgbClr val="59C3C9"/>
    </a:custClr>
    <a:custClr name="Dark Sky">
      <a:srgbClr val="439297"/>
    </a:custClr>
    <a:custClr name="Forest">
      <a:srgbClr val="75CA64"/>
    </a:custClr>
    <a:custClr name="Dark Forest">
      <a:srgbClr val="58984B"/>
    </a:custClr>
    <a:custClr name="Earth">
      <a:srgbClr val="BFA682"/>
    </a:custClr>
    <a:custClr name="Dark Earth">
      <a:srgbClr val="8F7D62"/>
    </a:custClr>
    <a:custClr name="Alert 1">
      <a:srgbClr val="EC642B"/>
    </a:custClr>
    <a:custClr name="Alert 2">
      <a:srgbClr val="F19F39"/>
    </a:custClr>
    <a:custClr name="Alert 3">
      <a:srgbClr val="F5C147"/>
    </a:custClr>
    <a:custClr name="Evergreen Tint 2">
      <a:srgbClr val="96BDBD"/>
    </a:custClr>
    <a:custClr name="Evergreen Tint 3">
      <a:srgbClr val="C7DBDB"/>
    </a:custClr>
  </a:custClrLst>
  <a:extLst>
    <a:ext uri="{05A4C25C-085E-4340-85A3-A5531E510DB2}">
      <thm15:themeFamily xmlns:thm15="http://schemas.microsoft.com/office/thememl/2012/main" name="GEVernova_20240723" id="{117392E7-CEB3-4CCF-9BC1-2F5BF4E7FB8D}" vid="{60F46C1A-7978-427E-ABB2-03B610D5B8ED}"/>
    </a:ext>
  </a:extLst>
</a:theme>
</file>

<file path=ppt/theme/theme4.xml><?xml version="1.0" encoding="utf-8"?>
<a:theme xmlns:a="http://schemas.openxmlformats.org/drawingml/2006/main" name="Contents">
  <a:themeElements>
    <a:clrScheme name="CITGO">
      <a:dk1>
        <a:sysClr val="windowText" lastClr="000000"/>
      </a:dk1>
      <a:lt1>
        <a:sysClr val="window" lastClr="FFFFFF"/>
      </a:lt1>
      <a:dk2>
        <a:srgbClr val="242D38"/>
      </a:dk2>
      <a:lt2>
        <a:srgbClr val="D8D8D8"/>
      </a:lt2>
      <a:accent1>
        <a:srgbClr val="F58220"/>
      </a:accent1>
      <a:accent2>
        <a:srgbClr val="E32026"/>
      </a:accent2>
      <a:accent3>
        <a:srgbClr val="B8292F"/>
      </a:accent3>
      <a:accent4>
        <a:srgbClr val="005DAA"/>
      </a:accent4>
      <a:accent5>
        <a:srgbClr val="4794E9"/>
      </a:accent5>
      <a:accent6>
        <a:srgbClr val="D8D8D8"/>
      </a:accent6>
      <a:hlink>
        <a:srgbClr val="0563C1"/>
      </a:hlink>
      <a:folHlink>
        <a:srgbClr val="954F72"/>
      </a:folHlink>
    </a:clrScheme>
    <a:fontScheme name="CITG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astReviewDate xmlns="cc7fbaa3-8214-4644-99f1-d2e5a6ae9914" xsi:nil="true"/>
    <RevisionNumber xmlns="cc7fbaa3-8214-4644-99f1-d2e5a6ae9914" xsi:nil="true"/>
    <Process_x0020_Owmer xmlns="25586fb6-ed09-4f2d-8ea7-eda1a9fd2320">
      <UserInfo>
        <DisplayName/>
        <AccountId/>
        <AccountType/>
      </UserInfo>
    </Process_x0020_Owmer>
    <Functional_x0020_Owner xmlns="25586fb6-ed09-4f2d-8ea7-eda1a9fd2320">Management Processes - Leadership and Commitment</Functional_x0020_Owner>
    <Nomenclature xmlns="25586fb6-ed09-4f2d-8ea7-eda1a9fd2320" xsi:nil="true"/>
  </documentManagement>
</p:properties>
</file>

<file path=customXml/itemProps1.xml><?xml version="1.0" encoding="utf-8"?>
<ds:datastoreItem xmlns:ds="http://schemas.openxmlformats.org/officeDocument/2006/customXml" ds:itemID="{BDE64E55-0318-435E-9885-1C7A491FCFD5}">
  <ds:schemaRefs>
    <ds:schemaRef ds:uri="http://schemas.microsoft.com/sharepoint/v3/contenttype/forms"/>
  </ds:schemaRefs>
</ds:datastoreItem>
</file>

<file path=customXml/itemProps2.xml><?xml version="1.0" encoding="utf-8"?>
<ds:datastoreItem xmlns:ds="http://schemas.openxmlformats.org/officeDocument/2006/customXml" ds:itemID="{41F307E9-B7EF-40BF-8899-6764F65DDBC3}"/>
</file>

<file path=customXml/itemProps3.xml><?xml version="1.0" encoding="utf-8"?>
<ds:datastoreItem xmlns:ds="http://schemas.openxmlformats.org/officeDocument/2006/customXml" ds:itemID="{C6A31001-A973-48D3-BF92-E4BBE4C78C38}">
  <ds:schemaRefs>
    <ds:schemaRef ds:uri="http://schemas.microsoft.com/office/2006/documentManagement/types"/>
    <ds:schemaRef ds:uri="b402df0d-8178-4802-b8b9-ef402e68d744"/>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02d12187-754c-41a9-9e93-c3e1cfacc155"/>
    <ds:schemaRef ds:uri="http://purl.org/dc/terms/"/>
    <ds:schemaRef ds:uri="660f4d75-da08-481c-93a0-a5d59f6ee71c"/>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GE Vernova PowerPoint Template</Template>
  <TotalTime>59602</TotalTime>
  <Words>879</Words>
  <Application>Microsoft Office PowerPoint</Application>
  <PresentationFormat>Widescreen</PresentationFormat>
  <Paragraphs>96</Paragraphs>
  <Slides>9</Slides>
  <Notes>5</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9</vt:i4>
      </vt:variant>
    </vt:vector>
  </HeadingPairs>
  <TitlesOfParts>
    <vt:vector size="24" baseType="lpstr">
      <vt:lpstr>Inter</vt:lpstr>
      <vt:lpstr>Wingdings</vt:lpstr>
      <vt:lpstr>Roboto</vt:lpstr>
      <vt:lpstr>Arial</vt:lpstr>
      <vt:lpstr>Courier New</vt:lpstr>
      <vt:lpstr>Calibri</vt:lpstr>
      <vt:lpstr>System Font Regular</vt:lpstr>
      <vt:lpstr>GE Inspira Sans</vt:lpstr>
      <vt:lpstr>Montserrat Light</vt:lpstr>
      <vt:lpstr>Montserrat</vt:lpstr>
      <vt:lpstr>Sons Condensed Extrabold</vt:lpstr>
      <vt:lpstr>1_GE Vernova</vt:lpstr>
      <vt:lpstr>FieldCore_2017</vt:lpstr>
      <vt:lpstr>2_GEVernova_20240723</vt:lpstr>
      <vt:lpstr>Contents</vt:lpstr>
      <vt:lpstr>ONE Field services RISK RANKING 2025 OFS Risk Ranking: Active &amp; Proactive Focus  Mohamed Elnagdi : Services EHS coe Risk Manager  </vt:lpstr>
      <vt:lpstr>Risk Ranking Process: Data Collection </vt:lpstr>
      <vt:lpstr>Risk Ranking and Strategy </vt:lpstr>
      <vt:lpstr>Enhanced Risk Ranking Tool </vt:lpstr>
      <vt:lpstr>Risk Ranking Process: Global top High-Risk Activities</vt:lpstr>
      <vt:lpstr>Global Life Saving Rules Risk Profile: Embedded Controls and Critical Focus</vt:lpstr>
      <vt:lpstr>Risk Register  2024 v 2025 Continuous  improvement </vt:lpstr>
      <vt:lpstr>Final OFS Risk Ranking Tool   Overview and User Guidance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HEADLINES MAY BE 2 LINES</dc:title>
  <dc:subject/>
  <dc:creator>Creteur, Victoria (GE Vernova)</dc:creator>
  <cp:keywords/>
  <dc:description/>
  <cp:lastModifiedBy>Cahill, James (GE Vernova)</cp:lastModifiedBy>
  <cp:revision>180</cp:revision>
  <dcterms:created xsi:type="dcterms:W3CDTF">2024-01-03T17:25:54Z</dcterms:created>
  <dcterms:modified xsi:type="dcterms:W3CDTF">2026-03-16T10:10:38Z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