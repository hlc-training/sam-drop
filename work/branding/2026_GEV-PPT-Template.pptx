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chart5.xml" ContentType="application/vnd.openxmlformats-officedocument.drawingml.chart+xml"/>
  <Override PartName="/ppt/charts/style4.xml" ContentType="application/vnd.ms-office.chartstyle+xml"/>
  <Override PartName="/ppt/charts/colors4.xml" ContentType="application/vnd.ms-office.chartcolorstyle+xml"/>
  <Override PartName="/ppt/charts/chart6.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Lst>
  <p:notesMasterIdLst>
    <p:notesMasterId r:id="rId60"/>
  </p:notesMasterIdLst>
  <p:handoutMasterIdLst>
    <p:handoutMasterId r:id="rId61"/>
  </p:handoutMasterIdLst>
  <p:sldIdLst>
    <p:sldId id="351" r:id="rId5"/>
    <p:sldId id="373" r:id="rId6"/>
    <p:sldId id="374" r:id="rId7"/>
    <p:sldId id="389" r:id="rId8"/>
    <p:sldId id="2147472050" r:id="rId9"/>
    <p:sldId id="2147472066" r:id="rId10"/>
    <p:sldId id="313" r:id="rId11"/>
    <p:sldId id="277" r:id="rId12"/>
    <p:sldId id="282" r:id="rId13"/>
    <p:sldId id="287" r:id="rId14"/>
    <p:sldId id="278" r:id="rId15"/>
    <p:sldId id="283" r:id="rId16"/>
    <p:sldId id="381" r:id="rId17"/>
    <p:sldId id="279" r:id="rId18"/>
    <p:sldId id="382" r:id="rId19"/>
    <p:sldId id="391" r:id="rId20"/>
    <p:sldId id="281" r:id="rId21"/>
    <p:sldId id="292" r:id="rId22"/>
    <p:sldId id="360" r:id="rId23"/>
    <p:sldId id="392" r:id="rId24"/>
    <p:sldId id="359" r:id="rId25"/>
    <p:sldId id="314" r:id="rId26"/>
    <p:sldId id="315" r:id="rId27"/>
    <p:sldId id="316" r:id="rId28"/>
    <p:sldId id="336" r:id="rId29"/>
    <p:sldId id="372" r:id="rId30"/>
    <p:sldId id="299" r:id="rId31"/>
    <p:sldId id="300" r:id="rId32"/>
    <p:sldId id="302" r:id="rId33"/>
    <p:sldId id="305" r:id="rId34"/>
    <p:sldId id="306" r:id="rId35"/>
    <p:sldId id="307" r:id="rId36"/>
    <p:sldId id="366" r:id="rId37"/>
    <p:sldId id="365" r:id="rId38"/>
    <p:sldId id="310" r:id="rId39"/>
    <p:sldId id="368" r:id="rId40"/>
    <p:sldId id="309" r:id="rId41"/>
    <p:sldId id="396" r:id="rId42"/>
    <p:sldId id="2147472071" r:id="rId43"/>
    <p:sldId id="326" r:id="rId44"/>
    <p:sldId id="344" r:id="rId45"/>
    <p:sldId id="340" r:id="rId46"/>
    <p:sldId id="334" r:id="rId47"/>
    <p:sldId id="343" r:id="rId48"/>
    <p:sldId id="379" r:id="rId49"/>
    <p:sldId id="329" r:id="rId50"/>
    <p:sldId id="388" r:id="rId51"/>
    <p:sldId id="322" r:id="rId52"/>
    <p:sldId id="339" r:id="rId53"/>
    <p:sldId id="325" r:id="rId54"/>
    <p:sldId id="303" r:id="rId55"/>
    <p:sldId id="2147472053" r:id="rId56"/>
    <p:sldId id="2147472070" r:id="rId57"/>
    <p:sldId id="370" r:id="rId58"/>
    <p:sldId id="2147472072" r:id="rId59"/>
  </p:sldIdLst>
  <p:sldSz cx="12192000" cy="6858000"/>
  <p:notesSz cx="6858000" cy="9144000"/>
  <p:embeddedFontLst>
    <p:embeddedFont>
      <p:font typeface="Inter" panose="020B0502030000000004" pitchFamily="34" charset="0"/>
      <p:regular r:id="rId62"/>
      <p:bold r:id="rId63"/>
      <p:italic r:id="rId64"/>
      <p:boldItalic r:id="rId65"/>
    </p:embeddedFont>
    <p:embeddedFont>
      <p:font typeface="Inter Semi Bold" panose="020B0502030000000004" pitchFamily="34" charset="0"/>
      <p:regular r:id="rId66"/>
      <p:bold r:id="rId67"/>
      <p:italic r:id="rId68"/>
      <p:boldItalic r:id="rId69"/>
    </p:embeddedFont>
    <p:embeddedFont>
      <p:font typeface="Sons Condensed Extrabold" panose="02060706060206060203" pitchFamily="18" charset="77"/>
      <p:bold r:id="rId7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s" id="{CC2F8DD9-86A2-D245-808A-F23696EC8744}">
          <p14:sldIdLst>
            <p14:sldId id="351"/>
            <p14:sldId id="373"/>
            <p14:sldId id="374"/>
            <p14:sldId id="389"/>
          </p14:sldIdLst>
        </p14:section>
        <p14:section name="Legal" id="{2B4CDE84-4FEF-49C5-A730-E2A84617BB83}">
          <p14:sldIdLst>
            <p14:sldId id="2147472050"/>
          </p14:sldIdLst>
        </p14:section>
        <p14:section name="Content Slides" id="{67D44C2D-CD61-D744-966E-F4C21F631564}">
          <p14:sldIdLst>
            <p14:sldId id="2147472066"/>
            <p14:sldId id="313"/>
            <p14:sldId id="277"/>
            <p14:sldId id="282"/>
            <p14:sldId id="287"/>
            <p14:sldId id="278"/>
            <p14:sldId id="283"/>
            <p14:sldId id="381"/>
            <p14:sldId id="279"/>
            <p14:sldId id="382"/>
            <p14:sldId id="391"/>
            <p14:sldId id="281"/>
          </p14:sldIdLst>
        </p14:section>
        <p14:section name="Divider Slides" id="{2577A663-DEE1-8D48-850A-0C7A7A1F1071}">
          <p14:sldIdLst>
            <p14:sldId id="292"/>
            <p14:sldId id="360"/>
            <p14:sldId id="392"/>
            <p14:sldId id="359"/>
          </p14:sldIdLst>
        </p14:section>
        <p14:section name="Table Slides" id="{109F7CEC-8528-0F49-BEB0-1DA664114510}">
          <p14:sldIdLst>
            <p14:sldId id="314"/>
            <p14:sldId id="315"/>
            <p14:sldId id="316"/>
          </p14:sldIdLst>
        </p14:section>
        <p14:section name="Specialty Slides" id="{67F3D631-EB38-E245-9B3A-D7D8E008CFDB}">
          <p14:sldIdLst>
            <p14:sldId id="336"/>
            <p14:sldId id="372"/>
            <p14:sldId id="299"/>
            <p14:sldId id="300"/>
            <p14:sldId id="302"/>
            <p14:sldId id="305"/>
            <p14:sldId id="306"/>
            <p14:sldId id="307"/>
            <p14:sldId id="366"/>
            <p14:sldId id="365"/>
            <p14:sldId id="310"/>
            <p14:sldId id="368"/>
            <p14:sldId id="309"/>
          </p14:sldIdLst>
        </p14:section>
        <p14:section name="Purpose Slide" id="{53401DC8-F997-4DB3-8474-5A99E5128534}">
          <p14:sldIdLst>
            <p14:sldId id="396"/>
          </p14:sldIdLst>
        </p14:section>
        <p14:section name="Mission Slide" id="{00DD712F-DB05-AB4E-B5C6-BC77EA7419D8}">
          <p14:sldIdLst>
            <p14:sldId id="2147472071"/>
          </p14:sldIdLst>
        </p14:section>
        <p14:section name="Misc." id="{5843C9B3-F81F-9C42-91CE-6D74C37DC76A}">
          <p14:sldIdLst>
            <p14:sldId id="326"/>
            <p14:sldId id="344"/>
            <p14:sldId id="340"/>
            <p14:sldId id="334"/>
            <p14:sldId id="343"/>
            <p14:sldId id="379"/>
            <p14:sldId id="329"/>
            <p14:sldId id="388"/>
            <p14:sldId id="322"/>
            <p14:sldId id="339"/>
            <p14:sldId id="325"/>
            <p14:sldId id="303"/>
            <p14:sldId id="2147472053"/>
          </p14:sldIdLst>
        </p14:section>
        <p14:section name="Icons" id="{82F0B7C5-C48E-44AB-A3FF-B03432481F01}">
          <p14:sldIdLst>
            <p14:sldId id="2147472070"/>
          </p14:sldIdLst>
        </p14:section>
        <p14:section name="Logo Slide" id="{3489D8E1-6975-F243-81E4-8ACCC76565F8}">
          <p14:sldIdLst>
            <p14:sldId id="370"/>
            <p14:sldId id="2147472072"/>
          </p14:sldIdLst>
        </p14:section>
      </p14:sectionLst>
    </p:ext>
    <p:ext uri="{EFAFB233-063F-42B5-8137-9DF3F51BA10A}">
      <p15:sldGuideLst xmlns:p15="http://schemas.microsoft.com/office/powerpoint/2012/main">
        <p15:guide id="1" orient="horz" pos="2256" userDrawn="1">
          <p15:clr>
            <a:srgbClr val="A4A3A4"/>
          </p15:clr>
        </p15:guide>
        <p15:guide id="2" pos="3696"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58A8A"/>
    <a:srgbClr val="439297"/>
    <a:srgbClr val="C7DBDB"/>
    <a:srgbClr val="96BDBD"/>
    <a:srgbClr val="212121"/>
    <a:srgbClr val="58984B"/>
    <a:srgbClr val="BFA682"/>
    <a:srgbClr val="8F7D62"/>
    <a:srgbClr val="438989"/>
    <a:srgbClr val="97BCBC"/>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859" autoAdjust="0"/>
  </p:normalViewPr>
  <p:slideViewPr>
    <p:cSldViewPr snapToGrid="0" snapToObjects="1" showGuides="1">
      <p:cViewPr varScale="1">
        <p:scale>
          <a:sx n="127" d="100"/>
          <a:sy n="127" d="100"/>
        </p:scale>
        <p:origin x="512" y="192"/>
      </p:cViewPr>
      <p:guideLst>
        <p:guide orient="horz" pos="2256"/>
        <p:guide pos="3696"/>
      </p:guideLst>
    </p:cSldViewPr>
  </p:slideViewPr>
  <p:outlineViewPr>
    <p:cViewPr>
      <p:scale>
        <a:sx n="33" d="100"/>
        <a:sy n="33" d="100"/>
      </p:scale>
      <p:origin x="0" y="0"/>
    </p:cViewPr>
  </p:outlineViewPr>
  <p:notesTextViewPr>
    <p:cViewPr>
      <p:scale>
        <a:sx n="3" d="2"/>
        <a:sy n="3" d="2"/>
      </p:scale>
      <p:origin x="0" y="0"/>
    </p:cViewPr>
  </p:notesTextViewPr>
  <p:sorterViewPr>
    <p:cViewPr>
      <p:scale>
        <a:sx n="80" d="100"/>
        <a:sy n="80" d="100"/>
      </p:scale>
      <p:origin x="0" y="-15000"/>
    </p:cViewPr>
  </p:sorterViewPr>
  <p:notesViewPr>
    <p:cSldViewPr snapToGrid="0" snapToObjects="1" showGuides="1">
      <p:cViewPr varScale="1">
        <p:scale>
          <a:sx n="71" d="100"/>
          <a:sy n="71" d="100"/>
        </p:scale>
        <p:origin x="2952" y="43"/>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font" Target="fonts/font2.fntdata"/><Relationship Id="rId68" Type="http://schemas.openxmlformats.org/officeDocument/2006/relationships/font" Target="fonts/font7.fntdata"/><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font" Target="fonts/font5.fntdata"/><Relationship Id="rId74"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handoutMaster" Target="handoutMasters/handoutMaster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font" Target="fonts/font3.fntdata"/><Relationship Id="rId69" Type="http://schemas.openxmlformats.org/officeDocument/2006/relationships/font" Target="fonts/font8.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font" Target="fonts/font6.fntdata"/><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font" Target="fonts/font1.fntdata"/><Relationship Id="rId70" Type="http://schemas.openxmlformats.org/officeDocument/2006/relationships/font" Target="fonts/font9.fntdata"/><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notesMaster" Target="notesMasters/notesMaster1.xml"/><Relationship Id="rId65" Type="http://schemas.openxmlformats.org/officeDocument/2006/relationships/font" Target="fonts/font4.fntdata"/><Relationship Id="rId73"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4.xml"/><Relationship Id="rId1" Type="http://schemas.microsoft.com/office/2011/relationships/chartStyle" Target="style4.xml"/></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spc="0" baseline="0">
                <a:solidFill>
                  <a:schemeClr val="bg1"/>
                </a:solidFill>
                <a:latin typeface="+mn-lt"/>
                <a:ea typeface="+mn-ea"/>
                <a:cs typeface="+mn-cs"/>
              </a:defRPr>
            </a:pPr>
            <a:r>
              <a:rPr lang="en-US" sz="1800" b="0" dirty="0">
                <a:solidFill>
                  <a:schemeClr val="bg1"/>
                </a:solidFill>
                <a:latin typeface="Inter" panose="02000503000000020004" pitchFamily="2" charset="0"/>
              </a:rPr>
              <a:t>Pie chart title</a:t>
            </a:r>
          </a:p>
        </c:rich>
      </c:tx>
      <c:layout>
        <c:manualLayout>
          <c:xMode val="edge"/>
          <c:yMode val="edge"/>
          <c:x val="3.7339611536197762E-2"/>
          <c:y val="3.1148604802076575E-2"/>
        </c:manualLayout>
      </c:layout>
      <c:overlay val="0"/>
      <c:spPr>
        <a:noFill/>
        <a:ln>
          <a:noFill/>
        </a:ln>
        <a:effectLst/>
      </c:spPr>
      <c:txPr>
        <a:bodyPr rot="0" spcFirstLastPara="1" vertOverflow="ellipsis" vert="horz" wrap="square" anchor="ctr" anchorCtr="1"/>
        <a:lstStyle/>
        <a:p>
          <a:pPr>
            <a:defRPr sz="1800" b="1" i="0" u="none" strike="noStrike" kern="1200" spc="0" baseline="0">
              <a:solidFill>
                <a:schemeClr val="bg1"/>
              </a:solidFill>
              <a:latin typeface="+mn-lt"/>
              <a:ea typeface="+mn-ea"/>
              <a:cs typeface="+mn-cs"/>
            </a:defRPr>
          </a:pPr>
          <a:endParaRPr lang="en-US"/>
        </a:p>
      </c:txPr>
    </c:title>
    <c:autoTitleDeleted val="0"/>
    <c:plotArea>
      <c:layout>
        <c:manualLayout>
          <c:layoutTarget val="inner"/>
          <c:xMode val="edge"/>
          <c:yMode val="edge"/>
          <c:x val="9.7784530289418525E-2"/>
          <c:y val="0.1653150883719029"/>
          <c:w val="0.67274867569158325"/>
          <c:h val="0.74172615184944846"/>
        </c:manualLayout>
      </c:layout>
      <c:pieChart>
        <c:varyColors val="1"/>
        <c:ser>
          <c:idx val="0"/>
          <c:order val="0"/>
          <c:tx>
            <c:strRef>
              <c:f>Sheet1!$B$1</c:f>
              <c:strCache>
                <c:ptCount val="1"/>
                <c:pt idx="0">
                  <c:v>Sales</c:v>
                </c:pt>
              </c:strCache>
            </c:strRef>
          </c:tx>
          <c:spPr>
            <a:ln>
              <a:noFill/>
            </a:ln>
          </c:spPr>
          <c:dPt>
            <c:idx val="0"/>
            <c:bubble3D val="0"/>
            <c:spPr>
              <a:solidFill>
                <a:schemeClr val="bg2"/>
              </a:solidFill>
              <a:ln w="19050">
                <a:noFill/>
              </a:ln>
              <a:effectLst/>
            </c:spPr>
            <c:extLst>
              <c:ext xmlns:c16="http://schemas.microsoft.com/office/drawing/2014/chart" uri="{C3380CC4-5D6E-409C-BE32-E72D297353CC}">
                <c16:uniqueId val="{00000006-BFCE-1142-8FDB-74F3F2C8F200}"/>
              </c:ext>
            </c:extLst>
          </c:dPt>
          <c:dPt>
            <c:idx val="1"/>
            <c:bubble3D val="0"/>
            <c:spPr>
              <a:solidFill>
                <a:schemeClr val="bg1"/>
              </a:solidFill>
              <a:ln w="19050">
                <a:noFill/>
              </a:ln>
              <a:effectLst/>
            </c:spPr>
            <c:extLst>
              <c:ext xmlns:c16="http://schemas.microsoft.com/office/drawing/2014/chart" uri="{C3380CC4-5D6E-409C-BE32-E72D297353CC}">
                <c16:uniqueId val="{00000005-BFCE-1142-8FDB-74F3F2C8F200}"/>
              </c:ext>
            </c:extLst>
          </c:dPt>
          <c:dPt>
            <c:idx val="2"/>
            <c:bubble3D val="0"/>
            <c:spPr>
              <a:solidFill>
                <a:schemeClr val="tx2"/>
              </a:solidFill>
              <a:ln w="19050">
                <a:noFill/>
              </a:ln>
              <a:effectLst/>
            </c:spPr>
            <c:extLst>
              <c:ext xmlns:c16="http://schemas.microsoft.com/office/drawing/2014/chart" uri="{C3380CC4-5D6E-409C-BE32-E72D297353CC}">
                <c16:uniqueId val="{00000002-BFCE-1142-8FDB-74F3F2C8F200}"/>
              </c:ext>
            </c:extLst>
          </c:dPt>
          <c:dPt>
            <c:idx val="3"/>
            <c:bubble3D val="0"/>
            <c:spPr>
              <a:solidFill>
                <a:schemeClr val="accent1"/>
              </a:solidFill>
              <a:ln w="19050">
                <a:noFill/>
              </a:ln>
              <a:effectLst/>
            </c:spPr>
            <c:extLst>
              <c:ext xmlns:c16="http://schemas.microsoft.com/office/drawing/2014/chart" uri="{C3380CC4-5D6E-409C-BE32-E72D297353CC}">
                <c16:uniqueId val="{00000003-BFCE-1142-8FDB-74F3F2C8F200}"/>
              </c:ext>
            </c:extLst>
          </c:dPt>
          <c:dPt>
            <c:idx val="4"/>
            <c:bubble3D val="0"/>
            <c:spPr>
              <a:solidFill>
                <a:srgbClr val="458A8A"/>
              </a:solidFill>
              <a:ln w="19050">
                <a:noFill/>
              </a:ln>
              <a:effectLst/>
            </c:spPr>
            <c:extLst>
              <c:ext xmlns:c16="http://schemas.microsoft.com/office/drawing/2014/chart" uri="{C3380CC4-5D6E-409C-BE32-E72D297353CC}">
                <c16:uniqueId val="{00000004-BFCE-1142-8FDB-74F3F2C8F200}"/>
              </c:ext>
            </c:extLst>
          </c:dPt>
          <c:dLbls>
            <c:dLbl>
              <c:idx val="0"/>
              <c:delete val="1"/>
              <c:extLst>
                <c:ext xmlns:c15="http://schemas.microsoft.com/office/drawing/2012/chart" uri="{CE6537A1-D6FC-4f65-9D91-7224C49458BB}"/>
                <c:ext xmlns:c16="http://schemas.microsoft.com/office/drawing/2014/chart" uri="{C3380CC4-5D6E-409C-BE32-E72D297353CC}">
                  <c16:uniqueId val="{00000006-BFCE-1142-8FDB-74F3F2C8F200}"/>
                </c:ext>
              </c:extLst>
            </c:dLbl>
            <c:dLbl>
              <c:idx val="1"/>
              <c:delete val="1"/>
              <c:extLst>
                <c:ext xmlns:c15="http://schemas.microsoft.com/office/drawing/2012/chart" uri="{CE6537A1-D6FC-4f65-9D91-7224C49458BB}"/>
                <c:ext xmlns:c16="http://schemas.microsoft.com/office/drawing/2014/chart" uri="{C3380CC4-5D6E-409C-BE32-E72D297353CC}">
                  <c16:uniqueId val="{00000005-BFCE-1142-8FDB-74F3F2C8F200}"/>
                </c:ext>
              </c:extLst>
            </c:dLbl>
            <c:dLbl>
              <c:idx val="2"/>
              <c:layout>
                <c:manualLayout>
                  <c:x val="0.10135320333280472"/>
                  <c:y val="6.1751700245775525E-2"/>
                </c:manualLayout>
              </c:layout>
              <c:tx>
                <c:rich>
                  <a:bodyPr rot="0" spcFirstLastPara="1" vertOverflow="ellipsis" vert="horz" wrap="square" lIns="38100" tIns="19050" rIns="38100" bIns="19050" anchor="ctr" anchorCtr="0">
                    <a:spAutoFit/>
                  </a:bodyPr>
                  <a:lstStyle/>
                  <a:p>
                    <a:pPr algn="l">
                      <a:defRPr sz="1197" b="0" i="0" u="none" strike="noStrike" kern="1200" baseline="0">
                        <a:solidFill>
                          <a:schemeClr val="bg1"/>
                        </a:solidFill>
                        <a:latin typeface="Inter" panose="02000503000000020004" pitchFamily="2" charset="0"/>
                        <a:ea typeface="Inter" panose="02000503000000020004" pitchFamily="2" charset="0"/>
                        <a:cs typeface="+mn-cs"/>
                      </a:defRPr>
                    </a:pPr>
                    <a:r>
                      <a:rPr lang="en-US" sz="2000" dirty="0">
                        <a:solidFill>
                          <a:schemeClr val="bg1"/>
                        </a:solidFill>
                        <a:latin typeface="Inter" panose="02000503000000020004" pitchFamily="2" charset="0"/>
                        <a:ea typeface="Inter" panose="02000503000000020004" pitchFamily="2" charset="0"/>
                      </a:rPr>
                      <a:t>Wind</a:t>
                    </a:r>
                    <a:endParaRPr lang="en-US" baseline="0" dirty="0">
                      <a:solidFill>
                        <a:schemeClr val="bg1"/>
                      </a:solidFill>
                      <a:latin typeface="Inter" panose="02000503000000020004" pitchFamily="2" charset="0"/>
                      <a:ea typeface="Inter" panose="02000503000000020004" pitchFamily="2" charset="0"/>
                    </a:endParaRPr>
                  </a:p>
                  <a:p>
                    <a:pPr algn="l">
                      <a:defRPr>
                        <a:solidFill>
                          <a:schemeClr val="bg1"/>
                        </a:solidFill>
                        <a:latin typeface="Inter" panose="02000503000000020004" pitchFamily="2" charset="0"/>
                        <a:ea typeface="Inter" panose="02000503000000020004" pitchFamily="2" charset="0"/>
                      </a:defRPr>
                    </a:pPr>
                    <a:fld id="{CA48C734-C7E5-9A4C-BD1C-AB8E6BAA0A01}" type="VALUE">
                      <a:rPr lang="en-US">
                        <a:solidFill>
                          <a:schemeClr val="bg1"/>
                        </a:solidFill>
                        <a:latin typeface="Inter" panose="02000503000000020004" pitchFamily="2" charset="0"/>
                        <a:ea typeface="Inter" panose="02000503000000020004" pitchFamily="2" charset="0"/>
                      </a:rPr>
                      <a:pPr algn="l">
                        <a:defRPr>
                          <a:solidFill>
                            <a:schemeClr val="bg1"/>
                          </a:solidFill>
                          <a:latin typeface="Inter" panose="02000503000000020004" pitchFamily="2" charset="0"/>
                          <a:ea typeface="Inter" panose="02000503000000020004" pitchFamily="2" charset="0"/>
                        </a:defRPr>
                      </a:pPr>
                      <a:t>[VALUE]</a:t>
                    </a:fld>
                    <a:endParaRPr lang="en-US"/>
                  </a:p>
                </c:rich>
              </c:tx>
              <c:spPr>
                <a:noFill/>
                <a:ln>
                  <a:noFill/>
                </a:ln>
                <a:effectLst/>
              </c:spPr>
              <c:txPr>
                <a:bodyPr rot="0" spcFirstLastPara="1" vertOverflow="ellipsis" vert="horz" wrap="square" lIns="38100" tIns="19050" rIns="38100" bIns="19050" anchor="ctr" anchorCtr="0">
                  <a:spAutoFit/>
                </a:bodyPr>
                <a:lstStyle/>
                <a:p>
                  <a:pPr algn="l">
                    <a:defRPr sz="1197" b="0" i="0" u="none" strike="noStrike" kern="1200" baseline="0">
                      <a:solidFill>
                        <a:schemeClr val="bg1"/>
                      </a:solidFill>
                      <a:latin typeface="Inter" panose="02000503000000020004" pitchFamily="2" charset="0"/>
                      <a:ea typeface="Inter" panose="02000503000000020004" pitchFamily="2" charset="0"/>
                      <a:cs typeface="+mn-cs"/>
                    </a:defRPr>
                  </a:pPr>
                  <a:endParaRPr lang="en-US"/>
                </a:p>
              </c:txPr>
              <c:dLblPos val="bestFit"/>
              <c:showLegendKey val="0"/>
              <c:showVal val="1"/>
              <c:showCatName val="1"/>
              <c:showSerName val="0"/>
              <c:showPercent val="0"/>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2-BFCE-1142-8FDB-74F3F2C8F200}"/>
                </c:ext>
              </c:extLst>
            </c:dLbl>
            <c:dLbl>
              <c:idx val="3"/>
              <c:delete val="1"/>
              <c:extLst>
                <c:ext xmlns:c15="http://schemas.microsoft.com/office/drawing/2012/chart" uri="{CE6537A1-D6FC-4f65-9D91-7224C49458BB}"/>
                <c:ext xmlns:c16="http://schemas.microsoft.com/office/drawing/2014/chart" uri="{C3380CC4-5D6E-409C-BE32-E72D297353CC}">
                  <c16:uniqueId val="{00000003-BFCE-1142-8FDB-74F3F2C8F200}"/>
                </c:ext>
              </c:extLst>
            </c:dLbl>
            <c:dLbl>
              <c:idx val="4"/>
              <c:delete val="1"/>
              <c:extLst>
                <c:ext xmlns:c15="http://schemas.microsoft.com/office/drawing/2012/chart" uri="{CE6537A1-D6FC-4f65-9D91-7224C49458BB}"/>
                <c:ext xmlns:c16="http://schemas.microsoft.com/office/drawing/2014/chart" uri="{C3380CC4-5D6E-409C-BE32-E72D297353CC}">
                  <c16:uniqueId val="{00000004-BFCE-1142-8FDB-74F3F2C8F200}"/>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Inter" panose="02000503000000020004" pitchFamily="2" charset="0"/>
                    <a:ea typeface="Inter" panose="02000503000000020004" pitchFamily="2" charset="0"/>
                    <a:cs typeface="+mn-cs"/>
                  </a:defRPr>
                </a:pPr>
                <a:endParaRPr lang="en-US"/>
              </a:p>
            </c:txPr>
            <c:showLegendKey val="0"/>
            <c:showVal val="0"/>
            <c:showCatName val="1"/>
            <c:showSerName val="0"/>
            <c:showPercent val="0"/>
            <c:showBubbleSize val="0"/>
            <c:separator>
</c:separator>
            <c:showLeaderLines val="1"/>
            <c:leaderLines>
              <c:spPr>
                <a:ln w="9525" cap="flat" cmpd="sng" algn="ctr">
                  <a:solidFill>
                    <a:schemeClr val="bg1"/>
                  </a:solidFill>
                  <a:round/>
                </a:ln>
                <a:effectLst/>
              </c:spPr>
            </c:leaderLines>
            <c:extLst>
              <c:ext xmlns:c15="http://schemas.microsoft.com/office/drawing/2012/chart" uri="{CE6537A1-D6FC-4f65-9D91-7224C49458BB}"/>
            </c:extLst>
          </c:dLbls>
          <c:cat>
            <c:strRef>
              <c:f>Sheet1!$A$2:$A$6</c:f>
              <c:strCache>
                <c:ptCount val="5"/>
                <c:pt idx="0">
                  <c:v>T700</c:v>
                </c:pt>
                <c:pt idx="1">
                  <c:v>CMF56</c:v>
                </c:pt>
                <c:pt idx="2">
                  <c:v>F138</c:v>
                </c:pt>
                <c:pt idx="3">
                  <c:v>F108</c:v>
                </c:pt>
                <c:pt idx="4">
                  <c:v>XA100</c:v>
                </c:pt>
              </c:strCache>
            </c:strRef>
          </c:cat>
          <c:val>
            <c:numRef>
              <c:f>Sheet1!$B$2:$B$6</c:f>
              <c:numCache>
                <c:formatCode>0%</c:formatCode>
                <c:ptCount val="5"/>
                <c:pt idx="0">
                  <c:v>0.6</c:v>
                </c:pt>
                <c:pt idx="1">
                  <c:v>0.1</c:v>
                </c:pt>
                <c:pt idx="2">
                  <c:v>0.08</c:v>
                </c:pt>
                <c:pt idx="3">
                  <c:v>0.08</c:v>
                </c:pt>
                <c:pt idx="4">
                  <c:v>0.1</c:v>
                </c:pt>
              </c:numCache>
            </c:numRef>
          </c:val>
          <c:extLst>
            <c:ext xmlns:c16="http://schemas.microsoft.com/office/drawing/2014/chart" uri="{C3380CC4-5D6E-409C-BE32-E72D297353CC}">
              <c16:uniqueId val="{00000000-BFCE-1142-8FDB-74F3F2C8F200}"/>
            </c:ext>
          </c:extLst>
        </c:ser>
        <c:dLbls>
          <c:showLegendKey val="0"/>
          <c:showVal val="0"/>
          <c:showCatName val="0"/>
          <c:showSerName val="0"/>
          <c:showPercent val="0"/>
          <c:showBubbleSize val="0"/>
          <c:showLeaderLines val="1"/>
        </c:dLbls>
        <c:firstSliceAng val="134"/>
      </c:pieChart>
      <c:spPr>
        <a:noFill/>
        <a:ln>
          <a:noFill/>
        </a:ln>
        <a:effectLst/>
      </c:spPr>
    </c:plotArea>
    <c:legend>
      <c:legendPos val="r"/>
      <c:layout>
        <c:manualLayout>
          <c:xMode val="edge"/>
          <c:yMode val="edge"/>
          <c:x val="0.80169222749595326"/>
          <c:y val="0.61185039370078742"/>
          <c:w val="0.11495821998118393"/>
          <c:h val="0.21546949488456801"/>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Inter" panose="02000503000000020004" pitchFamily="2" charset="0"/>
              <a:ea typeface="Inter" panose="02000503000000020004" pitchFamily="2" charset="0"/>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spc="0" baseline="0">
                <a:solidFill>
                  <a:schemeClr val="tx2"/>
                </a:solidFill>
                <a:latin typeface="+mn-lt"/>
                <a:ea typeface="+mn-ea"/>
                <a:cs typeface="+mn-cs"/>
              </a:defRPr>
            </a:pPr>
            <a:r>
              <a:rPr lang="en-US" sz="1800" b="0" dirty="0">
                <a:solidFill>
                  <a:schemeClr val="bg1"/>
                </a:solidFill>
                <a:latin typeface="Inter" panose="02000503000000020004" pitchFamily="2" charset="0"/>
              </a:rPr>
              <a:t>Pie chart title</a:t>
            </a:r>
          </a:p>
        </c:rich>
      </c:tx>
      <c:layout>
        <c:manualLayout>
          <c:xMode val="edge"/>
          <c:yMode val="edge"/>
          <c:x val="3.7339611536197762E-2"/>
          <c:y val="3.1148604802076575E-2"/>
        </c:manualLayout>
      </c:layout>
      <c:overlay val="0"/>
      <c:spPr>
        <a:noFill/>
        <a:ln>
          <a:noFill/>
        </a:ln>
        <a:effectLst/>
      </c:spPr>
      <c:txPr>
        <a:bodyPr rot="0" spcFirstLastPara="1" vertOverflow="ellipsis" vert="horz" wrap="square" anchor="ctr" anchorCtr="1"/>
        <a:lstStyle/>
        <a:p>
          <a:pPr>
            <a:defRPr sz="1800" b="1" i="0" u="none" strike="noStrike" kern="1200" spc="0" baseline="0">
              <a:solidFill>
                <a:schemeClr val="tx2"/>
              </a:solidFill>
              <a:latin typeface="+mn-lt"/>
              <a:ea typeface="+mn-ea"/>
              <a:cs typeface="+mn-cs"/>
            </a:defRPr>
          </a:pPr>
          <a:endParaRPr lang="en-US"/>
        </a:p>
      </c:txPr>
    </c:title>
    <c:autoTitleDeleted val="0"/>
    <c:plotArea>
      <c:layout>
        <c:manualLayout>
          <c:layoutTarget val="inner"/>
          <c:xMode val="edge"/>
          <c:yMode val="edge"/>
          <c:x val="9.7784530289418525E-2"/>
          <c:y val="0.1653150883719029"/>
          <c:w val="0.67274867569158325"/>
          <c:h val="0.74172615184944846"/>
        </c:manualLayout>
      </c:layout>
      <c:pieChart>
        <c:varyColors val="1"/>
        <c:ser>
          <c:idx val="0"/>
          <c:order val="0"/>
          <c:tx>
            <c:strRef>
              <c:f>Sheet1!$B$1</c:f>
              <c:strCache>
                <c:ptCount val="1"/>
                <c:pt idx="0">
                  <c:v>Sales</c:v>
                </c:pt>
              </c:strCache>
            </c:strRef>
          </c:tx>
          <c:dPt>
            <c:idx val="0"/>
            <c:bubble3D val="0"/>
            <c:spPr>
              <a:solidFill>
                <a:schemeClr val="tx1"/>
              </a:solidFill>
              <a:ln w="19050">
                <a:solidFill>
                  <a:schemeClr val="lt1"/>
                </a:solidFill>
              </a:ln>
              <a:effectLst/>
            </c:spPr>
            <c:extLst>
              <c:ext xmlns:c16="http://schemas.microsoft.com/office/drawing/2014/chart" uri="{C3380CC4-5D6E-409C-BE32-E72D297353CC}">
                <c16:uniqueId val="{00000006-BFCE-1142-8FDB-74F3F2C8F200}"/>
              </c:ext>
            </c:extLst>
          </c:dPt>
          <c:dPt>
            <c:idx val="1"/>
            <c:bubble3D val="0"/>
            <c:spPr>
              <a:solidFill>
                <a:schemeClr val="bg2"/>
              </a:solidFill>
              <a:ln w="19050">
                <a:solidFill>
                  <a:schemeClr val="lt1"/>
                </a:solidFill>
              </a:ln>
              <a:effectLst/>
            </c:spPr>
            <c:extLst>
              <c:ext xmlns:c16="http://schemas.microsoft.com/office/drawing/2014/chart" uri="{C3380CC4-5D6E-409C-BE32-E72D297353CC}">
                <c16:uniqueId val="{00000005-BFCE-1142-8FDB-74F3F2C8F200}"/>
              </c:ext>
            </c:extLst>
          </c:dPt>
          <c:dPt>
            <c:idx val="2"/>
            <c:bubble3D val="0"/>
            <c:spPr>
              <a:solidFill>
                <a:schemeClr val="tx2"/>
              </a:solidFill>
              <a:ln w="19050">
                <a:solidFill>
                  <a:schemeClr val="lt1"/>
                </a:solidFill>
              </a:ln>
              <a:effectLst/>
            </c:spPr>
            <c:extLst>
              <c:ext xmlns:c16="http://schemas.microsoft.com/office/drawing/2014/chart" uri="{C3380CC4-5D6E-409C-BE32-E72D297353CC}">
                <c16:uniqueId val="{00000002-BFCE-1142-8FDB-74F3F2C8F200}"/>
              </c:ext>
            </c:extLst>
          </c:dPt>
          <c:dPt>
            <c:idx val="3"/>
            <c:bubble3D val="0"/>
            <c:spPr>
              <a:solidFill>
                <a:schemeClr val="accent1"/>
              </a:solidFill>
              <a:ln w="19050">
                <a:solidFill>
                  <a:schemeClr val="lt1"/>
                </a:solidFill>
              </a:ln>
              <a:effectLst/>
            </c:spPr>
            <c:extLst>
              <c:ext xmlns:c16="http://schemas.microsoft.com/office/drawing/2014/chart" uri="{C3380CC4-5D6E-409C-BE32-E72D297353CC}">
                <c16:uniqueId val="{00000003-BFCE-1142-8FDB-74F3F2C8F200}"/>
              </c:ext>
            </c:extLst>
          </c:dPt>
          <c:dPt>
            <c:idx val="4"/>
            <c:bubble3D val="0"/>
            <c:spPr>
              <a:solidFill>
                <a:srgbClr val="458A8A"/>
              </a:solidFill>
              <a:ln w="19050">
                <a:solidFill>
                  <a:schemeClr val="lt1"/>
                </a:solidFill>
              </a:ln>
              <a:effectLst/>
            </c:spPr>
            <c:extLst>
              <c:ext xmlns:c16="http://schemas.microsoft.com/office/drawing/2014/chart" uri="{C3380CC4-5D6E-409C-BE32-E72D297353CC}">
                <c16:uniqueId val="{00000004-BFCE-1142-8FDB-74F3F2C8F200}"/>
              </c:ext>
            </c:extLst>
          </c:dPt>
          <c:dPt>
            <c:idx val="5"/>
            <c:bubble3D val="0"/>
            <c:spPr>
              <a:solidFill>
                <a:srgbClr val="96BDBD"/>
              </a:solidFill>
              <a:ln w="19050">
                <a:solidFill>
                  <a:schemeClr val="lt1"/>
                </a:solidFill>
              </a:ln>
              <a:effectLst/>
            </c:spPr>
            <c:extLst>
              <c:ext xmlns:c16="http://schemas.microsoft.com/office/drawing/2014/chart" uri="{C3380CC4-5D6E-409C-BE32-E72D297353CC}">
                <c16:uniqueId val="{0000000A-C689-42AB-BEBF-A6A6123C9413}"/>
              </c:ext>
            </c:extLst>
          </c:dPt>
          <c:dLbls>
            <c:dLbl>
              <c:idx val="0"/>
              <c:delete val="1"/>
              <c:extLst>
                <c:ext xmlns:c15="http://schemas.microsoft.com/office/drawing/2012/chart" uri="{CE6537A1-D6FC-4f65-9D91-7224C49458BB}"/>
                <c:ext xmlns:c16="http://schemas.microsoft.com/office/drawing/2014/chart" uri="{C3380CC4-5D6E-409C-BE32-E72D297353CC}">
                  <c16:uniqueId val="{00000006-BFCE-1142-8FDB-74F3F2C8F200}"/>
                </c:ext>
              </c:extLst>
            </c:dLbl>
            <c:dLbl>
              <c:idx val="1"/>
              <c:delete val="1"/>
              <c:extLst>
                <c:ext xmlns:c15="http://schemas.microsoft.com/office/drawing/2012/chart" uri="{CE6537A1-D6FC-4f65-9D91-7224C49458BB}"/>
                <c:ext xmlns:c16="http://schemas.microsoft.com/office/drawing/2014/chart" uri="{C3380CC4-5D6E-409C-BE32-E72D297353CC}">
                  <c16:uniqueId val="{00000005-BFCE-1142-8FDB-74F3F2C8F200}"/>
                </c:ext>
              </c:extLst>
            </c:dLbl>
            <c:dLbl>
              <c:idx val="2"/>
              <c:layout>
                <c:manualLayout>
                  <c:x val="0.10135320333280472"/>
                  <c:y val="6.1751700245775525E-2"/>
                </c:manualLayout>
              </c:layout>
              <c:tx>
                <c:rich>
                  <a:bodyPr rot="0" spcFirstLastPara="1" vertOverflow="ellipsis" vert="horz" wrap="square" lIns="38100" tIns="19050" rIns="38100" bIns="19050" anchor="ctr" anchorCtr="0">
                    <a:spAutoFit/>
                  </a:bodyPr>
                  <a:lstStyle/>
                  <a:p>
                    <a:pPr algn="l">
                      <a:defRPr sz="1197" b="0" i="0" u="none" strike="noStrike" kern="1200" baseline="0">
                        <a:solidFill>
                          <a:schemeClr val="bg1"/>
                        </a:solidFill>
                        <a:latin typeface="+mn-lt"/>
                        <a:ea typeface="+mn-ea"/>
                        <a:cs typeface="+mn-cs"/>
                      </a:defRPr>
                    </a:pPr>
                    <a:r>
                      <a:rPr lang="en-US" sz="2000" dirty="0">
                        <a:solidFill>
                          <a:schemeClr val="bg1"/>
                        </a:solidFill>
                        <a:latin typeface="Inter" panose="02000503000000020004" pitchFamily="2" charset="0"/>
                      </a:rPr>
                      <a:t>Wind</a:t>
                    </a:r>
                    <a:endParaRPr lang="en-US" baseline="0" dirty="0">
                      <a:solidFill>
                        <a:schemeClr val="bg1"/>
                      </a:solidFill>
                      <a:latin typeface="Inter" panose="02000503000000020004" pitchFamily="2" charset="0"/>
                    </a:endParaRPr>
                  </a:p>
                  <a:p>
                    <a:pPr algn="l">
                      <a:defRPr>
                        <a:solidFill>
                          <a:schemeClr val="bg1"/>
                        </a:solidFill>
                      </a:defRPr>
                    </a:pPr>
                    <a:fld id="{CA48C734-C7E5-9A4C-BD1C-AB8E6BAA0A01}" type="VALUE">
                      <a:rPr lang="en-US">
                        <a:solidFill>
                          <a:schemeClr val="bg1"/>
                        </a:solidFill>
                        <a:latin typeface="Inter" panose="02000503000000020004" pitchFamily="2" charset="0"/>
                      </a:rPr>
                      <a:pPr algn="l">
                        <a:defRPr>
                          <a:solidFill>
                            <a:schemeClr val="bg1"/>
                          </a:solidFill>
                        </a:defRPr>
                      </a:pPr>
                      <a:t>[VALUE]</a:t>
                    </a:fld>
                    <a:endParaRPr lang="en-US"/>
                  </a:p>
                </c:rich>
              </c:tx>
              <c:spPr>
                <a:noFill/>
                <a:ln>
                  <a:noFill/>
                </a:ln>
                <a:effectLst/>
              </c:spPr>
              <c:txPr>
                <a:bodyPr rot="0" spcFirstLastPara="1" vertOverflow="ellipsis" vert="horz" wrap="square" lIns="38100" tIns="19050" rIns="38100" bIns="19050" anchor="ctr" anchorCtr="0">
                  <a:spAutoFit/>
                </a:bodyPr>
                <a:lstStyle/>
                <a:p>
                  <a:pPr algn="l">
                    <a:defRPr sz="1197" b="0" i="0" u="none" strike="noStrike" kern="1200" baseline="0">
                      <a:solidFill>
                        <a:schemeClr val="bg1"/>
                      </a:solidFill>
                      <a:latin typeface="+mn-lt"/>
                      <a:ea typeface="+mn-ea"/>
                      <a:cs typeface="+mn-cs"/>
                    </a:defRPr>
                  </a:pPr>
                  <a:endParaRPr lang="en-US"/>
                </a:p>
              </c:txPr>
              <c:dLblPos val="bestFit"/>
              <c:showLegendKey val="0"/>
              <c:showVal val="1"/>
              <c:showCatName val="1"/>
              <c:showSerName val="0"/>
              <c:showPercent val="0"/>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2-BFCE-1142-8FDB-74F3F2C8F200}"/>
                </c:ext>
              </c:extLst>
            </c:dLbl>
            <c:dLbl>
              <c:idx val="3"/>
              <c:delete val="1"/>
              <c:extLst>
                <c:ext xmlns:c15="http://schemas.microsoft.com/office/drawing/2012/chart" uri="{CE6537A1-D6FC-4f65-9D91-7224C49458BB}"/>
                <c:ext xmlns:c16="http://schemas.microsoft.com/office/drawing/2014/chart" uri="{C3380CC4-5D6E-409C-BE32-E72D297353CC}">
                  <c16:uniqueId val="{00000003-BFCE-1142-8FDB-74F3F2C8F200}"/>
                </c:ext>
              </c:extLst>
            </c:dLbl>
            <c:dLbl>
              <c:idx val="4"/>
              <c:delete val="1"/>
              <c:extLst>
                <c:ext xmlns:c15="http://schemas.microsoft.com/office/drawing/2012/chart" uri="{CE6537A1-D6FC-4f65-9D91-7224C49458BB}"/>
                <c:ext xmlns:c16="http://schemas.microsoft.com/office/drawing/2014/chart" uri="{C3380CC4-5D6E-409C-BE32-E72D297353CC}">
                  <c16:uniqueId val="{00000004-BFCE-1142-8FDB-74F3F2C8F200}"/>
                </c:ext>
              </c:extLst>
            </c:dLbl>
            <c:dLbl>
              <c:idx val="5"/>
              <c:delete val="1"/>
              <c:extLst>
                <c:ext xmlns:c15="http://schemas.microsoft.com/office/drawing/2012/chart" uri="{CE6537A1-D6FC-4f65-9D91-7224C49458BB}"/>
                <c:ext xmlns:c16="http://schemas.microsoft.com/office/drawing/2014/chart" uri="{C3380CC4-5D6E-409C-BE32-E72D297353CC}">
                  <c16:uniqueId val="{0000000A-C689-42AB-BEBF-A6A6123C9413}"/>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0"/>
            <c:showCatName val="1"/>
            <c:showSerName val="0"/>
            <c:showPercent val="0"/>
            <c:showBubbleSize val="0"/>
            <c:separator>
</c:separator>
            <c:showLeaderLines val="1"/>
            <c:leaderLines>
              <c:spPr>
                <a:ln w="9525" cap="flat" cmpd="sng" algn="ctr">
                  <a:solidFill>
                    <a:schemeClr val="bg1"/>
                  </a:solidFill>
                  <a:round/>
                </a:ln>
                <a:effectLst/>
              </c:spPr>
            </c:leaderLines>
            <c:extLst>
              <c:ext xmlns:c15="http://schemas.microsoft.com/office/drawing/2012/chart" uri="{CE6537A1-D6FC-4f65-9D91-7224C49458BB}"/>
            </c:extLst>
          </c:dLbls>
          <c:cat>
            <c:strRef>
              <c:f>Sheet1!$A$2:$A$7</c:f>
              <c:strCache>
                <c:ptCount val="6"/>
                <c:pt idx="0">
                  <c:v>T700</c:v>
                </c:pt>
                <c:pt idx="1">
                  <c:v>CMF56</c:v>
                </c:pt>
                <c:pt idx="2">
                  <c:v>F138</c:v>
                </c:pt>
                <c:pt idx="3">
                  <c:v>F108</c:v>
                </c:pt>
                <c:pt idx="4">
                  <c:v>XA100</c:v>
                </c:pt>
                <c:pt idx="5">
                  <c:v>9HA</c:v>
                </c:pt>
              </c:strCache>
            </c:strRef>
          </c:cat>
          <c:val>
            <c:numRef>
              <c:f>Sheet1!$B$2:$B$7</c:f>
              <c:numCache>
                <c:formatCode>0%</c:formatCode>
                <c:ptCount val="6"/>
                <c:pt idx="0">
                  <c:v>0.6</c:v>
                </c:pt>
                <c:pt idx="1">
                  <c:v>0.1</c:v>
                </c:pt>
                <c:pt idx="2">
                  <c:v>0.08</c:v>
                </c:pt>
                <c:pt idx="3">
                  <c:v>0.08</c:v>
                </c:pt>
                <c:pt idx="4">
                  <c:v>0.1</c:v>
                </c:pt>
                <c:pt idx="5">
                  <c:v>0.08</c:v>
                </c:pt>
              </c:numCache>
            </c:numRef>
          </c:val>
          <c:extLst>
            <c:ext xmlns:c16="http://schemas.microsoft.com/office/drawing/2014/chart" uri="{C3380CC4-5D6E-409C-BE32-E72D297353CC}">
              <c16:uniqueId val="{00000000-BFCE-1142-8FDB-74F3F2C8F200}"/>
            </c:ext>
          </c:extLst>
        </c:ser>
        <c:dLbls>
          <c:showLegendKey val="0"/>
          <c:showVal val="0"/>
          <c:showCatName val="0"/>
          <c:showSerName val="0"/>
          <c:showPercent val="0"/>
          <c:showBubbleSize val="0"/>
          <c:showLeaderLines val="1"/>
        </c:dLbls>
        <c:firstSliceAng val="134"/>
      </c:pieChart>
      <c:spPr>
        <a:noFill/>
        <a:ln>
          <a:noFill/>
        </a:ln>
        <a:effectLst/>
      </c:spPr>
    </c:plotArea>
    <c:legend>
      <c:legendPos val="r"/>
      <c:layout>
        <c:manualLayout>
          <c:xMode val="edge"/>
          <c:yMode val="edge"/>
          <c:x val="0.81762055004448486"/>
          <c:y val="0.43592446777486149"/>
          <c:w val="0.11495821998118393"/>
          <c:h val="0.21546949488456801"/>
        </c:manualLayout>
      </c:layout>
      <c:overlay val="0"/>
      <c:spPr>
        <a:noFill/>
        <a:ln>
          <a:noFill/>
        </a:ln>
        <a:effectLst/>
      </c:spPr>
      <c:txPr>
        <a:bodyPr rot="0" spcFirstLastPara="1" vertOverflow="ellipsis" vert="horz" wrap="square" anchor="ctr" anchorCtr="1"/>
        <a:lstStyle/>
        <a:p>
          <a:pPr>
            <a:defRPr sz="1000" b="0" i="0" u="none" strike="noStrike" kern="1200" baseline="0">
              <a:solidFill>
                <a:srgbClr val="212121"/>
              </a:solidFill>
              <a:latin typeface="Inter" panose="02000503000000020004" pitchFamily="2" charset="0"/>
              <a:ea typeface="Inter" panose="02000503000000020004" pitchFamily="2" charset="0"/>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spc="0" baseline="0">
                <a:solidFill>
                  <a:schemeClr val="tx1"/>
                </a:solidFill>
                <a:latin typeface="+mn-lt"/>
                <a:ea typeface="+mn-ea"/>
                <a:cs typeface="+mn-cs"/>
              </a:defRPr>
            </a:pPr>
            <a:r>
              <a:rPr lang="en-US" sz="1800" b="0" dirty="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rPr>
              <a:t>Stacked column </a:t>
            </a:r>
            <a:r>
              <a:rPr lang="en-US" sz="1200" b="0" dirty="0">
                <a:solidFill>
                  <a:schemeClr val="tx1"/>
                </a:solidFill>
                <a:latin typeface="Inter" panose="02000503000000020004" pitchFamily="2" charset="0"/>
              </a:rPr>
              <a:t>(by year)</a:t>
            </a:r>
          </a:p>
        </c:rich>
      </c:tx>
      <c:layout>
        <c:manualLayout>
          <c:xMode val="edge"/>
          <c:yMode val="edge"/>
          <c:x val="3.0195705402596487E-2"/>
          <c:y val="2.855288773523686E-2"/>
        </c:manualLayout>
      </c:layout>
      <c:overlay val="0"/>
      <c:spPr>
        <a:noFill/>
        <a:ln>
          <a:noFill/>
        </a:ln>
        <a:effectLst/>
      </c:spPr>
      <c:txPr>
        <a:bodyPr rot="0" spcFirstLastPara="1" vertOverflow="ellipsis" vert="horz" wrap="square" anchor="ctr" anchorCtr="1"/>
        <a:lstStyle/>
        <a:p>
          <a:pPr>
            <a:defRPr sz="1800" b="1"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9.4198594303228869E-2"/>
          <c:y val="0.14895532607418233"/>
          <c:w val="0.79394458243055188"/>
          <c:h val="0.74895573484852351"/>
        </c:manualLayout>
      </c:layout>
      <c:barChart>
        <c:barDir val="col"/>
        <c:grouping val="stacked"/>
        <c:varyColors val="0"/>
        <c:ser>
          <c:idx val="0"/>
          <c:order val="0"/>
          <c:tx>
            <c:strRef>
              <c:f>Sheet1!$B$1</c:f>
              <c:strCache>
                <c:ptCount val="1"/>
                <c:pt idx="0">
                  <c:v>Series 1</c:v>
                </c:pt>
              </c:strCache>
            </c:strRef>
          </c:tx>
          <c:spPr>
            <a:solidFill>
              <a:schemeClr val="tx1"/>
            </a:solidFill>
            <a:ln>
              <a:noFill/>
            </a:ln>
            <a:effectLst/>
          </c:spPr>
          <c:invertIfNegative val="0"/>
          <c:cat>
            <c:numRef>
              <c:f>Sheet1!$A$2:$A$5</c:f>
              <c:numCache>
                <c:formatCode>General</c:formatCode>
                <c:ptCount val="4"/>
                <c:pt idx="0">
                  <c:v>2020</c:v>
                </c:pt>
                <c:pt idx="1">
                  <c:v>2021</c:v>
                </c:pt>
                <c:pt idx="2">
                  <c:v>2022</c:v>
                </c:pt>
                <c:pt idx="3">
                  <c:v>2023</c:v>
                </c:pt>
              </c:numCache>
            </c:num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2A75-174C-B528-68B9B314D0F6}"/>
            </c:ext>
          </c:extLst>
        </c:ser>
        <c:ser>
          <c:idx val="1"/>
          <c:order val="1"/>
          <c:tx>
            <c:strRef>
              <c:f>Sheet1!$C$1</c:f>
              <c:strCache>
                <c:ptCount val="1"/>
                <c:pt idx="0">
                  <c:v>Series 2</c:v>
                </c:pt>
              </c:strCache>
            </c:strRef>
          </c:tx>
          <c:spPr>
            <a:solidFill>
              <a:schemeClr val="bg2"/>
            </a:solidFill>
            <a:ln>
              <a:noFill/>
            </a:ln>
            <a:effectLst/>
          </c:spPr>
          <c:invertIfNegative val="0"/>
          <c:cat>
            <c:numRef>
              <c:f>Sheet1!$A$2:$A$5</c:f>
              <c:numCache>
                <c:formatCode>General</c:formatCode>
                <c:ptCount val="4"/>
                <c:pt idx="0">
                  <c:v>2020</c:v>
                </c:pt>
                <c:pt idx="1">
                  <c:v>2021</c:v>
                </c:pt>
                <c:pt idx="2">
                  <c:v>2022</c:v>
                </c:pt>
                <c:pt idx="3">
                  <c:v>2023</c:v>
                </c:pt>
              </c:numCache>
            </c:num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2A75-174C-B528-68B9B314D0F6}"/>
            </c:ext>
          </c:extLst>
        </c:ser>
        <c:ser>
          <c:idx val="2"/>
          <c:order val="2"/>
          <c:tx>
            <c:strRef>
              <c:f>Sheet1!$D$1</c:f>
              <c:strCache>
                <c:ptCount val="1"/>
                <c:pt idx="0">
                  <c:v>Series 3</c:v>
                </c:pt>
              </c:strCache>
            </c:strRef>
          </c:tx>
          <c:spPr>
            <a:solidFill>
              <a:schemeClr val="tx2"/>
            </a:solidFill>
            <a:ln>
              <a:noFill/>
            </a:ln>
            <a:effectLst/>
          </c:spPr>
          <c:invertIfNegative val="0"/>
          <c:dPt>
            <c:idx val="0"/>
            <c:invertIfNegative val="0"/>
            <c:bubble3D val="0"/>
            <c:spPr>
              <a:solidFill>
                <a:schemeClr val="tx2"/>
              </a:solidFill>
              <a:ln>
                <a:noFill/>
              </a:ln>
              <a:effectLst/>
            </c:spPr>
            <c:extLst>
              <c:ext xmlns:c16="http://schemas.microsoft.com/office/drawing/2014/chart" uri="{C3380CC4-5D6E-409C-BE32-E72D297353CC}">
                <c16:uniqueId val="{00000003-2A75-174C-B528-68B9B314D0F6}"/>
              </c:ext>
            </c:extLst>
          </c:dPt>
          <c:dPt>
            <c:idx val="1"/>
            <c:invertIfNegative val="0"/>
            <c:bubble3D val="0"/>
            <c:spPr>
              <a:solidFill>
                <a:schemeClr val="tx2"/>
              </a:solidFill>
              <a:ln>
                <a:noFill/>
              </a:ln>
              <a:effectLst/>
            </c:spPr>
            <c:extLst>
              <c:ext xmlns:c16="http://schemas.microsoft.com/office/drawing/2014/chart" uri="{C3380CC4-5D6E-409C-BE32-E72D297353CC}">
                <c16:uniqueId val="{00000004-2A75-174C-B528-68B9B314D0F6}"/>
              </c:ext>
            </c:extLst>
          </c:dPt>
          <c:dPt>
            <c:idx val="2"/>
            <c:invertIfNegative val="0"/>
            <c:bubble3D val="0"/>
            <c:spPr>
              <a:solidFill>
                <a:schemeClr val="tx2"/>
              </a:solidFill>
              <a:ln>
                <a:noFill/>
              </a:ln>
              <a:effectLst/>
            </c:spPr>
            <c:extLst>
              <c:ext xmlns:c16="http://schemas.microsoft.com/office/drawing/2014/chart" uri="{C3380CC4-5D6E-409C-BE32-E72D297353CC}">
                <c16:uniqueId val="{00000005-2A75-174C-B528-68B9B314D0F6}"/>
              </c:ext>
            </c:extLst>
          </c:dPt>
          <c:dPt>
            <c:idx val="3"/>
            <c:invertIfNegative val="0"/>
            <c:bubble3D val="0"/>
            <c:spPr>
              <a:solidFill>
                <a:schemeClr val="tx2"/>
              </a:solidFill>
              <a:ln>
                <a:noFill/>
              </a:ln>
              <a:effectLst/>
            </c:spPr>
            <c:extLst>
              <c:ext xmlns:c16="http://schemas.microsoft.com/office/drawing/2014/chart" uri="{C3380CC4-5D6E-409C-BE32-E72D297353CC}">
                <c16:uniqueId val="{00000006-2A75-174C-B528-68B9B314D0F6}"/>
              </c:ext>
            </c:extLst>
          </c:dPt>
          <c:cat>
            <c:numRef>
              <c:f>Sheet1!$A$2:$A$5</c:f>
              <c:numCache>
                <c:formatCode>General</c:formatCode>
                <c:ptCount val="4"/>
                <c:pt idx="0">
                  <c:v>2020</c:v>
                </c:pt>
                <c:pt idx="1">
                  <c:v>2021</c:v>
                </c:pt>
                <c:pt idx="2">
                  <c:v>2022</c:v>
                </c:pt>
                <c:pt idx="3">
                  <c:v>2023</c:v>
                </c:pt>
              </c:numCache>
            </c:num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2A75-174C-B528-68B9B314D0F6}"/>
            </c:ext>
          </c:extLst>
        </c:ser>
        <c:dLbls>
          <c:showLegendKey val="0"/>
          <c:showVal val="0"/>
          <c:showCatName val="0"/>
          <c:showSerName val="0"/>
          <c:showPercent val="0"/>
          <c:showBubbleSize val="0"/>
        </c:dLbls>
        <c:gapWidth val="197"/>
        <c:overlap val="100"/>
        <c:axId val="603149743"/>
        <c:axId val="603908399"/>
      </c:barChart>
      <c:catAx>
        <c:axId val="603149743"/>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00" b="0" i="0" u="none" strike="noStrike" kern="1200" baseline="0">
                <a:solidFill>
                  <a:srgbClr val="212121"/>
                </a:solidFill>
                <a:latin typeface="+mn-lt"/>
                <a:ea typeface="+mn-ea"/>
                <a:cs typeface="+mn-cs"/>
              </a:defRPr>
            </a:pPr>
            <a:endParaRPr lang="en-US"/>
          </a:p>
        </c:txPr>
        <c:crossAx val="603908399"/>
        <c:crosses val="autoZero"/>
        <c:auto val="1"/>
        <c:lblAlgn val="ctr"/>
        <c:lblOffset val="100"/>
        <c:noMultiLvlLbl val="0"/>
      </c:catAx>
      <c:valAx>
        <c:axId val="603908399"/>
        <c:scaling>
          <c:orientation val="minMax"/>
        </c:scaling>
        <c:delete val="0"/>
        <c:axPos val="l"/>
        <c:majorGridlines>
          <c:spPr>
            <a:ln w="9525" cap="flat" cmpd="sng" algn="ctr">
              <a:noFill/>
              <a:round/>
            </a:ln>
            <a:effectLst/>
          </c:spPr>
        </c:majorGridlines>
        <c:numFmt formatCode="General" sourceLinked="1"/>
        <c:majorTickMark val="out"/>
        <c:minorTickMark val="none"/>
        <c:tickLblPos val="nextTo"/>
        <c:spPr>
          <a:noFill/>
          <a:ln w="9525">
            <a:solidFill>
              <a:schemeClr val="tx1"/>
            </a:solidFill>
          </a:ln>
          <a:effectLst/>
        </c:spPr>
        <c:txPr>
          <a:bodyPr rot="-60000000" spcFirstLastPara="1" vertOverflow="ellipsis" vert="horz" wrap="square" anchor="ctr" anchorCtr="1"/>
          <a:lstStyle/>
          <a:p>
            <a:pPr>
              <a:defRPr sz="1000" b="0" i="0" u="none" strike="noStrike" kern="1200" baseline="0">
                <a:solidFill>
                  <a:srgbClr val="212121"/>
                </a:solidFill>
                <a:latin typeface="+mn-lt"/>
                <a:ea typeface="+mn-ea"/>
                <a:cs typeface="+mn-cs"/>
              </a:defRPr>
            </a:pPr>
            <a:endParaRPr lang="en-US"/>
          </a:p>
        </c:txPr>
        <c:crossAx val="60314974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b="0">
                <a:latin typeface="Inter Semi Bold" panose="02000703000000020004" pitchFamily="50" charset="0"/>
                <a:ea typeface="Inter Semi Bold" panose="02000703000000020004" pitchFamily="50" charset="0"/>
                <a:cs typeface="Inter Semi Bold" panose="02000703000000020004" pitchFamily="50" charset="0"/>
              </a:defRPr>
            </a:pPr>
            <a:r>
              <a:rPr lang="en-US" sz="1800" b="0" dirty="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rPr>
              <a:t>Combination chart</a:t>
            </a:r>
          </a:p>
        </c:rich>
      </c:tx>
      <c:layout>
        <c:manualLayout>
          <c:xMode val="edge"/>
          <c:yMode val="edge"/>
          <c:x val="4.0685056985326491E-2"/>
          <c:y val="2.7387880862718247E-2"/>
        </c:manualLayout>
      </c:layout>
      <c:overlay val="0"/>
    </c:title>
    <c:autoTitleDeleted val="0"/>
    <c:plotArea>
      <c:layout>
        <c:manualLayout>
          <c:layoutTarget val="inner"/>
          <c:xMode val="edge"/>
          <c:yMode val="edge"/>
          <c:x val="0.13919269319522978"/>
          <c:y val="0.152674019195876"/>
          <c:w val="0.69973541897866798"/>
          <c:h val="0.64671595803931392"/>
        </c:manualLayout>
      </c:layout>
      <c:barChart>
        <c:barDir val="col"/>
        <c:grouping val="clustered"/>
        <c:varyColors val="0"/>
        <c:ser>
          <c:idx val="0"/>
          <c:order val="0"/>
          <c:tx>
            <c:strRef>
              <c:f>Sheet1!$B$1</c:f>
              <c:strCache>
                <c:ptCount val="1"/>
                <c:pt idx="0">
                  <c:v> Growth</c:v>
                </c:pt>
              </c:strCache>
            </c:strRef>
          </c:tx>
          <c:spPr>
            <a:solidFill>
              <a:schemeClr val="accent4"/>
            </a:solidFill>
            <a:ln w="28575">
              <a:noFill/>
            </a:ln>
          </c:spPr>
          <c:invertIfNegative val="0"/>
          <c:dPt>
            <c:idx val="0"/>
            <c:invertIfNegative val="0"/>
            <c:bubble3D val="0"/>
            <c:spPr>
              <a:solidFill>
                <a:schemeClr val="tx1"/>
              </a:solidFill>
              <a:ln w="28575">
                <a:noFill/>
              </a:ln>
            </c:spPr>
            <c:extLst>
              <c:ext xmlns:c16="http://schemas.microsoft.com/office/drawing/2014/chart" uri="{C3380CC4-5D6E-409C-BE32-E72D297353CC}">
                <c16:uniqueId val="{00000001-124E-FB49-B6A1-0334D3CD6389}"/>
              </c:ext>
            </c:extLst>
          </c:dPt>
          <c:dPt>
            <c:idx val="1"/>
            <c:invertIfNegative val="0"/>
            <c:bubble3D val="0"/>
            <c:spPr>
              <a:solidFill>
                <a:schemeClr val="tx2"/>
              </a:solidFill>
              <a:ln w="28575">
                <a:noFill/>
              </a:ln>
            </c:spPr>
            <c:extLst>
              <c:ext xmlns:c16="http://schemas.microsoft.com/office/drawing/2014/chart" uri="{C3380CC4-5D6E-409C-BE32-E72D297353CC}">
                <c16:uniqueId val="{00000002-124E-FB49-B6A1-0334D3CD6389}"/>
              </c:ext>
            </c:extLst>
          </c:dPt>
          <c:dPt>
            <c:idx val="2"/>
            <c:invertIfNegative val="0"/>
            <c:bubble3D val="0"/>
            <c:spPr>
              <a:solidFill>
                <a:schemeClr val="accent1"/>
              </a:solidFill>
              <a:ln w="28575">
                <a:noFill/>
              </a:ln>
            </c:spPr>
            <c:extLst>
              <c:ext xmlns:c16="http://schemas.microsoft.com/office/drawing/2014/chart" uri="{C3380CC4-5D6E-409C-BE32-E72D297353CC}">
                <c16:uniqueId val="{00000003-124E-FB49-B6A1-0334D3CD6389}"/>
              </c:ext>
            </c:extLst>
          </c:dPt>
          <c:dPt>
            <c:idx val="3"/>
            <c:invertIfNegative val="0"/>
            <c:bubble3D val="0"/>
            <c:spPr>
              <a:solidFill>
                <a:srgbClr val="458A8A"/>
              </a:solidFill>
              <a:ln w="28575">
                <a:noFill/>
              </a:ln>
            </c:spPr>
            <c:extLst>
              <c:ext xmlns:c16="http://schemas.microsoft.com/office/drawing/2014/chart" uri="{C3380CC4-5D6E-409C-BE32-E72D297353CC}">
                <c16:uniqueId val="{00000004-124E-FB49-B6A1-0334D3CD6389}"/>
              </c:ext>
            </c:extLst>
          </c:dPt>
          <c:dPt>
            <c:idx val="4"/>
            <c:invertIfNegative val="0"/>
            <c:bubble3D val="0"/>
            <c:spPr>
              <a:solidFill>
                <a:srgbClr val="96BDBD"/>
              </a:solidFill>
              <a:ln w="28575">
                <a:noFill/>
              </a:ln>
            </c:spPr>
            <c:extLst>
              <c:ext xmlns:c16="http://schemas.microsoft.com/office/drawing/2014/chart" uri="{C3380CC4-5D6E-409C-BE32-E72D297353CC}">
                <c16:uniqueId val="{00000005-124E-FB49-B6A1-0334D3CD6389}"/>
              </c:ext>
            </c:extLst>
          </c:dPt>
          <c:cat>
            <c:strRef>
              <c:f>Sheet1!$A$2:$A$6</c:f>
              <c:strCache>
                <c:ptCount val="5"/>
                <c:pt idx="0">
                  <c:v>Q1’22</c:v>
                </c:pt>
                <c:pt idx="1">
                  <c:v>Q2’22</c:v>
                </c:pt>
                <c:pt idx="2">
                  <c:v>Q3’22</c:v>
                </c:pt>
                <c:pt idx="3">
                  <c:v>Q4’22</c:v>
                </c:pt>
                <c:pt idx="4">
                  <c:v>Q1’23</c:v>
                </c:pt>
              </c:strCache>
            </c:strRef>
          </c:cat>
          <c:val>
            <c:numRef>
              <c:f>Sheet1!$B$2:$B$6</c:f>
              <c:numCache>
                <c:formatCode>0.00</c:formatCode>
                <c:ptCount val="5"/>
                <c:pt idx="0">
                  <c:v>60</c:v>
                </c:pt>
                <c:pt idx="1">
                  <c:v>65</c:v>
                </c:pt>
                <c:pt idx="2">
                  <c:v>72</c:v>
                </c:pt>
                <c:pt idx="3">
                  <c:v>68</c:v>
                </c:pt>
                <c:pt idx="4">
                  <c:v>75</c:v>
                </c:pt>
              </c:numCache>
            </c:numRef>
          </c:val>
          <c:extLst>
            <c:ext xmlns:c16="http://schemas.microsoft.com/office/drawing/2014/chart" uri="{C3380CC4-5D6E-409C-BE32-E72D297353CC}">
              <c16:uniqueId val="{00000000-C64F-C941-BBB2-15C2F500DE61}"/>
            </c:ext>
          </c:extLst>
        </c:ser>
        <c:dLbls>
          <c:showLegendKey val="0"/>
          <c:showVal val="0"/>
          <c:showCatName val="0"/>
          <c:showSerName val="0"/>
          <c:showPercent val="0"/>
          <c:showBubbleSize val="0"/>
        </c:dLbls>
        <c:gapWidth val="37"/>
        <c:axId val="905141791"/>
        <c:axId val="779214319"/>
      </c:barChart>
      <c:lineChart>
        <c:grouping val="standard"/>
        <c:varyColors val="0"/>
        <c:ser>
          <c:idx val="1"/>
          <c:order val="1"/>
          <c:tx>
            <c:strRef>
              <c:f>Sheet1!$C$1</c:f>
              <c:strCache>
                <c:ptCount val="1"/>
                <c:pt idx="0">
                  <c:v> Profit</c:v>
                </c:pt>
              </c:strCache>
            </c:strRef>
          </c:tx>
          <c:spPr>
            <a:ln>
              <a:solidFill>
                <a:schemeClr val="bg2"/>
              </a:solidFill>
            </a:ln>
            <a:effectLst/>
          </c:spPr>
          <c:marker>
            <c:symbol val="square"/>
            <c:size val="6"/>
            <c:spPr>
              <a:solidFill>
                <a:schemeClr val="bg1"/>
              </a:solidFill>
              <a:ln>
                <a:noFill/>
              </a:ln>
            </c:spPr>
          </c:marker>
          <c:cat>
            <c:strRef>
              <c:f>Sheet1!$A$2:$A$6</c:f>
              <c:strCache>
                <c:ptCount val="5"/>
                <c:pt idx="0">
                  <c:v>Q1’22</c:v>
                </c:pt>
                <c:pt idx="1">
                  <c:v>Q2’22</c:v>
                </c:pt>
                <c:pt idx="2">
                  <c:v>Q3’22</c:v>
                </c:pt>
                <c:pt idx="3">
                  <c:v>Q4’22</c:v>
                </c:pt>
                <c:pt idx="4">
                  <c:v>Q1’23</c:v>
                </c:pt>
              </c:strCache>
            </c:strRef>
          </c:cat>
          <c:val>
            <c:numRef>
              <c:f>Sheet1!$C$2:$C$6</c:f>
              <c:numCache>
                <c:formatCode>0.00</c:formatCode>
                <c:ptCount val="5"/>
                <c:pt idx="0">
                  <c:v>0.45</c:v>
                </c:pt>
                <c:pt idx="1">
                  <c:v>3.2</c:v>
                </c:pt>
                <c:pt idx="2">
                  <c:v>4.5</c:v>
                </c:pt>
                <c:pt idx="3">
                  <c:v>3.5</c:v>
                </c:pt>
                <c:pt idx="4">
                  <c:v>4</c:v>
                </c:pt>
              </c:numCache>
            </c:numRef>
          </c:val>
          <c:smooth val="0"/>
          <c:extLst>
            <c:ext xmlns:c16="http://schemas.microsoft.com/office/drawing/2014/chart" uri="{C3380CC4-5D6E-409C-BE32-E72D297353CC}">
              <c16:uniqueId val="{00000001-C64F-C941-BBB2-15C2F500DE61}"/>
            </c:ext>
          </c:extLst>
        </c:ser>
        <c:dLbls>
          <c:showLegendKey val="0"/>
          <c:showVal val="0"/>
          <c:showCatName val="0"/>
          <c:showSerName val="0"/>
          <c:showPercent val="0"/>
          <c:showBubbleSize val="0"/>
        </c:dLbls>
        <c:marker val="1"/>
        <c:smooth val="0"/>
        <c:axId val="1319843872"/>
        <c:axId val="1214588272"/>
      </c:lineChart>
      <c:catAx>
        <c:axId val="1319843872"/>
        <c:scaling>
          <c:orientation val="minMax"/>
        </c:scaling>
        <c:delete val="0"/>
        <c:axPos val="b"/>
        <c:numFmt formatCode="General" sourceLinked="1"/>
        <c:majorTickMark val="none"/>
        <c:minorTickMark val="none"/>
        <c:tickLblPos val="nextTo"/>
        <c:spPr>
          <a:ln w="9525">
            <a:solidFill>
              <a:schemeClr val="bg1"/>
            </a:solidFill>
            <a:miter lim="800000"/>
          </a:ln>
        </c:spPr>
        <c:crossAx val="1214588272"/>
        <c:crosses val="autoZero"/>
        <c:auto val="1"/>
        <c:lblAlgn val="ctr"/>
        <c:lblOffset val="100"/>
        <c:noMultiLvlLbl val="0"/>
      </c:catAx>
      <c:valAx>
        <c:axId val="1214588272"/>
        <c:scaling>
          <c:orientation val="minMax"/>
          <c:max val="6"/>
          <c:min val="0"/>
        </c:scaling>
        <c:delete val="0"/>
        <c:axPos val="l"/>
        <c:majorGridlines>
          <c:spPr>
            <a:ln w="12700">
              <a:noFill/>
              <a:miter lim="800000"/>
            </a:ln>
          </c:spPr>
        </c:majorGridlines>
        <c:title>
          <c:tx>
            <c:rich>
              <a:bodyPr/>
              <a:lstStyle/>
              <a:p>
                <a:pPr>
                  <a:defRPr/>
                </a:pPr>
                <a:r>
                  <a:rPr lang="en-US"/>
                  <a:t>Revenues</a:t>
                </a:r>
              </a:p>
            </c:rich>
          </c:tx>
          <c:layout>
            <c:manualLayout>
              <c:xMode val="edge"/>
              <c:yMode val="edge"/>
              <c:x val="4.1409395973154364E-2"/>
              <c:y val="0.42538938310842228"/>
            </c:manualLayout>
          </c:layout>
          <c:overlay val="0"/>
        </c:title>
        <c:numFmt formatCode="#,##0.0" sourceLinked="0"/>
        <c:majorTickMark val="none"/>
        <c:minorTickMark val="none"/>
        <c:tickLblPos val="nextTo"/>
        <c:spPr>
          <a:ln>
            <a:noFill/>
          </a:ln>
        </c:spPr>
        <c:crossAx val="1319843872"/>
        <c:crosses val="autoZero"/>
        <c:crossBetween val="between"/>
        <c:majorUnit val="1"/>
      </c:valAx>
      <c:valAx>
        <c:axId val="779214319"/>
        <c:scaling>
          <c:orientation val="minMax"/>
          <c:max val="90"/>
          <c:min val="0"/>
        </c:scaling>
        <c:delete val="0"/>
        <c:axPos val="r"/>
        <c:title>
          <c:tx>
            <c:rich>
              <a:bodyPr rot="5400000" vert="horz"/>
              <a:lstStyle/>
              <a:p>
                <a:pPr>
                  <a:defRPr/>
                </a:pPr>
                <a:r>
                  <a:rPr lang="en-US"/>
                  <a:t>Margin %</a:t>
                </a:r>
              </a:p>
            </c:rich>
          </c:tx>
          <c:layout>
            <c:manualLayout>
              <c:xMode val="edge"/>
              <c:yMode val="edge"/>
              <c:x val="0.93089485458612997"/>
              <c:y val="0.43117783216747485"/>
            </c:manualLayout>
          </c:layout>
          <c:overlay val="0"/>
          <c:spPr>
            <a:noFill/>
            <a:ln>
              <a:noFill/>
            </a:ln>
          </c:spPr>
        </c:title>
        <c:numFmt formatCode="0%" sourceLinked="0"/>
        <c:majorTickMark val="none"/>
        <c:minorTickMark val="none"/>
        <c:tickLblPos val="nextTo"/>
        <c:spPr>
          <a:noFill/>
          <a:ln>
            <a:noFill/>
          </a:ln>
        </c:spPr>
        <c:crossAx val="905141791"/>
        <c:crosses val="max"/>
        <c:crossBetween val="between"/>
        <c:majorUnit val="10"/>
        <c:dispUnits>
          <c:builtInUnit val="hundreds"/>
        </c:dispUnits>
      </c:valAx>
      <c:catAx>
        <c:axId val="905141791"/>
        <c:scaling>
          <c:orientation val="minMax"/>
        </c:scaling>
        <c:delete val="1"/>
        <c:axPos val="b"/>
        <c:numFmt formatCode="General" sourceLinked="1"/>
        <c:majorTickMark val="out"/>
        <c:minorTickMark val="none"/>
        <c:tickLblPos val="nextTo"/>
        <c:crossAx val="779214319"/>
        <c:crossesAt val="0"/>
        <c:auto val="1"/>
        <c:lblAlgn val="ctr"/>
        <c:lblOffset val="100"/>
        <c:noMultiLvlLbl val="0"/>
      </c:catAx>
      <c:dTable>
        <c:showHorzBorder val="0"/>
        <c:showVertBorder val="0"/>
        <c:showOutline val="0"/>
        <c:showKeys val="0"/>
        <c:spPr>
          <a:noFill/>
          <a:ln w="6350">
            <a:noFill/>
          </a:ln>
        </c:spPr>
      </c:dTable>
      <c:spPr>
        <a:noFill/>
      </c:spPr>
    </c:plotArea>
    <c:plotVisOnly val="1"/>
    <c:dispBlanksAs val="gap"/>
    <c:showDLblsOverMax val="0"/>
  </c:chart>
  <c:spPr>
    <a:noFill/>
  </c:spPr>
  <c:txPr>
    <a:bodyPr/>
    <a:lstStyle/>
    <a:p>
      <a:pPr>
        <a:defRPr sz="1000">
          <a:solidFill>
            <a:schemeClr val="tx2"/>
          </a:solidFill>
          <a:latin typeface="Inter" panose="02000503000000020004" pitchFamily="2" charset="0"/>
          <a:ea typeface="Inter" panose="02000503000000020004" pitchFamily="2" charset="0"/>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pPr>
            <a:r>
              <a:rPr lang="en-US" sz="1800" b="0" dirty="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rPr>
              <a:t>Title</a:t>
            </a:r>
          </a:p>
        </c:rich>
      </c:tx>
      <c:layout>
        <c:manualLayout>
          <c:xMode val="edge"/>
          <c:yMode val="edge"/>
          <c:x val="0.44496762801648027"/>
          <c:y val="0.80207657662343079"/>
        </c:manualLayout>
      </c:layout>
      <c:overlay val="1"/>
      <c:spPr>
        <a:noFill/>
        <a:ln>
          <a:noFill/>
        </a:ln>
        <a:effectLst/>
      </c:spPr>
      <c:txPr>
        <a:bodyPr rot="0" spcFirstLastPara="1" vertOverflow="ellipsis" vert="horz" wrap="square" anchor="ctr" anchorCtr="1"/>
        <a:lstStyle/>
        <a:p>
          <a:pPr>
            <a:defRPr sz="1800" b="0" i="0" u="none" strike="noStrike" kern="1200" spc="0" baseline="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pPr>
          <a:endParaRPr lang="en-US"/>
        </a:p>
      </c:txPr>
    </c:title>
    <c:autoTitleDeleted val="0"/>
    <c:plotArea>
      <c:layout>
        <c:manualLayout>
          <c:layoutTarget val="inner"/>
          <c:xMode val="edge"/>
          <c:yMode val="edge"/>
          <c:x val="0.16745524231484013"/>
          <c:y val="1.8170019467878002E-3"/>
          <c:w val="0.67215230821279759"/>
          <c:h val="0.74106863832157244"/>
        </c:manualLayout>
      </c:layout>
      <c:doughnutChart>
        <c:varyColors val="1"/>
        <c:ser>
          <c:idx val="0"/>
          <c:order val="0"/>
          <c:tx>
            <c:strRef>
              <c:f>Sheet1!$B$1</c:f>
              <c:strCache>
                <c:ptCount val="1"/>
                <c:pt idx="0">
                  <c:v>Doughnut</c:v>
                </c:pt>
              </c:strCache>
            </c:strRef>
          </c:tx>
          <c:dPt>
            <c:idx val="0"/>
            <c:bubble3D val="0"/>
            <c:spPr>
              <a:solidFill>
                <a:schemeClr val="tx1"/>
              </a:solidFill>
              <a:ln w="19050">
                <a:solidFill>
                  <a:schemeClr val="lt1"/>
                </a:solidFill>
              </a:ln>
              <a:effectLst/>
            </c:spPr>
            <c:extLst>
              <c:ext xmlns:c16="http://schemas.microsoft.com/office/drawing/2014/chart" uri="{C3380CC4-5D6E-409C-BE32-E72D297353CC}">
                <c16:uniqueId val="{00000001-5DB3-0F4C-821A-151D47418479}"/>
              </c:ext>
            </c:extLst>
          </c:dPt>
          <c:dPt>
            <c:idx val="1"/>
            <c:bubble3D val="0"/>
            <c:spPr>
              <a:solidFill>
                <a:srgbClr val="458A8A"/>
              </a:solidFill>
              <a:ln w="19050">
                <a:solidFill>
                  <a:schemeClr val="lt1"/>
                </a:solidFill>
              </a:ln>
              <a:effectLst/>
            </c:spPr>
            <c:extLst>
              <c:ext xmlns:c16="http://schemas.microsoft.com/office/drawing/2014/chart" uri="{C3380CC4-5D6E-409C-BE32-E72D297353CC}">
                <c16:uniqueId val="{00000003-5DB3-0F4C-821A-151D47418479}"/>
              </c:ext>
            </c:extLst>
          </c:dPt>
          <c:dPt>
            <c:idx val="2"/>
            <c:bubble3D val="0"/>
            <c:spPr>
              <a:solidFill>
                <a:schemeClr val="accent1"/>
              </a:solidFill>
              <a:ln w="19050">
                <a:solidFill>
                  <a:schemeClr val="lt1"/>
                </a:solidFill>
              </a:ln>
              <a:effectLst/>
            </c:spPr>
            <c:extLst>
              <c:ext xmlns:c16="http://schemas.microsoft.com/office/drawing/2014/chart" uri="{C3380CC4-5D6E-409C-BE32-E72D297353CC}">
                <c16:uniqueId val="{00000005-5DB3-0F4C-821A-151D47418479}"/>
              </c:ext>
            </c:extLst>
          </c:dPt>
          <c:dPt>
            <c:idx val="3"/>
            <c:bubble3D val="0"/>
            <c:spPr>
              <a:solidFill>
                <a:schemeClr val="tx2"/>
              </a:solidFill>
              <a:ln w="19050">
                <a:solidFill>
                  <a:schemeClr val="lt1"/>
                </a:solidFill>
              </a:ln>
              <a:effectLst/>
            </c:spPr>
            <c:extLst>
              <c:ext xmlns:c16="http://schemas.microsoft.com/office/drawing/2014/chart" uri="{C3380CC4-5D6E-409C-BE32-E72D297353CC}">
                <c16:uniqueId val="{00000007-5DB3-0F4C-821A-151D47418479}"/>
              </c:ext>
            </c:extLst>
          </c:dPt>
          <c:dPt>
            <c:idx val="4"/>
            <c:bubble3D val="0"/>
            <c:spPr>
              <a:solidFill>
                <a:schemeClr val="bg2"/>
              </a:solidFill>
              <a:ln w="19050">
                <a:solidFill>
                  <a:schemeClr val="lt1"/>
                </a:solidFill>
              </a:ln>
              <a:effectLst/>
            </c:spPr>
            <c:extLst>
              <c:ext xmlns:c16="http://schemas.microsoft.com/office/drawing/2014/chart" uri="{C3380CC4-5D6E-409C-BE32-E72D297353CC}">
                <c16:uniqueId val="{00000009-5DB3-0F4C-821A-151D47418479}"/>
              </c:ext>
            </c:extLst>
          </c:dPt>
          <c:dLbls>
            <c:dLbl>
              <c:idx val="1"/>
              <c:tx>
                <c:rich>
                  <a:bodyPr/>
                  <a:lstStyle/>
                  <a:p>
                    <a:fld id="{E85B7C00-884B-448F-B6B6-DF4D917E1B45}" type="VALUE">
                      <a:rPr lang="en-US">
                        <a:solidFill>
                          <a:schemeClr val="bg1"/>
                        </a:solidFill>
                        <a:latin typeface="Inter" panose="02000503000000020004" pitchFamily="2" charset="0"/>
                        <a:ea typeface="Inter" panose="02000503000000020004" pitchFamily="2" charset="0"/>
                      </a:rPr>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5DB3-0F4C-821A-151D47418479}"/>
                </c:ext>
              </c:extLst>
            </c:dLbl>
            <c:dLbl>
              <c:idx val="4"/>
              <c:tx>
                <c:rich>
                  <a:bodyPr/>
                  <a:lstStyle/>
                  <a:p>
                    <a:fld id="{D3541F03-545D-4D58-A532-342FFEF07021}" type="VALUE">
                      <a:rPr lang="en-US">
                        <a:solidFill>
                          <a:schemeClr val="tx2"/>
                        </a:solidFill>
                      </a:rPr>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5DB3-0F4C-821A-151D47418479}"/>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Inter" panose="02000503000000020004" pitchFamily="2" charset="0"/>
                    <a:ea typeface="Inter" panose="02000503000000020004" pitchFamily="2" charset="0"/>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Q1</c:v>
                </c:pt>
                <c:pt idx="1">
                  <c:v>Q2</c:v>
                </c:pt>
                <c:pt idx="2">
                  <c:v>Q3</c:v>
                </c:pt>
                <c:pt idx="3">
                  <c:v>Q4</c:v>
                </c:pt>
                <c:pt idx="4">
                  <c:v>Projected</c:v>
                </c:pt>
              </c:strCache>
            </c:strRef>
          </c:cat>
          <c:val>
            <c:numRef>
              <c:f>Sheet1!$B$2:$B$6</c:f>
              <c:numCache>
                <c:formatCode>General</c:formatCode>
                <c:ptCount val="5"/>
                <c:pt idx="0">
                  <c:v>8.1999999999999993</c:v>
                </c:pt>
                <c:pt idx="1">
                  <c:v>3.2</c:v>
                </c:pt>
                <c:pt idx="2">
                  <c:v>1.4</c:v>
                </c:pt>
                <c:pt idx="3">
                  <c:v>1.2</c:v>
                </c:pt>
                <c:pt idx="4">
                  <c:v>0.8</c:v>
                </c:pt>
              </c:numCache>
            </c:numRef>
          </c:val>
          <c:extLst>
            <c:ext xmlns:c16="http://schemas.microsoft.com/office/drawing/2014/chart" uri="{C3380CC4-5D6E-409C-BE32-E72D297353CC}">
              <c16:uniqueId val="{00000000-4B76-B344-B9C2-CA99D7210F2E}"/>
            </c:ext>
          </c:extLst>
        </c:ser>
        <c:dLbls>
          <c:showLegendKey val="0"/>
          <c:showVal val="1"/>
          <c:showCatName val="0"/>
          <c:showSerName val="0"/>
          <c:showPercent val="0"/>
          <c:showBubbleSize val="0"/>
          <c:showLeaderLines val="1"/>
        </c:dLbls>
        <c:firstSliceAng val="0"/>
        <c:holeSize val="57"/>
      </c:doughnutChart>
      <c:spPr>
        <a:noFill/>
        <a:ln>
          <a:noFill/>
        </a:ln>
        <a:effectLst/>
      </c:spPr>
    </c:plotArea>
    <c:legend>
      <c:legendPos val="b"/>
      <c:layout>
        <c:manualLayout>
          <c:xMode val="edge"/>
          <c:yMode val="edge"/>
          <c:x val="0.22099929092147766"/>
          <c:y val="0.88305436187770492"/>
          <c:w val="0.54387527633207122"/>
          <c:h val="4.4265560250783056E-2"/>
        </c:manualLayout>
      </c:layout>
      <c:overlay val="0"/>
      <c:spPr>
        <a:noFill/>
        <a:ln>
          <a:noFill/>
        </a:ln>
        <a:effectLst/>
      </c:spPr>
      <c:txPr>
        <a:bodyPr rot="0" spcFirstLastPara="1" vertOverflow="ellipsis" vert="horz" wrap="square" anchor="ctr" anchorCtr="1"/>
        <a:lstStyle/>
        <a:p>
          <a:pPr>
            <a:defRPr sz="1200" b="0" i="0" u="none" strike="noStrike" kern="1200" baseline="0">
              <a:solidFill>
                <a:srgbClr val="212121"/>
              </a:solidFill>
              <a:latin typeface="Inter" panose="02000503000000020004" pitchFamily="2" charset="0"/>
              <a:ea typeface="Inter" panose="02000503000000020004" pitchFamily="2" charset="0"/>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1555555555555498E-2"/>
          <c:y val="1.449064162242536E-2"/>
          <c:w val="0.90179164684951296"/>
          <c:h val="0.7857918214473677"/>
        </c:manualLayout>
      </c:layout>
      <c:lineChart>
        <c:grouping val="standard"/>
        <c:varyColors val="0"/>
        <c:ser>
          <c:idx val="0"/>
          <c:order val="0"/>
          <c:tx>
            <c:strRef>
              <c:f>Sheet1!$B$1</c:f>
              <c:strCache>
                <c:ptCount val="1"/>
                <c:pt idx="0">
                  <c:v> Line 1</c:v>
                </c:pt>
              </c:strCache>
            </c:strRef>
          </c:tx>
          <c:spPr>
            <a:ln w="19050" cap="rnd" cmpd="sng" algn="ctr">
              <a:solidFill>
                <a:srgbClr val="458A8A"/>
              </a:solidFill>
              <a:prstDash val="solid"/>
              <a:round/>
            </a:ln>
            <a:effectLst/>
          </c:spPr>
          <c:marker>
            <c:symbol val="none"/>
          </c:marker>
          <c:dPt>
            <c:idx val="5"/>
            <c:marker>
              <c:symbol val="circle"/>
              <c:size val="12"/>
            </c:marker>
            <c:bubble3D val="0"/>
            <c:extLst>
              <c:ext xmlns:c16="http://schemas.microsoft.com/office/drawing/2014/chart" uri="{C3380CC4-5D6E-409C-BE32-E72D297353CC}">
                <c16:uniqueId val="{00000000-00A0-1848-B7EF-82A95F98C282}"/>
              </c:ext>
            </c:extLst>
          </c:dPt>
          <c:cat>
            <c:numRef>
              <c:f>Sheet1!$A$2:$A$10</c:f>
              <c:numCache>
                <c:formatCode>General</c:formatCode>
                <c:ptCount val="9"/>
                <c:pt idx="0">
                  <c:v>2015</c:v>
                </c:pt>
                <c:pt idx="1">
                  <c:v>2016</c:v>
                </c:pt>
                <c:pt idx="2">
                  <c:v>2017</c:v>
                </c:pt>
                <c:pt idx="3">
                  <c:v>2018</c:v>
                </c:pt>
                <c:pt idx="4">
                  <c:v>2019</c:v>
                </c:pt>
                <c:pt idx="5">
                  <c:v>2020</c:v>
                </c:pt>
                <c:pt idx="6">
                  <c:v>2021</c:v>
                </c:pt>
                <c:pt idx="7">
                  <c:v>2022</c:v>
                </c:pt>
                <c:pt idx="8">
                  <c:v>2023</c:v>
                </c:pt>
              </c:numCache>
            </c:numRef>
          </c:cat>
          <c:val>
            <c:numRef>
              <c:f>Sheet1!$B$2:$B$10</c:f>
              <c:numCache>
                <c:formatCode>General</c:formatCode>
                <c:ptCount val="9"/>
                <c:pt idx="0">
                  <c:v>25</c:v>
                </c:pt>
                <c:pt idx="1">
                  <c:v>37.5</c:v>
                </c:pt>
                <c:pt idx="2">
                  <c:v>31.3</c:v>
                </c:pt>
                <c:pt idx="3">
                  <c:v>56.3</c:v>
                </c:pt>
                <c:pt idx="4">
                  <c:v>68.8</c:v>
                </c:pt>
                <c:pt idx="5">
                  <c:v>81.3</c:v>
                </c:pt>
                <c:pt idx="6">
                  <c:v>70</c:v>
                </c:pt>
                <c:pt idx="7">
                  <c:v>65</c:v>
                </c:pt>
                <c:pt idx="8">
                  <c:v>70</c:v>
                </c:pt>
              </c:numCache>
            </c:numRef>
          </c:val>
          <c:smooth val="0"/>
          <c:extLst>
            <c:ext xmlns:c16="http://schemas.microsoft.com/office/drawing/2014/chart" uri="{C3380CC4-5D6E-409C-BE32-E72D297353CC}">
              <c16:uniqueId val="{00000001-00A0-1848-B7EF-82A95F98C282}"/>
            </c:ext>
          </c:extLst>
        </c:ser>
        <c:ser>
          <c:idx val="1"/>
          <c:order val="1"/>
          <c:tx>
            <c:strRef>
              <c:f>Sheet1!$C$1</c:f>
              <c:strCache>
                <c:ptCount val="1"/>
                <c:pt idx="0">
                  <c:v> Line 2</c:v>
                </c:pt>
              </c:strCache>
            </c:strRef>
          </c:tx>
          <c:spPr>
            <a:ln w="19050" cap="rnd" cmpd="sng" algn="ctr">
              <a:solidFill>
                <a:srgbClr val="C7DBDB"/>
              </a:solidFill>
              <a:prstDash val="solid"/>
              <a:round/>
            </a:ln>
            <a:effectLst/>
          </c:spPr>
          <c:marker>
            <c:symbol val="none"/>
          </c:marker>
          <c:dPt>
            <c:idx val="5"/>
            <c:marker>
              <c:symbol val="circle"/>
              <c:size val="12"/>
              <c:spPr>
                <a:solidFill>
                  <a:srgbClr val="C7DBDB"/>
                </a:solidFill>
                <a:ln w="6350" cap="flat" cmpd="sng" algn="ctr">
                  <a:solidFill>
                    <a:srgbClr val="C7DBDB"/>
                  </a:solidFill>
                  <a:prstDash val="solid"/>
                  <a:round/>
                </a:ln>
                <a:effectLst/>
              </c:spPr>
            </c:marker>
            <c:bubble3D val="0"/>
            <c:extLst>
              <c:ext xmlns:c16="http://schemas.microsoft.com/office/drawing/2014/chart" uri="{C3380CC4-5D6E-409C-BE32-E72D297353CC}">
                <c16:uniqueId val="{00000002-00A0-1848-B7EF-82A95F98C282}"/>
              </c:ext>
            </c:extLst>
          </c:dPt>
          <c:cat>
            <c:numRef>
              <c:f>Sheet1!$A$2:$A$10</c:f>
              <c:numCache>
                <c:formatCode>General</c:formatCode>
                <c:ptCount val="9"/>
                <c:pt idx="0">
                  <c:v>2015</c:v>
                </c:pt>
                <c:pt idx="1">
                  <c:v>2016</c:v>
                </c:pt>
                <c:pt idx="2">
                  <c:v>2017</c:v>
                </c:pt>
                <c:pt idx="3">
                  <c:v>2018</c:v>
                </c:pt>
                <c:pt idx="4">
                  <c:v>2019</c:v>
                </c:pt>
                <c:pt idx="5">
                  <c:v>2020</c:v>
                </c:pt>
                <c:pt idx="6">
                  <c:v>2021</c:v>
                </c:pt>
                <c:pt idx="7">
                  <c:v>2022</c:v>
                </c:pt>
                <c:pt idx="8">
                  <c:v>2023</c:v>
                </c:pt>
              </c:numCache>
            </c:numRef>
          </c:cat>
          <c:val>
            <c:numRef>
              <c:f>Sheet1!$C$2:$C$10</c:f>
              <c:numCache>
                <c:formatCode>General</c:formatCode>
                <c:ptCount val="9"/>
                <c:pt idx="0">
                  <c:v>20</c:v>
                </c:pt>
                <c:pt idx="1">
                  <c:v>30</c:v>
                </c:pt>
                <c:pt idx="2">
                  <c:v>25</c:v>
                </c:pt>
                <c:pt idx="3">
                  <c:v>45</c:v>
                </c:pt>
                <c:pt idx="4">
                  <c:v>55</c:v>
                </c:pt>
                <c:pt idx="5">
                  <c:v>65</c:v>
                </c:pt>
                <c:pt idx="6">
                  <c:v>60</c:v>
                </c:pt>
                <c:pt idx="7">
                  <c:v>55</c:v>
                </c:pt>
                <c:pt idx="8">
                  <c:v>55</c:v>
                </c:pt>
              </c:numCache>
            </c:numRef>
          </c:val>
          <c:smooth val="0"/>
          <c:extLst>
            <c:ext xmlns:c16="http://schemas.microsoft.com/office/drawing/2014/chart" uri="{C3380CC4-5D6E-409C-BE32-E72D297353CC}">
              <c16:uniqueId val="{00000003-00A0-1848-B7EF-82A95F98C282}"/>
            </c:ext>
          </c:extLst>
        </c:ser>
        <c:ser>
          <c:idx val="2"/>
          <c:order val="2"/>
          <c:tx>
            <c:strRef>
              <c:f>Sheet1!$D$1</c:f>
              <c:strCache>
                <c:ptCount val="1"/>
                <c:pt idx="0">
                  <c:v> Line 3</c:v>
                </c:pt>
              </c:strCache>
            </c:strRef>
          </c:tx>
          <c:spPr>
            <a:ln w="19050" cap="rnd" cmpd="sng" algn="ctr">
              <a:solidFill>
                <a:schemeClr val="bg2"/>
              </a:solidFill>
              <a:prstDash val="solid"/>
              <a:round/>
            </a:ln>
            <a:effectLst/>
          </c:spPr>
          <c:marker>
            <c:symbol val="none"/>
          </c:marker>
          <c:dPt>
            <c:idx val="5"/>
            <c:marker>
              <c:symbol val="circle"/>
              <c:size val="12"/>
            </c:marker>
            <c:bubble3D val="0"/>
            <c:extLst>
              <c:ext xmlns:c16="http://schemas.microsoft.com/office/drawing/2014/chart" uri="{C3380CC4-5D6E-409C-BE32-E72D297353CC}">
                <c16:uniqueId val="{00000004-00A0-1848-B7EF-82A95F98C282}"/>
              </c:ext>
            </c:extLst>
          </c:dPt>
          <c:cat>
            <c:numRef>
              <c:f>Sheet1!$A$2:$A$10</c:f>
              <c:numCache>
                <c:formatCode>General</c:formatCode>
                <c:ptCount val="9"/>
                <c:pt idx="0">
                  <c:v>2015</c:v>
                </c:pt>
                <c:pt idx="1">
                  <c:v>2016</c:v>
                </c:pt>
                <c:pt idx="2">
                  <c:v>2017</c:v>
                </c:pt>
                <c:pt idx="3">
                  <c:v>2018</c:v>
                </c:pt>
                <c:pt idx="4">
                  <c:v>2019</c:v>
                </c:pt>
                <c:pt idx="5">
                  <c:v>2020</c:v>
                </c:pt>
                <c:pt idx="6">
                  <c:v>2021</c:v>
                </c:pt>
                <c:pt idx="7">
                  <c:v>2022</c:v>
                </c:pt>
                <c:pt idx="8">
                  <c:v>2023</c:v>
                </c:pt>
              </c:numCache>
            </c:numRef>
          </c:cat>
          <c:val>
            <c:numRef>
              <c:f>Sheet1!$D$2:$D$10</c:f>
              <c:numCache>
                <c:formatCode>General</c:formatCode>
                <c:ptCount val="9"/>
                <c:pt idx="0">
                  <c:v>26.5</c:v>
                </c:pt>
                <c:pt idx="1">
                  <c:v>39.700000000000003</c:v>
                </c:pt>
                <c:pt idx="2">
                  <c:v>33.1</c:v>
                </c:pt>
                <c:pt idx="3">
                  <c:v>59.5</c:v>
                </c:pt>
                <c:pt idx="4">
                  <c:v>82.2</c:v>
                </c:pt>
                <c:pt idx="5">
                  <c:v>97.2</c:v>
                </c:pt>
                <c:pt idx="6">
                  <c:v>89.7</c:v>
                </c:pt>
                <c:pt idx="7">
                  <c:v>82.2</c:v>
                </c:pt>
                <c:pt idx="8">
                  <c:v>89.7</c:v>
                </c:pt>
              </c:numCache>
            </c:numRef>
          </c:val>
          <c:smooth val="0"/>
          <c:extLst>
            <c:ext xmlns:c16="http://schemas.microsoft.com/office/drawing/2014/chart" uri="{C3380CC4-5D6E-409C-BE32-E72D297353CC}">
              <c16:uniqueId val="{00000005-00A0-1848-B7EF-82A95F98C282}"/>
            </c:ext>
          </c:extLst>
        </c:ser>
        <c:ser>
          <c:idx val="3"/>
          <c:order val="3"/>
          <c:tx>
            <c:strRef>
              <c:f>Sheet1!$E$1</c:f>
              <c:strCache>
                <c:ptCount val="1"/>
                <c:pt idx="0">
                  <c:v> Line 4</c:v>
                </c:pt>
              </c:strCache>
            </c:strRef>
          </c:tx>
          <c:spPr>
            <a:ln w="19050" cap="rnd" cmpd="sng" algn="ctr">
              <a:solidFill>
                <a:schemeClr val="tx1"/>
              </a:solidFill>
              <a:prstDash val="solid"/>
              <a:round/>
            </a:ln>
            <a:effectLst/>
          </c:spPr>
          <c:marker>
            <c:symbol val="none"/>
          </c:marker>
          <c:dPt>
            <c:idx val="3"/>
            <c:marker>
              <c:symbol val="circle"/>
              <c:size val="12"/>
            </c:marker>
            <c:bubble3D val="0"/>
            <c:extLst>
              <c:ext xmlns:c16="http://schemas.microsoft.com/office/drawing/2014/chart" uri="{C3380CC4-5D6E-409C-BE32-E72D297353CC}">
                <c16:uniqueId val="{00000006-00A0-1848-B7EF-82A95F98C282}"/>
              </c:ext>
            </c:extLst>
          </c:dPt>
          <c:cat>
            <c:numRef>
              <c:f>Sheet1!$A$2:$A$10</c:f>
              <c:numCache>
                <c:formatCode>General</c:formatCode>
                <c:ptCount val="9"/>
                <c:pt idx="0">
                  <c:v>2015</c:v>
                </c:pt>
                <c:pt idx="1">
                  <c:v>2016</c:v>
                </c:pt>
                <c:pt idx="2">
                  <c:v>2017</c:v>
                </c:pt>
                <c:pt idx="3">
                  <c:v>2018</c:v>
                </c:pt>
                <c:pt idx="4">
                  <c:v>2019</c:v>
                </c:pt>
                <c:pt idx="5">
                  <c:v>2020</c:v>
                </c:pt>
                <c:pt idx="6">
                  <c:v>2021</c:v>
                </c:pt>
                <c:pt idx="7">
                  <c:v>2022</c:v>
                </c:pt>
                <c:pt idx="8">
                  <c:v>2023</c:v>
                </c:pt>
              </c:numCache>
            </c:numRef>
          </c:cat>
          <c:val>
            <c:numRef>
              <c:f>Sheet1!$E$2:$E$10</c:f>
              <c:numCache>
                <c:formatCode>General</c:formatCode>
                <c:ptCount val="9"/>
                <c:pt idx="0">
                  <c:v>23</c:v>
                </c:pt>
                <c:pt idx="1">
                  <c:v>38</c:v>
                </c:pt>
                <c:pt idx="2">
                  <c:v>55</c:v>
                </c:pt>
                <c:pt idx="3">
                  <c:v>94</c:v>
                </c:pt>
                <c:pt idx="4">
                  <c:v>87</c:v>
                </c:pt>
                <c:pt idx="5">
                  <c:v>92</c:v>
                </c:pt>
                <c:pt idx="6">
                  <c:v>85</c:v>
                </c:pt>
                <c:pt idx="7">
                  <c:v>75</c:v>
                </c:pt>
                <c:pt idx="8">
                  <c:v>70</c:v>
                </c:pt>
              </c:numCache>
            </c:numRef>
          </c:val>
          <c:smooth val="0"/>
          <c:extLst>
            <c:ext xmlns:c16="http://schemas.microsoft.com/office/drawing/2014/chart" uri="{C3380CC4-5D6E-409C-BE32-E72D297353CC}">
              <c16:uniqueId val="{00000007-00A0-1848-B7EF-82A95F98C282}"/>
            </c:ext>
          </c:extLst>
        </c:ser>
        <c:ser>
          <c:idx val="4"/>
          <c:order val="4"/>
          <c:tx>
            <c:strRef>
              <c:f>Sheet1!$F$1</c:f>
              <c:strCache>
                <c:ptCount val="1"/>
                <c:pt idx="0">
                  <c:v> Line 5</c:v>
                </c:pt>
              </c:strCache>
            </c:strRef>
          </c:tx>
          <c:spPr>
            <a:ln w="19050" cap="rnd" cmpd="sng" algn="ctr">
              <a:solidFill>
                <a:srgbClr val="96BDBD"/>
              </a:solidFill>
              <a:prstDash val="solid"/>
              <a:round/>
            </a:ln>
            <a:effectLst/>
          </c:spPr>
          <c:marker>
            <c:symbol val="none"/>
          </c:marker>
          <c:dPt>
            <c:idx val="6"/>
            <c:marker>
              <c:symbol val="circle"/>
              <c:size val="12"/>
            </c:marker>
            <c:bubble3D val="0"/>
            <c:extLst>
              <c:ext xmlns:c16="http://schemas.microsoft.com/office/drawing/2014/chart" uri="{C3380CC4-5D6E-409C-BE32-E72D297353CC}">
                <c16:uniqueId val="{00000008-00A0-1848-B7EF-82A95F98C282}"/>
              </c:ext>
            </c:extLst>
          </c:dPt>
          <c:cat>
            <c:numRef>
              <c:f>Sheet1!$A$2:$A$10</c:f>
              <c:numCache>
                <c:formatCode>General</c:formatCode>
                <c:ptCount val="9"/>
                <c:pt idx="0">
                  <c:v>2015</c:v>
                </c:pt>
                <c:pt idx="1">
                  <c:v>2016</c:v>
                </c:pt>
                <c:pt idx="2">
                  <c:v>2017</c:v>
                </c:pt>
                <c:pt idx="3">
                  <c:v>2018</c:v>
                </c:pt>
                <c:pt idx="4">
                  <c:v>2019</c:v>
                </c:pt>
                <c:pt idx="5">
                  <c:v>2020</c:v>
                </c:pt>
                <c:pt idx="6">
                  <c:v>2021</c:v>
                </c:pt>
                <c:pt idx="7">
                  <c:v>2022</c:v>
                </c:pt>
                <c:pt idx="8">
                  <c:v>2023</c:v>
                </c:pt>
              </c:numCache>
            </c:numRef>
          </c:cat>
          <c:val>
            <c:numRef>
              <c:f>Sheet1!$F$2:$F$10</c:f>
              <c:numCache>
                <c:formatCode>General</c:formatCode>
                <c:ptCount val="9"/>
                <c:pt idx="0">
                  <c:v>27</c:v>
                </c:pt>
                <c:pt idx="1">
                  <c:v>33</c:v>
                </c:pt>
                <c:pt idx="2">
                  <c:v>38</c:v>
                </c:pt>
                <c:pt idx="3">
                  <c:v>52</c:v>
                </c:pt>
                <c:pt idx="4">
                  <c:v>65</c:v>
                </c:pt>
                <c:pt idx="5">
                  <c:v>75</c:v>
                </c:pt>
                <c:pt idx="6">
                  <c:v>80</c:v>
                </c:pt>
                <c:pt idx="7">
                  <c:v>77</c:v>
                </c:pt>
                <c:pt idx="8">
                  <c:v>65</c:v>
                </c:pt>
              </c:numCache>
            </c:numRef>
          </c:val>
          <c:smooth val="0"/>
          <c:extLst>
            <c:ext xmlns:c16="http://schemas.microsoft.com/office/drawing/2014/chart" uri="{C3380CC4-5D6E-409C-BE32-E72D297353CC}">
              <c16:uniqueId val="{00000009-00A0-1848-B7EF-82A95F98C282}"/>
            </c:ext>
          </c:extLst>
        </c:ser>
        <c:ser>
          <c:idx val="5"/>
          <c:order val="5"/>
          <c:tx>
            <c:strRef>
              <c:f>Sheet1!$G$1</c:f>
              <c:strCache>
                <c:ptCount val="1"/>
                <c:pt idx="0">
                  <c:v> Line 6</c:v>
                </c:pt>
              </c:strCache>
            </c:strRef>
          </c:tx>
          <c:spPr>
            <a:ln w="19050" cap="rnd" cmpd="sng" algn="ctr">
              <a:solidFill>
                <a:schemeClr val="tx2"/>
              </a:solidFill>
              <a:prstDash val="solid"/>
              <a:round/>
            </a:ln>
            <a:effectLst/>
          </c:spPr>
          <c:marker>
            <c:symbol val="none"/>
          </c:marker>
          <c:dPt>
            <c:idx val="6"/>
            <c:marker>
              <c:symbol val="circle"/>
              <c:size val="12"/>
            </c:marker>
            <c:bubble3D val="0"/>
            <c:extLst>
              <c:ext xmlns:c16="http://schemas.microsoft.com/office/drawing/2014/chart" uri="{C3380CC4-5D6E-409C-BE32-E72D297353CC}">
                <c16:uniqueId val="{0000000A-00A0-1848-B7EF-82A95F98C282}"/>
              </c:ext>
            </c:extLst>
          </c:dPt>
          <c:cat>
            <c:numRef>
              <c:f>Sheet1!$A$2:$A$10</c:f>
              <c:numCache>
                <c:formatCode>General</c:formatCode>
                <c:ptCount val="9"/>
                <c:pt idx="0">
                  <c:v>2015</c:v>
                </c:pt>
                <c:pt idx="1">
                  <c:v>2016</c:v>
                </c:pt>
                <c:pt idx="2">
                  <c:v>2017</c:v>
                </c:pt>
                <c:pt idx="3">
                  <c:v>2018</c:v>
                </c:pt>
                <c:pt idx="4">
                  <c:v>2019</c:v>
                </c:pt>
                <c:pt idx="5">
                  <c:v>2020</c:v>
                </c:pt>
                <c:pt idx="6">
                  <c:v>2021</c:v>
                </c:pt>
                <c:pt idx="7">
                  <c:v>2022</c:v>
                </c:pt>
                <c:pt idx="8">
                  <c:v>2023</c:v>
                </c:pt>
              </c:numCache>
            </c:numRef>
          </c:cat>
          <c:val>
            <c:numRef>
              <c:f>Sheet1!$G$2:$G$10</c:f>
              <c:numCache>
                <c:formatCode>General</c:formatCode>
                <c:ptCount val="9"/>
                <c:pt idx="0">
                  <c:v>31.1</c:v>
                </c:pt>
                <c:pt idx="1">
                  <c:v>38</c:v>
                </c:pt>
                <c:pt idx="2">
                  <c:v>43.7</c:v>
                </c:pt>
                <c:pt idx="3">
                  <c:v>59.8</c:v>
                </c:pt>
                <c:pt idx="4">
                  <c:v>74.8</c:v>
                </c:pt>
                <c:pt idx="5">
                  <c:v>86.3</c:v>
                </c:pt>
                <c:pt idx="6">
                  <c:v>92</c:v>
                </c:pt>
                <c:pt idx="7">
                  <c:v>88.6</c:v>
                </c:pt>
                <c:pt idx="8">
                  <c:v>74.8</c:v>
                </c:pt>
              </c:numCache>
            </c:numRef>
          </c:val>
          <c:smooth val="0"/>
          <c:extLst>
            <c:ext xmlns:c16="http://schemas.microsoft.com/office/drawing/2014/chart" uri="{C3380CC4-5D6E-409C-BE32-E72D297353CC}">
              <c16:uniqueId val="{0000000B-00A0-1848-B7EF-82A95F98C282}"/>
            </c:ext>
          </c:extLst>
        </c:ser>
        <c:dLbls>
          <c:showLegendKey val="0"/>
          <c:showVal val="0"/>
          <c:showCatName val="0"/>
          <c:showSerName val="0"/>
          <c:showPercent val="0"/>
          <c:showBubbleSize val="0"/>
        </c:dLbls>
        <c:smooth val="0"/>
        <c:axId val="1320008432"/>
        <c:axId val="884058720"/>
      </c:lineChart>
      <c:catAx>
        <c:axId val="1320008432"/>
        <c:scaling>
          <c:orientation val="minMax"/>
        </c:scaling>
        <c:delete val="0"/>
        <c:axPos val="b"/>
        <c:numFmt formatCode="General" sourceLinked="1"/>
        <c:majorTickMark val="none"/>
        <c:minorTickMark val="none"/>
        <c:tickLblPos val="nextTo"/>
        <c:spPr>
          <a:noFill/>
          <a:ln w="9525" cap="flat" cmpd="sng" algn="ctr">
            <a:solidFill>
              <a:schemeClr val="tx1"/>
            </a:solidFill>
            <a:prstDash val="solid"/>
            <a:miter lim="800000"/>
          </a:ln>
          <a:effectLst/>
        </c:spPr>
        <c:txPr>
          <a:bodyPr rot="-60000000" spcFirstLastPara="1" vertOverflow="ellipsis" vert="horz" wrap="square" anchor="ctr" anchorCtr="1"/>
          <a:lstStyle/>
          <a:p>
            <a:pPr>
              <a:defRPr sz="1000" b="0" i="0" u="none" strike="noStrike" kern="1200" baseline="0">
                <a:solidFill>
                  <a:schemeClr val="tx2"/>
                </a:solidFill>
                <a:latin typeface="Inter" panose="02000503000000020004" pitchFamily="2" charset="0"/>
                <a:ea typeface="Inter" panose="02000503000000020004" pitchFamily="2" charset="0"/>
                <a:cs typeface="+mn-cs"/>
              </a:defRPr>
            </a:pPr>
            <a:endParaRPr lang="en-US"/>
          </a:p>
        </c:txPr>
        <c:crossAx val="884058720"/>
        <c:crosses val="autoZero"/>
        <c:auto val="1"/>
        <c:lblAlgn val="ctr"/>
        <c:lblOffset val="100"/>
        <c:noMultiLvlLbl val="0"/>
      </c:catAx>
      <c:valAx>
        <c:axId val="884058720"/>
        <c:scaling>
          <c:orientation val="minMax"/>
          <c:max val="100"/>
        </c:scaling>
        <c:delete val="0"/>
        <c:axPos val="l"/>
        <c:majorGridlines>
          <c:spPr>
            <a:ln w="12700" cap="flat" cmpd="sng" algn="ctr">
              <a:noFill/>
              <a:prstDash val="solid"/>
              <a:miter lim="800000"/>
            </a:ln>
            <a:effectLst/>
          </c:spPr>
        </c:majorGridlines>
        <c:numFmt formatCode="General" sourceLinked="1"/>
        <c:majorTickMark val="out"/>
        <c:minorTickMark val="none"/>
        <c:tickLblPos val="nextTo"/>
        <c:spPr>
          <a:noFill/>
          <a:ln w="9525" cap="flat" cmpd="sng" algn="ctr">
            <a:solidFill>
              <a:schemeClr val="tx1"/>
            </a:solidFill>
            <a:prstDash val="solid"/>
            <a:round/>
          </a:ln>
          <a:effectLst/>
        </c:spPr>
        <c:txPr>
          <a:bodyPr rot="-60000000" spcFirstLastPara="1" vertOverflow="ellipsis" vert="horz" wrap="square" anchor="ctr" anchorCtr="1"/>
          <a:lstStyle/>
          <a:p>
            <a:pPr>
              <a:defRPr sz="1000" b="0" i="0" u="none" strike="noStrike" kern="1200" baseline="0">
                <a:solidFill>
                  <a:schemeClr val="tx2"/>
                </a:solidFill>
                <a:latin typeface="Inter" panose="02000503000000020004" pitchFamily="2" charset="0"/>
                <a:ea typeface="Inter" panose="02000503000000020004" pitchFamily="2" charset="0"/>
                <a:cs typeface="+mn-cs"/>
              </a:defRPr>
            </a:pPr>
            <a:endParaRPr lang="en-US"/>
          </a:p>
        </c:txPr>
        <c:crossAx val="1320008432"/>
        <c:crossesAt val="1"/>
        <c:crossBetween val="midCat"/>
        <c:majorUnit val="20"/>
      </c:valAx>
      <c:spPr>
        <a:noFill/>
        <a:ln>
          <a:noFill/>
        </a:ln>
        <a:effectLst/>
      </c:spPr>
    </c:plotArea>
    <c:legend>
      <c:legendPos val="b"/>
      <c:layout>
        <c:manualLayout>
          <c:xMode val="edge"/>
          <c:yMode val="edge"/>
          <c:x val="6.7114093959731542E-3"/>
          <c:y val="0.87317919134215949"/>
          <c:w val="0.99261833042681746"/>
          <c:h val="9.0480769722084547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2"/>
              </a:solidFill>
              <a:latin typeface="Inter" panose="02000503000000020004" pitchFamily="2" charset="0"/>
              <a:ea typeface="Inter" panose="02000503000000020004" pitchFamily="2" charset="0"/>
              <a:cs typeface="+mn-cs"/>
            </a:defRPr>
          </a:pPr>
          <a:endParaRPr lang="en-US"/>
        </a:p>
      </c:txPr>
    </c:legend>
    <c:plotVisOnly val="1"/>
    <c:dispBlanksAs val="gap"/>
    <c:showDLblsOverMax val="0"/>
  </c:chart>
  <c:spPr>
    <a:noFill/>
    <a:ln w="6350" cap="flat" cmpd="sng" algn="ctr">
      <a:noFill/>
      <a:prstDash val="solid"/>
      <a:miter lim="800000"/>
    </a:ln>
    <a:effectLst/>
  </c:spPr>
  <c:txPr>
    <a:bodyPr/>
    <a:lstStyle/>
    <a:p>
      <a:pPr>
        <a:defRPr sz="1000">
          <a:solidFill>
            <a:schemeClr val="tx2"/>
          </a:solidFill>
          <a:latin typeface="Inter" panose="02000503000000020004" pitchFamily="2" charset="0"/>
          <a:ea typeface="Inter" panose="02000503000000020004" pitchFamily="2" charset="0"/>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6BFB6B6-4E7A-A445-A373-70EB82AD093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Inter" panose="02000503000000020004" pitchFamily="2" charset="0"/>
              <a:cs typeface="Arial" panose="020B0604020202020204" pitchFamily="34" charset="0"/>
            </a:endParaRPr>
          </a:p>
        </p:txBody>
      </p:sp>
      <p:sp>
        <p:nvSpPr>
          <p:cNvPr id="3" name="Date Placeholder 2">
            <a:extLst>
              <a:ext uri="{FF2B5EF4-FFF2-40B4-BE49-F238E27FC236}">
                <a16:creationId xmlns:a16="http://schemas.microsoft.com/office/drawing/2014/main" id="{2E9532A8-4888-A64E-B2D1-7642670E089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945F3F-4280-4241-A55C-C635F11CFA20}" type="datetimeFigureOut">
              <a:rPr lang="en-US">
                <a:latin typeface="Inter" panose="02000503000000020004" pitchFamily="2" charset="0"/>
                <a:cs typeface="Arial" panose="020B0604020202020204" pitchFamily="34" charset="0"/>
              </a:rPr>
              <a:t>1/26/26</a:t>
            </a:fld>
            <a:endParaRPr lang="en-US" dirty="0">
              <a:latin typeface="Inter" panose="02000503000000020004" pitchFamily="2" charset="0"/>
              <a:cs typeface="Arial" panose="020B0604020202020204" pitchFamily="34" charset="0"/>
            </a:endParaRPr>
          </a:p>
        </p:txBody>
      </p:sp>
      <p:sp>
        <p:nvSpPr>
          <p:cNvPr id="4" name="Footer Placeholder 3">
            <a:extLst>
              <a:ext uri="{FF2B5EF4-FFF2-40B4-BE49-F238E27FC236}">
                <a16:creationId xmlns:a16="http://schemas.microsoft.com/office/drawing/2014/main" id="{832E0019-9C88-8740-9DC7-43CA22CBDDF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Inter" panose="02000503000000020004" pitchFamily="2" charset="0"/>
              <a:cs typeface="Arial" panose="020B0604020202020204" pitchFamily="34" charset="0"/>
            </a:endParaRPr>
          </a:p>
        </p:txBody>
      </p:sp>
      <p:sp>
        <p:nvSpPr>
          <p:cNvPr id="5" name="Slide Number Placeholder 4">
            <a:extLst>
              <a:ext uri="{FF2B5EF4-FFF2-40B4-BE49-F238E27FC236}">
                <a16:creationId xmlns:a16="http://schemas.microsoft.com/office/drawing/2014/main" id="{ADAA7054-C658-7843-B285-432D0AAA0C2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257917D-67DC-8946-9800-8E4AAAAFFC67}" type="slidenum">
              <a:rPr lang="en-US">
                <a:latin typeface="Inter" panose="02000503000000020004" pitchFamily="2" charset="0"/>
                <a:cs typeface="Arial" panose="020B0604020202020204" pitchFamily="34" charset="0"/>
              </a:rPr>
              <a:t>‹#›</a:t>
            </a:fld>
            <a:endParaRPr lang="en-US" dirty="0">
              <a:latin typeface="Inter" panose="02000503000000020004" pitchFamily="2" charset="0"/>
              <a:cs typeface="Arial" panose="020B0604020202020204" pitchFamily="34" charset="0"/>
            </a:endParaRPr>
          </a:p>
        </p:txBody>
      </p:sp>
    </p:spTree>
    <p:extLst>
      <p:ext uri="{BB962C8B-B14F-4D97-AF65-F5344CB8AC3E}">
        <p14:creationId xmlns:p14="http://schemas.microsoft.com/office/powerpoint/2010/main" val="20666155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Inter" panose="02000503000000020004" pitchFamily="2"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Inter" panose="02000503000000020004" pitchFamily="2" charset="0"/>
              </a:defRPr>
            </a:lvl1pPr>
          </a:lstStyle>
          <a:p>
            <a:fld id="{FAC1BD85-E95E-8D4A-AD03-7D116C880F45}" type="datetimeFigureOut">
              <a:rPr lang="en-US" smtClean="0"/>
              <a:pPr/>
              <a:t>1/26/26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Inter" panose="02000503000000020004" pitchFamily="2"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Inter" panose="02000503000000020004" pitchFamily="2" charset="0"/>
              </a:defRPr>
            </a:lvl1pPr>
          </a:lstStyle>
          <a:p>
            <a:fld id="{F4BFF387-9D57-4C4A-857D-AC6507407006}" type="slidenum">
              <a:rPr lang="en-US" smtClean="0"/>
              <a:pPr/>
              <a:t>‹#›</a:t>
            </a:fld>
            <a:endParaRPr lang="en-US" dirty="0"/>
          </a:p>
        </p:txBody>
      </p:sp>
    </p:spTree>
    <p:extLst>
      <p:ext uri="{BB962C8B-B14F-4D97-AF65-F5344CB8AC3E}">
        <p14:creationId xmlns:p14="http://schemas.microsoft.com/office/powerpoint/2010/main" val="2170517793"/>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Inter" panose="02000503000000020004" pitchFamily="2" charset="0"/>
        <a:ea typeface="+mn-ea"/>
        <a:cs typeface="+mn-cs"/>
      </a:defRPr>
    </a:lvl1pPr>
    <a:lvl2pPr marL="137160" indent="-137160" algn="l" defTabSz="914400" rtl="0" eaLnBrk="1" latinLnBrk="0" hangingPunct="1">
      <a:buFont typeface="Arial"/>
      <a:buChar char="–"/>
      <a:tabLst/>
      <a:defRPr sz="1200" b="0" i="0" kern="1200">
        <a:solidFill>
          <a:schemeClr val="tx1"/>
        </a:solidFill>
        <a:latin typeface="Inter" panose="02000503000000020004" pitchFamily="2" charset="0"/>
        <a:ea typeface="+mn-ea"/>
        <a:cs typeface="+mn-cs"/>
      </a:defRPr>
    </a:lvl2pPr>
    <a:lvl3pPr marL="274320" indent="-137160" algn="l" defTabSz="914400" rtl="0" eaLnBrk="1" latinLnBrk="0" hangingPunct="1">
      <a:buFont typeface="Arial"/>
      <a:buChar char="–"/>
      <a:tabLst/>
      <a:defRPr sz="1200" b="0" i="0" kern="1200">
        <a:solidFill>
          <a:schemeClr val="tx1"/>
        </a:solidFill>
        <a:latin typeface="Inter" panose="02000503000000020004" pitchFamily="2" charset="0"/>
        <a:ea typeface="+mn-ea"/>
        <a:cs typeface="+mn-cs"/>
      </a:defRPr>
    </a:lvl3pPr>
    <a:lvl4pPr marL="411480" indent="-137160" algn="l" defTabSz="914400" rtl="0" eaLnBrk="1" latinLnBrk="0" hangingPunct="1">
      <a:buFont typeface="Arial"/>
      <a:buChar char="–"/>
      <a:defRPr sz="1200" b="0" i="0" kern="1200">
        <a:solidFill>
          <a:schemeClr val="tx1"/>
        </a:solidFill>
        <a:latin typeface="Inter" panose="02000503000000020004" pitchFamily="2" charset="0"/>
        <a:ea typeface="+mn-ea"/>
        <a:cs typeface="+mn-cs"/>
      </a:defRPr>
    </a:lvl4pPr>
    <a:lvl5pPr marL="548640" indent="-137160" algn="l" defTabSz="914400" rtl="0" eaLnBrk="1" latinLnBrk="0" hangingPunct="1">
      <a:buFont typeface="Arial"/>
      <a:buChar char="–"/>
      <a:defRPr sz="1200" b="0" i="0" kern="1200">
        <a:solidFill>
          <a:schemeClr val="tx1"/>
        </a:solidFill>
        <a:latin typeface="Inter" panose="02000503000000020004"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1">
    <p:bg>
      <p:bgPr>
        <a:solidFill>
          <a:srgbClr val="005E60"/>
        </a:solidFill>
        <a:effectLst/>
      </p:bgPr>
    </p:bg>
    <p:spTree>
      <p:nvGrpSpPr>
        <p:cNvPr id="1" name=""/>
        <p:cNvGrpSpPr/>
        <p:nvPr/>
      </p:nvGrpSpPr>
      <p:grpSpPr>
        <a:xfrm>
          <a:off x="0" y="0"/>
          <a:ext cx="0" cy="0"/>
          <a:chOff x="0" y="0"/>
          <a:chExt cx="0" cy="0"/>
        </a:xfrm>
      </p:grpSpPr>
      <p:pic>
        <p:nvPicPr>
          <p:cNvPr id="7" name="Picture 6" descr="Text&#10;&#10;Description automatically generated">
            <a:extLst>
              <a:ext uri="{FF2B5EF4-FFF2-40B4-BE49-F238E27FC236}">
                <a16:creationId xmlns:a16="http://schemas.microsoft.com/office/drawing/2014/main" id="{D752991F-DE20-9C56-71CE-00C693FCEC71}"/>
              </a:ext>
            </a:extLst>
          </p:cNvPr>
          <p:cNvPicPr>
            <a:picLocks noChangeAspect="1"/>
          </p:cNvPicPr>
          <p:nvPr userDrawn="1"/>
        </p:nvPicPr>
        <p:blipFill>
          <a:blip r:embed="rId2"/>
          <a:stretch>
            <a:fillRect/>
          </a:stretch>
        </p:blipFill>
        <p:spPr>
          <a:xfrm>
            <a:off x="268025" y="272267"/>
            <a:ext cx="2606040" cy="814067"/>
          </a:xfrm>
          <a:prstGeom prst="rect">
            <a:avLst/>
          </a:prstGeom>
        </p:spPr>
      </p:pic>
      <p:sp>
        <p:nvSpPr>
          <p:cNvPr id="5" name="Footer Placeholder 4">
            <a:extLst>
              <a:ext uri="{FF2B5EF4-FFF2-40B4-BE49-F238E27FC236}">
                <a16:creationId xmlns:a16="http://schemas.microsoft.com/office/drawing/2014/main" id="{54370033-E5A1-7B48-AE34-D9C6694ED55E}"/>
              </a:ext>
            </a:extLst>
          </p:cNvPr>
          <p:cNvSpPr>
            <a:spLocks noGrp="1"/>
          </p:cNvSpPr>
          <p:nvPr>
            <p:ph type="ftr" sz="quarter" idx="11"/>
          </p:nvPr>
        </p:nvSpPr>
        <p:spPr>
          <a:xfrm>
            <a:off x="419100" y="6492875"/>
            <a:ext cx="5506380" cy="365125"/>
          </a:xfrm>
        </p:spPr>
        <p:txBody>
          <a:bodyPr/>
          <a:lstStyle>
            <a:lvl1pPr>
              <a:defRPr sz="800">
                <a:solidFill>
                  <a:schemeClr val="tx1"/>
                </a:solidFill>
              </a:defRPr>
            </a:lvl1pPr>
          </a:lstStyle>
          <a:p>
            <a:pPr defTabSz="914126"/>
            <a:r>
              <a:rPr lang="en-US" dirty="0">
                <a:ea typeface="Inter" panose="02000503000000020004" pitchFamily="2" charset="0"/>
              </a:rPr>
              <a:t>© 2026 GE Vernova and/or its affiliates. All rights reserved. </a:t>
            </a:r>
          </a:p>
          <a:p>
            <a:pPr defTabSz="914126"/>
            <a:r>
              <a:rPr lang="en-US" dirty="0">
                <a:ea typeface="Inter" panose="02000503000000020004" pitchFamily="2" charset="0"/>
              </a:rPr>
              <a:t>GE is a trademark of General Electric Company and is used under trademark license.</a:t>
            </a:r>
          </a:p>
        </p:txBody>
      </p:sp>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419100" y="2378075"/>
            <a:ext cx="10706100" cy="1965325"/>
          </a:xfrm>
        </p:spPr>
        <p:txBody>
          <a:bodyPr anchor="t" anchorCtr="0"/>
          <a:lstStyle>
            <a:lvl1pPr algn="l">
              <a:lnSpc>
                <a:spcPts val="6500"/>
              </a:lnSpc>
              <a:defRPr sz="7200" cap="all" spc="80" baseline="0">
                <a:solidFill>
                  <a:srgbClr val="C8FF08"/>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419100" y="4343399"/>
            <a:ext cx="10706100" cy="974725"/>
          </a:xfrm>
        </p:spPr>
        <p:txBody>
          <a:bodyPr>
            <a:noAutofit/>
          </a:bodyPr>
          <a:lstStyle>
            <a:lvl1pPr marL="0" indent="0" algn="l">
              <a:spcAft>
                <a:spcPts val="400"/>
              </a:spcAft>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1710412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3" orient="horz" pos="273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2">
    <p:bg>
      <p:bgPr>
        <a:solidFill>
          <a:srgbClr val="005E60"/>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54370033-E5A1-7B48-AE34-D9C6694ED55E}"/>
              </a:ext>
            </a:extLst>
          </p:cNvPr>
          <p:cNvSpPr>
            <a:spLocks noGrp="1"/>
          </p:cNvSpPr>
          <p:nvPr>
            <p:ph type="ftr" sz="quarter" idx="11"/>
          </p:nvPr>
        </p:nvSpPr>
        <p:spPr>
          <a:xfrm>
            <a:off x="596771" y="6492875"/>
            <a:ext cx="5397112" cy="365125"/>
          </a:xfrm>
        </p:spPr>
        <p:txBody>
          <a:bodyPr/>
          <a:lstStyle>
            <a:lvl1pPr>
              <a:defRPr sz="800">
                <a:solidFill>
                  <a:srgbClr val="FAFAFA"/>
                </a:solidFill>
              </a:defRPr>
            </a:lvl1pPr>
          </a:lstStyle>
          <a:p>
            <a:pPr defTabSz="914126"/>
            <a:r>
              <a:rPr lang="en-US" dirty="0">
                <a:ea typeface="Inter" panose="02000503000000020004" pitchFamily="2" charset="0"/>
              </a:rPr>
              <a:t>© 2026 GE Vernova and/or its affiliates. All rights reserved. </a:t>
            </a:r>
          </a:p>
          <a:p>
            <a:pPr defTabSz="914126"/>
            <a:r>
              <a:rPr lang="en-US" dirty="0">
                <a:ea typeface="Inter" panose="02000503000000020004" pitchFamily="2" charset="0"/>
              </a:rPr>
              <a:t>GE is a trademark of General Electric Company and is used under trademark license.</a:t>
            </a:r>
          </a:p>
        </p:txBody>
      </p:sp>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596771" y="2481592"/>
            <a:ext cx="10706100" cy="1861808"/>
          </a:xfrm>
        </p:spPr>
        <p:txBody>
          <a:bodyPr anchor="t" anchorCtr="0"/>
          <a:lstStyle>
            <a:lvl1pPr algn="l">
              <a:lnSpc>
                <a:spcPts val="6500"/>
              </a:lnSpc>
              <a:defRPr sz="7200" cap="all" spc="80" baseline="0">
                <a:solidFill>
                  <a:schemeClr val="tx1"/>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596771" y="4343399"/>
            <a:ext cx="10706100" cy="974725"/>
          </a:xfrm>
        </p:spPr>
        <p:txBody>
          <a:bodyPr>
            <a:noAutofit/>
          </a:bodyPr>
          <a:lstStyle>
            <a:lvl1pPr marL="0" indent="0" algn="l">
              <a:spcAft>
                <a:spcPts val="400"/>
              </a:spcAft>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0" name="Picture 9" descr="Text&#10;&#10;Description automatically generated">
            <a:extLst>
              <a:ext uri="{FF2B5EF4-FFF2-40B4-BE49-F238E27FC236}">
                <a16:creationId xmlns:a16="http://schemas.microsoft.com/office/drawing/2014/main" id="{404FB6B5-AF11-DEA2-266C-D4A71FA4E0A7}"/>
              </a:ext>
            </a:extLst>
          </p:cNvPr>
          <p:cNvPicPr>
            <a:picLocks noChangeAspect="1"/>
          </p:cNvPicPr>
          <p:nvPr userDrawn="1"/>
        </p:nvPicPr>
        <p:blipFill>
          <a:blip r:embed="rId2"/>
          <a:stretch>
            <a:fillRect/>
          </a:stretch>
        </p:blipFill>
        <p:spPr>
          <a:xfrm>
            <a:off x="268025" y="272267"/>
            <a:ext cx="2606040" cy="814067"/>
          </a:xfrm>
          <a:prstGeom prst="rect">
            <a:avLst/>
          </a:prstGeom>
        </p:spPr>
      </p:pic>
      <p:cxnSp>
        <p:nvCxnSpPr>
          <p:cNvPr id="4" name="Straight Connector 3">
            <a:extLst>
              <a:ext uri="{FF2B5EF4-FFF2-40B4-BE49-F238E27FC236}">
                <a16:creationId xmlns:a16="http://schemas.microsoft.com/office/drawing/2014/main" id="{7CEC064B-505B-2B8A-CC1B-FFEE37B6694E}"/>
              </a:ext>
            </a:extLst>
          </p:cNvPr>
          <p:cNvCxnSpPr>
            <a:cxnSpLocks/>
          </p:cNvCxnSpPr>
          <p:nvPr userDrawn="1"/>
        </p:nvCxnSpPr>
        <p:spPr>
          <a:xfrm>
            <a:off x="444366" y="2444249"/>
            <a:ext cx="0" cy="447992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319073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userDrawn="1">
          <p15:clr>
            <a:srgbClr val="FBAE40"/>
          </p15:clr>
        </p15:guide>
        <p15:guide id="3" orient="horz" pos="273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3 Light Photo Background">
    <p:bg>
      <p:bgPr>
        <a:solidFill>
          <a:schemeClr val="tx1"/>
        </a:solidFill>
        <a:effectLst/>
      </p:bgPr>
    </p:bg>
    <p:spTree>
      <p:nvGrpSpPr>
        <p:cNvPr id="1" name=""/>
        <p:cNvGrpSpPr/>
        <p:nvPr/>
      </p:nvGrpSpPr>
      <p:grpSpPr>
        <a:xfrm>
          <a:off x="0" y="0"/>
          <a:ext cx="0" cy="0"/>
          <a:chOff x="0" y="0"/>
          <a:chExt cx="0" cy="0"/>
        </a:xfrm>
      </p:grpSpPr>
      <p:pic>
        <p:nvPicPr>
          <p:cNvPr id="6" name="Picture 5" descr="Text&#10;&#10;Description automatically generated">
            <a:extLst>
              <a:ext uri="{FF2B5EF4-FFF2-40B4-BE49-F238E27FC236}">
                <a16:creationId xmlns:a16="http://schemas.microsoft.com/office/drawing/2014/main" id="{D9E1DC37-7617-9EED-CD74-B8909A49A546}"/>
              </a:ext>
            </a:extLst>
          </p:cNvPr>
          <p:cNvPicPr>
            <a:picLocks noChangeAspect="1"/>
          </p:cNvPicPr>
          <p:nvPr userDrawn="1"/>
        </p:nvPicPr>
        <p:blipFill>
          <a:blip r:embed="rId2"/>
          <a:stretch>
            <a:fillRect/>
          </a:stretch>
        </p:blipFill>
        <p:spPr>
          <a:xfrm>
            <a:off x="279519" y="272267"/>
            <a:ext cx="2606040" cy="814067"/>
          </a:xfrm>
          <a:prstGeom prst="rect">
            <a:avLst/>
          </a:prstGeom>
        </p:spPr>
      </p:pic>
      <p:sp>
        <p:nvSpPr>
          <p:cNvPr id="5" name="Footer Placeholder 4">
            <a:extLst>
              <a:ext uri="{FF2B5EF4-FFF2-40B4-BE49-F238E27FC236}">
                <a16:creationId xmlns:a16="http://schemas.microsoft.com/office/drawing/2014/main" id="{54370033-E5A1-7B48-AE34-D9C6694ED55E}"/>
              </a:ext>
            </a:extLst>
          </p:cNvPr>
          <p:cNvSpPr>
            <a:spLocks noGrp="1"/>
          </p:cNvSpPr>
          <p:nvPr>
            <p:ph type="ftr" sz="quarter" idx="11"/>
          </p:nvPr>
        </p:nvSpPr>
        <p:spPr>
          <a:xfrm>
            <a:off x="419100" y="6492875"/>
            <a:ext cx="5431618" cy="365125"/>
          </a:xfrm>
        </p:spPr>
        <p:txBody>
          <a:bodyPr/>
          <a:lstStyle>
            <a:lvl1pPr>
              <a:defRPr sz="800">
                <a:solidFill>
                  <a:srgbClr val="212121"/>
                </a:solidFill>
              </a:defRPr>
            </a:lvl1pPr>
          </a:lstStyle>
          <a:p>
            <a:pPr defTabSz="914126"/>
            <a:r>
              <a:rPr lang="en-US" dirty="0">
                <a:ea typeface="Inter" panose="02000503000000020004" pitchFamily="2" charset="0"/>
              </a:rPr>
              <a:t>© 2026 GE Vernova and/or its affiliates. All rights reserved. </a:t>
            </a:r>
          </a:p>
          <a:p>
            <a:pPr defTabSz="914126"/>
            <a:r>
              <a:rPr lang="en-US" dirty="0">
                <a:ea typeface="Inter" panose="02000503000000020004" pitchFamily="2" charset="0"/>
              </a:rPr>
              <a:t>GE is a trademark of General Electric Company and is used under trademark license.</a:t>
            </a:r>
          </a:p>
        </p:txBody>
      </p:sp>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419100" y="2378075"/>
            <a:ext cx="10706100" cy="1965325"/>
          </a:xfrm>
        </p:spPr>
        <p:txBody>
          <a:bodyPr anchor="t" anchorCtr="0"/>
          <a:lstStyle>
            <a:lvl1pPr algn="l">
              <a:lnSpc>
                <a:spcPts val="6500"/>
              </a:lnSpc>
              <a:defRPr sz="7200" cap="all" spc="80" baseline="0">
                <a:solidFill>
                  <a:srgbClr val="005E60"/>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419100" y="4343399"/>
            <a:ext cx="10706100" cy="974725"/>
          </a:xfrm>
        </p:spPr>
        <p:txBody>
          <a:bodyPr>
            <a:noAutofit/>
          </a:bodyPr>
          <a:lstStyle>
            <a:lvl1pPr marL="0" indent="0" algn="l">
              <a:spcAft>
                <a:spcPts val="400"/>
              </a:spcAft>
              <a:buNone/>
              <a:defRPr sz="1800">
                <a:solidFill>
                  <a:srgbClr val="21212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21049648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3" orient="horz" pos="273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4 Dark Photo Background">
    <p:bg>
      <p:bgPr>
        <a:solidFill>
          <a:schemeClr val="tx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54370033-E5A1-7B48-AE34-D9C6694ED55E}"/>
              </a:ext>
            </a:extLst>
          </p:cNvPr>
          <p:cNvSpPr>
            <a:spLocks noGrp="1"/>
          </p:cNvSpPr>
          <p:nvPr>
            <p:ph type="ftr" sz="quarter" idx="11"/>
          </p:nvPr>
        </p:nvSpPr>
        <p:spPr>
          <a:xfrm>
            <a:off x="419100" y="6492875"/>
            <a:ext cx="5345354" cy="365125"/>
          </a:xfrm>
        </p:spPr>
        <p:txBody>
          <a:bodyPr/>
          <a:lstStyle>
            <a:lvl1pPr>
              <a:defRPr sz="800">
                <a:solidFill>
                  <a:schemeClr val="tx1"/>
                </a:solidFill>
              </a:defRPr>
            </a:lvl1pPr>
          </a:lstStyle>
          <a:p>
            <a:pPr defTabSz="914126"/>
            <a:r>
              <a:rPr lang="en-US" dirty="0">
                <a:ea typeface="Inter" panose="02000503000000020004" pitchFamily="2" charset="0"/>
              </a:rPr>
              <a:t>© 2025 GE Vernova and/or its affiliates. All rights reserved. </a:t>
            </a:r>
          </a:p>
          <a:p>
            <a:pPr defTabSz="914126"/>
            <a:r>
              <a:rPr lang="en-US" dirty="0">
                <a:ea typeface="Inter" panose="02000503000000020004" pitchFamily="2" charset="0"/>
              </a:rPr>
              <a:t>GE is a trademark of General Electric Company and is used under trademark license.</a:t>
            </a:r>
          </a:p>
        </p:txBody>
      </p:sp>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419100" y="2378075"/>
            <a:ext cx="10706100" cy="1965325"/>
          </a:xfrm>
        </p:spPr>
        <p:txBody>
          <a:bodyPr anchor="t" anchorCtr="0"/>
          <a:lstStyle>
            <a:lvl1pPr algn="l">
              <a:lnSpc>
                <a:spcPts val="6500"/>
              </a:lnSpc>
              <a:defRPr sz="7200" cap="all" spc="80" baseline="0">
                <a:solidFill>
                  <a:schemeClr val="tx1"/>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419100" y="4343399"/>
            <a:ext cx="10706100" cy="974725"/>
          </a:xfrm>
        </p:spPr>
        <p:txBody>
          <a:bodyPr>
            <a:noAutofit/>
          </a:bodyPr>
          <a:lstStyle>
            <a:lvl1pPr marL="0" indent="0" algn="l">
              <a:spcAft>
                <a:spcPts val="400"/>
              </a:spcAft>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7" name="Picture 6" descr="Text&#10;&#10;Description automatically generated">
            <a:extLst>
              <a:ext uri="{FF2B5EF4-FFF2-40B4-BE49-F238E27FC236}">
                <a16:creationId xmlns:a16="http://schemas.microsoft.com/office/drawing/2014/main" id="{FD57314C-3D95-C279-F04B-2D532302ED36}"/>
              </a:ext>
            </a:extLst>
          </p:cNvPr>
          <p:cNvPicPr>
            <a:picLocks noChangeAspect="1"/>
          </p:cNvPicPr>
          <p:nvPr userDrawn="1"/>
        </p:nvPicPr>
        <p:blipFill>
          <a:blip r:embed="rId2"/>
          <a:stretch>
            <a:fillRect/>
          </a:stretch>
        </p:blipFill>
        <p:spPr>
          <a:xfrm>
            <a:off x="259641" y="272267"/>
            <a:ext cx="2606040" cy="814067"/>
          </a:xfrm>
          <a:prstGeom prst="rect">
            <a:avLst/>
          </a:prstGeom>
        </p:spPr>
      </p:pic>
    </p:spTree>
    <p:extLst>
      <p:ext uri="{BB962C8B-B14F-4D97-AF65-F5344CB8AC3E}">
        <p14:creationId xmlns:p14="http://schemas.microsoft.com/office/powerpoint/2010/main" val="3701466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3" orient="horz" pos="273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C6A052B-6959-D543-893E-8089B7EFDAA8}"/>
              </a:ext>
            </a:extLst>
          </p:cNvPr>
          <p:cNvSpPr>
            <a:spLocks noGrp="1"/>
          </p:cNvSpPr>
          <p:nvPr>
            <p:ph type="sldNum" sz="quarter" idx="12"/>
          </p:nvPr>
        </p:nvSpPr>
        <p:spPr/>
        <p:txBody>
          <a:bodyPr/>
          <a:lstStyle/>
          <a:p>
            <a:fld id="{7A7A97EF-C944-4447-B862-B593E9B4A0FF}" type="slidenum">
              <a:rPr/>
              <a:t>‹#›</a:t>
            </a:fld>
            <a:endParaRPr lang="en-US" dirty="0"/>
          </a:p>
        </p:txBody>
      </p:sp>
      <p:pic>
        <p:nvPicPr>
          <p:cNvPr id="3" name="Picture 2" descr="Text&#10;&#10;Description automatically generated">
            <a:extLst>
              <a:ext uri="{FF2B5EF4-FFF2-40B4-BE49-F238E27FC236}">
                <a16:creationId xmlns:a16="http://schemas.microsoft.com/office/drawing/2014/main" id="{27CC28C8-137F-49C5-0CB3-B14B3F589E4B}"/>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7" name="Footer Placeholder 15">
            <a:extLst>
              <a:ext uri="{FF2B5EF4-FFF2-40B4-BE49-F238E27FC236}">
                <a16:creationId xmlns:a16="http://schemas.microsoft.com/office/drawing/2014/main" id="{14E532AD-A6F9-5A73-F9B7-FA1F6B8FBFE1}"/>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134176268"/>
      </p:ext>
    </p:extLst>
  </p:cSld>
  <p:clrMapOvr>
    <a:masterClrMapping/>
  </p:clrMapOvr>
  <p:extLst>
    <p:ext uri="{DCECCB84-F9BA-43D5-87BE-67443E8EF086}">
      <p15:sldGuideLst xmlns:p15="http://schemas.microsoft.com/office/powerpoint/2012/main">
        <p15:guide id="1" orient="horz" pos="884"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1_Heading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5ABF6-8160-8240-8064-B96381D0190E}"/>
              </a:ext>
            </a:extLst>
          </p:cNvPr>
          <p:cNvSpPr>
            <a:spLocks noGrp="1"/>
          </p:cNvSpPr>
          <p:nvPr>
            <p:ph type="title"/>
          </p:nvPr>
        </p:nvSpPr>
        <p:spPr>
          <a:xfrm>
            <a:off x="419100" y="419101"/>
            <a:ext cx="9578915" cy="457020"/>
          </a:xfrm>
        </p:spPr>
        <p:txBody>
          <a:bodyPr/>
          <a:lstStyle>
            <a:lvl1pPr>
              <a:defRPr>
                <a:solidFill>
                  <a:schemeClr val="tx1"/>
                </a:solidFill>
              </a:defRPr>
            </a:lvl1pPr>
          </a:lstStyle>
          <a:p>
            <a:r>
              <a:rPr lang="en-US"/>
              <a:t>Click to edit Master title style</a:t>
            </a:r>
            <a:endParaRPr lang="en-US" dirty="0"/>
          </a:p>
        </p:txBody>
      </p:sp>
      <p:sp>
        <p:nvSpPr>
          <p:cNvPr id="5" name="Slide Number Placeholder 4">
            <a:extLst>
              <a:ext uri="{FF2B5EF4-FFF2-40B4-BE49-F238E27FC236}">
                <a16:creationId xmlns:a16="http://schemas.microsoft.com/office/drawing/2014/main" id="{7C6A052B-6959-D543-893E-8089B7EFDAA8}"/>
              </a:ext>
            </a:extLst>
          </p:cNvPr>
          <p:cNvSpPr>
            <a:spLocks noGrp="1"/>
          </p:cNvSpPr>
          <p:nvPr>
            <p:ph type="sldNum" sz="quarter" idx="12"/>
          </p:nvPr>
        </p:nvSpPr>
        <p:spPr/>
        <p:txBody>
          <a:bodyPr/>
          <a:lstStyle/>
          <a:p>
            <a:fld id="{7A7A97EF-C944-4447-B862-B593E9B4A0FF}" type="slidenum">
              <a:rPr/>
              <a:t>‹#›</a:t>
            </a:fld>
            <a:endParaRPr lang="en-US" dirty="0"/>
          </a:p>
        </p:txBody>
      </p:sp>
      <p:pic>
        <p:nvPicPr>
          <p:cNvPr id="3" name="Picture 2" descr="Text&#10;&#10;Description automatically generated">
            <a:extLst>
              <a:ext uri="{FF2B5EF4-FFF2-40B4-BE49-F238E27FC236}">
                <a16:creationId xmlns:a16="http://schemas.microsoft.com/office/drawing/2014/main" id="{27CC28C8-137F-49C5-0CB3-B14B3F589E4B}"/>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6" name="Footer Placeholder 15">
            <a:extLst>
              <a:ext uri="{FF2B5EF4-FFF2-40B4-BE49-F238E27FC236}">
                <a16:creationId xmlns:a16="http://schemas.microsoft.com/office/drawing/2014/main" id="{24D80C1C-4E45-B864-5859-F435E9FC0E85}"/>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2173964546"/>
      </p:ext>
    </p:extLst>
  </p:cSld>
  <p:clrMapOvr>
    <a:masterClrMapping/>
  </p:clrMapOvr>
  <p:extLst>
    <p:ext uri="{DCECCB84-F9BA-43D5-87BE-67443E8EF086}">
      <p15:sldGuideLst xmlns:p15="http://schemas.microsoft.com/office/powerpoint/2012/main">
        <p15:guide id="1" orient="horz" pos="88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1 Column">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099" y="419101"/>
            <a:ext cx="9622047"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p:txBody>
          <a:bodyPr/>
          <a:lstStyle>
            <a:lvl1pPr>
              <a:defRPr>
                <a:solidFill>
                  <a:srgbClr val="212121"/>
                </a:solidFill>
              </a:defRPr>
            </a:lvl1pPr>
            <a:lvl2pPr marL="285750" indent="-285750">
              <a:buFont typeface="Arial" panose="020B0604020202020204" pitchFamily="34" charset="0"/>
              <a:buChar char="•"/>
              <a:defRPr>
                <a:solidFill>
                  <a:srgbClr val="212121"/>
                </a:solidFill>
              </a:defRPr>
            </a:lvl2pPr>
            <a:lvl3pPr marL="517525" indent="-228600">
              <a:defRPr>
                <a:solidFill>
                  <a:srgbClr val="212121"/>
                </a:solidFill>
              </a:defRPr>
            </a:lvl3pPr>
            <a:lvl4pPr marL="685800" indent="-228600">
              <a:defRPr>
                <a:solidFill>
                  <a:srgbClr val="212121"/>
                </a:solidFill>
              </a:defRPr>
            </a:lvl4pPr>
            <a:lvl5pPr marL="914400" indent="-228600">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pic>
        <p:nvPicPr>
          <p:cNvPr id="4" name="Picture 3" descr="Text&#10;&#10;Description automatically generated">
            <a:extLst>
              <a:ext uri="{FF2B5EF4-FFF2-40B4-BE49-F238E27FC236}">
                <a16:creationId xmlns:a16="http://schemas.microsoft.com/office/drawing/2014/main" id="{40C80CBD-F9C2-7B04-2F2E-A2E50A534F57}"/>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7" name="Footer Placeholder 15">
            <a:extLst>
              <a:ext uri="{FF2B5EF4-FFF2-40B4-BE49-F238E27FC236}">
                <a16:creationId xmlns:a16="http://schemas.microsoft.com/office/drawing/2014/main" id="{027F9F60-4DFD-5661-B616-5D7B4BD45775}"/>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886635505"/>
      </p:ext>
    </p:extLst>
  </p:cSld>
  <p:clrMapOvr>
    <a:masterClrMapping/>
  </p:clrMapOvr>
  <p:extLst>
    <p:ext uri="{DCECCB84-F9BA-43D5-87BE-67443E8EF086}">
      <p15:sldGuideLst xmlns:p15="http://schemas.microsoft.com/office/powerpoint/2012/main">
        <p15:guide id="1" orient="horz" pos="88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 Column Subtit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2" cy="457020"/>
          </a:xfrm>
        </p:spPr>
        <p:txBody>
          <a:bodyPr/>
          <a:lstStyle>
            <a:lvl1pPr>
              <a:defRPr>
                <a:solidFill>
                  <a:srgbClr val="005E60"/>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FBB168A5-C2D7-FC4B-8832-1F289E900E7C}"/>
              </a:ext>
            </a:extLst>
          </p:cNvPr>
          <p:cNvSpPr>
            <a:spLocks noGrp="1"/>
          </p:cNvSpPr>
          <p:nvPr>
            <p:ph type="body" sz="quarter" idx="13"/>
          </p:nvPr>
        </p:nvSpPr>
        <p:spPr>
          <a:xfrm>
            <a:off x="419100" y="889824"/>
            <a:ext cx="11353800" cy="513526"/>
          </a:xfrm>
        </p:spPr>
        <p:txBody>
          <a:bodyPr/>
          <a:lstStyle>
            <a:lvl1pPr>
              <a:spcAft>
                <a:spcPts val="0"/>
              </a:spcAft>
              <a:defRPr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095500"/>
            <a:ext cx="11353800" cy="4114800"/>
          </a:xfrm>
        </p:spPr>
        <p:txBody>
          <a:bodyPr/>
          <a:lstStyle>
            <a:lvl1pPr>
              <a:defRPr b="0">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pic>
        <p:nvPicPr>
          <p:cNvPr id="4" name="Picture 3" descr="Text&#10;&#10;Description automatically generated">
            <a:extLst>
              <a:ext uri="{FF2B5EF4-FFF2-40B4-BE49-F238E27FC236}">
                <a16:creationId xmlns:a16="http://schemas.microsoft.com/office/drawing/2014/main" id="{568E85E5-0FFC-6287-3929-5E229826C13E}"/>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7" name="Footer Placeholder 15">
            <a:extLst>
              <a:ext uri="{FF2B5EF4-FFF2-40B4-BE49-F238E27FC236}">
                <a16:creationId xmlns:a16="http://schemas.microsoft.com/office/drawing/2014/main" id="{64338C3A-CD7B-4BAF-1E62-943E6B16317A}"/>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1704126460"/>
      </p:ext>
    </p:extLst>
  </p:cSld>
  <p:clrMapOvr>
    <a:masterClrMapping/>
  </p:clrMapOvr>
  <p:extLst>
    <p:ext uri="{DCECCB84-F9BA-43D5-87BE-67443E8EF086}">
      <p15:sldGuideLst xmlns:p15="http://schemas.microsoft.com/office/powerpoint/2012/main">
        <p15:guide id="1" orient="horz" pos="1320" userDrawn="1">
          <p15:clr>
            <a:srgbClr val="FBAE40"/>
          </p15:clr>
        </p15:guide>
        <p15:guide id="2" orient="horz" pos="696"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2 Column">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04794"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5394960"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6096000" y="1403349"/>
            <a:ext cx="5394960"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B906FF28-9E6E-FCE7-887B-D290AB8F5D77}"/>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8" name="Footer Placeholder 15">
            <a:extLst>
              <a:ext uri="{FF2B5EF4-FFF2-40B4-BE49-F238E27FC236}">
                <a16:creationId xmlns:a16="http://schemas.microsoft.com/office/drawing/2014/main" id="{A921D3A7-9FE4-97D1-71B2-4F6872FE4390}"/>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4172142078"/>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884"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umn Subtit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2" cy="457020"/>
          </a:xfrm>
        </p:spPr>
        <p:txBody>
          <a:bodyPr/>
          <a:lstStyle>
            <a:lvl1pPr>
              <a:defRPr>
                <a:solidFill>
                  <a:srgbClr val="005E60"/>
                </a:solidFill>
              </a:defRPr>
            </a:lvl1pPr>
          </a:lstStyle>
          <a:p>
            <a:r>
              <a:rPr lang="en-US"/>
              <a:t>Click to edit Master title style</a:t>
            </a:r>
            <a:endParaRPr lang="en-US" dirty="0"/>
          </a:p>
        </p:txBody>
      </p:sp>
      <p:sp>
        <p:nvSpPr>
          <p:cNvPr id="10" name="Text Placeholder 10">
            <a:extLst>
              <a:ext uri="{FF2B5EF4-FFF2-40B4-BE49-F238E27FC236}">
                <a16:creationId xmlns:a16="http://schemas.microsoft.com/office/drawing/2014/main" id="{D6DDDB0A-C694-6D4F-95F6-714A8D0B4F22}"/>
              </a:ext>
            </a:extLst>
          </p:cNvPr>
          <p:cNvSpPr>
            <a:spLocks noGrp="1"/>
          </p:cNvSpPr>
          <p:nvPr>
            <p:ph type="body" sz="quarter" idx="14"/>
          </p:nvPr>
        </p:nvSpPr>
        <p:spPr>
          <a:xfrm>
            <a:off x="419099" y="1403350"/>
            <a:ext cx="5394960" cy="692150"/>
          </a:xfrm>
        </p:spPr>
        <p:txBody>
          <a:bodyPr/>
          <a:lstStyle>
            <a:lvl1pPr>
              <a:spcAft>
                <a:spcPts val="0"/>
              </a:spcAft>
              <a:defRPr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sp>
        <p:nvSpPr>
          <p:cNvPr id="11" name="Text Placeholder 10">
            <a:extLst>
              <a:ext uri="{FF2B5EF4-FFF2-40B4-BE49-F238E27FC236}">
                <a16:creationId xmlns:a16="http://schemas.microsoft.com/office/drawing/2014/main" id="{8D926142-7B75-6D42-854B-61C11884F2E4}"/>
              </a:ext>
            </a:extLst>
          </p:cNvPr>
          <p:cNvSpPr>
            <a:spLocks noGrp="1"/>
          </p:cNvSpPr>
          <p:nvPr>
            <p:ph type="body" sz="quarter" idx="15"/>
          </p:nvPr>
        </p:nvSpPr>
        <p:spPr>
          <a:xfrm>
            <a:off x="6096000" y="1403350"/>
            <a:ext cx="5394960" cy="692150"/>
          </a:xfrm>
        </p:spPr>
        <p:txBody>
          <a:bodyPr/>
          <a:lstStyle>
            <a:lvl1pPr>
              <a:spcAft>
                <a:spcPts val="0"/>
              </a:spcAft>
              <a:defRPr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095501"/>
            <a:ext cx="5394960" cy="411480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6096000" y="2095501"/>
            <a:ext cx="5394960" cy="4114799"/>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2F437117-8BD0-3579-70B3-FCB0F41D60C7}"/>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8" name="Footer Placeholder 15">
            <a:extLst>
              <a:ext uri="{FF2B5EF4-FFF2-40B4-BE49-F238E27FC236}">
                <a16:creationId xmlns:a16="http://schemas.microsoft.com/office/drawing/2014/main" id="{130EFFA2-C032-FC12-6BC9-48DADE2779EA}"/>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562102217"/>
      </p:ext>
    </p:extLst>
  </p:cSld>
  <p:clrMapOvr>
    <a:masterClrMapping/>
  </p:clrMapOvr>
  <p:extLst>
    <p:ext uri="{DCECCB84-F9BA-43D5-87BE-67443E8EF086}">
      <p15:sldGuideLst xmlns:p15="http://schemas.microsoft.com/office/powerpoint/2012/main">
        <p15:guide id="1" orient="horz" pos="1320" userDrawn="1">
          <p15:clr>
            <a:srgbClr val="FBAE40"/>
          </p15:clr>
        </p15:guide>
        <p15:guide id="2" pos="3840" userDrawn="1">
          <p15:clr>
            <a:srgbClr val="FBAE40"/>
          </p15:clr>
        </p15:guide>
        <p15:guide id="3" orient="horz" pos="884"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lumn - Asymetrical">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2"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p:spPr>
        <p:txBody>
          <a:bodyPr/>
          <a:lstStyle>
            <a:lvl1pPr>
              <a:defRPr>
                <a:solidFill>
                  <a:srgbClr val="212121"/>
                </a:solidFill>
              </a:defRPr>
            </a:lvl1pPr>
            <a:lvl2pPr marL="171450" indent="-171450">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4204404" y="1403351"/>
            <a:ext cx="7290905" cy="4806950"/>
          </a:xfrm>
        </p:spPr>
        <p:txBody>
          <a:bodyPr/>
          <a:lstStyle>
            <a:lvl1pPr>
              <a:defRPr>
                <a:solidFill>
                  <a:srgbClr val="212121"/>
                </a:solidFill>
              </a:defRPr>
            </a:lvl1pPr>
            <a:lvl2pPr marL="171450" indent="-171450">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5F4792C0-9FE2-4931-3650-4B59AD3104EA}"/>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8" name="Footer Placeholder 15">
            <a:extLst>
              <a:ext uri="{FF2B5EF4-FFF2-40B4-BE49-F238E27FC236}">
                <a16:creationId xmlns:a16="http://schemas.microsoft.com/office/drawing/2014/main" id="{E6E1E6A5-8795-C79E-AA38-F1E35F263A91}"/>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2369946922"/>
      </p:ext>
    </p:extLst>
  </p:cSld>
  <p:clrMapOvr>
    <a:masterClrMapping/>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lumn - Asymetrical - Bar">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6"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4204404" y="1403351"/>
            <a:ext cx="7290905"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33408C86-D3E9-F3C1-4977-859065B75513}"/>
              </a:ext>
            </a:extLst>
          </p:cNvPr>
          <p:cNvCxnSpPr>
            <a:cxnSpLocks/>
          </p:cNvCxnSpPr>
          <p:nvPr userDrawn="1"/>
        </p:nvCxnSpPr>
        <p:spPr>
          <a:xfrm>
            <a:off x="4062828"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8" name="Picture 7" descr="Text&#10;&#10;Description automatically generated">
            <a:extLst>
              <a:ext uri="{FF2B5EF4-FFF2-40B4-BE49-F238E27FC236}">
                <a16:creationId xmlns:a16="http://schemas.microsoft.com/office/drawing/2014/main" id="{56ABEBD3-24BE-15F7-DEF9-9F5230BECA90}"/>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9" name="Footer Placeholder 15">
            <a:extLst>
              <a:ext uri="{FF2B5EF4-FFF2-40B4-BE49-F238E27FC236}">
                <a16:creationId xmlns:a16="http://schemas.microsoft.com/office/drawing/2014/main" id="{36345BB7-0EFA-36D5-F2AC-D08AE3806B34}"/>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3180485758"/>
      </p:ext>
    </p:extLst>
  </p:cSld>
  <p:clrMapOvr>
    <a:masterClrMapping/>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Column Asymmetrical 2">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44409" cy="457020"/>
          </a:xfrm>
        </p:spPr>
        <p:txBody>
          <a:bodyPr/>
          <a:lstStyle>
            <a:lvl1pPr>
              <a:defRPr>
                <a:solidFill>
                  <a:srgbClr val="005E60"/>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7292975"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0"/>
            <a:ext cx="3502152"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E22151AB-5731-BAC5-7B55-0CB75965C41C}"/>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7" name="Footer Placeholder 15">
            <a:extLst>
              <a:ext uri="{FF2B5EF4-FFF2-40B4-BE49-F238E27FC236}">
                <a16:creationId xmlns:a16="http://schemas.microsoft.com/office/drawing/2014/main" id="{B6006637-4CFF-DA29-70FE-92FAA52065B7}"/>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1290989164"/>
      </p:ext>
    </p:extLst>
  </p:cSld>
  <p:clrMapOvr>
    <a:masterClrMapping/>
  </p:clrMapOvr>
  <p:extLst>
    <p:ext uri="{DCECCB84-F9BA-43D5-87BE-67443E8EF086}">
      <p15:sldGuideLst xmlns:p15="http://schemas.microsoft.com/office/powerpoint/2012/main">
        <p15:guide id="2" pos="5030">
          <p15:clr>
            <a:srgbClr val="FBAE40"/>
          </p15:clr>
        </p15:guide>
        <p15:guide id="3" orient="horz" pos="884">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 Column - Asymmetrical 2 - Bar">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6" cy="457020"/>
          </a:xfrm>
        </p:spPr>
        <p:txBody>
          <a:bodyPr/>
          <a:lstStyle>
            <a:lvl1pPr>
              <a:defRPr>
                <a:solidFill>
                  <a:srgbClr val="005E60"/>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7292975"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0"/>
            <a:ext cx="3502152"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02C79C54-276E-80B9-1B8A-4B6BBAC71B29}"/>
              </a:ext>
            </a:extLst>
          </p:cNvPr>
          <p:cNvCxnSpPr>
            <a:cxnSpLocks/>
          </p:cNvCxnSpPr>
          <p:nvPr userDrawn="1"/>
        </p:nvCxnSpPr>
        <p:spPr>
          <a:xfrm>
            <a:off x="7850890"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7" name="Picture 6" descr="Text&#10;&#10;Description automatically generated">
            <a:extLst>
              <a:ext uri="{FF2B5EF4-FFF2-40B4-BE49-F238E27FC236}">
                <a16:creationId xmlns:a16="http://schemas.microsoft.com/office/drawing/2014/main" id="{7BBA13F7-1863-C7F2-A83F-768EA305A30E}"/>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9" name="Footer Placeholder 15">
            <a:extLst>
              <a:ext uri="{FF2B5EF4-FFF2-40B4-BE49-F238E27FC236}">
                <a16:creationId xmlns:a16="http://schemas.microsoft.com/office/drawing/2014/main" id="{3C079ABB-4425-2F6A-B71A-F0AFA7248E31}"/>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2743160294"/>
      </p:ext>
    </p:extLst>
  </p:cSld>
  <p:clrMapOvr>
    <a:masterClrMapping/>
  </p:clrMapOvr>
  <p:extLst>
    <p:ext uri="{DCECCB84-F9BA-43D5-87BE-67443E8EF086}">
      <p15:sldGuideLst xmlns:p15="http://schemas.microsoft.com/office/powerpoint/2012/main">
        <p15:guide id="2" pos="5030" userDrawn="1">
          <p15:clr>
            <a:srgbClr val="FBAE40"/>
          </p15:clr>
        </p15:guide>
        <p15:guide id="3" orient="horz" pos="884"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3-Column">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78915"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4204404"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404E15B6-0BA0-84E6-A568-FC29C85E61F3}"/>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9" name="Footer Placeholder 15">
            <a:extLst>
              <a:ext uri="{FF2B5EF4-FFF2-40B4-BE49-F238E27FC236}">
                <a16:creationId xmlns:a16="http://schemas.microsoft.com/office/drawing/2014/main" id="{02B0394B-12B9-2083-FEB8-141495C18A55}"/>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1364173188"/>
      </p:ext>
    </p:extLst>
  </p:cSld>
  <p:clrMapOvr>
    <a:masterClrMapping/>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4">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3-Column - bars">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13418"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4204404"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33408C86-D3E9-F3C1-4977-859065B75513}"/>
              </a:ext>
            </a:extLst>
          </p:cNvPr>
          <p:cNvCxnSpPr>
            <a:cxnSpLocks/>
          </p:cNvCxnSpPr>
          <p:nvPr userDrawn="1"/>
        </p:nvCxnSpPr>
        <p:spPr>
          <a:xfrm>
            <a:off x="4062828"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2DC5277-B38B-BFA5-234F-37E859463D25}"/>
              </a:ext>
            </a:extLst>
          </p:cNvPr>
          <p:cNvCxnSpPr>
            <a:cxnSpLocks/>
          </p:cNvCxnSpPr>
          <p:nvPr userDrawn="1"/>
        </p:nvCxnSpPr>
        <p:spPr>
          <a:xfrm>
            <a:off x="7848132"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10" name="Picture 9" descr="Text&#10;&#10;Description automatically generated">
            <a:extLst>
              <a:ext uri="{FF2B5EF4-FFF2-40B4-BE49-F238E27FC236}">
                <a16:creationId xmlns:a16="http://schemas.microsoft.com/office/drawing/2014/main" id="{6F06206D-1B55-79AD-7D01-D0EB3C4108CB}"/>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11" name="Footer Placeholder 15">
            <a:extLst>
              <a:ext uri="{FF2B5EF4-FFF2-40B4-BE49-F238E27FC236}">
                <a16:creationId xmlns:a16="http://schemas.microsoft.com/office/drawing/2014/main" id="{6AA19732-5DB3-4171-CEA3-9065A8A6D396}"/>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2821405647"/>
      </p:ext>
    </p:extLst>
  </p:cSld>
  <p:clrMapOvr>
    <a:masterClrMapping/>
  </p:clrMapOvr>
  <p:extLst>
    <p:ext uri="{DCECCB84-F9BA-43D5-87BE-67443E8EF086}">
      <p15:sldGuideLst xmlns:p15="http://schemas.microsoft.com/office/powerpoint/2012/main">
        <p15:guide id="1" pos="2650" userDrawn="1">
          <p15:clr>
            <a:srgbClr val="FBAE40"/>
          </p15:clr>
        </p15:guide>
        <p15:guide id="2" pos="5030" userDrawn="1">
          <p15:clr>
            <a:srgbClr val="FBAE40"/>
          </p15:clr>
        </p15:guide>
        <p15:guide id="3" orient="horz" pos="884"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4 Column">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8"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3257549" y="1403349"/>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D1F40F60-BBD9-9E4F-84D2-0B668EDB1695}"/>
              </a:ext>
            </a:extLst>
          </p:cNvPr>
          <p:cNvSpPr>
            <a:spLocks noGrp="1"/>
          </p:cNvSpPr>
          <p:nvPr>
            <p:ph idx="14" hasCustomPrompt="1"/>
          </p:nvPr>
        </p:nvSpPr>
        <p:spPr>
          <a:xfrm>
            <a:off x="6095999" y="1403350"/>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9" name="Content Placeholder 2">
            <a:extLst>
              <a:ext uri="{FF2B5EF4-FFF2-40B4-BE49-F238E27FC236}">
                <a16:creationId xmlns:a16="http://schemas.microsoft.com/office/drawing/2014/main" id="{3AA94E17-ACE2-234E-94FB-6DBEE6BAF77B}"/>
              </a:ext>
            </a:extLst>
          </p:cNvPr>
          <p:cNvSpPr>
            <a:spLocks noGrp="1"/>
          </p:cNvSpPr>
          <p:nvPr>
            <p:ph idx="15" hasCustomPrompt="1"/>
          </p:nvPr>
        </p:nvSpPr>
        <p:spPr>
          <a:xfrm>
            <a:off x="8934450" y="1403350"/>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5CB7DF46-A9CC-4BD9-D472-6BF977C64294}"/>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10" name="Footer Placeholder 15">
            <a:extLst>
              <a:ext uri="{FF2B5EF4-FFF2-40B4-BE49-F238E27FC236}">
                <a16:creationId xmlns:a16="http://schemas.microsoft.com/office/drawing/2014/main" id="{344F9DB3-94A4-4FB1-FCDC-A495244861FB}"/>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4162642070"/>
      </p:ext>
    </p:extLst>
  </p:cSld>
  <p:clrMapOvr>
    <a:masterClrMapping/>
  </p:clrMapOvr>
  <p:extLst>
    <p:ext uri="{DCECCB84-F9BA-43D5-87BE-67443E8EF086}">
      <p15:sldGuideLst xmlns:p15="http://schemas.microsoft.com/office/powerpoint/2012/main">
        <p15:guide id="1" pos="2056">
          <p15:clr>
            <a:srgbClr val="FBAE40"/>
          </p15:clr>
        </p15:guide>
        <p15:guide id="2" pos="5628">
          <p15:clr>
            <a:srgbClr val="FBAE40"/>
          </p15:clr>
        </p15:guide>
        <p15:guide id="3" pos="3840">
          <p15:clr>
            <a:srgbClr val="FBAE40"/>
          </p15:clr>
        </p15:guide>
        <p15:guide id="4" orient="horz" pos="88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4 Column - Bars">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0"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3257549" y="1403349"/>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D1F40F60-BBD9-9E4F-84D2-0B668EDB1695}"/>
              </a:ext>
            </a:extLst>
          </p:cNvPr>
          <p:cNvSpPr>
            <a:spLocks noGrp="1"/>
          </p:cNvSpPr>
          <p:nvPr>
            <p:ph idx="14" hasCustomPrompt="1"/>
          </p:nvPr>
        </p:nvSpPr>
        <p:spPr>
          <a:xfrm>
            <a:off x="6095999" y="1403350"/>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9" name="Content Placeholder 2">
            <a:extLst>
              <a:ext uri="{FF2B5EF4-FFF2-40B4-BE49-F238E27FC236}">
                <a16:creationId xmlns:a16="http://schemas.microsoft.com/office/drawing/2014/main" id="{3AA94E17-ACE2-234E-94FB-6DBEE6BAF77B}"/>
              </a:ext>
            </a:extLst>
          </p:cNvPr>
          <p:cNvSpPr>
            <a:spLocks noGrp="1"/>
          </p:cNvSpPr>
          <p:nvPr>
            <p:ph idx="15" hasCustomPrompt="1"/>
          </p:nvPr>
        </p:nvSpPr>
        <p:spPr>
          <a:xfrm>
            <a:off x="8934450" y="1403350"/>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71E6CAA3-D2BE-B7A9-9C26-22C4F1F5EDDD}"/>
              </a:ext>
            </a:extLst>
          </p:cNvPr>
          <p:cNvCxnSpPr>
            <a:cxnSpLocks/>
          </p:cNvCxnSpPr>
          <p:nvPr userDrawn="1"/>
        </p:nvCxnSpPr>
        <p:spPr>
          <a:xfrm>
            <a:off x="3123056"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865847-B1DD-F900-9C6C-8E3E630784E8}"/>
              </a:ext>
            </a:extLst>
          </p:cNvPr>
          <p:cNvCxnSpPr>
            <a:cxnSpLocks/>
          </p:cNvCxnSpPr>
          <p:nvPr userDrawn="1"/>
        </p:nvCxnSpPr>
        <p:spPr>
          <a:xfrm>
            <a:off x="5961506"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4BCFFAC-C9D0-7B24-E424-D791DC86FA9A}"/>
              </a:ext>
            </a:extLst>
          </p:cNvPr>
          <p:cNvCxnSpPr>
            <a:cxnSpLocks/>
          </p:cNvCxnSpPr>
          <p:nvPr userDrawn="1"/>
        </p:nvCxnSpPr>
        <p:spPr>
          <a:xfrm>
            <a:off x="8799956"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12" name="Picture 11" descr="Text&#10;&#10;Description automatically generated">
            <a:extLst>
              <a:ext uri="{FF2B5EF4-FFF2-40B4-BE49-F238E27FC236}">
                <a16:creationId xmlns:a16="http://schemas.microsoft.com/office/drawing/2014/main" id="{F179F5EF-F643-19DD-3442-114B11F58335}"/>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13" name="Footer Placeholder 15">
            <a:extLst>
              <a:ext uri="{FF2B5EF4-FFF2-40B4-BE49-F238E27FC236}">
                <a16:creationId xmlns:a16="http://schemas.microsoft.com/office/drawing/2014/main" id="{27512AE6-0BE8-8360-8C66-96B86F86B990}"/>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466450991"/>
      </p:ext>
    </p:extLst>
  </p:cSld>
  <p:clrMapOvr>
    <a:masterClrMapping/>
  </p:clrMapOvr>
  <p:extLst>
    <p:ext uri="{DCECCB84-F9BA-43D5-87BE-67443E8EF086}">
      <p15:sldGuideLst xmlns:p15="http://schemas.microsoft.com/office/powerpoint/2012/main">
        <p15:guide id="1" pos="2056" userDrawn="1">
          <p15:clr>
            <a:srgbClr val="FBAE40"/>
          </p15:clr>
        </p15:guide>
        <p15:guide id="2" pos="5628" userDrawn="1">
          <p15:clr>
            <a:srgbClr val="FBAE40"/>
          </p15:clr>
        </p15:guide>
        <p15:guide id="3" pos="3840" userDrawn="1">
          <p15:clr>
            <a:srgbClr val="FBAE40"/>
          </p15:clr>
        </p15:guide>
        <p15:guide id="4" orient="horz" pos="884"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3 and 1/3-Column Subtit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466769" cy="457020"/>
          </a:xfrm>
        </p:spPr>
        <p:txBody>
          <a:bodyPr/>
          <a:lstStyle>
            <a:lvl1pPr>
              <a:defRPr>
                <a:solidFill>
                  <a:srgbClr val="005E60"/>
                </a:solidFill>
              </a:defRPr>
            </a:lvl1pPr>
          </a:lstStyle>
          <a:p>
            <a:r>
              <a:rPr lang="en-US"/>
              <a:t>Click to edit Master title style</a:t>
            </a:r>
            <a:endParaRPr lang="en-US" dirty="0"/>
          </a:p>
        </p:txBody>
      </p:sp>
      <p:sp>
        <p:nvSpPr>
          <p:cNvPr id="10" name="Text Placeholder 10">
            <a:extLst>
              <a:ext uri="{FF2B5EF4-FFF2-40B4-BE49-F238E27FC236}">
                <a16:creationId xmlns:a16="http://schemas.microsoft.com/office/drawing/2014/main" id="{6A24B364-E635-8148-9DBE-C364F1D3BC53}"/>
              </a:ext>
            </a:extLst>
          </p:cNvPr>
          <p:cNvSpPr>
            <a:spLocks noGrp="1"/>
          </p:cNvSpPr>
          <p:nvPr>
            <p:ph type="body" sz="quarter" idx="13"/>
          </p:nvPr>
        </p:nvSpPr>
        <p:spPr>
          <a:xfrm>
            <a:off x="419099" y="1403350"/>
            <a:ext cx="7296912" cy="692150"/>
          </a:xfrm>
        </p:spPr>
        <p:txBody>
          <a:bodyPr/>
          <a:lstStyle>
            <a:lvl1pPr>
              <a:spcAft>
                <a:spcPts val="0"/>
              </a:spcAft>
              <a:defRPr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sp>
        <p:nvSpPr>
          <p:cNvPr id="11" name="Text Placeholder 10">
            <a:extLst>
              <a:ext uri="{FF2B5EF4-FFF2-40B4-BE49-F238E27FC236}">
                <a16:creationId xmlns:a16="http://schemas.microsoft.com/office/drawing/2014/main" id="{F265EA83-2EC6-BE4F-96E1-74D20B473B4D}"/>
              </a:ext>
            </a:extLst>
          </p:cNvPr>
          <p:cNvSpPr>
            <a:spLocks noGrp="1"/>
          </p:cNvSpPr>
          <p:nvPr>
            <p:ph type="body" sz="quarter" idx="15"/>
          </p:nvPr>
        </p:nvSpPr>
        <p:spPr>
          <a:xfrm>
            <a:off x="8000999" y="1403350"/>
            <a:ext cx="3787133" cy="692150"/>
          </a:xfrm>
        </p:spPr>
        <p:txBody>
          <a:bodyPr/>
          <a:lstStyle>
            <a:lvl1pPr>
              <a:spcAft>
                <a:spcPts val="0"/>
              </a:spcAft>
              <a:defRPr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2095501"/>
            <a:ext cx="7296912" cy="4114799"/>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8000997" y="2095501"/>
            <a:ext cx="3771899" cy="411480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1A5C9CC5-B8DE-1A0B-AEAF-078158CE873D}"/>
              </a:ext>
            </a:extLst>
          </p:cNvPr>
          <p:cNvCxnSpPr>
            <a:cxnSpLocks/>
          </p:cNvCxnSpPr>
          <p:nvPr userDrawn="1"/>
        </p:nvCxnSpPr>
        <p:spPr>
          <a:xfrm>
            <a:off x="7850890"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7" name="Picture 6" descr="Text&#10;&#10;Description automatically generated">
            <a:extLst>
              <a:ext uri="{FF2B5EF4-FFF2-40B4-BE49-F238E27FC236}">
                <a16:creationId xmlns:a16="http://schemas.microsoft.com/office/drawing/2014/main" id="{C287820B-9605-1150-C001-4792D5A7E407}"/>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9" name="Footer Placeholder 15">
            <a:extLst>
              <a:ext uri="{FF2B5EF4-FFF2-40B4-BE49-F238E27FC236}">
                <a16:creationId xmlns:a16="http://schemas.microsoft.com/office/drawing/2014/main" id="{13DDB821-528C-407C-7414-E650782196B5}"/>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4106879767"/>
      </p:ext>
    </p:extLst>
  </p:cSld>
  <p:clrMapOvr>
    <a:masterClrMapping/>
  </p:clrMapOvr>
  <p:extLst>
    <p:ext uri="{DCECCB84-F9BA-43D5-87BE-67443E8EF086}">
      <p15:sldGuideLst xmlns:p15="http://schemas.microsoft.com/office/powerpoint/2012/main">
        <p15:guide id="2" pos="5040" userDrawn="1">
          <p15:clr>
            <a:srgbClr val="FBAE40"/>
          </p15:clr>
        </p15:guide>
        <p15:guide id="3" orient="horz" pos="1320" userDrawn="1">
          <p15:clr>
            <a:srgbClr val="FBAE40"/>
          </p15:clr>
        </p15:guide>
        <p15:guide id="4" orient="horz" pos="884"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1-Column Photo Backgroun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43C0532-DBFF-2022-5F35-01DC75E41C0E}"/>
              </a:ext>
            </a:extLst>
          </p:cNvPr>
          <p:cNvSpPr/>
          <p:nvPr userDrawn="1"/>
        </p:nvSpPr>
        <p:spPr>
          <a:xfrm>
            <a:off x="0" y="1402915"/>
            <a:ext cx="12192000" cy="5455085"/>
          </a:xfrm>
          <a:prstGeom prst="rect">
            <a:avLst/>
          </a:prstGeom>
          <a:solidFill>
            <a:srgbClr val="005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13421"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11353800" cy="4806951"/>
          </a:xfrm>
          <a:noFill/>
        </p:spPr>
        <p:txBody>
          <a:bodyPr lIns="0" tIns="182880" rIns="0" bIns="0">
            <a:noAutofit/>
          </a:bodyPr>
          <a:lstStyle>
            <a:lvl1pPr>
              <a:defRPr>
                <a:solidFill>
                  <a:schemeClr val="bg1"/>
                </a:solidFill>
              </a:defRPr>
            </a:lvl1pPr>
            <a:lvl2pPr marL="174625" indent="-174625">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rgbClr val="C8FF08"/>
              </a:buClr>
              <a:defRPr>
                <a:solidFill>
                  <a:schemeClr val="bg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8" name="Picture 7" descr="Text&#10;&#10;Description automatically generated">
            <a:extLst>
              <a:ext uri="{FF2B5EF4-FFF2-40B4-BE49-F238E27FC236}">
                <a16:creationId xmlns:a16="http://schemas.microsoft.com/office/drawing/2014/main" id="{DCECCD58-6B53-F6DC-FD8A-F86F07E65273}"/>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7" name="Footer Placeholder 15">
            <a:extLst>
              <a:ext uri="{FF2B5EF4-FFF2-40B4-BE49-F238E27FC236}">
                <a16:creationId xmlns:a16="http://schemas.microsoft.com/office/drawing/2014/main" id="{7A278797-887B-4DF5-EB13-48AB84D24D7D}"/>
              </a:ext>
            </a:extLst>
          </p:cNvPr>
          <p:cNvSpPr>
            <a:spLocks noGrp="1"/>
          </p:cNvSpPr>
          <p:nvPr>
            <p:ph type="ftr" sz="quarter" idx="4294967295"/>
          </p:nvPr>
        </p:nvSpPr>
        <p:spPr>
          <a:xfrm>
            <a:off x="419100" y="6492875"/>
            <a:ext cx="10248900" cy="244653"/>
          </a:xfrm>
        </p:spPr>
        <p:txBody>
          <a:bodyPr/>
          <a:lstStyle>
            <a:lvl1pPr>
              <a:defRPr>
                <a:solidFill>
                  <a:schemeClr val="bg1"/>
                </a:solidFill>
              </a:defRPr>
            </a:lvl1pPr>
          </a:lstStyle>
          <a:p>
            <a:pPr defTabSz="914126"/>
            <a:r>
              <a:rPr lang="en-US" sz="800" dirty="0">
                <a:ea typeface="Inter" panose="02000503000000020004" pitchFamily="2" charset="0"/>
              </a:rPr>
              <a:t>© 2026 GE Vernova and/or its affiliates. All rights reserved.</a:t>
            </a:r>
            <a:endParaRPr lang="en-US" sz="800" dirty="0"/>
          </a:p>
        </p:txBody>
      </p:sp>
    </p:spTree>
    <p:extLst>
      <p:ext uri="{BB962C8B-B14F-4D97-AF65-F5344CB8AC3E}">
        <p14:creationId xmlns:p14="http://schemas.microsoft.com/office/powerpoint/2010/main" val="3208661785"/>
      </p:ext>
    </p:extLst>
  </p:cSld>
  <p:clrMapOvr>
    <a:masterClrMapping/>
  </p:clrMapOvr>
  <p:extLst>
    <p:ext uri="{DCECCB84-F9BA-43D5-87BE-67443E8EF086}">
      <p15:sldGuideLst xmlns:p15="http://schemas.microsoft.com/office/powerpoint/2012/main">
        <p15:guide id="1" orient="horz" pos="884"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 Column Boxe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777323" cy="45702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11071860" cy="4806951"/>
          </a:xfrm>
          <a:solidFill>
            <a:srgbClr val="E3E3E3"/>
          </a:solidFill>
        </p:spPr>
        <p:txBody>
          <a:bodyPr lIns="182880" tIns="182880" rIns="182880" bIns="182880"/>
          <a:lstStyle>
            <a:lvl2pPr marL="174625" indent="-174625">
              <a:buClr>
                <a:schemeClr val="tx2"/>
              </a:buClr>
              <a:buFont typeface="Arial" panose="020B0604020202020204" pitchFamily="34" charset="0"/>
              <a:buChar char="•"/>
              <a:defRPr/>
            </a:lvl2pPr>
            <a:lvl3pPr>
              <a:buClr>
                <a:schemeClr val="tx2"/>
              </a:buClr>
              <a:defRPr/>
            </a:lvl3pPr>
            <a:lvl4pPr>
              <a:buClr>
                <a:schemeClr val="tx2"/>
              </a:buClr>
              <a:defRPr/>
            </a:lvl4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pic>
        <p:nvPicPr>
          <p:cNvPr id="4" name="Picture 3" descr="Text&#10;&#10;Description automatically generated">
            <a:extLst>
              <a:ext uri="{FF2B5EF4-FFF2-40B4-BE49-F238E27FC236}">
                <a16:creationId xmlns:a16="http://schemas.microsoft.com/office/drawing/2014/main" id="{2C2A4A3E-D4B8-672E-E828-A2571A7B04DD}"/>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7" name="Footer Placeholder 15">
            <a:extLst>
              <a:ext uri="{FF2B5EF4-FFF2-40B4-BE49-F238E27FC236}">
                <a16:creationId xmlns:a16="http://schemas.microsoft.com/office/drawing/2014/main" id="{3672ABEC-0EDA-22BD-65FE-791E9EE774E9}"/>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3257206721"/>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884"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1_2 Column Boxe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777323" cy="45702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5394960" cy="4806951"/>
          </a:xfrm>
          <a:solidFill>
            <a:srgbClr val="E3E3E3"/>
          </a:solidFill>
        </p:spPr>
        <p:txBody>
          <a:bodyPr lIns="182880" tIns="182880" rIns="182880" bIns="182880"/>
          <a:lstStyle>
            <a:lvl2pPr marL="174625" indent="-174625">
              <a:buClr>
                <a:schemeClr val="tx2"/>
              </a:buClr>
              <a:buFont typeface="Arial" panose="020B0604020202020204" pitchFamily="34" charset="0"/>
              <a:buChar char="•"/>
              <a:defRPr/>
            </a:lvl2pPr>
            <a:lvl3pPr>
              <a:buClr>
                <a:schemeClr val="tx2"/>
              </a:buClr>
              <a:defRPr/>
            </a:lvl3pPr>
            <a:lvl4pPr>
              <a:buClr>
                <a:schemeClr val="tx2"/>
              </a:buClr>
              <a:defRPr/>
            </a:lvl4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6096000" y="1403349"/>
            <a:ext cx="5394960" cy="4806951"/>
          </a:xfrm>
          <a:solidFill>
            <a:srgbClr val="E3E3E3"/>
          </a:solidFill>
        </p:spPr>
        <p:txBody>
          <a:bodyPr lIns="182880" tIns="182880" rIns="182880" bIns="182880"/>
          <a:lstStyle>
            <a:lvl2pPr marL="174625" indent="-174625">
              <a:buClr>
                <a:schemeClr val="tx2"/>
              </a:buClr>
              <a:buFont typeface="Arial" panose="020B0604020202020204" pitchFamily="34" charset="0"/>
              <a:buChar char="•"/>
              <a:defRPr/>
            </a:lvl2pPr>
            <a:lvl3pPr>
              <a:buClr>
                <a:schemeClr val="tx2"/>
              </a:buClr>
              <a:defRPr/>
            </a:lvl3pPr>
            <a:lvl4pPr>
              <a:buClr>
                <a:schemeClr val="tx2"/>
              </a:buClr>
              <a:defRPr/>
            </a:lvl4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pic>
        <p:nvPicPr>
          <p:cNvPr id="4" name="Picture 3" descr="Text&#10;&#10;Description automatically generated">
            <a:extLst>
              <a:ext uri="{FF2B5EF4-FFF2-40B4-BE49-F238E27FC236}">
                <a16:creationId xmlns:a16="http://schemas.microsoft.com/office/drawing/2014/main" id="{2C2A4A3E-D4B8-672E-E828-A2571A7B04DD}"/>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8" name="Footer Placeholder 15">
            <a:extLst>
              <a:ext uri="{FF2B5EF4-FFF2-40B4-BE49-F238E27FC236}">
                <a16:creationId xmlns:a16="http://schemas.microsoft.com/office/drawing/2014/main" id="{A3951F52-DC48-A7D4-2824-F5307F064DE8}"/>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739847199"/>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884"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3 Column Boxe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82432"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4206539" y="1403351"/>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1"/>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6EE8FD0A-8C5E-E7DE-4656-7844FF43109D}"/>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9" name="Footer Placeholder 15">
            <a:extLst>
              <a:ext uri="{FF2B5EF4-FFF2-40B4-BE49-F238E27FC236}">
                <a16:creationId xmlns:a16="http://schemas.microsoft.com/office/drawing/2014/main" id="{BEB8EA9E-A092-E815-FA6C-B16D231FCE7D}"/>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181804034"/>
      </p:ext>
    </p:extLst>
  </p:cSld>
  <p:clrMapOvr>
    <a:masterClrMapping/>
  </p:clrMapOvr>
  <p:extLst>
    <p:ext uri="{DCECCB84-F9BA-43D5-87BE-67443E8EF086}">
      <p15:sldGuideLst xmlns:p15="http://schemas.microsoft.com/office/powerpoint/2012/main">
        <p15:guide id="1" pos="2650" userDrawn="1">
          <p15:clr>
            <a:srgbClr val="FBAE40"/>
          </p15:clr>
        </p15:guide>
        <p15:guide id="2" pos="5030" userDrawn="1">
          <p15:clr>
            <a:srgbClr val="FBAE40"/>
          </p15:clr>
        </p15:guide>
        <p15:guide id="3" orient="horz" pos="884"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4 Column Boxe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890760"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2569464"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3263899" y="1403349"/>
            <a:ext cx="2569464"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D1F40F60-BBD9-9E4F-84D2-0B668EDB1695}"/>
              </a:ext>
            </a:extLst>
          </p:cNvPr>
          <p:cNvSpPr>
            <a:spLocks noGrp="1"/>
          </p:cNvSpPr>
          <p:nvPr>
            <p:ph idx="14" hasCustomPrompt="1"/>
          </p:nvPr>
        </p:nvSpPr>
        <p:spPr>
          <a:xfrm>
            <a:off x="6096000" y="1403350"/>
            <a:ext cx="2569464"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9" name="Content Placeholder 2">
            <a:extLst>
              <a:ext uri="{FF2B5EF4-FFF2-40B4-BE49-F238E27FC236}">
                <a16:creationId xmlns:a16="http://schemas.microsoft.com/office/drawing/2014/main" id="{3AA94E17-ACE2-234E-94FB-6DBEE6BAF77B}"/>
              </a:ext>
            </a:extLst>
          </p:cNvPr>
          <p:cNvSpPr>
            <a:spLocks noGrp="1"/>
          </p:cNvSpPr>
          <p:nvPr>
            <p:ph idx="15" hasCustomPrompt="1"/>
          </p:nvPr>
        </p:nvSpPr>
        <p:spPr>
          <a:xfrm>
            <a:off x="8934450" y="1403350"/>
            <a:ext cx="2569464"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A126E61B-5B00-C74E-A14F-005A2D3E23ED}"/>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10" name="Footer Placeholder 15">
            <a:extLst>
              <a:ext uri="{FF2B5EF4-FFF2-40B4-BE49-F238E27FC236}">
                <a16:creationId xmlns:a16="http://schemas.microsoft.com/office/drawing/2014/main" id="{192411F8-CBE6-BB9A-E30E-38F0DC1B4E90}"/>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1758873889"/>
      </p:ext>
    </p:extLst>
  </p:cSld>
  <p:clrMapOvr>
    <a:masterClrMapping/>
  </p:clrMapOvr>
  <p:extLst>
    <p:ext uri="{DCECCB84-F9BA-43D5-87BE-67443E8EF086}">
      <p15:sldGuideLst xmlns:p15="http://schemas.microsoft.com/office/powerpoint/2012/main">
        <p15:guide id="1" pos="2056" userDrawn="1">
          <p15:clr>
            <a:srgbClr val="FBAE40"/>
          </p15:clr>
        </p15:guide>
        <p15:guide id="2" pos="5628" userDrawn="1">
          <p15:clr>
            <a:srgbClr val="FBAE40"/>
          </p15:clr>
        </p15:guide>
        <p15:guide id="3" pos="3840" userDrawn="1">
          <p15:clr>
            <a:srgbClr val="FBAE40"/>
          </p15:clr>
        </p15:guide>
        <p15:guide id="4" orient="horz" pos="884"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 Column Boxed Asymmetrical">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890760"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7292975"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0"/>
            <a:ext cx="3502152"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1321A8AC-94BF-D6B2-1376-53BEE47F726B}"/>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7" name="Footer Placeholder 15">
            <a:extLst>
              <a:ext uri="{FF2B5EF4-FFF2-40B4-BE49-F238E27FC236}">
                <a16:creationId xmlns:a16="http://schemas.microsoft.com/office/drawing/2014/main" id="{97A2E13F-C618-516D-5AE2-32CF541E5560}"/>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2085943709"/>
      </p:ext>
    </p:extLst>
  </p:cSld>
  <p:clrMapOvr>
    <a:masterClrMapping/>
  </p:clrMapOvr>
  <p:extLst>
    <p:ext uri="{DCECCB84-F9BA-43D5-87BE-67443E8EF086}">
      <p15:sldGuideLst xmlns:p15="http://schemas.microsoft.com/office/powerpoint/2012/main">
        <p15:guide id="2" pos="5030" userDrawn="1">
          <p15:clr>
            <a:srgbClr val="FBAE40"/>
          </p15:clr>
        </p15:guide>
        <p15:guide id="3" orient="horz" pos="884"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vider 1">
    <p:bg>
      <p:bgPr>
        <a:solidFill>
          <a:srgbClr val="005E60"/>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8DF85884-5EEF-2342-9652-061EE3FFEC7D}"/>
              </a:ext>
            </a:extLst>
          </p:cNvPr>
          <p:cNvSpPr>
            <a:spLocks noGrp="1"/>
          </p:cNvSpPr>
          <p:nvPr>
            <p:ph type="title" hasCustomPrompt="1"/>
          </p:nvPr>
        </p:nvSpPr>
        <p:spPr>
          <a:xfrm>
            <a:off x="427383" y="2378075"/>
            <a:ext cx="6875785" cy="1965325"/>
          </a:xfrm>
        </p:spPr>
        <p:txBody>
          <a:bodyPr anchor="t" anchorCtr="0"/>
          <a:lstStyle>
            <a:lvl1pPr>
              <a:lnSpc>
                <a:spcPts val="5400"/>
              </a:lnSpc>
              <a:defRPr sz="6000" cap="all" spc="80" baseline="0">
                <a:solidFill>
                  <a:srgbClr val="C8FF08"/>
                </a:solidFill>
                <a:latin typeface="Sons Condensed Extrabold" panose="02060906060206060203" pitchFamily="18" charset="0"/>
              </a:defRPr>
            </a:lvl1pPr>
          </a:lstStyle>
          <a:p>
            <a:r>
              <a:rPr lang="en-US" dirty="0"/>
              <a:t>CLICK TO EDIT MASTER TITLE STYLE</a:t>
            </a:r>
          </a:p>
        </p:txBody>
      </p:sp>
      <p:pic>
        <p:nvPicPr>
          <p:cNvPr id="7" name="Picture 6" descr="Text&#10;&#10;Description automatically generated">
            <a:extLst>
              <a:ext uri="{FF2B5EF4-FFF2-40B4-BE49-F238E27FC236}">
                <a16:creationId xmlns:a16="http://schemas.microsoft.com/office/drawing/2014/main" id="{C821F4BE-79DE-EBCE-62E2-F24155984D9E}"/>
              </a:ext>
            </a:extLst>
          </p:cNvPr>
          <p:cNvPicPr>
            <a:picLocks noChangeAspect="1"/>
          </p:cNvPicPr>
          <p:nvPr userDrawn="1"/>
        </p:nvPicPr>
        <p:blipFill>
          <a:blip r:embed="rId2"/>
          <a:stretch>
            <a:fillRect/>
          </a:stretch>
        </p:blipFill>
        <p:spPr>
          <a:xfrm>
            <a:off x="10309857" y="339154"/>
            <a:ext cx="1553489" cy="485273"/>
          </a:xfrm>
          <a:prstGeom prst="rect">
            <a:avLst/>
          </a:prstGeom>
        </p:spPr>
      </p:pic>
      <p:sp>
        <p:nvSpPr>
          <p:cNvPr id="3" name="Section Number">
            <a:extLst>
              <a:ext uri="{FF2B5EF4-FFF2-40B4-BE49-F238E27FC236}">
                <a16:creationId xmlns:a16="http://schemas.microsoft.com/office/drawing/2014/main" id="{107E2ABA-1900-FC00-3E5B-96B0338B47BC}"/>
              </a:ext>
            </a:extLst>
          </p:cNvPr>
          <p:cNvSpPr>
            <a:spLocks noGrp="1"/>
          </p:cNvSpPr>
          <p:nvPr>
            <p:ph type="body" sz="quarter" idx="13" hasCustomPrompt="1"/>
          </p:nvPr>
        </p:nvSpPr>
        <p:spPr>
          <a:xfrm>
            <a:off x="419100" y="1922078"/>
            <a:ext cx="2660530" cy="365760"/>
          </a:xfrm>
          <a:noFill/>
        </p:spPr>
        <p:txBody>
          <a:bodyPr wrap="none">
            <a:noAutofit/>
          </a:bodyPr>
          <a:lstStyle>
            <a:lvl1pPr>
              <a:spcAft>
                <a:spcPts val="0"/>
              </a:spcAft>
              <a:defRPr sz="1600" cap="all" baseline="0">
                <a:solidFill>
                  <a:schemeClr val="tx1"/>
                </a:solidFill>
              </a:defRPr>
            </a:lvl1pPr>
          </a:lstStyle>
          <a:p>
            <a:pPr lvl="0"/>
            <a:r>
              <a:rPr lang="en-US" dirty="0"/>
              <a:t>[Optional section ##]</a:t>
            </a:r>
          </a:p>
        </p:txBody>
      </p:sp>
      <p:sp>
        <p:nvSpPr>
          <p:cNvPr id="4" name="Footer Placeholder 15">
            <a:extLst>
              <a:ext uri="{FF2B5EF4-FFF2-40B4-BE49-F238E27FC236}">
                <a16:creationId xmlns:a16="http://schemas.microsoft.com/office/drawing/2014/main" id="{C38754F8-5FCF-38D3-C751-A906C8F44D7F}"/>
              </a:ext>
            </a:extLst>
          </p:cNvPr>
          <p:cNvSpPr>
            <a:spLocks noGrp="1"/>
          </p:cNvSpPr>
          <p:nvPr>
            <p:ph type="ftr" sz="quarter" idx="4294967295"/>
          </p:nvPr>
        </p:nvSpPr>
        <p:spPr>
          <a:xfrm>
            <a:off x="419100" y="6492875"/>
            <a:ext cx="10248900" cy="244653"/>
          </a:xfrm>
        </p:spPr>
        <p:txBody>
          <a:bodyPr/>
          <a:lstStyle>
            <a:lvl1pPr>
              <a:defRPr>
                <a:solidFill>
                  <a:schemeClr val="tx1"/>
                </a:solidFill>
              </a:defRPr>
            </a:lvl1pPr>
          </a:lstStyle>
          <a:p>
            <a:pPr defTabSz="914126"/>
            <a:r>
              <a:rPr lang="en-US" sz="800" dirty="0">
                <a:ea typeface="Inter" panose="02000503000000020004" pitchFamily="2" charset="0"/>
              </a:rPr>
              <a:t>© 2026 GE Vernova and/or its affiliates. All rights reserved.</a:t>
            </a:r>
            <a:endParaRPr lang="en-US" sz="800" dirty="0"/>
          </a:p>
        </p:txBody>
      </p:sp>
    </p:spTree>
    <p:extLst>
      <p:ext uri="{BB962C8B-B14F-4D97-AF65-F5344CB8AC3E}">
        <p14:creationId xmlns:p14="http://schemas.microsoft.com/office/powerpoint/2010/main" val="12632917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userDrawn="1">
          <p15:clr>
            <a:srgbClr val="FBAE40"/>
          </p15:clr>
        </p15:guide>
        <p15:guide id="4" orient="horz" pos="2736"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vider 2">
    <p:bg>
      <p:bgPr>
        <a:solidFill>
          <a:srgbClr val="005E60"/>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10" name="Section Number">
            <a:extLst>
              <a:ext uri="{FF2B5EF4-FFF2-40B4-BE49-F238E27FC236}">
                <a16:creationId xmlns:a16="http://schemas.microsoft.com/office/drawing/2014/main" id="{E0E81EB4-471C-3F45-B7C7-3BCA82925019}"/>
              </a:ext>
            </a:extLst>
          </p:cNvPr>
          <p:cNvSpPr>
            <a:spLocks noGrp="1"/>
          </p:cNvSpPr>
          <p:nvPr>
            <p:ph type="body" sz="quarter" idx="13" hasCustomPrompt="1"/>
          </p:nvPr>
        </p:nvSpPr>
        <p:spPr>
          <a:xfrm>
            <a:off x="419100" y="1922078"/>
            <a:ext cx="2608772" cy="365760"/>
          </a:xfrm>
          <a:noFill/>
        </p:spPr>
        <p:txBody>
          <a:bodyPr wrap="none">
            <a:noAutofit/>
          </a:bodyPr>
          <a:lstStyle>
            <a:lvl1pPr>
              <a:spcAft>
                <a:spcPts val="0"/>
              </a:spcAft>
              <a:defRPr sz="1600" cap="all" baseline="0">
                <a:solidFill>
                  <a:schemeClr val="tx2"/>
                </a:solidFill>
              </a:defRPr>
            </a:lvl1pPr>
          </a:lstStyle>
          <a:p>
            <a:pPr lvl="0"/>
            <a:r>
              <a:rPr lang="en-US" dirty="0"/>
              <a:t>[Optional section ##]</a:t>
            </a:r>
          </a:p>
        </p:txBody>
      </p:sp>
      <p:pic>
        <p:nvPicPr>
          <p:cNvPr id="4" name="Picture 3" descr="Text&#10;&#10;Description automatically generated">
            <a:extLst>
              <a:ext uri="{FF2B5EF4-FFF2-40B4-BE49-F238E27FC236}">
                <a16:creationId xmlns:a16="http://schemas.microsoft.com/office/drawing/2014/main" id="{592B45FF-A1AE-61C0-351C-FC46C4660695}"/>
              </a:ext>
            </a:extLst>
          </p:cNvPr>
          <p:cNvPicPr>
            <a:picLocks noChangeAspect="1"/>
          </p:cNvPicPr>
          <p:nvPr userDrawn="1"/>
        </p:nvPicPr>
        <p:blipFill>
          <a:blip r:embed="rId2"/>
          <a:stretch>
            <a:fillRect/>
          </a:stretch>
        </p:blipFill>
        <p:spPr>
          <a:xfrm>
            <a:off x="10309857" y="339154"/>
            <a:ext cx="1553489" cy="485273"/>
          </a:xfrm>
          <a:prstGeom prst="rect">
            <a:avLst/>
          </a:prstGeom>
        </p:spPr>
      </p:pic>
      <p:sp>
        <p:nvSpPr>
          <p:cNvPr id="3" name="Title 1">
            <a:extLst>
              <a:ext uri="{FF2B5EF4-FFF2-40B4-BE49-F238E27FC236}">
                <a16:creationId xmlns:a16="http://schemas.microsoft.com/office/drawing/2014/main" id="{B449274D-327F-3626-5718-4266E3B0BCE4}"/>
              </a:ext>
            </a:extLst>
          </p:cNvPr>
          <p:cNvSpPr>
            <a:spLocks noGrp="1"/>
          </p:cNvSpPr>
          <p:nvPr>
            <p:ph type="title" hasCustomPrompt="1"/>
          </p:nvPr>
        </p:nvSpPr>
        <p:spPr>
          <a:xfrm>
            <a:off x="427383" y="2378075"/>
            <a:ext cx="6875785" cy="1965325"/>
          </a:xfrm>
        </p:spPr>
        <p:txBody>
          <a:bodyPr anchor="t" anchorCtr="0"/>
          <a:lstStyle>
            <a:lvl1pPr>
              <a:lnSpc>
                <a:spcPts val="5400"/>
              </a:lnSpc>
              <a:defRPr sz="6000" cap="all" spc="80" baseline="0">
                <a:solidFill>
                  <a:schemeClr val="tx1"/>
                </a:solidFill>
                <a:latin typeface="Sons Condensed Extrabold" panose="02060906060206060203" pitchFamily="18" charset="0"/>
              </a:defRPr>
            </a:lvl1pPr>
          </a:lstStyle>
          <a:p>
            <a:r>
              <a:rPr lang="en-US" dirty="0"/>
              <a:t>CLICK TO EDIT MASTER TITLE STYLE</a:t>
            </a:r>
          </a:p>
        </p:txBody>
      </p:sp>
      <p:sp>
        <p:nvSpPr>
          <p:cNvPr id="2" name="Footer Placeholder 15">
            <a:extLst>
              <a:ext uri="{FF2B5EF4-FFF2-40B4-BE49-F238E27FC236}">
                <a16:creationId xmlns:a16="http://schemas.microsoft.com/office/drawing/2014/main" id="{9B07FCD0-F61D-F52A-E4FA-1E848E1AACCB}"/>
              </a:ext>
            </a:extLst>
          </p:cNvPr>
          <p:cNvSpPr>
            <a:spLocks noGrp="1"/>
          </p:cNvSpPr>
          <p:nvPr>
            <p:ph type="ftr" sz="quarter" idx="4294967295"/>
          </p:nvPr>
        </p:nvSpPr>
        <p:spPr>
          <a:xfrm>
            <a:off x="419100" y="6492875"/>
            <a:ext cx="10248900" cy="244653"/>
          </a:xfrm>
        </p:spPr>
        <p:txBody>
          <a:bodyPr/>
          <a:lstStyle>
            <a:lvl1pPr>
              <a:defRPr>
                <a:solidFill>
                  <a:schemeClr val="tx1"/>
                </a:solidFill>
              </a:defRPr>
            </a:lvl1pPr>
          </a:lstStyle>
          <a:p>
            <a:pPr defTabSz="914126"/>
            <a:r>
              <a:rPr lang="en-US" sz="800" dirty="0">
                <a:ea typeface="Inter" panose="02000503000000020004" pitchFamily="2" charset="0"/>
              </a:rPr>
              <a:t>© 2026 GE Vernova and/or its affiliates. All rights reserved.</a:t>
            </a:r>
            <a:endParaRPr lang="en-US" sz="800" dirty="0"/>
          </a:p>
        </p:txBody>
      </p:sp>
    </p:spTree>
    <p:extLst>
      <p:ext uri="{BB962C8B-B14F-4D97-AF65-F5344CB8AC3E}">
        <p14:creationId xmlns:p14="http://schemas.microsoft.com/office/powerpoint/2010/main" val="422889246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4" orient="horz" pos="273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ivider 3">
    <p:bg>
      <p:bgPr>
        <a:solidFill>
          <a:schemeClr val="tx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8DF85884-5EEF-2342-9652-061EE3FFEC7D}"/>
              </a:ext>
            </a:extLst>
          </p:cNvPr>
          <p:cNvSpPr>
            <a:spLocks noGrp="1"/>
          </p:cNvSpPr>
          <p:nvPr>
            <p:ph type="title" hasCustomPrompt="1"/>
          </p:nvPr>
        </p:nvSpPr>
        <p:spPr>
          <a:xfrm>
            <a:off x="419100" y="2378075"/>
            <a:ext cx="6896100" cy="1965325"/>
          </a:xfrm>
        </p:spPr>
        <p:txBody>
          <a:bodyPr anchor="t" anchorCtr="0"/>
          <a:lstStyle>
            <a:lvl1pPr>
              <a:lnSpc>
                <a:spcPts val="5400"/>
              </a:lnSpc>
              <a:defRPr sz="6000" cap="all" spc="80" baseline="0">
                <a:solidFill>
                  <a:srgbClr val="005E60"/>
                </a:solidFill>
                <a:latin typeface="Sons Condensed Extrabold" panose="02060906060206060203" pitchFamily="18" charset="0"/>
              </a:defRPr>
            </a:lvl1pPr>
          </a:lstStyle>
          <a:p>
            <a:r>
              <a:rPr lang="en-US" dirty="0"/>
              <a:t>CLICK TO EDIT MASTER TITLE STYLE</a:t>
            </a:r>
          </a:p>
        </p:txBody>
      </p:sp>
      <p:pic>
        <p:nvPicPr>
          <p:cNvPr id="3" name="Picture 2" descr="Text&#10;&#10;Description automatically generated">
            <a:extLst>
              <a:ext uri="{FF2B5EF4-FFF2-40B4-BE49-F238E27FC236}">
                <a16:creationId xmlns:a16="http://schemas.microsoft.com/office/drawing/2014/main" id="{2F5188B4-2B91-7D7A-D602-95ABB4BAA002}"/>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4" name="Section Number">
            <a:extLst>
              <a:ext uri="{FF2B5EF4-FFF2-40B4-BE49-F238E27FC236}">
                <a16:creationId xmlns:a16="http://schemas.microsoft.com/office/drawing/2014/main" id="{1C20CF72-79D7-2D57-1E9C-4C8386102CFA}"/>
              </a:ext>
            </a:extLst>
          </p:cNvPr>
          <p:cNvSpPr>
            <a:spLocks noGrp="1"/>
          </p:cNvSpPr>
          <p:nvPr>
            <p:ph type="body" sz="quarter" idx="14" hasCustomPrompt="1"/>
          </p:nvPr>
        </p:nvSpPr>
        <p:spPr>
          <a:xfrm>
            <a:off x="419100" y="1922078"/>
            <a:ext cx="3273006" cy="365760"/>
          </a:xfrm>
          <a:noFill/>
        </p:spPr>
        <p:txBody>
          <a:bodyPr wrap="none">
            <a:noAutofit/>
          </a:bodyPr>
          <a:lstStyle>
            <a:lvl1pPr>
              <a:spcAft>
                <a:spcPts val="0"/>
              </a:spcAft>
              <a:defRPr lang="en-US" sz="1600" kern="1200" cap="all" baseline="0" dirty="0">
                <a:solidFill>
                  <a:srgbClr val="212121"/>
                </a:solidFill>
                <a:latin typeface="Inter" panose="02000503000000020004" pitchFamily="2" charset="0"/>
                <a:ea typeface="+mn-ea"/>
                <a:cs typeface="+mn-cs"/>
              </a:defRPr>
            </a:lvl1pPr>
          </a:lstStyle>
          <a:p>
            <a:pPr marL="0" lvl="0" indent="0" algn="l" defTabSz="914400" rtl="0" eaLnBrk="1" latinLnBrk="0" hangingPunct="1">
              <a:lnSpc>
                <a:spcPct val="100000"/>
              </a:lnSpc>
              <a:spcBef>
                <a:spcPts val="0"/>
              </a:spcBef>
              <a:spcAft>
                <a:spcPts val="0"/>
              </a:spcAft>
              <a:buClr>
                <a:schemeClr val="tx1"/>
              </a:buClr>
              <a:buFont typeface="Arial" panose="020B0604020202020204" pitchFamily="34" charset="0"/>
              <a:buNone/>
            </a:pPr>
            <a:r>
              <a:rPr lang="en-US" dirty="0"/>
              <a:t>[Optional section ##]</a:t>
            </a:r>
          </a:p>
        </p:txBody>
      </p:sp>
      <p:sp>
        <p:nvSpPr>
          <p:cNvPr id="7" name="Footer Placeholder 15">
            <a:extLst>
              <a:ext uri="{FF2B5EF4-FFF2-40B4-BE49-F238E27FC236}">
                <a16:creationId xmlns:a16="http://schemas.microsoft.com/office/drawing/2014/main" id="{BD2FB510-466F-A7D9-A9F6-0009FC1704CC}"/>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19714722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4" orient="horz" pos="273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ivider 4">
    <p:bg>
      <p:bgPr>
        <a:solidFill>
          <a:srgbClr val="005E60"/>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pic>
        <p:nvPicPr>
          <p:cNvPr id="4" name="Picture 3" descr="Text&#10;&#10;Description automatically generated">
            <a:extLst>
              <a:ext uri="{FF2B5EF4-FFF2-40B4-BE49-F238E27FC236}">
                <a16:creationId xmlns:a16="http://schemas.microsoft.com/office/drawing/2014/main" id="{592B45FF-A1AE-61C0-351C-FC46C4660695}"/>
              </a:ext>
            </a:extLst>
          </p:cNvPr>
          <p:cNvPicPr>
            <a:picLocks noChangeAspect="1"/>
          </p:cNvPicPr>
          <p:nvPr userDrawn="1"/>
        </p:nvPicPr>
        <p:blipFill>
          <a:blip r:embed="rId2"/>
          <a:stretch>
            <a:fillRect/>
          </a:stretch>
        </p:blipFill>
        <p:spPr>
          <a:xfrm>
            <a:off x="10309857" y="339154"/>
            <a:ext cx="1553489" cy="485273"/>
          </a:xfrm>
          <a:prstGeom prst="rect">
            <a:avLst/>
          </a:prstGeom>
        </p:spPr>
      </p:pic>
      <p:sp>
        <p:nvSpPr>
          <p:cNvPr id="2" name="Footer Placeholder 15">
            <a:extLst>
              <a:ext uri="{FF2B5EF4-FFF2-40B4-BE49-F238E27FC236}">
                <a16:creationId xmlns:a16="http://schemas.microsoft.com/office/drawing/2014/main" id="{CCAD9BAE-A65C-C726-B402-0C0F4D2519E8}"/>
              </a:ext>
            </a:extLst>
          </p:cNvPr>
          <p:cNvSpPr>
            <a:spLocks noGrp="1"/>
          </p:cNvSpPr>
          <p:nvPr>
            <p:ph type="ftr" sz="quarter" idx="4294967295"/>
          </p:nvPr>
        </p:nvSpPr>
        <p:spPr>
          <a:xfrm>
            <a:off x="419100" y="6492875"/>
            <a:ext cx="10248900" cy="244653"/>
          </a:xfrm>
        </p:spPr>
        <p:txBody>
          <a:bodyPr/>
          <a:lstStyle>
            <a:lvl1pPr>
              <a:defRPr>
                <a:solidFill>
                  <a:schemeClr val="tx1"/>
                </a:solidFill>
              </a:defRPr>
            </a:lvl1pPr>
          </a:lstStyle>
          <a:p>
            <a:pPr defTabSz="914126"/>
            <a:r>
              <a:rPr lang="en-US" sz="800" dirty="0">
                <a:ea typeface="Inter" panose="02000503000000020004" pitchFamily="2" charset="0"/>
              </a:rPr>
              <a:t>© 2026 GE Vernova and/or its affiliates. All rights reserved.</a:t>
            </a:r>
            <a:endParaRPr lang="en-US" sz="800" dirty="0"/>
          </a:p>
        </p:txBody>
      </p:sp>
    </p:spTree>
    <p:extLst>
      <p:ext uri="{BB962C8B-B14F-4D97-AF65-F5344CB8AC3E}">
        <p14:creationId xmlns:p14="http://schemas.microsoft.com/office/powerpoint/2010/main" val="4848351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4" orient="horz" pos="2736">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nfographics 1">
    <p:bg>
      <p:bgPr>
        <a:solidFill>
          <a:srgbClr val="005E60"/>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716938" cy="457020"/>
          </a:xfrm>
        </p:spPr>
        <p:txBody>
          <a:bodyPr/>
          <a:lstStyle>
            <a:lvl1pPr>
              <a:defRPr>
                <a:solidFill>
                  <a:schemeClr val="tx1"/>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F4F0CB69-A8C9-3148-BE3D-A492C022E5FA}"/>
              </a:ext>
            </a:extLst>
          </p:cNvPr>
          <p:cNvSpPr>
            <a:spLocks noGrp="1"/>
          </p:cNvSpPr>
          <p:nvPr>
            <p:ph type="body" sz="quarter" idx="13" hasCustomPrompt="1"/>
          </p:nvPr>
        </p:nvSpPr>
        <p:spPr>
          <a:xfrm>
            <a:off x="876300" y="1403350"/>
            <a:ext cx="1104900" cy="914400"/>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11" name="Text Placeholder 9">
            <a:extLst>
              <a:ext uri="{FF2B5EF4-FFF2-40B4-BE49-F238E27FC236}">
                <a16:creationId xmlns:a16="http://schemas.microsoft.com/office/drawing/2014/main" id="{73263E97-D3AD-CB4D-A38F-E36DBD10B2B0}"/>
              </a:ext>
            </a:extLst>
          </p:cNvPr>
          <p:cNvSpPr>
            <a:spLocks noGrp="1"/>
          </p:cNvSpPr>
          <p:nvPr>
            <p:ph type="body" sz="quarter" idx="14" hasCustomPrompt="1"/>
          </p:nvPr>
        </p:nvSpPr>
        <p:spPr>
          <a:xfrm>
            <a:off x="876300" y="2378075"/>
            <a:ext cx="1104900" cy="914400"/>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12" name="Text Placeholder 9">
            <a:extLst>
              <a:ext uri="{FF2B5EF4-FFF2-40B4-BE49-F238E27FC236}">
                <a16:creationId xmlns:a16="http://schemas.microsoft.com/office/drawing/2014/main" id="{40C84B42-6275-4644-86D4-ECD146789AA4}"/>
              </a:ext>
            </a:extLst>
          </p:cNvPr>
          <p:cNvSpPr>
            <a:spLocks noGrp="1"/>
          </p:cNvSpPr>
          <p:nvPr>
            <p:ph type="body" sz="quarter" idx="15" hasCustomPrompt="1"/>
          </p:nvPr>
        </p:nvSpPr>
        <p:spPr>
          <a:xfrm>
            <a:off x="876300" y="3359150"/>
            <a:ext cx="1104900" cy="914400"/>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13" name="Text Placeholder 9">
            <a:extLst>
              <a:ext uri="{FF2B5EF4-FFF2-40B4-BE49-F238E27FC236}">
                <a16:creationId xmlns:a16="http://schemas.microsoft.com/office/drawing/2014/main" id="{C0F8B490-4361-CC4A-9F61-79B2E81AFCDE}"/>
              </a:ext>
            </a:extLst>
          </p:cNvPr>
          <p:cNvSpPr>
            <a:spLocks noGrp="1"/>
          </p:cNvSpPr>
          <p:nvPr>
            <p:ph type="body" sz="quarter" idx="16" hasCustomPrompt="1"/>
          </p:nvPr>
        </p:nvSpPr>
        <p:spPr>
          <a:xfrm>
            <a:off x="876300" y="4343399"/>
            <a:ext cx="1104900" cy="914400"/>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14" name="Text Placeholder 9">
            <a:extLst>
              <a:ext uri="{FF2B5EF4-FFF2-40B4-BE49-F238E27FC236}">
                <a16:creationId xmlns:a16="http://schemas.microsoft.com/office/drawing/2014/main" id="{73CABFCA-A501-7E4D-9263-58563C08AE0E}"/>
              </a:ext>
            </a:extLst>
          </p:cNvPr>
          <p:cNvSpPr>
            <a:spLocks noGrp="1"/>
          </p:cNvSpPr>
          <p:nvPr>
            <p:ph type="body" sz="quarter" idx="17" hasCustomPrompt="1"/>
          </p:nvPr>
        </p:nvSpPr>
        <p:spPr>
          <a:xfrm>
            <a:off x="876300" y="5318126"/>
            <a:ext cx="1104900" cy="892175"/>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17" name="Text Placeholder 9">
            <a:extLst>
              <a:ext uri="{FF2B5EF4-FFF2-40B4-BE49-F238E27FC236}">
                <a16:creationId xmlns:a16="http://schemas.microsoft.com/office/drawing/2014/main" id="{6AC87837-1EA6-2349-931C-E6FFFB8DBB27}"/>
              </a:ext>
            </a:extLst>
          </p:cNvPr>
          <p:cNvSpPr>
            <a:spLocks noGrp="1"/>
          </p:cNvSpPr>
          <p:nvPr>
            <p:ph type="body" sz="quarter" idx="18" hasCustomPrompt="1"/>
          </p:nvPr>
        </p:nvSpPr>
        <p:spPr>
          <a:xfrm>
            <a:off x="6553200" y="1403350"/>
            <a:ext cx="1104900" cy="914400"/>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18" name="Text Placeholder 9">
            <a:extLst>
              <a:ext uri="{FF2B5EF4-FFF2-40B4-BE49-F238E27FC236}">
                <a16:creationId xmlns:a16="http://schemas.microsoft.com/office/drawing/2014/main" id="{36138EAC-7695-894D-BBD4-055459A09359}"/>
              </a:ext>
            </a:extLst>
          </p:cNvPr>
          <p:cNvSpPr>
            <a:spLocks noGrp="1"/>
          </p:cNvSpPr>
          <p:nvPr>
            <p:ph type="body" sz="quarter" idx="19" hasCustomPrompt="1"/>
          </p:nvPr>
        </p:nvSpPr>
        <p:spPr>
          <a:xfrm>
            <a:off x="6553200" y="2378075"/>
            <a:ext cx="1104900" cy="914400"/>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19" name="Text Placeholder 9">
            <a:extLst>
              <a:ext uri="{FF2B5EF4-FFF2-40B4-BE49-F238E27FC236}">
                <a16:creationId xmlns:a16="http://schemas.microsoft.com/office/drawing/2014/main" id="{C737E5CF-1F7C-5649-A592-CC25861D2D5B}"/>
              </a:ext>
            </a:extLst>
          </p:cNvPr>
          <p:cNvSpPr>
            <a:spLocks noGrp="1"/>
          </p:cNvSpPr>
          <p:nvPr>
            <p:ph type="body" sz="quarter" idx="20" hasCustomPrompt="1"/>
          </p:nvPr>
        </p:nvSpPr>
        <p:spPr>
          <a:xfrm>
            <a:off x="6553200" y="3359150"/>
            <a:ext cx="1104900" cy="914400"/>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20" name="Text Placeholder 9">
            <a:extLst>
              <a:ext uri="{FF2B5EF4-FFF2-40B4-BE49-F238E27FC236}">
                <a16:creationId xmlns:a16="http://schemas.microsoft.com/office/drawing/2014/main" id="{0070BC90-9746-8846-93B3-5F5CE932FF9B}"/>
              </a:ext>
            </a:extLst>
          </p:cNvPr>
          <p:cNvSpPr>
            <a:spLocks noGrp="1"/>
          </p:cNvSpPr>
          <p:nvPr>
            <p:ph type="body" sz="quarter" idx="21" hasCustomPrompt="1"/>
          </p:nvPr>
        </p:nvSpPr>
        <p:spPr>
          <a:xfrm>
            <a:off x="6553200" y="4343399"/>
            <a:ext cx="1104900" cy="914400"/>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21" name="Text Placeholder 9">
            <a:extLst>
              <a:ext uri="{FF2B5EF4-FFF2-40B4-BE49-F238E27FC236}">
                <a16:creationId xmlns:a16="http://schemas.microsoft.com/office/drawing/2014/main" id="{60960AB0-B647-2C4E-AAFE-66E5B8F1A5C6}"/>
              </a:ext>
            </a:extLst>
          </p:cNvPr>
          <p:cNvSpPr>
            <a:spLocks noGrp="1"/>
          </p:cNvSpPr>
          <p:nvPr>
            <p:ph type="body" sz="quarter" idx="22" hasCustomPrompt="1"/>
          </p:nvPr>
        </p:nvSpPr>
        <p:spPr>
          <a:xfrm>
            <a:off x="6553200" y="5318126"/>
            <a:ext cx="1104900" cy="892175"/>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25" name="Text Placeholder 24">
            <a:extLst>
              <a:ext uri="{FF2B5EF4-FFF2-40B4-BE49-F238E27FC236}">
                <a16:creationId xmlns:a16="http://schemas.microsoft.com/office/drawing/2014/main" id="{4247BEE3-7D76-F644-BDAB-16ED5A8288C2}"/>
              </a:ext>
            </a:extLst>
          </p:cNvPr>
          <p:cNvSpPr>
            <a:spLocks noGrp="1"/>
          </p:cNvSpPr>
          <p:nvPr>
            <p:ph type="body" sz="quarter" idx="23"/>
          </p:nvPr>
        </p:nvSpPr>
        <p:spPr>
          <a:xfrm>
            <a:off x="1981200" y="1403350"/>
            <a:ext cx="3840480" cy="914400"/>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7" name="Text Placeholder 24">
            <a:extLst>
              <a:ext uri="{FF2B5EF4-FFF2-40B4-BE49-F238E27FC236}">
                <a16:creationId xmlns:a16="http://schemas.microsoft.com/office/drawing/2014/main" id="{321EEC92-A39E-E94D-B2E6-F86BAE8543AF}"/>
              </a:ext>
            </a:extLst>
          </p:cNvPr>
          <p:cNvSpPr>
            <a:spLocks noGrp="1"/>
          </p:cNvSpPr>
          <p:nvPr>
            <p:ph type="body" sz="quarter" idx="24"/>
          </p:nvPr>
        </p:nvSpPr>
        <p:spPr>
          <a:xfrm>
            <a:off x="1981200" y="2378075"/>
            <a:ext cx="3840480" cy="914400"/>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8" name="Text Placeholder 24">
            <a:extLst>
              <a:ext uri="{FF2B5EF4-FFF2-40B4-BE49-F238E27FC236}">
                <a16:creationId xmlns:a16="http://schemas.microsoft.com/office/drawing/2014/main" id="{05A623ED-65B4-834F-8518-DA9B1269F13D}"/>
              </a:ext>
            </a:extLst>
          </p:cNvPr>
          <p:cNvSpPr>
            <a:spLocks noGrp="1"/>
          </p:cNvSpPr>
          <p:nvPr>
            <p:ph type="body" sz="quarter" idx="25"/>
          </p:nvPr>
        </p:nvSpPr>
        <p:spPr>
          <a:xfrm>
            <a:off x="1981200" y="3359150"/>
            <a:ext cx="3840480" cy="914400"/>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9" name="Text Placeholder 24">
            <a:extLst>
              <a:ext uri="{FF2B5EF4-FFF2-40B4-BE49-F238E27FC236}">
                <a16:creationId xmlns:a16="http://schemas.microsoft.com/office/drawing/2014/main" id="{27D82EA8-413C-D24C-A022-A5076609146A}"/>
              </a:ext>
            </a:extLst>
          </p:cNvPr>
          <p:cNvSpPr>
            <a:spLocks noGrp="1"/>
          </p:cNvSpPr>
          <p:nvPr>
            <p:ph type="body" sz="quarter" idx="26"/>
          </p:nvPr>
        </p:nvSpPr>
        <p:spPr>
          <a:xfrm>
            <a:off x="1981200" y="4343400"/>
            <a:ext cx="3840480" cy="914400"/>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0" name="Text Placeholder 24">
            <a:extLst>
              <a:ext uri="{FF2B5EF4-FFF2-40B4-BE49-F238E27FC236}">
                <a16:creationId xmlns:a16="http://schemas.microsoft.com/office/drawing/2014/main" id="{37E7239D-DEAC-7F4E-BAF6-9D7D97413F9A}"/>
              </a:ext>
            </a:extLst>
          </p:cNvPr>
          <p:cNvSpPr>
            <a:spLocks noGrp="1"/>
          </p:cNvSpPr>
          <p:nvPr>
            <p:ph type="body" sz="quarter" idx="27"/>
          </p:nvPr>
        </p:nvSpPr>
        <p:spPr>
          <a:xfrm>
            <a:off x="1981200" y="5318125"/>
            <a:ext cx="3840480" cy="892175"/>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1" name="Text Placeholder 24">
            <a:extLst>
              <a:ext uri="{FF2B5EF4-FFF2-40B4-BE49-F238E27FC236}">
                <a16:creationId xmlns:a16="http://schemas.microsoft.com/office/drawing/2014/main" id="{B11C7D85-DC2F-A745-ADB8-A7CA8256E3D0}"/>
              </a:ext>
            </a:extLst>
          </p:cNvPr>
          <p:cNvSpPr>
            <a:spLocks noGrp="1"/>
          </p:cNvSpPr>
          <p:nvPr>
            <p:ph type="body" sz="quarter" idx="28"/>
          </p:nvPr>
        </p:nvSpPr>
        <p:spPr>
          <a:xfrm>
            <a:off x="7658100" y="1403350"/>
            <a:ext cx="3840480" cy="914400"/>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2" name="Text Placeholder 24">
            <a:extLst>
              <a:ext uri="{FF2B5EF4-FFF2-40B4-BE49-F238E27FC236}">
                <a16:creationId xmlns:a16="http://schemas.microsoft.com/office/drawing/2014/main" id="{EB74C912-DD8C-AF45-9C63-8F7BBF3C01EA}"/>
              </a:ext>
            </a:extLst>
          </p:cNvPr>
          <p:cNvSpPr>
            <a:spLocks noGrp="1"/>
          </p:cNvSpPr>
          <p:nvPr>
            <p:ph type="body" sz="quarter" idx="29"/>
          </p:nvPr>
        </p:nvSpPr>
        <p:spPr>
          <a:xfrm>
            <a:off x="7658100" y="2378075"/>
            <a:ext cx="3840480" cy="914400"/>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3" name="Text Placeholder 24">
            <a:extLst>
              <a:ext uri="{FF2B5EF4-FFF2-40B4-BE49-F238E27FC236}">
                <a16:creationId xmlns:a16="http://schemas.microsoft.com/office/drawing/2014/main" id="{5E8DBD9B-A278-BC4A-920C-02E365359351}"/>
              </a:ext>
            </a:extLst>
          </p:cNvPr>
          <p:cNvSpPr>
            <a:spLocks noGrp="1"/>
          </p:cNvSpPr>
          <p:nvPr>
            <p:ph type="body" sz="quarter" idx="30"/>
          </p:nvPr>
        </p:nvSpPr>
        <p:spPr>
          <a:xfrm>
            <a:off x="7658100" y="3359150"/>
            <a:ext cx="3840480" cy="914400"/>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4" name="Text Placeholder 24">
            <a:extLst>
              <a:ext uri="{FF2B5EF4-FFF2-40B4-BE49-F238E27FC236}">
                <a16:creationId xmlns:a16="http://schemas.microsoft.com/office/drawing/2014/main" id="{FF9FB30C-3AED-7D45-A24D-38F4A99E19BA}"/>
              </a:ext>
            </a:extLst>
          </p:cNvPr>
          <p:cNvSpPr>
            <a:spLocks noGrp="1"/>
          </p:cNvSpPr>
          <p:nvPr>
            <p:ph type="body" sz="quarter" idx="31"/>
          </p:nvPr>
        </p:nvSpPr>
        <p:spPr>
          <a:xfrm>
            <a:off x="7658100" y="4343400"/>
            <a:ext cx="3840480" cy="914400"/>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5" name="Text Placeholder 24">
            <a:extLst>
              <a:ext uri="{FF2B5EF4-FFF2-40B4-BE49-F238E27FC236}">
                <a16:creationId xmlns:a16="http://schemas.microsoft.com/office/drawing/2014/main" id="{612DBE41-3DAD-064C-BC23-5C041B16A221}"/>
              </a:ext>
            </a:extLst>
          </p:cNvPr>
          <p:cNvSpPr>
            <a:spLocks noGrp="1"/>
          </p:cNvSpPr>
          <p:nvPr>
            <p:ph type="body" sz="quarter" idx="32"/>
          </p:nvPr>
        </p:nvSpPr>
        <p:spPr>
          <a:xfrm>
            <a:off x="7658100" y="5318125"/>
            <a:ext cx="3840480" cy="892175"/>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4" name="Picture 3" descr="Text&#10;&#10;Description automatically generated">
            <a:extLst>
              <a:ext uri="{FF2B5EF4-FFF2-40B4-BE49-F238E27FC236}">
                <a16:creationId xmlns:a16="http://schemas.microsoft.com/office/drawing/2014/main" id="{FD051AE3-C2A3-6884-82E8-0091361DC8B0}"/>
              </a:ext>
            </a:extLst>
          </p:cNvPr>
          <p:cNvPicPr>
            <a:picLocks noChangeAspect="1"/>
          </p:cNvPicPr>
          <p:nvPr userDrawn="1"/>
        </p:nvPicPr>
        <p:blipFill>
          <a:blip r:embed="rId2"/>
          <a:stretch>
            <a:fillRect/>
          </a:stretch>
        </p:blipFill>
        <p:spPr>
          <a:xfrm>
            <a:off x="10309857" y="339154"/>
            <a:ext cx="1553489" cy="485273"/>
          </a:xfrm>
          <a:prstGeom prst="rect">
            <a:avLst/>
          </a:prstGeom>
        </p:spPr>
      </p:pic>
      <p:sp>
        <p:nvSpPr>
          <p:cNvPr id="3" name="Footer Placeholder 15">
            <a:extLst>
              <a:ext uri="{FF2B5EF4-FFF2-40B4-BE49-F238E27FC236}">
                <a16:creationId xmlns:a16="http://schemas.microsoft.com/office/drawing/2014/main" id="{53311958-D829-0977-08EB-86681C4D7D93}"/>
              </a:ext>
            </a:extLst>
          </p:cNvPr>
          <p:cNvSpPr>
            <a:spLocks noGrp="1"/>
          </p:cNvSpPr>
          <p:nvPr>
            <p:ph type="ftr" sz="quarter" idx="4294967295"/>
          </p:nvPr>
        </p:nvSpPr>
        <p:spPr>
          <a:xfrm>
            <a:off x="419100" y="6492875"/>
            <a:ext cx="10248900" cy="244653"/>
          </a:xfrm>
        </p:spPr>
        <p:txBody>
          <a:bodyPr/>
          <a:lstStyle>
            <a:lvl1pPr>
              <a:defRPr>
                <a:solidFill>
                  <a:schemeClr val="tx1"/>
                </a:solidFill>
              </a:defRPr>
            </a:lvl1pPr>
          </a:lstStyle>
          <a:p>
            <a:pPr defTabSz="914126"/>
            <a:r>
              <a:rPr lang="en-US" sz="800" dirty="0">
                <a:ea typeface="Inter" panose="02000503000000020004" pitchFamily="2" charset="0"/>
              </a:rPr>
              <a:t>© 2026 GE Vernova and/or its affiliates. All rights reserved.</a:t>
            </a:r>
            <a:endParaRPr lang="en-US" sz="800" dirty="0"/>
          </a:p>
        </p:txBody>
      </p:sp>
    </p:spTree>
    <p:extLst>
      <p:ext uri="{BB962C8B-B14F-4D97-AF65-F5344CB8AC3E}">
        <p14:creationId xmlns:p14="http://schemas.microsoft.com/office/powerpoint/2010/main" val="2631165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pos="1248" userDrawn="1">
          <p15:clr>
            <a:srgbClr val="FBAE40"/>
          </p15:clr>
        </p15:guide>
        <p15:guide id="3" pos="4128" userDrawn="1">
          <p15:clr>
            <a:srgbClr val="FBAE40"/>
          </p15:clr>
        </p15:guide>
        <p15:guide id="4" pos="4824" userDrawn="1">
          <p15:clr>
            <a:srgbClr val="FBAE40"/>
          </p15:clr>
        </p15:guide>
        <p15:guide id="5" orient="horz" pos="884" userDrawn="1">
          <p15:clr>
            <a:srgbClr val="FBAE40"/>
          </p15:clr>
        </p15:guide>
        <p15:guide id="6" orient="horz" pos="1498" userDrawn="1">
          <p15:clr>
            <a:srgbClr val="FBAE40"/>
          </p15:clr>
        </p15:guide>
        <p15:guide id="7" orient="horz" pos="2116" userDrawn="1">
          <p15:clr>
            <a:srgbClr val="FBAE40"/>
          </p15:clr>
        </p15:guide>
        <p15:guide id="8" orient="horz" pos="2736" userDrawn="1">
          <p15:clr>
            <a:srgbClr val="FBAE40"/>
          </p15:clr>
        </p15:guide>
        <p15:guide id="9" orient="horz" pos="3350" userDrawn="1">
          <p15:clr>
            <a:srgbClr val="FBAE40"/>
          </p15:clr>
        </p15:guide>
        <p15:guide id="10" pos="552"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nfographics 3">
    <p:bg>
      <p:bgPr>
        <a:solidFill>
          <a:schemeClr val="tx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p:txBody>
          <a:bodyPr/>
          <a:lstStyle>
            <a:lvl1pPr>
              <a:defRPr>
                <a:solidFill>
                  <a:srgbClr val="005E60"/>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F4F0CB69-A8C9-3148-BE3D-A492C022E5FA}"/>
              </a:ext>
            </a:extLst>
          </p:cNvPr>
          <p:cNvSpPr>
            <a:spLocks noGrp="1"/>
          </p:cNvSpPr>
          <p:nvPr>
            <p:ph type="body" sz="quarter" idx="13" hasCustomPrompt="1"/>
          </p:nvPr>
        </p:nvSpPr>
        <p:spPr>
          <a:xfrm>
            <a:off x="876300" y="1403350"/>
            <a:ext cx="1104900" cy="914400"/>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11" name="Text Placeholder 9">
            <a:extLst>
              <a:ext uri="{FF2B5EF4-FFF2-40B4-BE49-F238E27FC236}">
                <a16:creationId xmlns:a16="http://schemas.microsoft.com/office/drawing/2014/main" id="{73263E97-D3AD-CB4D-A38F-E36DBD10B2B0}"/>
              </a:ext>
            </a:extLst>
          </p:cNvPr>
          <p:cNvSpPr>
            <a:spLocks noGrp="1"/>
          </p:cNvSpPr>
          <p:nvPr>
            <p:ph type="body" sz="quarter" idx="14" hasCustomPrompt="1"/>
          </p:nvPr>
        </p:nvSpPr>
        <p:spPr>
          <a:xfrm>
            <a:off x="876300" y="2378075"/>
            <a:ext cx="1104900" cy="914400"/>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12" name="Text Placeholder 9">
            <a:extLst>
              <a:ext uri="{FF2B5EF4-FFF2-40B4-BE49-F238E27FC236}">
                <a16:creationId xmlns:a16="http://schemas.microsoft.com/office/drawing/2014/main" id="{40C84B42-6275-4644-86D4-ECD146789AA4}"/>
              </a:ext>
            </a:extLst>
          </p:cNvPr>
          <p:cNvSpPr>
            <a:spLocks noGrp="1"/>
          </p:cNvSpPr>
          <p:nvPr>
            <p:ph type="body" sz="quarter" idx="15" hasCustomPrompt="1"/>
          </p:nvPr>
        </p:nvSpPr>
        <p:spPr>
          <a:xfrm>
            <a:off x="876300" y="3359150"/>
            <a:ext cx="1104900" cy="914400"/>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13" name="Text Placeholder 9">
            <a:extLst>
              <a:ext uri="{FF2B5EF4-FFF2-40B4-BE49-F238E27FC236}">
                <a16:creationId xmlns:a16="http://schemas.microsoft.com/office/drawing/2014/main" id="{C0F8B490-4361-CC4A-9F61-79B2E81AFCDE}"/>
              </a:ext>
            </a:extLst>
          </p:cNvPr>
          <p:cNvSpPr>
            <a:spLocks noGrp="1"/>
          </p:cNvSpPr>
          <p:nvPr>
            <p:ph type="body" sz="quarter" idx="16" hasCustomPrompt="1"/>
          </p:nvPr>
        </p:nvSpPr>
        <p:spPr>
          <a:xfrm>
            <a:off x="876300" y="4343399"/>
            <a:ext cx="1104900" cy="914400"/>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14" name="Text Placeholder 9">
            <a:extLst>
              <a:ext uri="{FF2B5EF4-FFF2-40B4-BE49-F238E27FC236}">
                <a16:creationId xmlns:a16="http://schemas.microsoft.com/office/drawing/2014/main" id="{73CABFCA-A501-7E4D-9263-58563C08AE0E}"/>
              </a:ext>
            </a:extLst>
          </p:cNvPr>
          <p:cNvSpPr>
            <a:spLocks noGrp="1"/>
          </p:cNvSpPr>
          <p:nvPr>
            <p:ph type="body" sz="quarter" idx="17" hasCustomPrompt="1"/>
          </p:nvPr>
        </p:nvSpPr>
        <p:spPr>
          <a:xfrm>
            <a:off x="876300" y="5318126"/>
            <a:ext cx="1104900" cy="892175"/>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17" name="Text Placeholder 9">
            <a:extLst>
              <a:ext uri="{FF2B5EF4-FFF2-40B4-BE49-F238E27FC236}">
                <a16:creationId xmlns:a16="http://schemas.microsoft.com/office/drawing/2014/main" id="{6AC87837-1EA6-2349-931C-E6FFFB8DBB27}"/>
              </a:ext>
            </a:extLst>
          </p:cNvPr>
          <p:cNvSpPr>
            <a:spLocks noGrp="1"/>
          </p:cNvSpPr>
          <p:nvPr>
            <p:ph type="body" sz="quarter" idx="18" hasCustomPrompt="1"/>
          </p:nvPr>
        </p:nvSpPr>
        <p:spPr>
          <a:xfrm>
            <a:off x="6553200" y="1403350"/>
            <a:ext cx="1104900" cy="914400"/>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18" name="Text Placeholder 9">
            <a:extLst>
              <a:ext uri="{FF2B5EF4-FFF2-40B4-BE49-F238E27FC236}">
                <a16:creationId xmlns:a16="http://schemas.microsoft.com/office/drawing/2014/main" id="{36138EAC-7695-894D-BBD4-055459A09359}"/>
              </a:ext>
            </a:extLst>
          </p:cNvPr>
          <p:cNvSpPr>
            <a:spLocks noGrp="1"/>
          </p:cNvSpPr>
          <p:nvPr>
            <p:ph type="body" sz="quarter" idx="19" hasCustomPrompt="1"/>
          </p:nvPr>
        </p:nvSpPr>
        <p:spPr>
          <a:xfrm>
            <a:off x="6553200" y="2378075"/>
            <a:ext cx="1104900" cy="914400"/>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19" name="Text Placeholder 9">
            <a:extLst>
              <a:ext uri="{FF2B5EF4-FFF2-40B4-BE49-F238E27FC236}">
                <a16:creationId xmlns:a16="http://schemas.microsoft.com/office/drawing/2014/main" id="{C737E5CF-1F7C-5649-A592-CC25861D2D5B}"/>
              </a:ext>
            </a:extLst>
          </p:cNvPr>
          <p:cNvSpPr>
            <a:spLocks noGrp="1"/>
          </p:cNvSpPr>
          <p:nvPr>
            <p:ph type="body" sz="quarter" idx="20" hasCustomPrompt="1"/>
          </p:nvPr>
        </p:nvSpPr>
        <p:spPr>
          <a:xfrm>
            <a:off x="6553200" y="3359150"/>
            <a:ext cx="1104900" cy="914400"/>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20" name="Text Placeholder 9">
            <a:extLst>
              <a:ext uri="{FF2B5EF4-FFF2-40B4-BE49-F238E27FC236}">
                <a16:creationId xmlns:a16="http://schemas.microsoft.com/office/drawing/2014/main" id="{0070BC90-9746-8846-93B3-5F5CE932FF9B}"/>
              </a:ext>
            </a:extLst>
          </p:cNvPr>
          <p:cNvSpPr>
            <a:spLocks noGrp="1"/>
          </p:cNvSpPr>
          <p:nvPr>
            <p:ph type="body" sz="quarter" idx="21" hasCustomPrompt="1"/>
          </p:nvPr>
        </p:nvSpPr>
        <p:spPr>
          <a:xfrm>
            <a:off x="6553200" y="4343399"/>
            <a:ext cx="1104900" cy="914400"/>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21" name="Text Placeholder 9">
            <a:extLst>
              <a:ext uri="{FF2B5EF4-FFF2-40B4-BE49-F238E27FC236}">
                <a16:creationId xmlns:a16="http://schemas.microsoft.com/office/drawing/2014/main" id="{60960AB0-B647-2C4E-AAFE-66E5B8F1A5C6}"/>
              </a:ext>
            </a:extLst>
          </p:cNvPr>
          <p:cNvSpPr>
            <a:spLocks noGrp="1"/>
          </p:cNvSpPr>
          <p:nvPr>
            <p:ph type="body" sz="quarter" idx="22" hasCustomPrompt="1"/>
          </p:nvPr>
        </p:nvSpPr>
        <p:spPr>
          <a:xfrm>
            <a:off x="6553200" y="5318126"/>
            <a:ext cx="1104900" cy="892175"/>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25" name="Text Placeholder 24">
            <a:extLst>
              <a:ext uri="{FF2B5EF4-FFF2-40B4-BE49-F238E27FC236}">
                <a16:creationId xmlns:a16="http://schemas.microsoft.com/office/drawing/2014/main" id="{4247BEE3-7D76-F644-BDAB-16ED5A8288C2}"/>
              </a:ext>
            </a:extLst>
          </p:cNvPr>
          <p:cNvSpPr>
            <a:spLocks noGrp="1"/>
          </p:cNvSpPr>
          <p:nvPr>
            <p:ph type="body" sz="quarter" idx="23"/>
          </p:nvPr>
        </p:nvSpPr>
        <p:spPr>
          <a:xfrm>
            <a:off x="1981200" y="1403350"/>
            <a:ext cx="3840480" cy="914400"/>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7" name="Text Placeholder 24">
            <a:extLst>
              <a:ext uri="{FF2B5EF4-FFF2-40B4-BE49-F238E27FC236}">
                <a16:creationId xmlns:a16="http://schemas.microsoft.com/office/drawing/2014/main" id="{321EEC92-A39E-E94D-B2E6-F86BAE8543AF}"/>
              </a:ext>
            </a:extLst>
          </p:cNvPr>
          <p:cNvSpPr>
            <a:spLocks noGrp="1"/>
          </p:cNvSpPr>
          <p:nvPr>
            <p:ph type="body" sz="quarter" idx="24"/>
          </p:nvPr>
        </p:nvSpPr>
        <p:spPr>
          <a:xfrm>
            <a:off x="1981200" y="2378075"/>
            <a:ext cx="3840480" cy="914400"/>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8" name="Text Placeholder 24">
            <a:extLst>
              <a:ext uri="{FF2B5EF4-FFF2-40B4-BE49-F238E27FC236}">
                <a16:creationId xmlns:a16="http://schemas.microsoft.com/office/drawing/2014/main" id="{05A623ED-65B4-834F-8518-DA9B1269F13D}"/>
              </a:ext>
            </a:extLst>
          </p:cNvPr>
          <p:cNvSpPr>
            <a:spLocks noGrp="1"/>
          </p:cNvSpPr>
          <p:nvPr>
            <p:ph type="body" sz="quarter" idx="25"/>
          </p:nvPr>
        </p:nvSpPr>
        <p:spPr>
          <a:xfrm>
            <a:off x="1981200" y="3359150"/>
            <a:ext cx="3840480" cy="914400"/>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9" name="Text Placeholder 24">
            <a:extLst>
              <a:ext uri="{FF2B5EF4-FFF2-40B4-BE49-F238E27FC236}">
                <a16:creationId xmlns:a16="http://schemas.microsoft.com/office/drawing/2014/main" id="{27D82EA8-413C-D24C-A022-A5076609146A}"/>
              </a:ext>
            </a:extLst>
          </p:cNvPr>
          <p:cNvSpPr>
            <a:spLocks noGrp="1"/>
          </p:cNvSpPr>
          <p:nvPr>
            <p:ph type="body" sz="quarter" idx="26"/>
          </p:nvPr>
        </p:nvSpPr>
        <p:spPr>
          <a:xfrm>
            <a:off x="1981200" y="4343400"/>
            <a:ext cx="3840480" cy="914400"/>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0" name="Text Placeholder 24">
            <a:extLst>
              <a:ext uri="{FF2B5EF4-FFF2-40B4-BE49-F238E27FC236}">
                <a16:creationId xmlns:a16="http://schemas.microsoft.com/office/drawing/2014/main" id="{37E7239D-DEAC-7F4E-BAF6-9D7D97413F9A}"/>
              </a:ext>
            </a:extLst>
          </p:cNvPr>
          <p:cNvSpPr>
            <a:spLocks noGrp="1"/>
          </p:cNvSpPr>
          <p:nvPr>
            <p:ph type="body" sz="quarter" idx="27"/>
          </p:nvPr>
        </p:nvSpPr>
        <p:spPr>
          <a:xfrm>
            <a:off x="1981200" y="5318125"/>
            <a:ext cx="3840480" cy="892175"/>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1" name="Text Placeholder 24">
            <a:extLst>
              <a:ext uri="{FF2B5EF4-FFF2-40B4-BE49-F238E27FC236}">
                <a16:creationId xmlns:a16="http://schemas.microsoft.com/office/drawing/2014/main" id="{B11C7D85-DC2F-A745-ADB8-A7CA8256E3D0}"/>
              </a:ext>
            </a:extLst>
          </p:cNvPr>
          <p:cNvSpPr>
            <a:spLocks noGrp="1"/>
          </p:cNvSpPr>
          <p:nvPr>
            <p:ph type="body" sz="quarter" idx="28"/>
          </p:nvPr>
        </p:nvSpPr>
        <p:spPr>
          <a:xfrm>
            <a:off x="7658100" y="1403350"/>
            <a:ext cx="3840480" cy="914400"/>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2" name="Text Placeholder 24">
            <a:extLst>
              <a:ext uri="{FF2B5EF4-FFF2-40B4-BE49-F238E27FC236}">
                <a16:creationId xmlns:a16="http://schemas.microsoft.com/office/drawing/2014/main" id="{EB74C912-DD8C-AF45-9C63-8F7BBF3C01EA}"/>
              </a:ext>
            </a:extLst>
          </p:cNvPr>
          <p:cNvSpPr>
            <a:spLocks noGrp="1"/>
          </p:cNvSpPr>
          <p:nvPr>
            <p:ph type="body" sz="quarter" idx="29"/>
          </p:nvPr>
        </p:nvSpPr>
        <p:spPr>
          <a:xfrm>
            <a:off x="7658100" y="2378075"/>
            <a:ext cx="3840480" cy="914400"/>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3" name="Text Placeholder 24">
            <a:extLst>
              <a:ext uri="{FF2B5EF4-FFF2-40B4-BE49-F238E27FC236}">
                <a16:creationId xmlns:a16="http://schemas.microsoft.com/office/drawing/2014/main" id="{5E8DBD9B-A278-BC4A-920C-02E365359351}"/>
              </a:ext>
            </a:extLst>
          </p:cNvPr>
          <p:cNvSpPr>
            <a:spLocks noGrp="1"/>
          </p:cNvSpPr>
          <p:nvPr>
            <p:ph type="body" sz="quarter" idx="30"/>
          </p:nvPr>
        </p:nvSpPr>
        <p:spPr>
          <a:xfrm>
            <a:off x="7658100" y="3359150"/>
            <a:ext cx="3840480" cy="914400"/>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4" name="Text Placeholder 24">
            <a:extLst>
              <a:ext uri="{FF2B5EF4-FFF2-40B4-BE49-F238E27FC236}">
                <a16:creationId xmlns:a16="http://schemas.microsoft.com/office/drawing/2014/main" id="{FF9FB30C-3AED-7D45-A24D-38F4A99E19BA}"/>
              </a:ext>
            </a:extLst>
          </p:cNvPr>
          <p:cNvSpPr>
            <a:spLocks noGrp="1"/>
          </p:cNvSpPr>
          <p:nvPr>
            <p:ph type="body" sz="quarter" idx="31"/>
          </p:nvPr>
        </p:nvSpPr>
        <p:spPr>
          <a:xfrm>
            <a:off x="7658100" y="4343400"/>
            <a:ext cx="3840480" cy="914400"/>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5" name="Text Placeholder 24">
            <a:extLst>
              <a:ext uri="{FF2B5EF4-FFF2-40B4-BE49-F238E27FC236}">
                <a16:creationId xmlns:a16="http://schemas.microsoft.com/office/drawing/2014/main" id="{612DBE41-3DAD-064C-BC23-5C041B16A221}"/>
              </a:ext>
            </a:extLst>
          </p:cNvPr>
          <p:cNvSpPr>
            <a:spLocks noGrp="1"/>
          </p:cNvSpPr>
          <p:nvPr>
            <p:ph type="body" sz="quarter" idx="32"/>
          </p:nvPr>
        </p:nvSpPr>
        <p:spPr>
          <a:xfrm>
            <a:off x="7658100" y="5326751"/>
            <a:ext cx="3840480" cy="892175"/>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3" name="Picture 2" descr="Text&#10;&#10;Description automatically generated">
            <a:extLst>
              <a:ext uri="{FF2B5EF4-FFF2-40B4-BE49-F238E27FC236}">
                <a16:creationId xmlns:a16="http://schemas.microsoft.com/office/drawing/2014/main" id="{F3C8E8B6-15B9-92DE-0C5F-40F6A4CCD98A}"/>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4" name="Footer Placeholder 15">
            <a:extLst>
              <a:ext uri="{FF2B5EF4-FFF2-40B4-BE49-F238E27FC236}">
                <a16:creationId xmlns:a16="http://schemas.microsoft.com/office/drawing/2014/main" id="{6FDAC1D1-ACEA-9694-7D4B-F17EC05C01CB}"/>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218410402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2">
          <p15:clr>
            <a:srgbClr val="FBAE40"/>
          </p15:clr>
        </p15:guide>
        <p15:guide id="2" pos="1248">
          <p15:clr>
            <a:srgbClr val="FBAE40"/>
          </p15:clr>
        </p15:guide>
        <p15:guide id="3" pos="4128">
          <p15:clr>
            <a:srgbClr val="FBAE40"/>
          </p15:clr>
        </p15:guide>
        <p15:guide id="4" pos="4824">
          <p15:clr>
            <a:srgbClr val="FBAE40"/>
          </p15:clr>
        </p15:guide>
        <p15:guide id="5" orient="horz" pos="884">
          <p15:clr>
            <a:srgbClr val="FBAE40"/>
          </p15:clr>
        </p15:guide>
        <p15:guide id="6" orient="horz" pos="1498">
          <p15:clr>
            <a:srgbClr val="FBAE40"/>
          </p15:clr>
        </p15:guide>
        <p15:guide id="7" orient="horz" pos="2112" userDrawn="1">
          <p15:clr>
            <a:srgbClr val="FBAE40"/>
          </p15:clr>
        </p15:guide>
        <p15:guide id="8" orient="horz" pos="2736">
          <p15:clr>
            <a:srgbClr val="FBAE40"/>
          </p15:clr>
        </p15:guide>
        <p15:guide id="9" orient="horz" pos="335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Presenters">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24" name="Picture Placeholder 13">
            <a:extLst>
              <a:ext uri="{FF2B5EF4-FFF2-40B4-BE49-F238E27FC236}">
                <a16:creationId xmlns:a16="http://schemas.microsoft.com/office/drawing/2014/main" id="{03A9CFF3-144D-F242-AB37-45B8D1EA02D3}"/>
              </a:ext>
            </a:extLst>
          </p:cNvPr>
          <p:cNvSpPr>
            <a:spLocks noGrp="1"/>
          </p:cNvSpPr>
          <p:nvPr>
            <p:ph type="pic" sz="quarter" idx="29"/>
          </p:nvPr>
        </p:nvSpPr>
        <p:spPr>
          <a:xfrm>
            <a:off x="8001000" y="3838584"/>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22" name="Picture Placeholder 13">
            <a:extLst>
              <a:ext uri="{FF2B5EF4-FFF2-40B4-BE49-F238E27FC236}">
                <a16:creationId xmlns:a16="http://schemas.microsoft.com/office/drawing/2014/main" id="{D30E5EF1-DEED-0E4E-842C-164ECBEB862E}"/>
              </a:ext>
            </a:extLst>
          </p:cNvPr>
          <p:cNvSpPr>
            <a:spLocks noGrp="1"/>
          </p:cNvSpPr>
          <p:nvPr>
            <p:ph type="pic" sz="quarter" idx="27"/>
          </p:nvPr>
        </p:nvSpPr>
        <p:spPr>
          <a:xfrm>
            <a:off x="4206875" y="3838584"/>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20" name="Picture Placeholder 13">
            <a:extLst>
              <a:ext uri="{FF2B5EF4-FFF2-40B4-BE49-F238E27FC236}">
                <a16:creationId xmlns:a16="http://schemas.microsoft.com/office/drawing/2014/main" id="{35166569-9518-9B41-8B53-AA608D40024E}"/>
              </a:ext>
            </a:extLst>
          </p:cNvPr>
          <p:cNvSpPr>
            <a:spLocks noGrp="1"/>
          </p:cNvSpPr>
          <p:nvPr>
            <p:ph type="pic" sz="quarter" idx="25"/>
          </p:nvPr>
        </p:nvSpPr>
        <p:spPr>
          <a:xfrm>
            <a:off x="419100" y="3838584"/>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18" name="Picture Placeholder 13">
            <a:extLst>
              <a:ext uri="{FF2B5EF4-FFF2-40B4-BE49-F238E27FC236}">
                <a16:creationId xmlns:a16="http://schemas.microsoft.com/office/drawing/2014/main" id="{E7959487-FA6F-9442-8793-172CFAE0C4DD}"/>
              </a:ext>
            </a:extLst>
          </p:cNvPr>
          <p:cNvSpPr>
            <a:spLocks noGrp="1"/>
          </p:cNvSpPr>
          <p:nvPr>
            <p:ph type="pic" sz="quarter" idx="23"/>
          </p:nvPr>
        </p:nvSpPr>
        <p:spPr>
          <a:xfrm>
            <a:off x="8001000" y="1403350"/>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16" name="Picture Placeholder 13">
            <a:extLst>
              <a:ext uri="{FF2B5EF4-FFF2-40B4-BE49-F238E27FC236}">
                <a16:creationId xmlns:a16="http://schemas.microsoft.com/office/drawing/2014/main" id="{22F3E836-EB9D-0A44-8CBF-55C02225AF98}"/>
              </a:ext>
            </a:extLst>
          </p:cNvPr>
          <p:cNvSpPr>
            <a:spLocks noGrp="1"/>
          </p:cNvSpPr>
          <p:nvPr>
            <p:ph type="pic" sz="quarter" idx="21"/>
          </p:nvPr>
        </p:nvSpPr>
        <p:spPr>
          <a:xfrm>
            <a:off x="4206875" y="1403350"/>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14" name="Picture Placeholder 13">
            <a:extLst>
              <a:ext uri="{FF2B5EF4-FFF2-40B4-BE49-F238E27FC236}">
                <a16:creationId xmlns:a16="http://schemas.microsoft.com/office/drawing/2014/main" id="{C88ED419-5FB1-1040-9DD4-AB69170FDA91}"/>
              </a:ext>
            </a:extLst>
          </p:cNvPr>
          <p:cNvSpPr>
            <a:spLocks noGrp="1"/>
          </p:cNvSpPr>
          <p:nvPr>
            <p:ph type="pic" sz="quarter" idx="19"/>
          </p:nvPr>
        </p:nvSpPr>
        <p:spPr>
          <a:xfrm>
            <a:off x="419100" y="1403350"/>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12" name="Text Placeholder 11">
            <a:extLst>
              <a:ext uri="{FF2B5EF4-FFF2-40B4-BE49-F238E27FC236}">
                <a16:creationId xmlns:a16="http://schemas.microsoft.com/office/drawing/2014/main" id="{57559BAC-92F4-B744-9836-450C4A90B309}"/>
              </a:ext>
            </a:extLst>
          </p:cNvPr>
          <p:cNvSpPr>
            <a:spLocks noGrp="1"/>
          </p:cNvSpPr>
          <p:nvPr>
            <p:ph type="body" sz="quarter" idx="18"/>
          </p:nvPr>
        </p:nvSpPr>
        <p:spPr>
          <a:xfrm>
            <a:off x="1714500" y="1403350"/>
            <a:ext cx="2194560" cy="1955800"/>
          </a:xfrm>
        </p:spPr>
        <p:txBody>
          <a:bodyPr/>
          <a:lstStyle>
            <a:lvl1pPr>
              <a:spcAft>
                <a:spcPts val="200"/>
              </a:spcAft>
              <a:defRPr sz="14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15" name="Text Placeholder 11">
            <a:extLst>
              <a:ext uri="{FF2B5EF4-FFF2-40B4-BE49-F238E27FC236}">
                <a16:creationId xmlns:a16="http://schemas.microsoft.com/office/drawing/2014/main" id="{34D8682B-ACC9-614A-8FC5-30E2225A0263}"/>
              </a:ext>
            </a:extLst>
          </p:cNvPr>
          <p:cNvSpPr>
            <a:spLocks noGrp="1"/>
          </p:cNvSpPr>
          <p:nvPr>
            <p:ph type="body" sz="quarter" idx="20"/>
          </p:nvPr>
        </p:nvSpPr>
        <p:spPr>
          <a:xfrm>
            <a:off x="5500689" y="1403350"/>
            <a:ext cx="2194560" cy="1955800"/>
          </a:xfrm>
        </p:spPr>
        <p:txBody>
          <a:bodyPr/>
          <a:lstStyle>
            <a:lvl1pPr>
              <a:spcAft>
                <a:spcPts val="200"/>
              </a:spcAft>
              <a:defRPr sz="14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17" name="Text Placeholder 11">
            <a:extLst>
              <a:ext uri="{FF2B5EF4-FFF2-40B4-BE49-F238E27FC236}">
                <a16:creationId xmlns:a16="http://schemas.microsoft.com/office/drawing/2014/main" id="{A9DF087C-13B0-8044-B147-F99E711E3B8D}"/>
              </a:ext>
            </a:extLst>
          </p:cNvPr>
          <p:cNvSpPr>
            <a:spLocks noGrp="1"/>
          </p:cNvSpPr>
          <p:nvPr>
            <p:ph type="body" sz="quarter" idx="22"/>
          </p:nvPr>
        </p:nvSpPr>
        <p:spPr>
          <a:xfrm>
            <a:off x="9296400" y="1403350"/>
            <a:ext cx="2194560" cy="1955800"/>
          </a:xfrm>
        </p:spPr>
        <p:txBody>
          <a:bodyPr/>
          <a:lstStyle>
            <a:lvl1pPr>
              <a:spcAft>
                <a:spcPts val="200"/>
              </a:spcAft>
              <a:defRPr sz="14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19" name="Text Placeholder 11">
            <a:extLst>
              <a:ext uri="{FF2B5EF4-FFF2-40B4-BE49-F238E27FC236}">
                <a16:creationId xmlns:a16="http://schemas.microsoft.com/office/drawing/2014/main" id="{B68F9AA8-58C0-BD45-A206-0D15796A4D36}"/>
              </a:ext>
            </a:extLst>
          </p:cNvPr>
          <p:cNvSpPr>
            <a:spLocks noGrp="1"/>
          </p:cNvSpPr>
          <p:nvPr>
            <p:ph type="body" sz="quarter" idx="24"/>
          </p:nvPr>
        </p:nvSpPr>
        <p:spPr>
          <a:xfrm>
            <a:off x="1714500" y="3838584"/>
            <a:ext cx="2194560" cy="1955800"/>
          </a:xfrm>
        </p:spPr>
        <p:txBody>
          <a:bodyPr/>
          <a:lstStyle>
            <a:lvl1pPr>
              <a:spcAft>
                <a:spcPts val="200"/>
              </a:spcAft>
              <a:defRPr sz="14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21" name="Text Placeholder 11">
            <a:extLst>
              <a:ext uri="{FF2B5EF4-FFF2-40B4-BE49-F238E27FC236}">
                <a16:creationId xmlns:a16="http://schemas.microsoft.com/office/drawing/2014/main" id="{5655B9A0-5BD5-4B4C-87A7-8A7BC98C3663}"/>
              </a:ext>
            </a:extLst>
          </p:cNvPr>
          <p:cNvSpPr>
            <a:spLocks noGrp="1"/>
          </p:cNvSpPr>
          <p:nvPr>
            <p:ph type="body" sz="quarter" idx="26"/>
          </p:nvPr>
        </p:nvSpPr>
        <p:spPr>
          <a:xfrm>
            <a:off x="5500689" y="3838584"/>
            <a:ext cx="2194560" cy="1955800"/>
          </a:xfrm>
        </p:spPr>
        <p:txBody>
          <a:bodyPr/>
          <a:lstStyle>
            <a:lvl1pPr>
              <a:spcAft>
                <a:spcPts val="200"/>
              </a:spcAft>
              <a:defRPr sz="14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23" name="Text Placeholder 11">
            <a:extLst>
              <a:ext uri="{FF2B5EF4-FFF2-40B4-BE49-F238E27FC236}">
                <a16:creationId xmlns:a16="http://schemas.microsoft.com/office/drawing/2014/main" id="{F2FB16EA-50E6-7147-BF52-0D186E431275}"/>
              </a:ext>
            </a:extLst>
          </p:cNvPr>
          <p:cNvSpPr>
            <a:spLocks noGrp="1"/>
          </p:cNvSpPr>
          <p:nvPr>
            <p:ph type="body" sz="quarter" idx="28"/>
          </p:nvPr>
        </p:nvSpPr>
        <p:spPr>
          <a:xfrm>
            <a:off x="9296400" y="3838584"/>
            <a:ext cx="2194560" cy="1955800"/>
          </a:xfrm>
        </p:spPr>
        <p:txBody>
          <a:bodyPr/>
          <a:lstStyle>
            <a:lvl1pPr>
              <a:spcAft>
                <a:spcPts val="200"/>
              </a:spcAft>
              <a:defRPr sz="14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pic>
        <p:nvPicPr>
          <p:cNvPr id="3" name="Picture 2" descr="Text&#10;&#10;Description automatically generated">
            <a:extLst>
              <a:ext uri="{FF2B5EF4-FFF2-40B4-BE49-F238E27FC236}">
                <a16:creationId xmlns:a16="http://schemas.microsoft.com/office/drawing/2014/main" id="{FFDD0E8E-1442-D1CD-FDD6-6F1C4CD12602}"/>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4" name="Footer Placeholder 15">
            <a:extLst>
              <a:ext uri="{FF2B5EF4-FFF2-40B4-BE49-F238E27FC236}">
                <a16:creationId xmlns:a16="http://schemas.microsoft.com/office/drawing/2014/main" id="{60957192-804A-76BF-781A-6D4D325C408B}"/>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2367970595"/>
      </p:ext>
    </p:extLst>
  </p:cSld>
  <p:clrMapOvr>
    <a:masterClrMapping/>
  </p:clrMapOvr>
  <p:extLst>
    <p:ext uri="{DCECCB84-F9BA-43D5-87BE-67443E8EF086}">
      <p15:sldGuideLst xmlns:p15="http://schemas.microsoft.com/office/powerpoint/2012/main">
        <p15:guide id="1" pos="2650" userDrawn="1">
          <p15:clr>
            <a:srgbClr val="FBAE40"/>
          </p15:clr>
        </p15:guide>
        <p15:guide id="2" pos="5030" userDrawn="1">
          <p15:clr>
            <a:srgbClr val="FBAE40"/>
          </p15:clr>
        </p15:guide>
        <p15:guide id="3" orient="horz" pos="2400" userDrawn="1">
          <p15:clr>
            <a:srgbClr val="FBAE40"/>
          </p15:clr>
        </p15:guide>
        <p15:guide id="4" pos="1080" userDrawn="1">
          <p15:clr>
            <a:srgbClr val="FBAE40"/>
          </p15:clr>
        </p15:guide>
        <p15:guide id="5" pos="3465" userDrawn="1">
          <p15:clr>
            <a:srgbClr val="FBAE40"/>
          </p15:clr>
        </p15:guide>
        <p15:guide id="6" pos="5856" userDrawn="1">
          <p15:clr>
            <a:srgbClr val="FBAE40"/>
          </p15:clr>
        </p15:guide>
        <p15:guide id="7" orient="horz" pos="884"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icture Righ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2E5A1687-B173-3C4B-B080-DF7BBD030F6B}"/>
              </a:ext>
            </a:extLst>
          </p:cNvPr>
          <p:cNvSpPr>
            <a:spLocks noGrp="1"/>
          </p:cNvSpPr>
          <p:nvPr>
            <p:ph type="pic" sz="quarter" idx="13"/>
          </p:nvPr>
        </p:nvSpPr>
        <p:spPr>
          <a:xfrm>
            <a:off x="5814060" y="0"/>
            <a:ext cx="6377940" cy="6857999"/>
          </a:xfrm>
          <a:solidFill>
            <a:schemeClr val="accent3"/>
          </a:solidFill>
        </p:spPr>
        <p:txBody>
          <a:bodyPr/>
          <a:lstStyle>
            <a:lvl1pPr>
              <a:defRPr>
                <a:solidFill>
                  <a:schemeClr val="tx2"/>
                </a:solidFill>
              </a:defRPr>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400300"/>
            <a:ext cx="5155223" cy="3810000"/>
          </a:xfrm>
        </p:spPr>
        <p:txBody>
          <a:bodyPr/>
          <a:lstStyle>
            <a:lvl1pPr>
              <a:defRPr>
                <a:solidFill>
                  <a:srgbClr val="212121"/>
                </a:solidFill>
              </a:defRPr>
            </a:lvl1pPr>
            <a:lvl2pPr marL="174625" indent="-174625">
              <a:buClr>
                <a:schemeClr val="tx2"/>
              </a:buClr>
              <a:buFont typeface="Arial" panose="020B0604020202020204" pitchFamily="34" charset="0"/>
              <a:buChar char="•"/>
              <a:defRPr>
                <a:solidFill>
                  <a:srgbClr val="212121"/>
                </a:solidFill>
              </a:defRPr>
            </a:lvl2pPr>
            <a:lvl3pPr>
              <a:buClr>
                <a:schemeClr val="tx2"/>
              </a:buClr>
              <a:defRPr>
                <a:solidFill>
                  <a:srgbClr val="212121"/>
                </a:solidFill>
              </a:defRPr>
            </a:lvl3pPr>
            <a:lvl4pPr>
              <a:buClr>
                <a:schemeClr val="tx2"/>
              </a:buCl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sp>
        <p:nvSpPr>
          <p:cNvPr id="4" name="Title 1">
            <a:extLst>
              <a:ext uri="{FF2B5EF4-FFF2-40B4-BE49-F238E27FC236}">
                <a16:creationId xmlns:a16="http://schemas.microsoft.com/office/drawing/2014/main" id="{294D2D73-EE0E-202C-17A0-7C9C2608BD70}"/>
              </a:ext>
            </a:extLst>
          </p:cNvPr>
          <p:cNvSpPr>
            <a:spLocks noGrp="1"/>
          </p:cNvSpPr>
          <p:nvPr>
            <p:ph type="title"/>
          </p:nvPr>
        </p:nvSpPr>
        <p:spPr>
          <a:xfrm>
            <a:off x="419100" y="419100"/>
            <a:ext cx="5155223" cy="1777561"/>
          </a:xfrm>
        </p:spPr>
        <p:txBody>
          <a:bodyPr/>
          <a:lstStyle>
            <a:lvl1pPr>
              <a:defRPr>
                <a:solidFill>
                  <a:schemeClr val="tx1"/>
                </a:solidFill>
              </a:defRPr>
            </a:lvl1pPr>
          </a:lstStyle>
          <a:p>
            <a:r>
              <a:rPr lang="en-US"/>
              <a:t>Click to edit Master title style</a:t>
            </a:r>
            <a:endParaRPr lang="en-US" dirty="0"/>
          </a:p>
        </p:txBody>
      </p:sp>
      <p:sp>
        <p:nvSpPr>
          <p:cNvPr id="2" name="Footer Placeholder 15">
            <a:extLst>
              <a:ext uri="{FF2B5EF4-FFF2-40B4-BE49-F238E27FC236}">
                <a16:creationId xmlns:a16="http://schemas.microsoft.com/office/drawing/2014/main" id="{D8F3FB77-B95C-94D8-83F6-5D2FFF473D28}"/>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4284725704"/>
      </p:ext>
    </p:extLst>
  </p:cSld>
  <p:clrMapOvr>
    <a:masterClrMapping/>
  </p:clrMapOvr>
  <p:extLst>
    <p:ext uri="{DCECCB84-F9BA-43D5-87BE-67443E8EF086}">
      <p15:sldGuideLst xmlns:p15="http://schemas.microsoft.com/office/powerpoint/2012/main">
        <p15:guide id="2" orient="horz" pos="1512"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icture Lef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2E5A1687-B173-3C4B-B080-DF7BBD030F6B}"/>
              </a:ext>
            </a:extLst>
          </p:cNvPr>
          <p:cNvSpPr>
            <a:spLocks noGrp="1"/>
          </p:cNvSpPr>
          <p:nvPr>
            <p:ph type="pic" sz="quarter" idx="13"/>
          </p:nvPr>
        </p:nvSpPr>
        <p:spPr>
          <a:xfrm>
            <a:off x="0" y="0"/>
            <a:ext cx="5829301" cy="6857999"/>
          </a:xfrm>
          <a:solidFill>
            <a:schemeClr val="accent3"/>
          </a:solidFill>
        </p:spPr>
        <p:txBody>
          <a:bodyPr/>
          <a:lstStyle>
            <a:lvl1pPr>
              <a:defRPr>
                <a:solidFill>
                  <a:schemeClr val="tx2"/>
                </a:solidFill>
              </a:defRPr>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6362700" y="2400300"/>
            <a:ext cx="5410200" cy="3810000"/>
          </a:xfrm>
        </p:spPr>
        <p:txBody>
          <a:bodyPr/>
          <a:lstStyle>
            <a:lvl1pPr>
              <a:defRPr>
                <a:solidFill>
                  <a:srgbClr val="212121"/>
                </a:solidFill>
              </a:defRPr>
            </a:lvl1pPr>
            <a:lvl2pPr marL="174625" indent="-174625">
              <a:buClrTx/>
              <a:buFont typeface="Arial" panose="020B0604020202020204" pitchFamily="34" charset="0"/>
              <a:buChar char="•"/>
              <a:defRPr>
                <a:solidFill>
                  <a:srgbClr val="212121"/>
                </a:solidFill>
              </a:defRPr>
            </a:lvl2pPr>
            <a:lvl3pPr>
              <a:buClrTx/>
              <a:defRPr>
                <a:solidFill>
                  <a:srgbClr val="212121"/>
                </a:solidFill>
              </a:defRPr>
            </a:lvl3pPr>
            <a:lvl4pPr>
              <a:buClrTx/>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sp>
        <p:nvSpPr>
          <p:cNvPr id="4" name="Title 1">
            <a:extLst>
              <a:ext uri="{FF2B5EF4-FFF2-40B4-BE49-F238E27FC236}">
                <a16:creationId xmlns:a16="http://schemas.microsoft.com/office/drawing/2014/main" id="{4334DEC1-5B42-CB2D-AE33-3E247803673F}"/>
              </a:ext>
            </a:extLst>
          </p:cNvPr>
          <p:cNvSpPr>
            <a:spLocks noGrp="1"/>
          </p:cNvSpPr>
          <p:nvPr>
            <p:ph type="title"/>
          </p:nvPr>
        </p:nvSpPr>
        <p:spPr>
          <a:xfrm>
            <a:off x="6371897" y="419100"/>
            <a:ext cx="5410200" cy="1777561"/>
          </a:xfrm>
        </p:spPr>
        <p:txBody>
          <a:bodyPr/>
          <a:lstStyle>
            <a:lvl1pPr>
              <a:defRPr>
                <a:solidFill>
                  <a:schemeClr val="tx1"/>
                </a:solidFill>
              </a:defRPr>
            </a:lvl1pPr>
          </a:lstStyle>
          <a:p>
            <a:r>
              <a:rPr lang="en-US"/>
              <a:t>Click to edit Master title style</a:t>
            </a:r>
            <a:endParaRPr lang="en-US" dirty="0"/>
          </a:p>
        </p:txBody>
      </p:sp>
      <p:sp>
        <p:nvSpPr>
          <p:cNvPr id="7" name="Footer Placeholder 15">
            <a:extLst>
              <a:ext uri="{FF2B5EF4-FFF2-40B4-BE49-F238E27FC236}">
                <a16:creationId xmlns:a16="http://schemas.microsoft.com/office/drawing/2014/main" id="{6260D3A3-2C98-CDF2-9FCC-B98BC57928F6}"/>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1667974532"/>
      </p:ext>
    </p:extLst>
  </p:cSld>
  <p:clrMapOvr>
    <a:masterClrMapping/>
  </p:clrMapOvr>
  <p:extLst>
    <p:ext uri="{DCECCB84-F9BA-43D5-87BE-67443E8EF086}">
      <p15:sldGuideLst xmlns:p15="http://schemas.microsoft.com/office/powerpoint/2012/main">
        <p15:guide id="2" pos="4008" userDrawn="1">
          <p15:clr>
            <a:srgbClr val="FBAE40"/>
          </p15:clr>
        </p15:guide>
        <p15:guide id="4" orient="horz" pos="1512"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Picture Lar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CBB3E71-68E9-0C42-A1F5-AAC39EAA6DE7}"/>
              </a:ext>
            </a:extLst>
          </p:cNvPr>
          <p:cNvSpPr>
            <a:spLocks noGrp="1"/>
          </p:cNvSpPr>
          <p:nvPr>
            <p:ph type="pic" sz="quarter" idx="13"/>
          </p:nvPr>
        </p:nvSpPr>
        <p:spPr>
          <a:xfrm>
            <a:off x="0" y="1403350"/>
            <a:ext cx="12192000" cy="5454650"/>
          </a:xfrm>
          <a:solidFill>
            <a:schemeClr val="accent3"/>
          </a:solidFill>
        </p:spPr>
        <p:txBody>
          <a:bodyPr/>
          <a:lstStyle>
            <a:lvl1pPr>
              <a:defRPr>
                <a:solidFill>
                  <a:schemeClr val="tx2"/>
                </a:solidFill>
              </a:defRPr>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pic>
        <p:nvPicPr>
          <p:cNvPr id="3" name="Picture 2" descr="Text&#10;&#10;Description automatically generated">
            <a:extLst>
              <a:ext uri="{FF2B5EF4-FFF2-40B4-BE49-F238E27FC236}">
                <a16:creationId xmlns:a16="http://schemas.microsoft.com/office/drawing/2014/main" id="{A54797B6-7C2A-BA00-35CD-550A44C0D1B7}"/>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4" name="Title 1">
            <a:extLst>
              <a:ext uri="{FF2B5EF4-FFF2-40B4-BE49-F238E27FC236}">
                <a16:creationId xmlns:a16="http://schemas.microsoft.com/office/drawing/2014/main" id="{226AA1CE-AC18-9C55-AAB8-CEA1D2493C62}"/>
              </a:ext>
            </a:extLst>
          </p:cNvPr>
          <p:cNvSpPr>
            <a:spLocks noGrp="1"/>
          </p:cNvSpPr>
          <p:nvPr>
            <p:ph type="title"/>
          </p:nvPr>
        </p:nvSpPr>
        <p:spPr>
          <a:xfrm>
            <a:off x="419100" y="419101"/>
            <a:ext cx="9596168" cy="457020"/>
          </a:xfrm>
        </p:spPr>
        <p:txBody>
          <a:bodyPr/>
          <a:lstStyle>
            <a:lvl1pPr>
              <a:defRPr>
                <a:solidFill>
                  <a:schemeClr val="tx1"/>
                </a:solidFill>
              </a:defRPr>
            </a:lvl1pPr>
          </a:lstStyle>
          <a:p>
            <a:r>
              <a:rPr lang="en-US"/>
              <a:t>Click to edit Master title style</a:t>
            </a:r>
            <a:endParaRPr lang="en-US" dirty="0"/>
          </a:p>
        </p:txBody>
      </p:sp>
      <p:sp>
        <p:nvSpPr>
          <p:cNvPr id="2" name="Footer Placeholder 15">
            <a:extLst>
              <a:ext uri="{FF2B5EF4-FFF2-40B4-BE49-F238E27FC236}">
                <a16:creationId xmlns:a16="http://schemas.microsoft.com/office/drawing/2014/main" id="{955F2CDD-730A-6F00-31A5-FBDCF0F3A057}"/>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4093796265"/>
      </p:ext>
    </p:extLst>
  </p:cSld>
  <p:clrMapOvr>
    <a:masterClrMapping/>
  </p:clrMapOvr>
  <p:extLst>
    <p:ext uri="{DCECCB84-F9BA-43D5-87BE-67443E8EF086}">
      <p15:sldGuideLst xmlns:p15="http://schemas.microsoft.com/office/powerpoint/2012/main">
        <p15:guide id="1" orient="horz" pos="884"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Side-by-Side 1">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37D6BA0-372E-9EFE-3877-BEEE0D21C7B3}"/>
              </a:ext>
            </a:extLst>
          </p:cNvPr>
          <p:cNvSpPr/>
          <p:nvPr userDrawn="1"/>
        </p:nvSpPr>
        <p:spPr>
          <a:xfrm>
            <a:off x="5676900" y="1402915"/>
            <a:ext cx="6515100" cy="545508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4" name="Rectangle 3">
            <a:extLst>
              <a:ext uri="{FF2B5EF4-FFF2-40B4-BE49-F238E27FC236}">
                <a16:creationId xmlns:a16="http://schemas.microsoft.com/office/drawing/2014/main" id="{AE7B5E4C-27FE-36D0-B175-6C8108EB67C1}"/>
              </a:ext>
            </a:extLst>
          </p:cNvPr>
          <p:cNvSpPr/>
          <p:nvPr userDrawn="1"/>
        </p:nvSpPr>
        <p:spPr>
          <a:xfrm>
            <a:off x="0" y="1402915"/>
            <a:ext cx="5676900" cy="5455085"/>
          </a:xfrm>
          <a:prstGeom prst="rect">
            <a:avLst/>
          </a:prstGeom>
          <a:solidFill>
            <a:srgbClr val="005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8"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4838700" cy="4806951"/>
          </a:xfrm>
          <a:noFill/>
        </p:spPr>
        <p:txBody>
          <a:bodyPr lIns="0" tIns="182880" rIns="182880" bIns="182880"/>
          <a:lstStyle>
            <a:lvl1pPr>
              <a:buClr>
                <a:schemeClr val="bg1"/>
              </a:buClr>
              <a:defRPr>
                <a:solidFill>
                  <a:schemeClr val="bg1"/>
                </a:solidFill>
              </a:defRPr>
            </a:lvl1pPr>
            <a:lvl2pPr marL="174625" indent="-174625">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6096000" y="1403349"/>
            <a:ext cx="5676900" cy="4806951"/>
          </a:xfrm>
          <a:noFill/>
        </p:spPr>
        <p:txBody>
          <a:bodyPr lIns="0" tIns="182880" rIns="182880" bIns="182880"/>
          <a:lstStyle>
            <a:lvl1pPr>
              <a:defRPr>
                <a:solidFill>
                  <a:srgbClr val="212121"/>
                </a:solidFill>
              </a:defRPr>
            </a:lvl1pPr>
            <a:lvl2pPr marL="174625" indent="-174625">
              <a:buClr>
                <a:schemeClr val="tx2"/>
              </a:buClr>
              <a:buFont typeface="Arial" panose="020B0604020202020204" pitchFamily="34" charset="0"/>
              <a:buChar char="•"/>
              <a:defRPr>
                <a:solidFill>
                  <a:srgbClr val="212121"/>
                </a:solidFill>
              </a:defRPr>
            </a:lvl2pPr>
            <a:lvl3pPr>
              <a:buClr>
                <a:schemeClr val="tx2"/>
              </a:buClr>
              <a:defRPr>
                <a:solidFill>
                  <a:srgbClr val="212121"/>
                </a:solidFill>
              </a:defRPr>
            </a:lvl3pPr>
            <a:lvl4pPr>
              <a:buClr>
                <a:schemeClr val="tx2"/>
              </a:buClr>
              <a:defRPr>
                <a:solidFill>
                  <a:srgbClr val="212121"/>
                </a:solidFill>
              </a:defRPr>
            </a:lvl4pPr>
            <a:lvl5pPr>
              <a:buClr>
                <a:schemeClr val="bg1"/>
              </a:buCl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9" name="Picture 8" descr="Text&#10;&#10;Description automatically generated">
            <a:extLst>
              <a:ext uri="{FF2B5EF4-FFF2-40B4-BE49-F238E27FC236}">
                <a16:creationId xmlns:a16="http://schemas.microsoft.com/office/drawing/2014/main" id="{E5F8CA6B-89DC-9D64-DE2A-574599892E86}"/>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10" name="Footer Placeholder 15">
            <a:extLst>
              <a:ext uri="{FF2B5EF4-FFF2-40B4-BE49-F238E27FC236}">
                <a16:creationId xmlns:a16="http://schemas.microsoft.com/office/drawing/2014/main" id="{D1063572-DF3F-4D0D-CC1E-65CB62AE3C25}"/>
              </a:ext>
            </a:extLst>
          </p:cNvPr>
          <p:cNvSpPr>
            <a:spLocks noGrp="1"/>
          </p:cNvSpPr>
          <p:nvPr>
            <p:ph type="ftr" sz="quarter" idx="4294967295"/>
          </p:nvPr>
        </p:nvSpPr>
        <p:spPr>
          <a:xfrm>
            <a:off x="419100" y="6492875"/>
            <a:ext cx="10248900" cy="244653"/>
          </a:xfrm>
        </p:spPr>
        <p:txBody>
          <a:bodyPr/>
          <a:lstStyle>
            <a:lvl1pPr>
              <a:defRPr>
                <a:solidFill>
                  <a:schemeClr val="bg1"/>
                </a:solidFill>
              </a:defRPr>
            </a:lvl1pPr>
          </a:lstStyle>
          <a:p>
            <a:pPr defTabSz="914126"/>
            <a:r>
              <a:rPr lang="en-US" sz="800" dirty="0">
                <a:ea typeface="Inter" panose="02000503000000020004" pitchFamily="2" charset="0"/>
              </a:rPr>
              <a:t>© 2026 GE Vernova and/or its affiliates. All rights reserved.</a:t>
            </a:r>
            <a:endParaRPr lang="en-US" sz="800" dirty="0"/>
          </a:p>
        </p:txBody>
      </p:sp>
    </p:spTree>
    <p:extLst>
      <p:ext uri="{BB962C8B-B14F-4D97-AF65-F5344CB8AC3E}">
        <p14:creationId xmlns:p14="http://schemas.microsoft.com/office/powerpoint/2010/main" val="3802623225"/>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884"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Side-by-Side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37D6BA0-372E-9EFE-3877-BEEE0D21C7B3}"/>
              </a:ext>
            </a:extLst>
          </p:cNvPr>
          <p:cNvSpPr/>
          <p:nvPr userDrawn="1"/>
        </p:nvSpPr>
        <p:spPr>
          <a:xfrm>
            <a:off x="5676900" y="1"/>
            <a:ext cx="65151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1" y="419101"/>
            <a:ext cx="4838700"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4838700" cy="4806951"/>
          </a:xfrm>
          <a:noFill/>
        </p:spPr>
        <p:txBody>
          <a:bodyPr lIns="0" tIns="182880" rIns="182880" bIns="182880"/>
          <a:lstStyle>
            <a:lvl1pPr>
              <a:buClr>
                <a:schemeClr val="bg1"/>
              </a:buClr>
              <a:defRPr>
                <a:solidFill>
                  <a:srgbClr val="212121"/>
                </a:solidFill>
              </a:defRPr>
            </a:lvl1pPr>
            <a:lvl2pPr marL="174625" indent="-174625">
              <a:buClrTx/>
              <a:buFont typeface="Arial" panose="020B0604020202020204" pitchFamily="34" charset="0"/>
              <a:buChar char="•"/>
              <a:defRPr>
                <a:solidFill>
                  <a:srgbClr val="212121"/>
                </a:solidFill>
              </a:defRPr>
            </a:lvl2pPr>
            <a:lvl3pPr>
              <a:buClrTx/>
              <a:defRPr>
                <a:solidFill>
                  <a:srgbClr val="212121"/>
                </a:solidFill>
              </a:defRPr>
            </a:lvl3pPr>
            <a:lvl4pPr>
              <a:buClrTx/>
              <a:defRPr>
                <a:solidFill>
                  <a:srgbClr val="212121"/>
                </a:solidFill>
              </a:defRPr>
            </a:lvl4pPr>
            <a:lvl5pPr>
              <a:buClr>
                <a:schemeClr val="bg1"/>
              </a:buCl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6096000" y="1403349"/>
            <a:ext cx="5676900" cy="4806951"/>
          </a:xfrm>
          <a:noFill/>
        </p:spPr>
        <p:txBody>
          <a:bodyPr lIns="0" tIns="182880" rIns="182880" bIns="182880"/>
          <a:lstStyle>
            <a:lvl1pPr>
              <a:defRPr>
                <a:solidFill>
                  <a:schemeClr val="bg1"/>
                </a:solidFill>
              </a:defRPr>
            </a:lvl1pPr>
            <a:lvl2pPr marL="174625" indent="-174625">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9" name="Picture 8" descr="Text&#10;&#10;Description automatically generated">
            <a:extLst>
              <a:ext uri="{FF2B5EF4-FFF2-40B4-BE49-F238E27FC236}">
                <a16:creationId xmlns:a16="http://schemas.microsoft.com/office/drawing/2014/main" id="{DCA04741-1558-2ADE-D887-5A373050980D}"/>
              </a:ext>
            </a:extLst>
          </p:cNvPr>
          <p:cNvPicPr>
            <a:picLocks noChangeAspect="1"/>
          </p:cNvPicPr>
          <p:nvPr userDrawn="1"/>
        </p:nvPicPr>
        <p:blipFill>
          <a:blip r:embed="rId2"/>
          <a:stretch>
            <a:fillRect/>
          </a:stretch>
        </p:blipFill>
        <p:spPr>
          <a:xfrm>
            <a:off x="10309857" y="339154"/>
            <a:ext cx="1553489" cy="485273"/>
          </a:xfrm>
          <a:prstGeom prst="rect">
            <a:avLst/>
          </a:prstGeom>
        </p:spPr>
      </p:pic>
      <p:sp>
        <p:nvSpPr>
          <p:cNvPr id="4" name="Footer Placeholder 15">
            <a:extLst>
              <a:ext uri="{FF2B5EF4-FFF2-40B4-BE49-F238E27FC236}">
                <a16:creationId xmlns:a16="http://schemas.microsoft.com/office/drawing/2014/main" id="{7480F360-7E53-B0F3-C69A-B610CF1E8DD1}"/>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579359531"/>
      </p:ext>
    </p:extLst>
  </p:cSld>
  <p:clrMapOvr>
    <a:masterClrMapping/>
  </p:clrMapOvr>
  <p:extLst>
    <p:ext uri="{DCECCB84-F9BA-43D5-87BE-67443E8EF086}">
      <p15:sldGuideLst xmlns:p15="http://schemas.microsoft.com/office/powerpoint/2012/main">
        <p15:guide id="2" orient="horz" userDrawn="1">
          <p15:clr>
            <a:srgbClr val="FBAE40"/>
          </p15:clr>
        </p15:guide>
        <p15:guide id="4" orient="horz" pos="456"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Quote Statement 1">
    <p:bg>
      <p:bgPr>
        <a:solidFill>
          <a:srgbClr val="005E60"/>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B59930B-38D7-924C-B6F1-36FF815DB247}"/>
              </a:ext>
            </a:extLst>
          </p:cNvPr>
          <p:cNvSpPr>
            <a:spLocks noGrp="1"/>
          </p:cNvSpPr>
          <p:nvPr>
            <p:ph type="sldNum" sz="quarter" idx="11"/>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8" name="Text Placeholder 7">
            <a:extLst>
              <a:ext uri="{FF2B5EF4-FFF2-40B4-BE49-F238E27FC236}">
                <a16:creationId xmlns:a16="http://schemas.microsoft.com/office/drawing/2014/main" id="{1AA982C6-876D-DD40-A175-F032C52F2D95}"/>
              </a:ext>
            </a:extLst>
          </p:cNvPr>
          <p:cNvSpPr>
            <a:spLocks noGrp="1"/>
          </p:cNvSpPr>
          <p:nvPr>
            <p:ph type="body" sz="quarter" idx="12" hasCustomPrompt="1"/>
          </p:nvPr>
        </p:nvSpPr>
        <p:spPr>
          <a:xfrm>
            <a:off x="3048001" y="615950"/>
            <a:ext cx="5494420" cy="5486400"/>
          </a:xfrm>
        </p:spPr>
        <p:txBody>
          <a:bodyPr anchor="t" anchorCtr="0"/>
          <a:lstStyle>
            <a:lvl1pPr marL="0" indent="0">
              <a:lnSpc>
                <a:spcPct val="85000"/>
              </a:lnSpc>
              <a:spcAft>
                <a:spcPts val="1000"/>
              </a:spcAft>
              <a:defRPr sz="5000" cap="all" spc="80" baseline="0">
                <a:solidFill>
                  <a:schemeClr val="tx1"/>
                </a:solidFill>
                <a:latin typeface="Sons Condensed Extrabold" panose="02060906060206060203" pitchFamily="18" charset="0"/>
              </a:defRPr>
            </a:lvl1pPr>
            <a:lvl2pPr marL="0" indent="0">
              <a:lnSpc>
                <a:spcPct val="100000"/>
              </a:lnSpc>
              <a:buFont typeface="Arial"/>
              <a:buNone/>
              <a:defRPr>
                <a:solidFill>
                  <a:schemeClr val="tx1"/>
                </a:solidFill>
              </a:defRPr>
            </a:lvl2pPr>
            <a:lvl3pPr marL="0" indent="0">
              <a:lnSpc>
                <a:spcPct val="85000"/>
              </a:lnSpc>
              <a:buNone/>
              <a:defRPr sz="5000">
                <a:solidFill>
                  <a:schemeClr val="tx1"/>
                </a:solidFill>
              </a:defRPr>
            </a:lvl3pPr>
            <a:lvl4pPr marL="0" indent="0">
              <a:lnSpc>
                <a:spcPct val="90000"/>
              </a:lnSpc>
              <a:buNone/>
              <a:defRPr sz="3200">
                <a:solidFill>
                  <a:schemeClr val="tx1"/>
                </a:solidFill>
              </a:defRPr>
            </a:lvl4pPr>
            <a:lvl5pPr marL="0" indent="0">
              <a:lnSpc>
                <a:spcPct val="100000"/>
              </a:lnSpc>
              <a:buClr>
                <a:schemeClr val="accent4"/>
              </a:buClr>
              <a:buFont typeface="Arial"/>
              <a:buNone/>
              <a:defRPr sz="1400">
                <a:solidFill>
                  <a:schemeClr val="tx1"/>
                </a:solidFill>
              </a:defRPr>
            </a:lvl5pPr>
          </a:lstStyle>
          <a:p>
            <a:pPr lvl="0"/>
            <a:r>
              <a:rPr lang="en-US" dirty="0"/>
              <a:t>CLICK TO EDIT MASTER TEXT STYLES</a:t>
            </a:r>
          </a:p>
        </p:txBody>
      </p:sp>
      <p:cxnSp>
        <p:nvCxnSpPr>
          <p:cNvPr id="2" name="Straight Connector 1">
            <a:extLst>
              <a:ext uri="{FF2B5EF4-FFF2-40B4-BE49-F238E27FC236}">
                <a16:creationId xmlns:a16="http://schemas.microsoft.com/office/drawing/2014/main" id="{21459A54-2B36-0597-98AB-2AD5027C3A5A}"/>
              </a:ext>
            </a:extLst>
          </p:cNvPr>
          <p:cNvCxnSpPr>
            <a:cxnSpLocks/>
          </p:cNvCxnSpPr>
          <p:nvPr userDrawn="1"/>
        </p:nvCxnSpPr>
        <p:spPr>
          <a:xfrm>
            <a:off x="2946446" y="640174"/>
            <a:ext cx="0" cy="5486400"/>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pic>
        <p:nvPicPr>
          <p:cNvPr id="6" name="Picture 5" descr="Text&#10;&#10;Description automatically generated">
            <a:extLst>
              <a:ext uri="{FF2B5EF4-FFF2-40B4-BE49-F238E27FC236}">
                <a16:creationId xmlns:a16="http://schemas.microsoft.com/office/drawing/2014/main" id="{3144293E-2C00-D4C2-B60A-12BE7EAB8F50}"/>
              </a:ext>
            </a:extLst>
          </p:cNvPr>
          <p:cNvPicPr>
            <a:picLocks noChangeAspect="1"/>
          </p:cNvPicPr>
          <p:nvPr userDrawn="1"/>
        </p:nvPicPr>
        <p:blipFill>
          <a:blip r:embed="rId2"/>
          <a:stretch>
            <a:fillRect/>
          </a:stretch>
        </p:blipFill>
        <p:spPr>
          <a:xfrm>
            <a:off x="10309857" y="339154"/>
            <a:ext cx="1553489" cy="485273"/>
          </a:xfrm>
          <a:prstGeom prst="rect">
            <a:avLst/>
          </a:prstGeom>
        </p:spPr>
      </p:pic>
      <p:sp>
        <p:nvSpPr>
          <p:cNvPr id="5" name="Footer Placeholder 15">
            <a:extLst>
              <a:ext uri="{FF2B5EF4-FFF2-40B4-BE49-F238E27FC236}">
                <a16:creationId xmlns:a16="http://schemas.microsoft.com/office/drawing/2014/main" id="{1329F007-C0C3-3A01-8745-6339F394E6D7}"/>
              </a:ext>
            </a:extLst>
          </p:cNvPr>
          <p:cNvSpPr>
            <a:spLocks noGrp="1"/>
          </p:cNvSpPr>
          <p:nvPr>
            <p:ph type="ftr" sz="quarter" idx="4294967295"/>
          </p:nvPr>
        </p:nvSpPr>
        <p:spPr>
          <a:xfrm>
            <a:off x="419100" y="6492875"/>
            <a:ext cx="10248900" cy="244653"/>
          </a:xfrm>
        </p:spPr>
        <p:txBody>
          <a:bodyPr/>
          <a:lstStyle>
            <a:lvl1pPr>
              <a:defRPr>
                <a:solidFill>
                  <a:schemeClr val="tx1"/>
                </a:solidFill>
              </a:defRPr>
            </a:lvl1pPr>
          </a:lstStyle>
          <a:p>
            <a:pPr defTabSz="914126"/>
            <a:r>
              <a:rPr lang="en-US" sz="800" dirty="0">
                <a:ea typeface="Inter" panose="02000503000000020004" pitchFamily="2" charset="0"/>
              </a:rPr>
              <a:t>© 2026 GE Vernova and/or its affiliates. All rights reserved.</a:t>
            </a:r>
            <a:endParaRPr lang="en-US" sz="800" dirty="0"/>
          </a:p>
        </p:txBody>
      </p:sp>
    </p:spTree>
    <p:extLst>
      <p:ext uri="{BB962C8B-B14F-4D97-AF65-F5344CB8AC3E}">
        <p14:creationId xmlns:p14="http://schemas.microsoft.com/office/powerpoint/2010/main" val="140518822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1920"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Quote Statement 3">
    <p:bg>
      <p:bgPr>
        <a:solidFill>
          <a:schemeClr val="tx1"/>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B59930B-38D7-924C-B6F1-36FF815DB247}"/>
              </a:ext>
            </a:extLst>
          </p:cNvPr>
          <p:cNvSpPr>
            <a:spLocks noGrp="1"/>
          </p:cNvSpPr>
          <p:nvPr>
            <p:ph type="sldNum" sz="quarter" idx="11"/>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8" name="Text Placeholder 7">
            <a:extLst>
              <a:ext uri="{FF2B5EF4-FFF2-40B4-BE49-F238E27FC236}">
                <a16:creationId xmlns:a16="http://schemas.microsoft.com/office/drawing/2014/main" id="{1AA982C6-876D-DD40-A175-F032C52F2D95}"/>
              </a:ext>
            </a:extLst>
          </p:cNvPr>
          <p:cNvSpPr>
            <a:spLocks noGrp="1"/>
          </p:cNvSpPr>
          <p:nvPr>
            <p:ph type="body" sz="quarter" idx="12" hasCustomPrompt="1"/>
          </p:nvPr>
        </p:nvSpPr>
        <p:spPr>
          <a:xfrm>
            <a:off x="3048000" y="615950"/>
            <a:ext cx="5554979" cy="5486400"/>
          </a:xfrm>
        </p:spPr>
        <p:txBody>
          <a:bodyPr anchor="t" anchorCtr="0"/>
          <a:lstStyle>
            <a:lvl1pPr marL="0" indent="0">
              <a:lnSpc>
                <a:spcPct val="85000"/>
              </a:lnSpc>
              <a:spcAft>
                <a:spcPts val="0"/>
              </a:spcAft>
              <a:defRPr sz="5000" cap="all" spc="80" baseline="0">
                <a:solidFill>
                  <a:srgbClr val="005E60"/>
                </a:solidFill>
                <a:latin typeface="Sons Condensed Extrabold" panose="02060906060206060203" pitchFamily="18" charset="0"/>
              </a:defRPr>
            </a:lvl1pPr>
            <a:lvl2pPr marL="0" indent="0">
              <a:lnSpc>
                <a:spcPct val="100000"/>
              </a:lnSpc>
              <a:buFont typeface="Arial"/>
              <a:buNone/>
              <a:defRPr>
                <a:solidFill>
                  <a:srgbClr val="005E60"/>
                </a:solidFill>
              </a:defRPr>
            </a:lvl2pPr>
            <a:lvl3pPr marL="0" indent="0">
              <a:lnSpc>
                <a:spcPct val="85000"/>
              </a:lnSpc>
              <a:buNone/>
              <a:defRPr sz="5000">
                <a:solidFill>
                  <a:srgbClr val="005E60"/>
                </a:solidFill>
              </a:defRPr>
            </a:lvl3pPr>
            <a:lvl4pPr marL="0" indent="0">
              <a:lnSpc>
                <a:spcPct val="90000"/>
              </a:lnSpc>
              <a:buNone/>
              <a:defRPr sz="3200">
                <a:solidFill>
                  <a:srgbClr val="005E60"/>
                </a:solidFill>
              </a:defRPr>
            </a:lvl4pPr>
            <a:lvl5pPr marL="0" indent="0">
              <a:lnSpc>
                <a:spcPct val="100000"/>
              </a:lnSpc>
              <a:buClr>
                <a:schemeClr val="accent4"/>
              </a:buClr>
              <a:buFont typeface="Arial"/>
              <a:buNone/>
              <a:defRPr sz="1400">
                <a:solidFill>
                  <a:srgbClr val="005E60"/>
                </a:solidFill>
              </a:defRPr>
            </a:lvl5pPr>
          </a:lstStyle>
          <a:p>
            <a:pPr lvl="0"/>
            <a:r>
              <a:rPr lang="en-US" dirty="0"/>
              <a:t>CLICK TO EDIT MASTER TEXT STYLES</a:t>
            </a:r>
          </a:p>
        </p:txBody>
      </p:sp>
      <p:cxnSp>
        <p:nvCxnSpPr>
          <p:cNvPr id="5" name="Straight Connector 4">
            <a:extLst>
              <a:ext uri="{FF2B5EF4-FFF2-40B4-BE49-F238E27FC236}">
                <a16:creationId xmlns:a16="http://schemas.microsoft.com/office/drawing/2014/main" id="{3F938A19-85FE-D7E0-BB2C-F157A4FE6AEC}"/>
              </a:ext>
            </a:extLst>
          </p:cNvPr>
          <p:cNvCxnSpPr>
            <a:cxnSpLocks/>
          </p:cNvCxnSpPr>
          <p:nvPr userDrawn="1"/>
        </p:nvCxnSpPr>
        <p:spPr>
          <a:xfrm>
            <a:off x="2946446" y="640174"/>
            <a:ext cx="0" cy="54864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1" descr="Text&#10;&#10;Description automatically generated">
            <a:extLst>
              <a:ext uri="{FF2B5EF4-FFF2-40B4-BE49-F238E27FC236}">
                <a16:creationId xmlns:a16="http://schemas.microsoft.com/office/drawing/2014/main" id="{16A940B9-7959-1BE5-1C1F-30DC7A96DB8F}"/>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6" name="Footer Placeholder 15">
            <a:extLst>
              <a:ext uri="{FF2B5EF4-FFF2-40B4-BE49-F238E27FC236}">
                <a16:creationId xmlns:a16="http://schemas.microsoft.com/office/drawing/2014/main" id="{D058DE80-2D20-BEDA-3025-4E13FFAADB09}"/>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247158358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192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 Statistics">
    <p:bg>
      <p:bgPr>
        <a:solidFill>
          <a:schemeClr val="bg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12" name="Text Placeholder 10">
            <a:extLst>
              <a:ext uri="{FF2B5EF4-FFF2-40B4-BE49-F238E27FC236}">
                <a16:creationId xmlns:a16="http://schemas.microsoft.com/office/drawing/2014/main" id="{56C95D67-F3C4-3D4F-B32A-CBAC6F0CB332}"/>
              </a:ext>
            </a:extLst>
          </p:cNvPr>
          <p:cNvSpPr>
            <a:spLocks noGrp="1"/>
          </p:cNvSpPr>
          <p:nvPr>
            <p:ph type="body" sz="quarter" idx="15"/>
          </p:nvPr>
        </p:nvSpPr>
        <p:spPr>
          <a:xfrm>
            <a:off x="419100" y="1403350"/>
            <a:ext cx="3502152" cy="692150"/>
          </a:xfrm>
        </p:spPr>
        <p:txBody>
          <a:bodyPr/>
          <a:lstStyle>
            <a:lvl1pPr>
              <a:spcAft>
                <a:spcPts val="0"/>
              </a:spcAft>
              <a:defRPr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sp>
        <p:nvSpPr>
          <p:cNvPr id="13" name="Text Placeholder 10">
            <a:extLst>
              <a:ext uri="{FF2B5EF4-FFF2-40B4-BE49-F238E27FC236}">
                <a16:creationId xmlns:a16="http://schemas.microsoft.com/office/drawing/2014/main" id="{D582616C-16AA-D245-94C9-5BE602638B4E}"/>
              </a:ext>
            </a:extLst>
          </p:cNvPr>
          <p:cNvSpPr>
            <a:spLocks noGrp="1"/>
          </p:cNvSpPr>
          <p:nvPr>
            <p:ph type="body" sz="quarter" idx="16"/>
          </p:nvPr>
        </p:nvSpPr>
        <p:spPr>
          <a:xfrm>
            <a:off x="4206875" y="1403350"/>
            <a:ext cx="3502152" cy="692150"/>
          </a:xfrm>
        </p:spPr>
        <p:txBody>
          <a:bodyPr/>
          <a:lstStyle>
            <a:lvl1pPr>
              <a:spcAft>
                <a:spcPts val="0"/>
              </a:spcAft>
              <a:defRPr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sp>
        <p:nvSpPr>
          <p:cNvPr id="14" name="Text Placeholder 10">
            <a:extLst>
              <a:ext uri="{FF2B5EF4-FFF2-40B4-BE49-F238E27FC236}">
                <a16:creationId xmlns:a16="http://schemas.microsoft.com/office/drawing/2014/main" id="{8A9A19A4-818C-F14A-B5DE-B0DB0C798CB7}"/>
              </a:ext>
            </a:extLst>
          </p:cNvPr>
          <p:cNvSpPr>
            <a:spLocks noGrp="1"/>
          </p:cNvSpPr>
          <p:nvPr>
            <p:ph type="body" sz="quarter" idx="17"/>
          </p:nvPr>
        </p:nvSpPr>
        <p:spPr>
          <a:xfrm>
            <a:off x="7989707" y="1403350"/>
            <a:ext cx="3502152" cy="692150"/>
          </a:xfrm>
        </p:spPr>
        <p:txBody>
          <a:bodyPr/>
          <a:lstStyle>
            <a:lvl1pPr>
              <a:spcAft>
                <a:spcPts val="0"/>
              </a:spcAft>
              <a:defRPr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095501"/>
            <a:ext cx="3502152" cy="4114798"/>
          </a:xfrm>
        </p:spPr>
        <p:txBody>
          <a:bodyPr/>
          <a:lstStyle>
            <a:lvl1pPr>
              <a:lnSpc>
                <a:spcPct val="85000"/>
              </a:lnSpc>
              <a:spcAft>
                <a:spcPts val="2400"/>
              </a:spcAft>
              <a:defRPr sz="7200" spc="80" baseline="0">
                <a:solidFill>
                  <a:srgbClr val="005E60"/>
                </a:solidFill>
                <a:latin typeface="Sons Condensed Extrabold" panose="02060906060206060203" pitchFamily="18" charset="0"/>
              </a:defRPr>
            </a:lvl1pPr>
            <a:lvl2pPr marL="0" indent="0">
              <a:buNone/>
              <a:defRPr>
                <a:solidFill>
                  <a:srgbClr val="212121"/>
                </a:solidFill>
              </a:defRPr>
            </a:lvl2pPr>
            <a:lvl3pPr marL="174625" indent="-174625">
              <a:buClrTx/>
              <a:buFont typeface="Arial" panose="020B0604020202020204" pitchFamily="34" charset="0"/>
              <a:buChar char="•"/>
              <a:defRPr>
                <a:solidFill>
                  <a:schemeClr val="tx2"/>
                </a:solidFill>
              </a:defRPr>
            </a:lvl3pPr>
            <a:lvl4pPr marL="365760" indent="-182880">
              <a:buClrTx/>
              <a:buFont typeface="Arial"/>
              <a:buChar char="–"/>
              <a:defRPr>
                <a:solidFill>
                  <a:srgbClr val="212121"/>
                </a:solidFill>
              </a:defRPr>
            </a:lvl4pPr>
            <a:lvl5pPr marL="548640">
              <a:buClrTx/>
              <a:defRPr>
                <a:solidFill>
                  <a:srgbClr val="21212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p:txBody>
      </p:sp>
      <p:sp>
        <p:nvSpPr>
          <p:cNvPr id="18" name="Content Placeholder 2">
            <a:extLst>
              <a:ext uri="{FF2B5EF4-FFF2-40B4-BE49-F238E27FC236}">
                <a16:creationId xmlns:a16="http://schemas.microsoft.com/office/drawing/2014/main" id="{8BB63C1B-3209-284E-B44A-E799A58B17A6}"/>
              </a:ext>
            </a:extLst>
          </p:cNvPr>
          <p:cNvSpPr>
            <a:spLocks noGrp="1"/>
          </p:cNvSpPr>
          <p:nvPr>
            <p:ph idx="18" hasCustomPrompt="1"/>
          </p:nvPr>
        </p:nvSpPr>
        <p:spPr>
          <a:xfrm>
            <a:off x="4206875" y="2095503"/>
            <a:ext cx="3502152" cy="4114798"/>
          </a:xfrm>
        </p:spPr>
        <p:txBody>
          <a:bodyPr/>
          <a:lstStyle>
            <a:lvl1pPr>
              <a:lnSpc>
                <a:spcPct val="85000"/>
              </a:lnSpc>
              <a:spcAft>
                <a:spcPts val="2400"/>
              </a:spcAft>
              <a:defRPr sz="7200" spc="80" baseline="0">
                <a:solidFill>
                  <a:srgbClr val="005E60"/>
                </a:solidFill>
                <a:latin typeface="Sons Condensed Extrabold" panose="02060906060206060203" pitchFamily="18" charset="0"/>
              </a:defRPr>
            </a:lvl1pPr>
            <a:lvl2pPr marL="0" indent="0">
              <a:buClrTx/>
              <a:buNone/>
              <a:defRPr>
                <a:solidFill>
                  <a:srgbClr val="212121"/>
                </a:solidFill>
              </a:defRPr>
            </a:lvl2pPr>
            <a:lvl3pPr marL="174625" indent="-174625">
              <a:buClrTx/>
              <a:buFont typeface="Arial" panose="020B0604020202020204" pitchFamily="34" charset="0"/>
              <a:buChar char="•"/>
              <a:defRPr>
                <a:solidFill>
                  <a:srgbClr val="212121"/>
                </a:solidFill>
              </a:defRPr>
            </a:lvl3pPr>
            <a:lvl4pPr marL="365760" indent="-182880">
              <a:buClrTx/>
              <a:buFont typeface="Arial"/>
              <a:buChar char="–"/>
              <a:defRPr>
                <a:solidFill>
                  <a:srgbClr val="212121"/>
                </a:solidFill>
              </a:defRPr>
            </a:lvl4pPr>
            <a:lvl5pPr marL="548640">
              <a:buClrTx/>
              <a:defRPr>
                <a:solidFill>
                  <a:srgbClr val="21212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sp>
        <p:nvSpPr>
          <p:cNvPr id="19" name="Content Placeholder 2">
            <a:extLst>
              <a:ext uri="{FF2B5EF4-FFF2-40B4-BE49-F238E27FC236}">
                <a16:creationId xmlns:a16="http://schemas.microsoft.com/office/drawing/2014/main" id="{412F81C6-976F-8E46-9726-C1199B9E693F}"/>
              </a:ext>
            </a:extLst>
          </p:cNvPr>
          <p:cNvSpPr>
            <a:spLocks noGrp="1"/>
          </p:cNvSpPr>
          <p:nvPr>
            <p:ph idx="19" hasCustomPrompt="1"/>
          </p:nvPr>
        </p:nvSpPr>
        <p:spPr>
          <a:xfrm>
            <a:off x="7985125" y="2095503"/>
            <a:ext cx="3502152" cy="4114798"/>
          </a:xfrm>
        </p:spPr>
        <p:txBody>
          <a:bodyPr/>
          <a:lstStyle>
            <a:lvl1pPr>
              <a:lnSpc>
                <a:spcPct val="85000"/>
              </a:lnSpc>
              <a:spcAft>
                <a:spcPts val="2400"/>
              </a:spcAft>
              <a:defRPr sz="7200" spc="80" baseline="0">
                <a:solidFill>
                  <a:srgbClr val="005E60"/>
                </a:solidFill>
                <a:latin typeface="Sons Condensed Extrabold" panose="02060906060206060203" pitchFamily="18" charset="0"/>
              </a:defRPr>
            </a:lvl1pPr>
            <a:lvl2pPr marL="0" indent="0">
              <a:buClrTx/>
              <a:buNone/>
              <a:defRPr>
                <a:solidFill>
                  <a:srgbClr val="212121"/>
                </a:solidFill>
              </a:defRPr>
            </a:lvl2pPr>
            <a:lvl3pPr marL="174625" indent="-174625">
              <a:buClrTx/>
              <a:buFont typeface="Arial" panose="020B0604020202020204" pitchFamily="34" charset="0"/>
              <a:buChar char="•"/>
              <a:defRPr>
                <a:solidFill>
                  <a:srgbClr val="212121"/>
                </a:solidFill>
              </a:defRPr>
            </a:lvl3pPr>
            <a:lvl4pPr marL="365760" indent="-182880">
              <a:buClrTx/>
              <a:buFont typeface="Arial"/>
              <a:buChar char="–"/>
              <a:defRPr>
                <a:solidFill>
                  <a:srgbClr val="212121"/>
                </a:solidFill>
              </a:defRPr>
            </a:lvl4pPr>
            <a:lvl5pPr marL="548640">
              <a:buClrTx/>
              <a:defRPr>
                <a:solidFill>
                  <a:srgbClr val="21212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cxnSp>
        <p:nvCxnSpPr>
          <p:cNvPr id="4" name="Straight Connector 3">
            <a:extLst>
              <a:ext uri="{FF2B5EF4-FFF2-40B4-BE49-F238E27FC236}">
                <a16:creationId xmlns:a16="http://schemas.microsoft.com/office/drawing/2014/main" id="{DB938AA9-AA7F-CA72-4172-840511A5C2E9}"/>
              </a:ext>
            </a:extLst>
          </p:cNvPr>
          <p:cNvCxnSpPr>
            <a:cxnSpLocks/>
          </p:cNvCxnSpPr>
          <p:nvPr userDrawn="1"/>
        </p:nvCxnSpPr>
        <p:spPr>
          <a:xfrm>
            <a:off x="4062828"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476105A-C9A5-9304-6A7E-4ABF0C6AAB07}"/>
              </a:ext>
            </a:extLst>
          </p:cNvPr>
          <p:cNvCxnSpPr>
            <a:cxnSpLocks/>
          </p:cNvCxnSpPr>
          <p:nvPr userDrawn="1"/>
        </p:nvCxnSpPr>
        <p:spPr>
          <a:xfrm>
            <a:off x="7848132"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8" name="Picture 7" descr="Text&#10;&#10;Description automatically generated">
            <a:extLst>
              <a:ext uri="{FF2B5EF4-FFF2-40B4-BE49-F238E27FC236}">
                <a16:creationId xmlns:a16="http://schemas.microsoft.com/office/drawing/2014/main" id="{4B5C3D82-E702-BE2A-C612-2CB61FE360F7}"/>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9" name="Footer Placeholder 15">
            <a:extLst>
              <a:ext uri="{FF2B5EF4-FFF2-40B4-BE49-F238E27FC236}">
                <a16:creationId xmlns:a16="http://schemas.microsoft.com/office/drawing/2014/main" id="{75B2F3C1-ABC4-8C6F-2C19-1300BBDEB6FB}"/>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414148507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650" userDrawn="1">
          <p15:clr>
            <a:srgbClr val="FBAE40"/>
          </p15:clr>
        </p15:guide>
        <p15:guide id="2" pos="5030" userDrawn="1">
          <p15:clr>
            <a:srgbClr val="FBAE40"/>
          </p15:clr>
        </p15:guide>
        <p15:guide id="3" orient="horz" pos="1320" userDrawn="1">
          <p15:clr>
            <a:srgbClr val="FBAE40"/>
          </p15:clr>
        </p15:guide>
        <p15:guide id="4" orient="horz" pos="884"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 Statistics - 2">
    <p:bg>
      <p:bgPr>
        <a:solidFill>
          <a:srgbClr val="005E60"/>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
        <p:nvSpPr>
          <p:cNvPr id="12" name="Text Placeholder 10">
            <a:extLst>
              <a:ext uri="{FF2B5EF4-FFF2-40B4-BE49-F238E27FC236}">
                <a16:creationId xmlns:a16="http://schemas.microsoft.com/office/drawing/2014/main" id="{56C95D67-F3C4-3D4F-B32A-CBAC6F0CB332}"/>
              </a:ext>
            </a:extLst>
          </p:cNvPr>
          <p:cNvSpPr>
            <a:spLocks noGrp="1"/>
          </p:cNvSpPr>
          <p:nvPr>
            <p:ph type="body" sz="quarter" idx="15"/>
          </p:nvPr>
        </p:nvSpPr>
        <p:spPr>
          <a:xfrm>
            <a:off x="419100" y="1403350"/>
            <a:ext cx="3502152" cy="692150"/>
          </a:xfrm>
        </p:spPr>
        <p:txBody>
          <a:bodyPr/>
          <a:lstStyle>
            <a:lvl1pPr>
              <a:spcAft>
                <a:spcPts val="0"/>
              </a:spcAft>
              <a:defRPr b="0">
                <a:solidFill>
                  <a:schemeClr val="bg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sp>
        <p:nvSpPr>
          <p:cNvPr id="13" name="Text Placeholder 10">
            <a:extLst>
              <a:ext uri="{FF2B5EF4-FFF2-40B4-BE49-F238E27FC236}">
                <a16:creationId xmlns:a16="http://schemas.microsoft.com/office/drawing/2014/main" id="{D582616C-16AA-D245-94C9-5BE602638B4E}"/>
              </a:ext>
            </a:extLst>
          </p:cNvPr>
          <p:cNvSpPr>
            <a:spLocks noGrp="1"/>
          </p:cNvSpPr>
          <p:nvPr>
            <p:ph type="body" sz="quarter" idx="16"/>
          </p:nvPr>
        </p:nvSpPr>
        <p:spPr>
          <a:xfrm>
            <a:off x="4206875" y="1403350"/>
            <a:ext cx="3502152" cy="692150"/>
          </a:xfrm>
        </p:spPr>
        <p:txBody>
          <a:bodyPr/>
          <a:lstStyle>
            <a:lvl1pPr>
              <a:spcAft>
                <a:spcPts val="0"/>
              </a:spcAft>
              <a:defRPr b="0">
                <a:solidFill>
                  <a:schemeClr val="bg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sp>
        <p:nvSpPr>
          <p:cNvPr id="14" name="Text Placeholder 10">
            <a:extLst>
              <a:ext uri="{FF2B5EF4-FFF2-40B4-BE49-F238E27FC236}">
                <a16:creationId xmlns:a16="http://schemas.microsoft.com/office/drawing/2014/main" id="{8A9A19A4-818C-F14A-B5DE-B0DB0C798CB7}"/>
              </a:ext>
            </a:extLst>
          </p:cNvPr>
          <p:cNvSpPr>
            <a:spLocks noGrp="1"/>
          </p:cNvSpPr>
          <p:nvPr>
            <p:ph type="body" sz="quarter" idx="17"/>
          </p:nvPr>
        </p:nvSpPr>
        <p:spPr>
          <a:xfrm>
            <a:off x="7989707" y="1403350"/>
            <a:ext cx="3502152" cy="692150"/>
          </a:xfrm>
        </p:spPr>
        <p:txBody>
          <a:bodyPr/>
          <a:lstStyle>
            <a:lvl1pPr>
              <a:spcAft>
                <a:spcPts val="0"/>
              </a:spcAft>
              <a:defRPr b="0">
                <a:solidFill>
                  <a:schemeClr val="bg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095501"/>
            <a:ext cx="3502152" cy="4114798"/>
          </a:xfrm>
        </p:spPr>
        <p:txBody>
          <a:bodyPr/>
          <a:lstStyle>
            <a:lvl1pPr>
              <a:lnSpc>
                <a:spcPct val="85000"/>
              </a:lnSpc>
              <a:spcAft>
                <a:spcPts val="2400"/>
              </a:spcAft>
              <a:buClr>
                <a:srgbClr val="C8FF08"/>
              </a:buClr>
              <a:defRPr sz="7200" spc="80" baseline="0">
                <a:solidFill>
                  <a:srgbClr val="C8FF08"/>
                </a:solidFill>
                <a:latin typeface="Sons Condensed Extrabold" panose="02060906060206060203" pitchFamily="18" charset="0"/>
              </a:defRPr>
            </a:lvl1pPr>
            <a:lvl2pPr marL="0" indent="0">
              <a:buClr>
                <a:srgbClr val="C8FF08"/>
              </a:buClr>
              <a:buNone/>
              <a:defRPr>
                <a:solidFill>
                  <a:schemeClr val="bg1"/>
                </a:solidFill>
              </a:defRPr>
            </a:lvl2pPr>
            <a:lvl3pPr marL="174625" indent="-174625">
              <a:buClr>
                <a:schemeClr val="bg1"/>
              </a:buClr>
              <a:buFont typeface="Arial" panose="020B0604020202020204" pitchFamily="34" charset="0"/>
              <a:buChar char="•"/>
              <a:defRPr>
                <a:solidFill>
                  <a:schemeClr val="bg1"/>
                </a:solidFill>
              </a:defRPr>
            </a:lvl3pPr>
            <a:lvl4pPr marL="365760" indent="-182880">
              <a:buClr>
                <a:schemeClr val="bg1"/>
              </a:buClr>
              <a:buFont typeface="Arial"/>
              <a:buChar char="–"/>
              <a:defRPr>
                <a:solidFill>
                  <a:schemeClr val="bg1"/>
                </a:solidFill>
              </a:defRPr>
            </a:lvl4pPr>
            <a:lvl5pPr marL="548640">
              <a:buClr>
                <a:schemeClr val="bg1"/>
              </a:buClr>
              <a:defRPr>
                <a:solidFill>
                  <a:schemeClr val="bg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sp>
        <p:nvSpPr>
          <p:cNvPr id="18" name="Content Placeholder 2">
            <a:extLst>
              <a:ext uri="{FF2B5EF4-FFF2-40B4-BE49-F238E27FC236}">
                <a16:creationId xmlns:a16="http://schemas.microsoft.com/office/drawing/2014/main" id="{8BB63C1B-3209-284E-B44A-E799A58B17A6}"/>
              </a:ext>
            </a:extLst>
          </p:cNvPr>
          <p:cNvSpPr>
            <a:spLocks noGrp="1"/>
          </p:cNvSpPr>
          <p:nvPr>
            <p:ph idx="18" hasCustomPrompt="1"/>
          </p:nvPr>
        </p:nvSpPr>
        <p:spPr>
          <a:xfrm>
            <a:off x="4206875" y="2095503"/>
            <a:ext cx="3502152" cy="4114798"/>
          </a:xfrm>
        </p:spPr>
        <p:txBody>
          <a:bodyPr/>
          <a:lstStyle>
            <a:lvl1pPr>
              <a:lnSpc>
                <a:spcPct val="85000"/>
              </a:lnSpc>
              <a:spcAft>
                <a:spcPts val="2400"/>
              </a:spcAft>
              <a:buClr>
                <a:srgbClr val="C8FF08"/>
              </a:buClr>
              <a:defRPr sz="7200" spc="80" baseline="0">
                <a:solidFill>
                  <a:srgbClr val="C8FF08"/>
                </a:solidFill>
                <a:latin typeface="Sons Condensed Extrabold" panose="02060906060206060203" pitchFamily="18" charset="0"/>
              </a:defRPr>
            </a:lvl1pPr>
            <a:lvl2pPr marL="0" indent="0">
              <a:buClr>
                <a:srgbClr val="C8FF08"/>
              </a:buClr>
              <a:buNone/>
              <a:defRPr>
                <a:solidFill>
                  <a:schemeClr val="bg1"/>
                </a:solidFill>
              </a:defRPr>
            </a:lvl2pPr>
            <a:lvl3pPr marL="174625" indent="-174625">
              <a:buClr>
                <a:schemeClr val="bg1"/>
              </a:buClr>
              <a:buFont typeface="Arial" panose="020B0604020202020204" pitchFamily="34" charset="0"/>
              <a:buChar char="•"/>
              <a:defRPr>
                <a:solidFill>
                  <a:schemeClr val="bg1"/>
                </a:solidFill>
              </a:defRPr>
            </a:lvl3pPr>
            <a:lvl4pPr marL="365760" indent="-182880">
              <a:buClr>
                <a:schemeClr val="bg1"/>
              </a:buClr>
              <a:buFont typeface="Arial"/>
              <a:buChar char="–"/>
              <a:defRPr>
                <a:solidFill>
                  <a:schemeClr val="bg1"/>
                </a:solidFill>
              </a:defRPr>
            </a:lvl4pPr>
            <a:lvl5pPr marL="548640">
              <a:buClr>
                <a:schemeClr val="bg1"/>
              </a:buClr>
              <a:defRPr>
                <a:solidFill>
                  <a:schemeClr val="bg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sp>
        <p:nvSpPr>
          <p:cNvPr id="19" name="Content Placeholder 2">
            <a:extLst>
              <a:ext uri="{FF2B5EF4-FFF2-40B4-BE49-F238E27FC236}">
                <a16:creationId xmlns:a16="http://schemas.microsoft.com/office/drawing/2014/main" id="{412F81C6-976F-8E46-9726-C1199B9E693F}"/>
              </a:ext>
            </a:extLst>
          </p:cNvPr>
          <p:cNvSpPr>
            <a:spLocks noGrp="1"/>
          </p:cNvSpPr>
          <p:nvPr>
            <p:ph idx="19" hasCustomPrompt="1"/>
          </p:nvPr>
        </p:nvSpPr>
        <p:spPr>
          <a:xfrm>
            <a:off x="7985125" y="2095503"/>
            <a:ext cx="3502152" cy="4114798"/>
          </a:xfrm>
        </p:spPr>
        <p:txBody>
          <a:bodyPr/>
          <a:lstStyle>
            <a:lvl1pPr>
              <a:lnSpc>
                <a:spcPct val="85000"/>
              </a:lnSpc>
              <a:spcAft>
                <a:spcPts val="2400"/>
              </a:spcAft>
              <a:buClr>
                <a:srgbClr val="C8FF08"/>
              </a:buClr>
              <a:defRPr sz="7200" spc="80" baseline="0">
                <a:solidFill>
                  <a:srgbClr val="C8FF08"/>
                </a:solidFill>
                <a:latin typeface="Sons Condensed Extrabold" panose="02060906060206060203" pitchFamily="18" charset="0"/>
              </a:defRPr>
            </a:lvl1pPr>
            <a:lvl2pPr marL="0" indent="0">
              <a:buClr>
                <a:srgbClr val="C8FF08"/>
              </a:buClr>
              <a:buNone/>
              <a:defRPr>
                <a:solidFill>
                  <a:schemeClr val="bg1"/>
                </a:solidFill>
              </a:defRPr>
            </a:lvl2pPr>
            <a:lvl3pPr marL="174625" indent="-174625">
              <a:buClr>
                <a:schemeClr val="bg1"/>
              </a:buClr>
              <a:buFont typeface="Arial" panose="020B0604020202020204" pitchFamily="34" charset="0"/>
              <a:buChar char="•"/>
              <a:defRPr>
                <a:solidFill>
                  <a:schemeClr val="bg1"/>
                </a:solidFill>
              </a:defRPr>
            </a:lvl3pPr>
            <a:lvl4pPr marL="365760" indent="-182880">
              <a:buClr>
                <a:schemeClr val="bg1"/>
              </a:buClr>
              <a:buFont typeface="Arial"/>
              <a:buChar char="–"/>
              <a:defRPr>
                <a:solidFill>
                  <a:schemeClr val="bg1"/>
                </a:solidFill>
              </a:defRPr>
            </a:lvl4pPr>
            <a:lvl5pPr marL="548640">
              <a:buClr>
                <a:schemeClr val="bg1"/>
              </a:buClr>
              <a:defRPr>
                <a:solidFill>
                  <a:schemeClr val="bg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cxnSp>
        <p:nvCxnSpPr>
          <p:cNvPr id="4" name="Straight Connector 3">
            <a:extLst>
              <a:ext uri="{FF2B5EF4-FFF2-40B4-BE49-F238E27FC236}">
                <a16:creationId xmlns:a16="http://schemas.microsoft.com/office/drawing/2014/main" id="{DB938AA9-AA7F-CA72-4172-840511A5C2E9}"/>
              </a:ext>
            </a:extLst>
          </p:cNvPr>
          <p:cNvCxnSpPr>
            <a:cxnSpLocks/>
          </p:cNvCxnSpPr>
          <p:nvPr userDrawn="1"/>
        </p:nvCxnSpPr>
        <p:spPr>
          <a:xfrm>
            <a:off x="4062828" y="1402915"/>
            <a:ext cx="0" cy="480738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476105A-C9A5-9304-6A7E-4ABF0C6AAB07}"/>
              </a:ext>
            </a:extLst>
          </p:cNvPr>
          <p:cNvCxnSpPr>
            <a:cxnSpLocks/>
          </p:cNvCxnSpPr>
          <p:nvPr userDrawn="1"/>
        </p:nvCxnSpPr>
        <p:spPr>
          <a:xfrm>
            <a:off x="7848132" y="1402915"/>
            <a:ext cx="0" cy="480738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pic>
        <p:nvPicPr>
          <p:cNvPr id="8" name="Picture 7" descr="Text&#10;&#10;Description automatically generated">
            <a:extLst>
              <a:ext uri="{FF2B5EF4-FFF2-40B4-BE49-F238E27FC236}">
                <a16:creationId xmlns:a16="http://schemas.microsoft.com/office/drawing/2014/main" id="{0D252868-F7F1-C0A1-E4BB-8630DDD8758E}"/>
              </a:ext>
            </a:extLst>
          </p:cNvPr>
          <p:cNvPicPr>
            <a:picLocks noChangeAspect="1"/>
          </p:cNvPicPr>
          <p:nvPr userDrawn="1"/>
        </p:nvPicPr>
        <p:blipFill>
          <a:blip r:embed="rId2"/>
          <a:stretch>
            <a:fillRect/>
          </a:stretch>
        </p:blipFill>
        <p:spPr>
          <a:xfrm>
            <a:off x="10309857" y="339154"/>
            <a:ext cx="1553489" cy="485273"/>
          </a:xfrm>
          <a:prstGeom prst="rect">
            <a:avLst/>
          </a:prstGeom>
        </p:spPr>
      </p:pic>
      <p:sp>
        <p:nvSpPr>
          <p:cNvPr id="9" name="Footer Placeholder 15">
            <a:extLst>
              <a:ext uri="{FF2B5EF4-FFF2-40B4-BE49-F238E27FC236}">
                <a16:creationId xmlns:a16="http://schemas.microsoft.com/office/drawing/2014/main" id="{BF60D929-2B8A-C56B-C065-F3BDEBB412AF}"/>
              </a:ext>
            </a:extLst>
          </p:cNvPr>
          <p:cNvSpPr>
            <a:spLocks noGrp="1"/>
          </p:cNvSpPr>
          <p:nvPr>
            <p:ph type="ftr" sz="quarter" idx="4294967295"/>
          </p:nvPr>
        </p:nvSpPr>
        <p:spPr>
          <a:xfrm>
            <a:off x="419100" y="6492875"/>
            <a:ext cx="10248900" cy="244653"/>
          </a:xfrm>
        </p:spPr>
        <p:txBody>
          <a:bodyPr/>
          <a:lstStyle>
            <a:lvl1pPr>
              <a:defRPr>
                <a:solidFill>
                  <a:schemeClr val="bg1"/>
                </a:solidFill>
              </a:defRPr>
            </a:lvl1pPr>
          </a:lstStyle>
          <a:p>
            <a:pPr defTabSz="914126"/>
            <a:r>
              <a:rPr lang="en-US" sz="800" dirty="0">
                <a:ea typeface="Inter" panose="02000503000000020004" pitchFamily="2" charset="0"/>
              </a:rPr>
              <a:t>© 2026 GE Vernova and/or its affiliates. All rights reserved.</a:t>
            </a:r>
            <a:endParaRPr lang="en-US" sz="800" dirty="0"/>
          </a:p>
        </p:txBody>
      </p:sp>
    </p:spTree>
    <p:extLst>
      <p:ext uri="{BB962C8B-B14F-4D97-AF65-F5344CB8AC3E}">
        <p14:creationId xmlns:p14="http://schemas.microsoft.com/office/powerpoint/2010/main" val="124907409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8"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Medium Stat 1">
    <p:bg>
      <p:bgPr>
        <a:solidFill>
          <a:srgbClr val="005E60"/>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69725" cy="457020"/>
          </a:xfrm>
        </p:spPr>
        <p:txBody>
          <a:bodyPr/>
          <a:lstStyle>
            <a:lvl1pPr>
              <a:defRPr>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560675" y="2095501"/>
            <a:ext cx="3502152" cy="4114799"/>
          </a:xfrm>
        </p:spPr>
        <p:txBody>
          <a:bodyPr/>
          <a:lstStyle>
            <a:lvl1pPr>
              <a:lnSpc>
                <a:spcPct val="85000"/>
              </a:lnSpc>
              <a:spcAft>
                <a:spcPts val="2400"/>
              </a:spcAft>
              <a:defRPr sz="9600" spc="80" baseline="0">
                <a:solidFill>
                  <a:srgbClr val="C8FF08"/>
                </a:solidFill>
                <a:latin typeface="Sons Condensed Extrabold" panose="02060906060206060203" pitchFamily="18" charset="0"/>
              </a:defRPr>
            </a:lvl1pPr>
            <a:lvl2pPr marL="0" indent="0">
              <a:buClr>
                <a:schemeClr val="bg1"/>
              </a:buClr>
              <a:buNone/>
              <a:defRPr>
                <a:solidFill>
                  <a:schemeClr val="bg1"/>
                </a:solidFill>
              </a:defRPr>
            </a:lvl2pPr>
            <a:lvl3pPr marL="174625" indent="-174625">
              <a:buClr>
                <a:schemeClr val="bg1"/>
              </a:buClr>
              <a:buFont typeface="Arial" panose="020B0604020202020204" pitchFamily="34" charset="0"/>
              <a:buChar char="•"/>
              <a:defRPr>
                <a:solidFill>
                  <a:schemeClr val="bg1"/>
                </a:solidFill>
              </a:defRPr>
            </a:lvl3pPr>
            <a:lvl4pPr marL="365760" indent="-182880">
              <a:buClr>
                <a:schemeClr val="bg1"/>
              </a:buClr>
              <a:buFont typeface="Arial"/>
              <a:buChar char="–"/>
              <a:defRPr>
                <a:solidFill>
                  <a:schemeClr val="bg1"/>
                </a:solidFill>
              </a:defRPr>
            </a:lvl4pPr>
            <a:lvl5pPr marL="548640">
              <a:buClr>
                <a:schemeClr val="bg1"/>
              </a:buClr>
              <a:defRPr>
                <a:solidFill>
                  <a:schemeClr val="bg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cxnSp>
        <p:nvCxnSpPr>
          <p:cNvPr id="8" name="Straight Connector 7">
            <a:extLst>
              <a:ext uri="{FF2B5EF4-FFF2-40B4-BE49-F238E27FC236}">
                <a16:creationId xmlns:a16="http://schemas.microsoft.com/office/drawing/2014/main" id="{361B55D1-80E8-FE17-86A3-84686B81A692}"/>
              </a:ext>
            </a:extLst>
          </p:cNvPr>
          <p:cNvCxnSpPr>
            <a:cxnSpLocks/>
          </p:cNvCxnSpPr>
          <p:nvPr userDrawn="1"/>
        </p:nvCxnSpPr>
        <p:spPr>
          <a:xfrm>
            <a:off x="419100" y="1402915"/>
            <a:ext cx="0" cy="480738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sp>
        <p:nvSpPr>
          <p:cNvPr id="9" name="Text Placeholder 10">
            <a:extLst>
              <a:ext uri="{FF2B5EF4-FFF2-40B4-BE49-F238E27FC236}">
                <a16:creationId xmlns:a16="http://schemas.microsoft.com/office/drawing/2014/main" id="{4AFF6E11-C545-F91D-9E64-2C4D90D894F1}"/>
              </a:ext>
            </a:extLst>
          </p:cNvPr>
          <p:cNvSpPr>
            <a:spLocks noGrp="1"/>
          </p:cNvSpPr>
          <p:nvPr>
            <p:ph type="body" sz="quarter" idx="17"/>
          </p:nvPr>
        </p:nvSpPr>
        <p:spPr>
          <a:xfrm>
            <a:off x="560675" y="1403350"/>
            <a:ext cx="3502152" cy="692150"/>
          </a:xfrm>
        </p:spPr>
        <p:txBody>
          <a:bodyPr/>
          <a:lstStyle>
            <a:lvl1pPr>
              <a:spcAft>
                <a:spcPts val="0"/>
              </a:spcAft>
              <a:defRPr b="0">
                <a:solidFill>
                  <a:schemeClr val="bg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pic>
        <p:nvPicPr>
          <p:cNvPr id="4" name="Picture 3" descr="Text&#10;&#10;Description automatically generated">
            <a:extLst>
              <a:ext uri="{FF2B5EF4-FFF2-40B4-BE49-F238E27FC236}">
                <a16:creationId xmlns:a16="http://schemas.microsoft.com/office/drawing/2014/main" id="{CC81F1F2-00A2-8A73-11A9-FF59CE240F80}"/>
              </a:ext>
            </a:extLst>
          </p:cNvPr>
          <p:cNvPicPr>
            <a:picLocks noChangeAspect="1"/>
          </p:cNvPicPr>
          <p:nvPr userDrawn="1"/>
        </p:nvPicPr>
        <p:blipFill>
          <a:blip r:embed="rId2"/>
          <a:stretch>
            <a:fillRect/>
          </a:stretch>
        </p:blipFill>
        <p:spPr>
          <a:xfrm>
            <a:off x="10309857" y="339154"/>
            <a:ext cx="1553489" cy="485273"/>
          </a:xfrm>
          <a:prstGeom prst="rect">
            <a:avLst/>
          </a:prstGeom>
        </p:spPr>
      </p:pic>
      <p:sp>
        <p:nvSpPr>
          <p:cNvPr id="10" name="Picture Placeholder 6">
            <a:extLst>
              <a:ext uri="{FF2B5EF4-FFF2-40B4-BE49-F238E27FC236}">
                <a16:creationId xmlns:a16="http://schemas.microsoft.com/office/drawing/2014/main" id="{71A28561-E9BE-F7BE-7CA1-61B13B003AE0}"/>
              </a:ext>
            </a:extLst>
          </p:cNvPr>
          <p:cNvSpPr>
            <a:spLocks noGrp="1"/>
          </p:cNvSpPr>
          <p:nvPr>
            <p:ph type="pic" sz="quarter" idx="13"/>
          </p:nvPr>
        </p:nvSpPr>
        <p:spPr>
          <a:xfrm>
            <a:off x="4409575" y="1403350"/>
            <a:ext cx="7363326" cy="4806950"/>
          </a:xfrm>
          <a:solidFill>
            <a:schemeClr val="accent3"/>
          </a:solidFill>
        </p:spPr>
        <p:txBody>
          <a:bodyPr/>
          <a:lstStyle>
            <a:lvl1pPr>
              <a:defRPr>
                <a:solidFill>
                  <a:schemeClr val="tx2"/>
                </a:solidFill>
              </a:defRPr>
            </a:lvl1pPr>
          </a:lstStyle>
          <a:p>
            <a:r>
              <a:rPr lang="en-US"/>
              <a:t>Click icon to add picture</a:t>
            </a:r>
            <a:endParaRPr lang="en-US" dirty="0"/>
          </a:p>
        </p:txBody>
      </p:sp>
      <p:sp>
        <p:nvSpPr>
          <p:cNvPr id="7" name="Footer Placeholder 15">
            <a:extLst>
              <a:ext uri="{FF2B5EF4-FFF2-40B4-BE49-F238E27FC236}">
                <a16:creationId xmlns:a16="http://schemas.microsoft.com/office/drawing/2014/main" id="{A878362A-0DD8-8964-3726-126DE717BA9D}"/>
              </a:ext>
            </a:extLst>
          </p:cNvPr>
          <p:cNvSpPr>
            <a:spLocks noGrp="1"/>
          </p:cNvSpPr>
          <p:nvPr>
            <p:ph type="ftr" sz="quarter" idx="4294967295"/>
          </p:nvPr>
        </p:nvSpPr>
        <p:spPr>
          <a:xfrm>
            <a:off x="419100" y="6492875"/>
            <a:ext cx="10248900" cy="244653"/>
          </a:xfrm>
        </p:spPr>
        <p:txBody>
          <a:bodyPr/>
          <a:lstStyle>
            <a:lvl1pPr>
              <a:defRPr>
                <a:solidFill>
                  <a:schemeClr val="bg1"/>
                </a:solidFill>
              </a:defRPr>
            </a:lvl1pPr>
          </a:lstStyle>
          <a:p>
            <a:pPr defTabSz="914126"/>
            <a:r>
              <a:rPr lang="en-US" sz="800" dirty="0">
                <a:ea typeface="Inter" panose="02000503000000020004" pitchFamily="2" charset="0"/>
              </a:rPr>
              <a:t>© 2026 GE Vernova and/or its affiliates. All rights reserved.</a:t>
            </a:r>
            <a:endParaRPr lang="en-US" sz="800" dirty="0"/>
          </a:p>
        </p:txBody>
      </p:sp>
    </p:spTree>
    <p:extLst>
      <p:ext uri="{BB962C8B-B14F-4D97-AF65-F5344CB8AC3E}">
        <p14:creationId xmlns:p14="http://schemas.microsoft.com/office/powerpoint/2010/main" val="141622570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orient="horz" pos="884"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Medium Stat 3">
    <p:bg>
      <p:bgPr>
        <a:solidFill>
          <a:schemeClr val="bg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321247"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560675" y="2095501"/>
            <a:ext cx="3502152" cy="4114799"/>
          </a:xfrm>
        </p:spPr>
        <p:txBody>
          <a:bodyPr/>
          <a:lstStyle>
            <a:lvl1pPr>
              <a:lnSpc>
                <a:spcPct val="85000"/>
              </a:lnSpc>
              <a:spcAft>
                <a:spcPts val="2400"/>
              </a:spcAft>
              <a:buClr>
                <a:srgbClr val="212121"/>
              </a:buClr>
              <a:defRPr sz="9600" spc="80" baseline="0">
                <a:solidFill>
                  <a:srgbClr val="005E60"/>
                </a:solidFill>
                <a:latin typeface="Sons Condensed Extrabold" panose="02060906060206060203" pitchFamily="18" charset="0"/>
              </a:defRPr>
            </a:lvl1pPr>
            <a:lvl2pPr marL="0" indent="0">
              <a:buClr>
                <a:srgbClr val="212121"/>
              </a:buClr>
              <a:buNone/>
              <a:defRPr>
                <a:solidFill>
                  <a:srgbClr val="212121"/>
                </a:solidFill>
              </a:defRPr>
            </a:lvl2pPr>
            <a:lvl3pPr marL="174625" indent="-174625">
              <a:buClr>
                <a:srgbClr val="212121"/>
              </a:buClr>
              <a:buFont typeface="Arial" panose="020B0604020202020204" pitchFamily="34" charset="0"/>
              <a:buChar char="•"/>
              <a:defRPr>
                <a:solidFill>
                  <a:srgbClr val="212121"/>
                </a:solidFill>
              </a:defRPr>
            </a:lvl3pPr>
            <a:lvl4pPr marL="365760" indent="-182880">
              <a:buClr>
                <a:srgbClr val="212121"/>
              </a:buClr>
              <a:buFont typeface="Arial"/>
              <a:buChar char="–"/>
              <a:defRPr>
                <a:solidFill>
                  <a:srgbClr val="212121"/>
                </a:solidFill>
              </a:defRPr>
            </a:lvl4pPr>
            <a:lvl5pPr marL="548640">
              <a:buClr>
                <a:srgbClr val="212121"/>
              </a:buClr>
              <a:defRPr>
                <a:solidFill>
                  <a:srgbClr val="21212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cxnSp>
        <p:nvCxnSpPr>
          <p:cNvPr id="8" name="Straight Connector 7">
            <a:extLst>
              <a:ext uri="{FF2B5EF4-FFF2-40B4-BE49-F238E27FC236}">
                <a16:creationId xmlns:a16="http://schemas.microsoft.com/office/drawing/2014/main" id="{361B55D1-80E8-FE17-86A3-84686B81A692}"/>
              </a:ext>
            </a:extLst>
          </p:cNvPr>
          <p:cNvCxnSpPr>
            <a:cxnSpLocks/>
          </p:cNvCxnSpPr>
          <p:nvPr userDrawn="1"/>
        </p:nvCxnSpPr>
        <p:spPr>
          <a:xfrm>
            <a:off x="419100"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sp>
        <p:nvSpPr>
          <p:cNvPr id="9" name="Text Placeholder 10">
            <a:extLst>
              <a:ext uri="{FF2B5EF4-FFF2-40B4-BE49-F238E27FC236}">
                <a16:creationId xmlns:a16="http://schemas.microsoft.com/office/drawing/2014/main" id="{4AFF6E11-C545-F91D-9E64-2C4D90D894F1}"/>
              </a:ext>
            </a:extLst>
          </p:cNvPr>
          <p:cNvSpPr>
            <a:spLocks noGrp="1"/>
          </p:cNvSpPr>
          <p:nvPr>
            <p:ph type="body" sz="quarter" idx="17"/>
          </p:nvPr>
        </p:nvSpPr>
        <p:spPr>
          <a:xfrm>
            <a:off x="560675" y="1403350"/>
            <a:ext cx="3502152" cy="692150"/>
          </a:xfrm>
        </p:spPr>
        <p:txBody>
          <a:bodyPr/>
          <a:lstStyle>
            <a:lvl1pPr>
              <a:spcAft>
                <a:spcPts val="0"/>
              </a:spcAft>
              <a:defRPr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pic>
        <p:nvPicPr>
          <p:cNvPr id="7" name="Picture 6" descr="Text&#10;&#10;Description automatically generated">
            <a:extLst>
              <a:ext uri="{FF2B5EF4-FFF2-40B4-BE49-F238E27FC236}">
                <a16:creationId xmlns:a16="http://schemas.microsoft.com/office/drawing/2014/main" id="{AAF6CB12-6043-6858-0E99-4D0C63CFABAD}"/>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11" name="Picture Placeholder 6">
            <a:extLst>
              <a:ext uri="{FF2B5EF4-FFF2-40B4-BE49-F238E27FC236}">
                <a16:creationId xmlns:a16="http://schemas.microsoft.com/office/drawing/2014/main" id="{D31B6C8E-F2DD-F24A-E739-15C9300FE423}"/>
              </a:ext>
            </a:extLst>
          </p:cNvPr>
          <p:cNvSpPr>
            <a:spLocks noGrp="1"/>
          </p:cNvSpPr>
          <p:nvPr>
            <p:ph type="pic" sz="quarter" idx="13"/>
          </p:nvPr>
        </p:nvSpPr>
        <p:spPr>
          <a:xfrm>
            <a:off x="4409575" y="1403350"/>
            <a:ext cx="7363326" cy="4806950"/>
          </a:xfrm>
          <a:solidFill>
            <a:schemeClr val="accent3"/>
          </a:solidFill>
        </p:spPr>
        <p:txBody>
          <a:bodyPr/>
          <a:lstStyle>
            <a:lvl1pPr>
              <a:defRPr>
                <a:solidFill>
                  <a:schemeClr val="tx2"/>
                </a:solidFill>
              </a:defRPr>
            </a:lvl1pPr>
          </a:lstStyle>
          <a:p>
            <a:r>
              <a:rPr lang="en-US"/>
              <a:t>Click icon to add picture</a:t>
            </a:r>
            <a:endParaRPr lang="en-US" dirty="0"/>
          </a:p>
        </p:txBody>
      </p:sp>
      <p:sp>
        <p:nvSpPr>
          <p:cNvPr id="4" name="Footer Placeholder 15">
            <a:extLst>
              <a:ext uri="{FF2B5EF4-FFF2-40B4-BE49-F238E27FC236}">
                <a16:creationId xmlns:a16="http://schemas.microsoft.com/office/drawing/2014/main" id="{6AE0E5DA-5A63-7DD1-6A29-E797D98A2086}"/>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226070892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orient="horz" pos="884">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Large Stat 1">
    <p:bg>
      <p:bgPr>
        <a:solidFill>
          <a:schemeClr val="bg1"/>
        </a:solidFill>
        <a:effectLst/>
      </p:bgPr>
    </p:bg>
    <p:spTree>
      <p:nvGrpSpPr>
        <p:cNvPr id="1" name=""/>
        <p:cNvGrpSpPr/>
        <p:nvPr/>
      </p:nvGrpSpPr>
      <p:grpSpPr>
        <a:xfrm>
          <a:off x="0" y="0"/>
          <a:ext cx="0" cy="0"/>
          <a:chOff x="0" y="0"/>
          <a:chExt cx="0" cy="0"/>
        </a:xfrm>
      </p:grpSpPr>
      <p:sp>
        <p:nvSpPr>
          <p:cNvPr id="4" name="Text Placeholder 4">
            <a:extLst>
              <a:ext uri="{FF2B5EF4-FFF2-40B4-BE49-F238E27FC236}">
                <a16:creationId xmlns:a16="http://schemas.microsoft.com/office/drawing/2014/main" id="{AABF08DC-CB35-0F04-05DA-1827B5142E52}"/>
              </a:ext>
            </a:extLst>
          </p:cNvPr>
          <p:cNvSpPr>
            <a:spLocks noGrp="1"/>
          </p:cNvSpPr>
          <p:nvPr>
            <p:ph type="body" sz="quarter" idx="4294967295" hasCustomPrompt="1"/>
          </p:nvPr>
        </p:nvSpPr>
        <p:spPr>
          <a:xfrm>
            <a:off x="429039" y="1983260"/>
            <a:ext cx="11353800" cy="4033608"/>
          </a:xfrm>
        </p:spPr>
        <p:txBody>
          <a:bodyPr anchor="t"/>
          <a:lstStyle>
            <a:lvl1pPr>
              <a:lnSpc>
                <a:spcPts val="40000"/>
              </a:lnSpc>
              <a:spcAft>
                <a:spcPts val="0"/>
              </a:spcAft>
              <a:defRPr sz="49600" spc="80" baseline="0">
                <a:solidFill>
                  <a:schemeClr val="bg2"/>
                </a:solidFill>
                <a:latin typeface="Sons Condensed Extrabold" panose="02060906060206060203" pitchFamily="18" charset="0"/>
              </a:defRPr>
            </a:lvl1pPr>
          </a:lstStyle>
          <a:p>
            <a:r>
              <a:rPr lang="en-US" dirty="0"/>
              <a:t>##</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29970" cy="457020"/>
          </a:xfrm>
        </p:spPr>
        <p:txBody>
          <a:bodyPr/>
          <a:lstStyle>
            <a:lvl1pPr>
              <a:defRPr>
                <a:solidFill>
                  <a:schemeClr val="tx1"/>
                </a:solidFill>
              </a:defRPr>
            </a:lvl1pPr>
          </a:lstStyle>
          <a:p>
            <a:r>
              <a:rPr lang="en-US"/>
              <a:t>Click to edit Master title style</a:t>
            </a:r>
            <a:endParaRPr lang="en-US" dirty="0"/>
          </a:p>
        </p:txBody>
      </p:sp>
      <p:pic>
        <p:nvPicPr>
          <p:cNvPr id="3" name="Picture 2" descr="Text&#10;&#10;Description automatically generated">
            <a:extLst>
              <a:ext uri="{FF2B5EF4-FFF2-40B4-BE49-F238E27FC236}">
                <a16:creationId xmlns:a16="http://schemas.microsoft.com/office/drawing/2014/main" id="{1814A848-6923-A1BC-E08A-7728C5A4BCCD}"/>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7" name="Footer Placeholder 15">
            <a:extLst>
              <a:ext uri="{FF2B5EF4-FFF2-40B4-BE49-F238E27FC236}">
                <a16:creationId xmlns:a16="http://schemas.microsoft.com/office/drawing/2014/main" id="{445502A3-B17A-C791-33DE-86438C0F5F09}"/>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342000664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orient="horz" pos="884">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arge Stat 2">
    <p:bg>
      <p:bgPr>
        <a:solidFill>
          <a:schemeClr val="tx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69726" cy="457020"/>
          </a:xfrm>
          <a:noFill/>
        </p:spPr>
        <p:txBody>
          <a:bodyPr/>
          <a:lstStyle>
            <a:lvl1pPr>
              <a:defRPr>
                <a:solidFill>
                  <a:schemeClr val="bg1"/>
                </a:solidFill>
              </a:defRPr>
            </a:lvl1pPr>
          </a:lstStyle>
          <a:p>
            <a:r>
              <a:rPr lang="en-US"/>
              <a:t>Click to edit Master title style</a:t>
            </a:r>
            <a:endParaRPr lang="en-US" dirty="0"/>
          </a:p>
        </p:txBody>
      </p:sp>
      <p:pic>
        <p:nvPicPr>
          <p:cNvPr id="7" name="Picture 6" descr="Text&#10;&#10;Description automatically generated">
            <a:extLst>
              <a:ext uri="{FF2B5EF4-FFF2-40B4-BE49-F238E27FC236}">
                <a16:creationId xmlns:a16="http://schemas.microsoft.com/office/drawing/2014/main" id="{60FA68EB-1DE5-F3BC-29A5-0AAC8831E29A}"/>
              </a:ext>
            </a:extLst>
          </p:cNvPr>
          <p:cNvPicPr>
            <a:picLocks noChangeAspect="1"/>
          </p:cNvPicPr>
          <p:nvPr userDrawn="1"/>
        </p:nvPicPr>
        <p:blipFill>
          <a:blip r:embed="rId2"/>
          <a:stretch>
            <a:fillRect/>
          </a:stretch>
        </p:blipFill>
        <p:spPr>
          <a:xfrm>
            <a:off x="10309857" y="339154"/>
            <a:ext cx="1553489" cy="485273"/>
          </a:xfrm>
          <a:prstGeom prst="rect">
            <a:avLst/>
          </a:prstGeom>
        </p:spPr>
      </p:pic>
      <p:sp>
        <p:nvSpPr>
          <p:cNvPr id="3" name="Text Placeholder 4">
            <a:extLst>
              <a:ext uri="{FF2B5EF4-FFF2-40B4-BE49-F238E27FC236}">
                <a16:creationId xmlns:a16="http://schemas.microsoft.com/office/drawing/2014/main" id="{8005F10C-0E79-4A3F-86CA-73848D7D1732}"/>
              </a:ext>
            </a:extLst>
          </p:cNvPr>
          <p:cNvSpPr>
            <a:spLocks noGrp="1"/>
          </p:cNvSpPr>
          <p:nvPr>
            <p:ph type="body" sz="quarter" idx="4294967295" hasCustomPrompt="1"/>
          </p:nvPr>
        </p:nvSpPr>
        <p:spPr>
          <a:xfrm>
            <a:off x="429039" y="2405291"/>
            <a:ext cx="11353800" cy="4033608"/>
          </a:xfrm>
        </p:spPr>
        <p:txBody>
          <a:bodyPr anchor="t"/>
          <a:lstStyle>
            <a:lvl1pPr>
              <a:lnSpc>
                <a:spcPts val="40000"/>
              </a:lnSpc>
              <a:spcAft>
                <a:spcPts val="0"/>
              </a:spcAft>
              <a:defRPr sz="49600" spc="80" baseline="0">
                <a:solidFill>
                  <a:schemeClr val="bg2"/>
                </a:solidFill>
                <a:latin typeface="Sons Condensed Extrabold" panose="02060906060206060203" pitchFamily="18" charset="0"/>
              </a:defRPr>
            </a:lvl1pPr>
          </a:lstStyle>
          <a:p>
            <a:r>
              <a:rPr lang="en-US" dirty="0"/>
              <a:t>##</a:t>
            </a:r>
          </a:p>
        </p:txBody>
      </p:sp>
      <p:sp>
        <p:nvSpPr>
          <p:cNvPr id="4" name="Footer Placeholder 15">
            <a:extLst>
              <a:ext uri="{FF2B5EF4-FFF2-40B4-BE49-F238E27FC236}">
                <a16:creationId xmlns:a16="http://schemas.microsoft.com/office/drawing/2014/main" id="{D95993A9-6EF4-EA6D-DD7C-0056E139CA63}"/>
              </a:ext>
            </a:extLst>
          </p:cNvPr>
          <p:cNvSpPr>
            <a:spLocks noGrp="1"/>
          </p:cNvSpPr>
          <p:nvPr>
            <p:ph type="ftr" sz="quarter" idx="4294967295"/>
          </p:nvPr>
        </p:nvSpPr>
        <p:spPr>
          <a:xfrm>
            <a:off x="419100" y="6492875"/>
            <a:ext cx="10248900" cy="244653"/>
          </a:xfrm>
        </p:spPr>
        <p:txBody>
          <a:bodyPr/>
          <a:lstStyle>
            <a:lvl1pPr>
              <a:defRPr>
                <a:solidFill>
                  <a:schemeClr val="bg1"/>
                </a:solidFill>
              </a:defRPr>
            </a:lvl1pPr>
          </a:lstStyle>
          <a:p>
            <a:pPr defTabSz="914126"/>
            <a:r>
              <a:rPr lang="en-US" sz="800" dirty="0">
                <a:ea typeface="Inter" panose="02000503000000020004" pitchFamily="2" charset="0"/>
              </a:rPr>
              <a:t>© 2026 GE Vernova and/or its affiliates. All rights reserved.</a:t>
            </a:r>
            <a:endParaRPr lang="en-US" sz="800" dirty="0"/>
          </a:p>
        </p:txBody>
      </p:sp>
    </p:spTree>
    <p:extLst>
      <p:ext uri="{BB962C8B-B14F-4D97-AF65-F5344CB8AC3E}">
        <p14:creationId xmlns:p14="http://schemas.microsoft.com/office/powerpoint/2010/main" val="227624679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orient="horz" pos="1320">
          <p15:clr>
            <a:srgbClr val="FBAE40"/>
          </p15:clr>
        </p15:guide>
        <p15:guide id="4" orient="horz" pos="884">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blank" preserve="1">
  <p:cSld name="Sign-off">
    <p:bg>
      <p:bgRef idx="1001">
        <a:schemeClr val="bg1"/>
      </p:bgRef>
    </p:bg>
    <p:spTree>
      <p:nvGrpSpPr>
        <p:cNvPr id="1" name=""/>
        <p:cNvGrpSpPr/>
        <p:nvPr/>
      </p:nvGrpSpPr>
      <p:grpSpPr>
        <a:xfrm>
          <a:off x="0" y="0"/>
          <a:ext cx="0" cy="0"/>
          <a:chOff x="0" y="0"/>
          <a:chExt cx="0" cy="0"/>
        </a:xfrm>
      </p:grpSpPr>
      <p:pic>
        <p:nvPicPr>
          <p:cNvPr id="3" name="Picture 2" descr="Text&#10;&#10;Description automatically generated">
            <a:extLst>
              <a:ext uri="{FF2B5EF4-FFF2-40B4-BE49-F238E27FC236}">
                <a16:creationId xmlns:a16="http://schemas.microsoft.com/office/drawing/2014/main" id="{A7A56CA2-D329-EF33-C456-27ECDB40249C}"/>
              </a:ext>
            </a:extLst>
          </p:cNvPr>
          <p:cNvPicPr>
            <a:picLocks noChangeAspect="1"/>
          </p:cNvPicPr>
          <p:nvPr userDrawn="1"/>
        </p:nvPicPr>
        <p:blipFill>
          <a:blip r:embed="rId2"/>
          <a:stretch>
            <a:fillRect/>
          </a:stretch>
        </p:blipFill>
        <p:spPr>
          <a:xfrm>
            <a:off x="2598420" y="2336437"/>
            <a:ext cx="6995160" cy="2185127"/>
          </a:xfrm>
          <a:prstGeom prst="rect">
            <a:avLst/>
          </a:prstGeom>
        </p:spPr>
      </p:pic>
    </p:spTree>
    <p:extLst>
      <p:ext uri="{BB962C8B-B14F-4D97-AF65-F5344CB8AC3E}">
        <p14:creationId xmlns:p14="http://schemas.microsoft.com/office/powerpoint/2010/main" val="18488212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blank" preserve="1">
  <p:cSld name="Sign-off 2">
    <p:bg>
      <p:bgPr>
        <a:solidFill>
          <a:srgbClr val="005E60"/>
        </a:solidFill>
        <a:effectLst/>
      </p:bgPr>
    </p:bg>
    <p:spTree>
      <p:nvGrpSpPr>
        <p:cNvPr id="1" name=""/>
        <p:cNvGrpSpPr/>
        <p:nvPr/>
      </p:nvGrpSpPr>
      <p:grpSpPr>
        <a:xfrm>
          <a:off x="0" y="0"/>
          <a:ext cx="0" cy="0"/>
          <a:chOff x="0" y="0"/>
          <a:chExt cx="0" cy="0"/>
        </a:xfrm>
      </p:grpSpPr>
      <p:pic>
        <p:nvPicPr>
          <p:cNvPr id="2" name="Picture 1" descr="Text&#10;&#10;Description automatically generated">
            <a:extLst>
              <a:ext uri="{FF2B5EF4-FFF2-40B4-BE49-F238E27FC236}">
                <a16:creationId xmlns:a16="http://schemas.microsoft.com/office/drawing/2014/main" id="{F9CD72FB-B974-3D99-2541-287114550180}"/>
              </a:ext>
            </a:extLst>
          </p:cNvPr>
          <p:cNvPicPr>
            <a:picLocks noChangeAspect="1"/>
          </p:cNvPicPr>
          <p:nvPr userDrawn="1"/>
        </p:nvPicPr>
        <p:blipFill>
          <a:blip r:embed="rId2"/>
          <a:stretch>
            <a:fillRect/>
          </a:stretch>
        </p:blipFill>
        <p:spPr>
          <a:xfrm>
            <a:off x="2598420" y="2336437"/>
            <a:ext cx="6995161" cy="2185127"/>
          </a:xfrm>
          <a:prstGeom prst="rect">
            <a:avLst/>
          </a:prstGeom>
        </p:spPr>
      </p:pic>
    </p:spTree>
    <p:extLst>
      <p:ext uri="{BB962C8B-B14F-4D97-AF65-F5344CB8AC3E}">
        <p14:creationId xmlns:p14="http://schemas.microsoft.com/office/powerpoint/2010/main" val="325759493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06021D6-6421-7F41-A534-39EA22A630F1}"/>
              </a:ext>
            </a:extLst>
          </p:cNvPr>
          <p:cNvSpPr>
            <a:spLocks noGrp="1"/>
          </p:cNvSpPr>
          <p:nvPr>
            <p:ph type="ftr" sz="quarter" idx="3"/>
          </p:nvPr>
        </p:nvSpPr>
        <p:spPr>
          <a:xfrm>
            <a:off x="419100" y="6492875"/>
            <a:ext cx="10248900" cy="244653"/>
          </a:xfrm>
          <a:prstGeom prst="rect">
            <a:avLst/>
          </a:prstGeom>
        </p:spPr>
        <p:txBody>
          <a:bodyPr vert="horz" lIns="0" tIns="0" rIns="0" bIns="0" rtlCol="0" anchor="t" anchorCtr="0"/>
          <a:lstStyle>
            <a:lvl1pPr algn="l">
              <a:defRPr sz="800">
                <a:solidFill>
                  <a:srgbClr val="212121"/>
                </a:solidFill>
                <a:latin typeface="Inter" panose="02000503000000020004" pitchFamily="2" charset="0"/>
              </a:defRPr>
            </a:lvl1pPr>
          </a:lstStyle>
          <a:p>
            <a:pPr defTabSz="914126"/>
            <a:r>
              <a:rPr lang="en-US" dirty="0">
                <a:ea typeface="Inter" panose="02000503000000020004" pitchFamily="2" charset="0"/>
              </a:rPr>
              <a:t>© 2026 GE Vernova and/or its affiliates. All rights reserved. </a:t>
            </a:r>
          </a:p>
          <a:p>
            <a:pPr defTabSz="914126"/>
            <a:r>
              <a:rPr lang="en-US" dirty="0">
                <a:ea typeface="Inter" panose="02000503000000020004" pitchFamily="2" charset="0"/>
              </a:rPr>
              <a:t>GE is a trademark of General Electric Company and is used under trademark license.</a:t>
            </a:r>
          </a:p>
        </p:txBody>
      </p:sp>
      <p:sp>
        <p:nvSpPr>
          <p:cNvPr id="6" name="Slide Number Placeholder 5">
            <a:extLst>
              <a:ext uri="{FF2B5EF4-FFF2-40B4-BE49-F238E27FC236}">
                <a16:creationId xmlns:a16="http://schemas.microsoft.com/office/drawing/2014/main" id="{ADA382ED-C79F-1C4C-93EA-8B7E3CF99412}"/>
              </a:ext>
            </a:extLst>
          </p:cNvPr>
          <p:cNvSpPr>
            <a:spLocks noGrp="1"/>
          </p:cNvSpPr>
          <p:nvPr>
            <p:ph type="sldNum" sz="quarter" idx="4"/>
          </p:nvPr>
        </p:nvSpPr>
        <p:spPr>
          <a:xfrm>
            <a:off x="11222182" y="6492875"/>
            <a:ext cx="550718" cy="365125"/>
          </a:xfrm>
          <a:prstGeom prst="rect">
            <a:avLst/>
          </a:prstGeom>
        </p:spPr>
        <p:txBody>
          <a:bodyPr vert="horz" lIns="0" tIns="0" rIns="0" bIns="0" rtlCol="0" anchor="t" anchorCtr="0"/>
          <a:lstStyle>
            <a:lvl1pPr algn="r">
              <a:defRPr sz="800">
                <a:solidFill>
                  <a:srgbClr val="212121"/>
                </a:solidFill>
                <a:latin typeface="Inter" panose="02000503000000020004" pitchFamily="2" charset="0"/>
              </a:defRPr>
            </a:lvl1pPr>
          </a:lstStyle>
          <a:p>
            <a:fld id="{7A7A97EF-C944-4447-B862-B593E9B4A0FF}" type="slidenum">
              <a:rPr lang="en-US" smtClean="0"/>
              <a:pPr/>
              <a:t>‹#›</a:t>
            </a:fld>
            <a:endParaRPr lang="en-US" dirty="0"/>
          </a:p>
        </p:txBody>
      </p:sp>
      <p:sp>
        <p:nvSpPr>
          <p:cNvPr id="2" name="Title Placeholder 1">
            <a:extLst>
              <a:ext uri="{FF2B5EF4-FFF2-40B4-BE49-F238E27FC236}">
                <a16:creationId xmlns:a16="http://schemas.microsoft.com/office/drawing/2014/main" id="{33201E47-C943-F44B-9CD7-62EF3F532401}"/>
              </a:ext>
            </a:extLst>
          </p:cNvPr>
          <p:cNvSpPr>
            <a:spLocks noGrp="1"/>
          </p:cNvSpPr>
          <p:nvPr>
            <p:ph type="title"/>
          </p:nvPr>
        </p:nvSpPr>
        <p:spPr>
          <a:xfrm>
            <a:off x="419100" y="419101"/>
            <a:ext cx="9044077" cy="457020"/>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F542F5A-6368-8D4D-90C8-17B76FDD3681}"/>
              </a:ext>
            </a:extLst>
          </p:cNvPr>
          <p:cNvSpPr>
            <a:spLocks noGrp="1"/>
          </p:cNvSpPr>
          <p:nvPr>
            <p:ph type="body" idx="1"/>
          </p:nvPr>
        </p:nvSpPr>
        <p:spPr>
          <a:xfrm>
            <a:off x="419100" y="1403349"/>
            <a:ext cx="11353800" cy="4806951"/>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05397866"/>
      </p:ext>
    </p:extLst>
  </p:cSld>
  <p:clrMap bg1="lt1" tx1="dk1" bg2="lt2" tx2="dk2" accent1="accent1" accent2="accent2" accent3="accent3" accent4="accent4" accent5="accent5" accent6="accent6" hlink="hlink" folHlink="folHlink"/>
  <p:sldLayoutIdLst>
    <p:sldLayoutId id="2147483714" r:id="rId1"/>
    <p:sldLayoutId id="2147483649" r:id="rId2"/>
    <p:sldLayoutId id="2147483705" r:id="rId3"/>
    <p:sldLayoutId id="2147483706" r:id="rId4"/>
    <p:sldLayoutId id="2147483654" r:id="rId5"/>
    <p:sldLayoutId id="2147483745" r:id="rId6"/>
    <p:sldLayoutId id="2147483650" r:id="rId7"/>
    <p:sldLayoutId id="2147483668" r:id="rId8"/>
    <p:sldLayoutId id="2147483664" r:id="rId9"/>
    <p:sldLayoutId id="2147483669" r:id="rId10"/>
    <p:sldLayoutId id="2147483739" r:id="rId11"/>
    <p:sldLayoutId id="2147483731" r:id="rId12"/>
    <p:sldLayoutId id="2147483740" r:id="rId13"/>
    <p:sldLayoutId id="2147483667" r:id="rId14"/>
    <p:sldLayoutId id="2147483738" r:id="rId15"/>
    <p:sldLayoutId id="2147483665" r:id="rId16"/>
    <p:sldLayoutId id="2147483741" r:id="rId17"/>
    <p:sldLayoutId id="2147483666" r:id="rId18"/>
    <p:sldLayoutId id="2147483672" r:id="rId19"/>
    <p:sldLayoutId id="2147483673" r:id="rId20"/>
    <p:sldLayoutId id="2147483674" r:id="rId21"/>
    <p:sldLayoutId id="2147483743" r:id="rId22"/>
    <p:sldLayoutId id="2147483675" r:id="rId23"/>
    <p:sldLayoutId id="2147483676" r:id="rId24"/>
    <p:sldLayoutId id="2147483677" r:id="rId25"/>
    <p:sldLayoutId id="2147483651" r:id="rId26"/>
    <p:sldLayoutId id="2147483715" r:id="rId27"/>
    <p:sldLayoutId id="2147483719" r:id="rId28"/>
    <p:sldLayoutId id="2147483742" r:id="rId29"/>
    <p:sldLayoutId id="2147483701" r:id="rId30"/>
    <p:sldLayoutId id="2147483720" r:id="rId31"/>
    <p:sldLayoutId id="2147483684" r:id="rId32"/>
    <p:sldLayoutId id="2147483685" r:id="rId33"/>
    <p:sldLayoutId id="2147483686" r:id="rId34"/>
    <p:sldLayoutId id="2147483689" r:id="rId35"/>
    <p:sldLayoutId id="2147483687" r:id="rId36"/>
    <p:sldLayoutId id="2147483732" r:id="rId37"/>
    <p:sldLayoutId id="2147483692" r:id="rId38"/>
    <p:sldLayoutId id="2147483726" r:id="rId39"/>
    <p:sldLayoutId id="2147483695" r:id="rId40"/>
    <p:sldLayoutId id="2147483723" r:id="rId41"/>
    <p:sldLayoutId id="2147483697" r:id="rId42"/>
    <p:sldLayoutId id="2147483724" r:id="rId43"/>
    <p:sldLayoutId id="2147483733" r:id="rId44"/>
    <p:sldLayoutId id="2147483734" r:id="rId45"/>
    <p:sldLayoutId id="2147483699" r:id="rId46"/>
    <p:sldLayoutId id="2147483725" r:id="rId47"/>
  </p:sldLayoutIdLst>
  <p:hf hdr="0" dt="0"/>
  <p:txStyles>
    <p:titleStyle>
      <a:lvl1pPr algn="l" defTabSz="914400" rtl="0" eaLnBrk="1" latinLnBrk="0" hangingPunct="1">
        <a:lnSpc>
          <a:spcPct val="90000"/>
        </a:lnSpc>
        <a:spcBef>
          <a:spcPct val="0"/>
        </a:spcBef>
        <a:buNone/>
        <a:defRPr sz="2800" kern="1200">
          <a:solidFill>
            <a:schemeClr val="tx1"/>
          </a:solidFill>
          <a:latin typeface="Inter" panose="02000503000000020004" pitchFamily="2" charset="0"/>
          <a:ea typeface="+mj-ea"/>
          <a:cs typeface="+mj-cs"/>
        </a:defRPr>
      </a:lvl1pPr>
    </p:titleStyle>
    <p:bodyStyle>
      <a:lvl1pPr marL="0" indent="0" algn="l" defTabSz="914400" rtl="0" eaLnBrk="1" latinLnBrk="0" hangingPunct="1">
        <a:lnSpc>
          <a:spcPct val="100000"/>
        </a:lnSpc>
        <a:spcBef>
          <a:spcPts val="0"/>
        </a:spcBef>
        <a:spcAft>
          <a:spcPts val="800"/>
        </a:spcAft>
        <a:buClr>
          <a:schemeClr val="tx1"/>
        </a:buClr>
        <a:buFont typeface="Arial" panose="020B0604020202020204" pitchFamily="34" charset="0"/>
        <a:buNone/>
        <a:defRPr sz="1600" kern="1200">
          <a:solidFill>
            <a:srgbClr val="212121"/>
          </a:solidFill>
          <a:latin typeface="Inter" panose="02000503000000020004" pitchFamily="2" charset="0"/>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userDrawn="1">
          <p15:clr>
            <a:srgbClr val="F26B43"/>
          </p15:clr>
        </p15:guide>
        <p15:guide id="2" pos="264" userDrawn="1">
          <p15:clr>
            <a:srgbClr val="F26B43"/>
          </p15:clr>
        </p15:guide>
        <p15:guide id="3" pos="741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4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33.xml"/></Relationships>
</file>

<file path=ppt/slides/_rels/slide4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33.xml"/></Relationships>
</file>

<file path=ppt/slides/_rels/slide4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8" Type="http://schemas.openxmlformats.org/officeDocument/2006/relationships/image" Target="../media/image9.svg"/><Relationship Id="rId13" Type="http://schemas.openxmlformats.org/officeDocument/2006/relationships/image" Target="../media/image14.png"/><Relationship Id="rId18" Type="http://schemas.openxmlformats.org/officeDocument/2006/relationships/image" Target="../media/image19.svg"/><Relationship Id="rId26" Type="http://schemas.openxmlformats.org/officeDocument/2006/relationships/image" Target="../media/image27.svg"/><Relationship Id="rId3" Type="http://schemas.openxmlformats.org/officeDocument/2006/relationships/image" Target="../media/image4.png"/><Relationship Id="rId21" Type="http://schemas.openxmlformats.org/officeDocument/2006/relationships/image" Target="../media/image22.png"/><Relationship Id="rId7" Type="http://schemas.openxmlformats.org/officeDocument/2006/relationships/image" Target="../media/image8.png"/><Relationship Id="rId12" Type="http://schemas.openxmlformats.org/officeDocument/2006/relationships/image" Target="../media/image13.svg"/><Relationship Id="rId17" Type="http://schemas.openxmlformats.org/officeDocument/2006/relationships/image" Target="../media/image18.png"/><Relationship Id="rId25" Type="http://schemas.openxmlformats.org/officeDocument/2006/relationships/image" Target="../media/image26.png"/><Relationship Id="rId2" Type="http://schemas.openxmlformats.org/officeDocument/2006/relationships/hyperlink" Target="https://www.gevernova.com/brand-central/" TargetMode="External"/><Relationship Id="rId16" Type="http://schemas.openxmlformats.org/officeDocument/2006/relationships/image" Target="../media/image17.svg"/><Relationship Id="rId20" Type="http://schemas.openxmlformats.org/officeDocument/2006/relationships/image" Target="../media/image21.svg"/><Relationship Id="rId1" Type="http://schemas.openxmlformats.org/officeDocument/2006/relationships/slideLayout" Target="../slideLayouts/slideLayout6.xml"/><Relationship Id="rId6" Type="http://schemas.openxmlformats.org/officeDocument/2006/relationships/image" Target="../media/image7.svg"/><Relationship Id="rId11" Type="http://schemas.openxmlformats.org/officeDocument/2006/relationships/image" Target="../media/image12.png"/><Relationship Id="rId24" Type="http://schemas.openxmlformats.org/officeDocument/2006/relationships/image" Target="../media/image25.svg"/><Relationship Id="rId5" Type="http://schemas.openxmlformats.org/officeDocument/2006/relationships/image" Target="../media/image6.png"/><Relationship Id="rId15" Type="http://schemas.openxmlformats.org/officeDocument/2006/relationships/image" Target="../media/image16.png"/><Relationship Id="rId23" Type="http://schemas.openxmlformats.org/officeDocument/2006/relationships/image" Target="../media/image24.png"/><Relationship Id="rId28" Type="http://schemas.openxmlformats.org/officeDocument/2006/relationships/image" Target="../media/image29.svg"/><Relationship Id="rId10" Type="http://schemas.openxmlformats.org/officeDocument/2006/relationships/image" Target="../media/image11.svg"/><Relationship Id="rId19" Type="http://schemas.openxmlformats.org/officeDocument/2006/relationships/image" Target="../media/image20.png"/><Relationship Id="rId4" Type="http://schemas.openxmlformats.org/officeDocument/2006/relationships/image" Target="../media/image5.svg"/><Relationship Id="rId9" Type="http://schemas.openxmlformats.org/officeDocument/2006/relationships/image" Target="../media/image10.png"/><Relationship Id="rId14" Type="http://schemas.openxmlformats.org/officeDocument/2006/relationships/image" Target="../media/image15.svg"/><Relationship Id="rId22" Type="http://schemas.openxmlformats.org/officeDocument/2006/relationships/image" Target="../media/image23.svg"/><Relationship Id="rId27" Type="http://schemas.openxmlformats.org/officeDocument/2006/relationships/image" Target="../media/image2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E4881DC-58A2-8E18-732E-99389594B1F4}"/>
              </a:ext>
            </a:extLst>
          </p:cNvPr>
          <p:cNvSpPr>
            <a:spLocks noGrp="1"/>
          </p:cNvSpPr>
          <p:nvPr>
            <p:ph type="ftr" sz="quarter" idx="11"/>
          </p:nvPr>
        </p:nvSpPr>
        <p:spPr/>
        <p:txBody>
          <a:bodyPr/>
          <a:lstStyle/>
          <a:p>
            <a:pPr defTabSz="914126"/>
            <a:r>
              <a:rPr lang="en-US" sz="800" dirty="0">
                <a:ea typeface="Inter" panose="02000503000000020004" pitchFamily="2" charset="0"/>
              </a:rPr>
              <a:t>© 2026 GE Vernova and/or its affiliates. All rights reserved. </a:t>
            </a:r>
          </a:p>
          <a:p>
            <a:pPr defTabSz="914126"/>
            <a:r>
              <a:rPr lang="en-US" sz="800" dirty="0">
                <a:ea typeface="Inter" panose="02000503000000020004" pitchFamily="2" charset="0"/>
              </a:rPr>
              <a:t>GE is a trademark of General Electric Company and is used under trademark license.</a:t>
            </a:r>
            <a:endParaRPr lang="en-US" sz="800" dirty="0"/>
          </a:p>
        </p:txBody>
      </p:sp>
      <p:sp>
        <p:nvSpPr>
          <p:cNvPr id="3" name="Title 2">
            <a:extLst>
              <a:ext uri="{FF2B5EF4-FFF2-40B4-BE49-F238E27FC236}">
                <a16:creationId xmlns:a16="http://schemas.microsoft.com/office/drawing/2014/main" id="{F8A1C700-35F7-8B6A-270F-1B40174ADA87}"/>
              </a:ext>
            </a:extLst>
          </p:cNvPr>
          <p:cNvSpPr>
            <a:spLocks noGrp="1"/>
          </p:cNvSpPr>
          <p:nvPr>
            <p:ph type="ctrTitle"/>
          </p:nvPr>
        </p:nvSpPr>
        <p:spPr/>
        <p:txBody>
          <a:bodyPr/>
          <a:lstStyle/>
          <a:p>
            <a:r>
              <a:rPr lang="en-US" spc="80" dirty="0"/>
              <a:t>TITLE SLIDE, HEADLINES</a:t>
            </a:r>
            <a:br>
              <a:rPr lang="en-US" spc="80" dirty="0"/>
            </a:br>
            <a:r>
              <a:rPr lang="en-US" spc="80" dirty="0">
                <a:solidFill>
                  <a:schemeClr val="tx2"/>
                </a:solidFill>
              </a:rPr>
              <a:t>MAY</a:t>
            </a:r>
            <a:r>
              <a:rPr lang="en-US" spc="80" dirty="0"/>
              <a:t> BE 2 LINES</a:t>
            </a:r>
          </a:p>
        </p:txBody>
      </p:sp>
      <p:sp>
        <p:nvSpPr>
          <p:cNvPr id="4" name="Subtitle 3">
            <a:extLst>
              <a:ext uri="{FF2B5EF4-FFF2-40B4-BE49-F238E27FC236}">
                <a16:creationId xmlns:a16="http://schemas.microsoft.com/office/drawing/2014/main" id="{6EF2BFB9-83C4-225B-0C30-B2B304808DF3}"/>
              </a:ext>
            </a:extLst>
          </p:cNvPr>
          <p:cNvSpPr>
            <a:spLocks noGrp="1"/>
          </p:cNvSpPr>
          <p:nvPr>
            <p:ph type="subTitle" idx="1"/>
          </p:nvPr>
        </p:nvSpPr>
        <p:spPr/>
        <p:txBody>
          <a:bodyPr/>
          <a:lstStyle/>
          <a:p>
            <a:r>
              <a:rPr lang="en-US" dirty="0"/>
              <a:t>Optional subtitle </a:t>
            </a:r>
          </a:p>
          <a:p>
            <a:r>
              <a:rPr lang="en-US" dirty="0"/>
              <a:t>Optional presenter name</a:t>
            </a:r>
          </a:p>
          <a:p>
            <a:r>
              <a:rPr lang="en-US" dirty="0"/>
              <a:t>Date</a:t>
            </a:r>
          </a:p>
        </p:txBody>
      </p:sp>
    </p:spTree>
    <p:extLst>
      <p:ext uri="{BB962C8B-B14F-4D97-AF65-F5344CB8AC3E}">
        <p14:creationId xmlns:p14="http://schemas.microsoft.com/office/powerpoint/2010/main" val="35899661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1">
            <a:extLst>
              <a:ext uri="{FF2B5EF4-FFF2-40B4-BE49-F238E27FC236}">
                <a16:creationId xmlns:a16="http://schemas.microsoft.com/office/drawing/2014/main" id="{12FCE0F4-A574-ECB9-EC5F-DA838A1AA2D4}"/>
              </a:ext>
            </a:extLst>
          </p:cNvPr>
          <p:cNvSpPr>
            <a:spLocks noGrp="1"/>
          </p:cNvSpPr>
          <p:nvPr>
            <p:ph type="ftr" sz="quarter" idx="11"/>
          </p:nvPr>
        </p:nvSpPr>
        <p:spPr/>
        <p:txBody>
          <a:bodyPr/>
          <a:lstStyle/>
          <a:p>
            <a:pPr defTabSz="914126"/>
            <a:r>
              <a:rPr lang="en-US" sz="800" dirty="0">
                <a:ea typeface="Inter" panose="02000503000000020004" pitchFamily="2" charset="0"/>
              </a:rPr>
              <a:t>© 2026 GE Vernova and/or its affiliates. All rights reserved. </a:t>
            </a:r>
          </a:p>
          <a:p>
            <a:pPr defTabSz="914126"/>
            <a:r>
              <a:rPr lang="en-US" sz="800" dirty="0">
                <a:ea typeface="Inter" panose="02000503000000020004" pitchFamily="2" charset="0"/>
              </a:rPr>
              <a:t>GE is a trademark of General Electric Company and is used under trademark license.</a:t>
            </a:r>
            <a:endParaRPr lang="en-US" sz="800" dirty="0"/>
          </a:p>
        </p:txBody>
      </p:sp>
      <p:sp>
        <p:nvSpPr>
          <p:cNvPr id="3" name="Title 2">
            <a:extLst>
              <a:ext uri="{FF2B5EF4-FFF2-40B4-BE49-F238E27FC236}">
                <a16:creationId xmlns:a16="http://schemas.microsoft.com/office/drawing/2014/main" id="{F8A1C700-35F7-8B6A-270F-1B40174ADA87}"/>
              </a:ext>
            </a:extLst>
          </p:cNvPr>
          <p:cNvSpPr>
            <a:spLocks noGrp="1"/>
          </p:cNvSpPr>
          <p:nvPr>
            <p:ph type="ctrTitle"/>
          </p:nvPr>
        </p:nvSpPr>
        <p:spPr/>
        <p:txBody>
          <a:bodyPr/>
          <a:lstStyle/>
          <a:p>
            <a:r>
              <a:rPr lang="en-US" spc="80" dirty="0"/>
              <a:t>TITLE </a:t>
            </a:r>
            <a:r>
              <a:rPr lang="en-US" spc="80" dirty="0">
                <a:solidFill>
                  <a:schemeClr val="bg1"/>
                </a:solidFill>
              </a:rPr>
              <a:t>SLIDE</a:t>
            </a:r>
            <a:r>
              <a:rPr lang="en-US" spc="80" dirty="0"/>
              <a:t>, HEADLINES</a:t>
            </a:r>
            <a:br>
              <a:rPr lang="en-US" spc="80" dirty="0"/>
            </a:br>
            <a:r>
              <a:rPr lang="en-US" spc="80" dirty="0"/>
              <a:t>MAY BE 2 LINES</a:t>
            </a:r>
          </a:p>
        </p:txBody>
      </p:sp>
      <p:sp>
        <p:nvSpPr>
          <p:cNvPr id="4" name="Subtitle 3">
            <a:extLst>
              <a:ext uri="{FF2B5EF4-FFF2-40B4-BE49-F238E27FC236}">
                <a16:creationId xmlns:a16="http://schemas.microsoft.com/office/drawing/2014/main" id="{6EF2BFB9-83C4-225B-0C30-B2B304808DF3}"/>
              </a:ext>
            </a:extLst>
          </p:cNvPr>
          <p:cNvSpPr>
            <a:spLocks noGrp="1"/>
          </p:cNvSpPr>
          <p:nvPr>
            <p:ph type="subTitle" idx="1"/>
          </p:nvPr>
        </p:nvSpPr>
        <p:spPr/>
        <p:txBody>
          <a:bodyPr/>
          <a:lstStyle/>
          <a:p>
            <a:r>
              <a:rPr lang="en-US" dirty="0"/>
              <a:t>Optional subtitle </a:t>
            </a:r>
          </a:p>
          <a:p>
            <a:r>
              <a:rPr lang="en-US" dirty="0"/>
              <a:t>Optional presenter name</a:t>
            </a:r>
          </a:p>
          <a:p>
            <a:r>
              <a:rPr lang="en-US" dirty="0"/>
              <a:t>Date</a:t>
            </a:r>
          </a:p>
        </p:txBody>
      </p:sp>
    </p:spTree>
    <p:extLst>
      <p:ext uri="{BB962C8B-B14F-4D97-AF65-F5344CB8AC3E}">
        <p14:creationId xmlns:p14="http://schemas.microsoft.com/office/powerpoint/2010/main" val="40426693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1">
            <a:extLst>
              <a:ext uri="{FF2B5EF4-FFF2-40B4-BE49-F238E27FC236}">
                <a16:creationId xmlns:a16="http://schemas.microsoft.com/office/drawing/2014/main" id="{CDC47A73-6951-CED1-CDAF-4F900BFC56CC}"/>
              </a:ext>
            </a:extLst>
          </p:cNvPr>
          <p:cNvSpPr>
            <a:spLocks noGrp="1"/>
          </p:cNvSpPr>
          <p:nvPr>
            <p:ph type="ftr" sz="quarter" idx="11"/>
          </p:nvPr>
        </p:nvSpPr>
        <p:spPr/>
        <p:txBody>
          <a:bodyPr/>
          <a:lstStyle/>
          <a:p>
            <a:pPr defTabSz="914126"/>
            <a:r>
              <a:rPr lang="en-US" sz="800" dirty="0">
                <a:ea typeface="Inter" panose="02000503000000020004" pitchFamily="2" charset="0"/>
              </a:rPr>
              <a:t>© 2026 GE Vernova and/or its affiliates. All rights reserved. </a:t>
            </a:r>
          </a:p>
          <a:p>
            <a:pPr defTabSz="914126"/>
            <a:r>
              <a:rPr lang="en-US" sz="800" dirty="0">
                <a:ea typeface="Inter" panose="02000503000000020004" pitchFamily="2" charset="0"/>
              </a:rPr>
              <a:t>GE is a trademark of General Electric Company and is used under trademark license.</a:t>
            </a:r>
            <a:endParaRPr lang="en-US" sz="800" dirty="0"/>
          </a:p>
        </p:txBody>
      </p:sp>
      <p:sp>
        <p:nvSpPr>
          <p:cNvPr id="3" name="Title 2">
            <a:extLst>
              <a:ext uri="{FF2B5EF4-FFF2-40B4-BE49-F238E27FC236}">
                <a16:creationId xmlns:a16="http://schemas.microsoft.com/office/drawing/2014/main" id="{F8A1C700-35F7-8B6A-270F-1B40174ADA87}"/>
              </a:ext>
            </a:extLst>
          </p:cNvPr>
          <p:cNvSpPr>
            <a:spLocks noGrp="1"/>
          </p:cNvSpPr>
          <p:nvPr>
            <p:ph type="ctrTitle"/>
          </p:nvPr>
        </p:nvSpPr>
        <p:spPr/>
        <p:txBody>
          <a:bodyPr/>
          <a:lstStyle/>
          <a:p>
            <a:r>
              <a:rPr lang="en-US" spc="80" dirty="0"/>
              <a:t>TITLE SLIDE, HEADLINES</a:t>
            </a:r>
            <a:br>
              <a:rPr lang="en-US" spc="80" dirty="0"/>
            </a:br>
            <a:r>
              <a:rPr lang="en-US" spc="80" dirty="0"/>
              <a:t>MAY BE 2 LINES</a:t>
            </a:r>
          </a:p>
        </p:txBody>
      </p:sp>
      <p:sp>
        <p:nvSpPr>
          <p:cNvPr id="4" name="Subtitle 3">
            <a:extLst>
              <a:ext uri="{FF2B5EF4-FFF2-40B4-BE49-F238E27FC236}">
                <a16:creationId xmlns:a16="http://schemas.microsoft.com/office/drawing/2014/main" id="{6EF2BFB9-83C4-225B-0C30-B2B304808DF3}"/>
              </a:ext>
            </a:extLst>
          </p:cNvPr>
          <p:cNvSpPr>
            <a:spLocks noGrp="1"/>
          </p:cNvSpPr>
          <p:nvPr>
            <p:ph type="subTitle" idx="1"/>
          </p:nvPr>
        </p:nvSpPr>
        <p:spPr/>
        <p:txBody>
          <a:bodyPr/>
          <a:lstStyle/>
          <a:p>
            <a:r>
              <a:rPr lang="en-US" dirty="0"/>
              <a:t>Optional subtitle </a:t>
            </a:r>
          </a:p>
          <a:p>
            <a:r>
              <a:rPr lang="en-US" dirty="0"/>
              <a:t>Optional presenter name</a:t>
            </a:r>
          </a:p>
          <a:p>
            <a:r>
              <a:rPr lang="en-US" dirty="0"/>
              <a:t>Date</a:t>
            </a:r>
          </a:p>
        </p:txBody>
      </p:sp>
    </p:spTree>
    <p:extLst>
      <p:ext uri="{BB962C8B-B14F-4D97-AF65-F5344CB8AC3E}">
        <p14:creationId xmlns:p14="http://schemas.microsoft.com/office/powerpoint/2010/main" val="2802947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A1C700-35F7-8B6A-270F-1B40174ADA87}"/>
              </a:ext>
            </a:extLst>
          </p:cNvPr>
          <p:cNvSpPr>
            <a:spLocks noGrp="1"/>
          </p:cNvSpPr>
          <p:nvPr>
            <p:ph type="ctrTitle"/>
          </p:nvPr>
        </p:nvSpPr>
        <p:spPr/>
        <p:txBody>
          <a:bodyPr/>
          <a:lstStyle/>
          <a:p>
            <a:r>
              <a:rPr lang="en-US" dirty="0"/>
              <a:t>TITLE 1 SLIDE HEADLINES</a:t>
            </a:r>
            <a:br>
              <a:rPr lang="en-US" dirty="0"/>
            </a:br>
            <a:r>
              <a:rPr lang="en-US" dirty="0"/>
              <a:t>MAY BE 2 LINES</a:t>
            </a:r>
          </a:p>
        </p:txBody>
      </p:sp>
      <p:sp>
        <p:nvSpPr>
          <p:cNvPr id="4" name="Subtitle 3">
            <a:extLst>
              <a:ext uri="{FF2B5EF4-FFF2-40B4-BE49-F238E27FC236}">
                <a16:creationId xmlns:a16="http://schemas.microsoft.com/office/drawing/2014/main" id="{6EF2BFB9-83C4-225B-0C30-B2B304808DF3}"/>
              </a:ext>
            </a:extLst>
          </p:cNvPr>
          <p:cNvSpPr>
            <a:spLocks noGrp="1"/>
          </p:cNvSpPr>
          <p:nvPr>
            <p:ph type="subTitle" idx="1"/>
          </p:nvPr>
        </p:nvSpPr>
        <p:spPr/>
        <p:txBody>
          <a:bodyPr/>
          <a:lstStyle/>
          <a:p>
            <a:r>
              <a:rPr lang="en-US" dirty="0"/>
              <a:t>Optional subtitle </a:t>
            </a:r>
          </a:p>
          <a:p>
            <a:r>
              <a:rPr lang="en-US" dirty="0"/>
              <a:t>Optional presenter name</a:t>
            </a:r>
          </a:p>
          <a:p>
            <a:r>
              <a:rPr lang="en-US" dirty="0"/>
              <a:t>Date</a:t>
            </a:r>
          </a:p>
        </p:txBody>
      </p:sp>
      <p:pic>
        <p:nvPicPr>
          <p:cNvPr id="2" name="Picture 1" descr="Background pattern&#10;&#10;Description automatically generated">
            <a:extLst>
              <a:ext uri="{FF2B5EF4-FFF2-40B4-BE49-F238E27FC236}">
                <a16:creationId xmlns:a16="http://schemas.microsoft.com/office/drawing/2014/main" id="{3F0FE085-2F2C-A2F5-98E3-7A13E131B618}"/>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7" name="Title 1">
            <a:extLst>
              <a:ext uri="{FF2B5EF4-FFF2-40B4-BE49-F238E27FC236}">
                <a16:creationId xmlns:a16="http://schemas.microsoft.com/office/drawing/2014/main" id="{FB6C3F65-CD8A-D217-D185-DDCE657F11EC}"/>
              </a:ext>
            </a:extLst>
          </p:cNvPr>
          <p:cNvSpPr txBox="1">
            <a:spLocks/>
          </p:cNvSpPr>
          <p:nvPr/>
        </p:nvSpPr>
        <p:spPr>
          <a:xfrm>
            <a:off x="419100" y="2378075"/>
            <a:ext cx="10706100" cy="1965325"/>
          </a:xfrm>
          <a:prstGeom prst="rect">
            <a:avLst/>
          </a:prstGeom>
        </p:spPr>
        <p:txBody>
          <a:bodyPr vert="horz" lIns="0" tIns="0" rIns="0" bIns="0" rtlCol="0" anchor="t" anchorCtr="0">
            <a:noAutofit/>
          </a:bodyPr>
          <a:lstStyle>
            <a:lvl1pPr algn="l" defTabSz="914400" rtl="0" eaLnBrk="1" latinLnBrk="0" hangingPunct="1">
              <a:lnSpc>
                <a:spcPct val="85000"/>
              </a:lnSpc>
              <a:spcBef>
                <a:spcPct val="0"/>
              </a:spcBef>
              <a:buNone/>
              <a:defRPr sz="7200" kern="1200">
                <a:solidFill>
                  <a:schemeClr val="tx1"/>
                </a:solidFill>
                <a:latin typeface="Impact" panose="020B0806030902050204" pitchFamily="34" charset="0"/>
                <a:ea typeface="+mj-ea"/>
                <a:cs typeface="+mj-cs"/>
              </a:defRPr>
            </a:lvl1pPr>
          </a:lstStyle>
          <a:p>
            <a:pPr>
              <a:lnSpc>
                <a:spcPts val="6500"/>
              </a:lnSpc>
            </a:pPr>
            <a:r>
              <a:rPr lang="en-US" spc="80" dirty="0">
                <a:latin typeface="Sons Condensed Extrabold" panose="02060906060206060203" pitchFamily="18" charset="0"/>
              </a:rPr>
              <a:t>TITLE SLIDE, HEADLINES</a:t>
            </a:r>
            <a:br>
              <a:rPr lang="en-US" spc="80" dirty="0">
                <a:latin typeface="Sons Condensed Extrabold" panose="02060906060206060203" pitchFamily="18" charset="0"/>
              </a:rPr>
            </a:br>
            <a:r>
              <a:rPr lang="en-US" spc="80" dirty="0">
                <a:latin typeface="Sons Condensed Extrabold" panose="02060906060206060203" pitchFamily="18" charset="0"/>
              </a:rPr>
              <a:t>MAY BE 2 LINES</a:t>
            </a:r>
          </a:p>
        </p:txBody>
      </p:sp>
      <p:sp>
        <p:nvSpPr>
          <p:cNvPr id="8" name="Subtitle 2">
            <a:extLst>
              <a:ext uri="{FF2B5EF4-FFF2-40B4-BE49-F238E27FC236}">
                <a16:creationId xmlns:a16="http://schemas.microsoft.com/office/drawing/2014/main" id="{7DDDB670-583E-EC77-64BD-6F5B1B688AD2}"/>
              </a:ext>
            </a:extLst>
          </p:cNvPr>
          <p:cNvSpPr txBox="1">
            <a:spLocks/>
          </p:cNvSpPr>
          <p:nvPr/>
        </p:nvSpPr>
        <p:spPr>
          <a:xfrm>
            <a:off x="419100" y="4343399"/>
            <a:ext cx="10706100" cy="974725"/>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defRPr sz="1800" kern="1200">
                <a:solidFill>
                  <a:schemeClr val="tx1"/>
                </a:solidFill>
                <a:latin typeface="+mn-lt"/>
                <a:ea typeface="+mn-ea"/>
                <a:cs typeface="+mn-cs"/>
              </a:defRPr>
            </a:lvl1pPr>
            <a:lvl2pPr marL="457200" indent="0" algn="ctr" defTabSz="914400" rtl="0" eaLnBrk="1" latinLnBrk="0" hangingPunct="1">
              <a:lnSpc>
                <a:spcPct val="100000"/>
              </a:lnSpc>
              <a:spcBef>
                <a:spcPts val="0"/>
              </a:spcBef>
              <a:spcAft>
                <a:spcPts val="600"/>
              </a:spcAft>
              <a:buClr>
                <a:schemeClr val="tx1"/>
              </a:buClr>
              <a:buFont typeface="Arial"/>
              <a:buNone/>
              <a:defRPr sz="2000" kern="1200">
                <a:solidFill>
                  <a:srgbClr val="212121"/>
                </a:solidFill>
                <a:latin typeface="+mn-lt"/>
                <a:ea typeface="+mn-ea"/>
                <a:cs typeface="+mn-cs"/>
              </a:defRPr>
            </a:lvl2pPr>
            <a:lvl3pPr marL="914400" indent="0" algn="ctr" defTabSz="914400" rtl="0" eaLnBrk="1" latinLnBrk="0" hangingPunct="1">
              <a:lnSpc>
                <a:spcPct val="100000"/>
              </a:lnSpc>
              <a:spcBef>
                <a:spcPts val="0"/>
              </a:spcBef>
              <a:spcAft>
                <a:spcPts val="600"/>
              </a:spcAft>
              <a:buClr>
                <a:schemeClr val="tx1"/>
              </a:buClr>
              <a:buFont typeface="Arial"/>
              <a:buNone/>
              <a:defRPr sz="1800" kern="1200">
                <a:solidFill>
                  <a:srgbClr val="212121"/>
                </a:solidFill>
                <a:latin typeface="+mn-lt"/>
                <a:ea typeface="+mn-ea"/>
                <a:cs typeface="+mn-cs"/>
              </a:defRPr>
            </a:lvl3pPr>
            <a:lvl4pPr marL="1371600" indent="0" algn="ctr" defTabSz="914400" rtl="0" eaLnBrk="1" latinLnBrk="0" hangingPunct="1">
              <a:lnSpc>
                <a:spcPct val="100000"/>
              </a:lnSpc>
              <a:spcBef>
                <a:spcPts val="0"/>
              </a:spcBef>
              <a:spcAft>
                <a:spcPts val="600"/>
              </a:spcAft>
              <a:buClr>
                <a:schemeClr val="tx1"/>
              </a:buClr>
              <a:buFont typeface="Arial"/>
              <a:buNone/>
              <a:defRPr sz="1600" kern="1200">
                <a:solidFill>
                  <a:srgbClr val="212121"/>
                </a:solidFill>
                <a:latin typeface="+mn-lt"/>
                <a:ea typeface="+mn-ea"/>
                <a:cs typeface="+mn-cs"/>
              </a:defRPr>
            </a:lvl4pPr>
            <a:lvl5pPr marL="1828800" indent="0" algn="ctr" defTabSz="914400" rtl="0" eaLnBrk="1" latinLnBrk="0" hangingPunct="1">
              <a:lnSpc>
                <a:spcPct val="100000"/>
              </a:lnSpc>
              <a:spcBef>
                <a:spcPts val="0"/>
              </a:spcBef>
              <a:spcAft>
                <a:spcPts val="600"/>
              </a:spcAft>
              <a:buClr>
                <a:schemeClr val="tx1"/>
              </a:buClr>
              <a:buFont typeface="Arial"/>
              <a:buNone/>
              <a:defRPr sz="1600" kern="1200">
                <a:solidFill>
                  <a:srgbClr val="212121"/>
                </a:solidFill>
                <a:latin typeface="+mn-lt"/>
                <a:ea typeface="+mn-ea"/>
                <a:cs typeface="+mn-cs"/>
              </a:defRPr>
            </a:lvl5pPr>
            <a:lvl6pPr marL="2286000" indent="0" algn="ctr" defTabSz="914400" rtl="0" eaLnBrk="1" latinLnBrk="0" hangingPunct="1">
              <a:lnSpc>
                <a:spcPct val="100000"/>
              </a:lnSpc>
              <a:spcBef>
                <a:spcPts val="0"/>
              </a:spcBef>
              <a:spcAft>
                <a:spcPts val="400"/>
              </a:spcAft>
              <a:buClr>
                <a:schemeClr val="tx1"/>
              </a:buClr>
              <a:buFont typeface="Arial" panose="020B0604020202020204" pitchFamily="34" charset="0"/>
              <a:buNone/>
              <a:tabLst/>
              <a:defRPr sz="1600" kern="1200">
                <a:solidFill>
                  <a:schemeClr val="tx1"/>
                </a:solidFill>
                <a:latin typeface="+mn-lt"/>
                <a:ea typeface="+mn-ea"/>
                <a:cs typeface="+mn-cs"/>
              </a:defRPr>
            </a:lvl6pPr>
            <a:lvl7pPr marL="2743200" indent="0" algn="ctr" defTabSz="914400" rtl="0" eaLnBrk="1" latinLnBrk="0" hangingPunct="1">
              <a:lnSpc>
                <a:spcPct val="100000"/>
              </a:lnSpc>
              <a:spcBef>
                <a:spcPts val="0"/>
              </a:spcBef>
              <a:spcAft>
                <a:spcPts val="400"/>
              </a:spcAft>
              <a:buClr>
                <a:schemeClr val="tx1"/>
              </a:buClr>
              <a:buFont typeface="Arial"/>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0"/>
              </a:spcBef>
              <a:spcAft>
                <a:spcPts val="400"/>
              </a:spcAft>
              <a:buClr>
                <a:schemeClr val="tx1"/>
              </a:buClr>
              <a:buFont typeface="Arial"/>
              <a:buNone/>
              <a:defRPr sz="1600" kern="1200">
                <a:solidFill>
                  <a:schemeClr val="tx1"/>
                </a:solidFill>
                <a:latin typeface="+mn-lt"/>
                <a:ea typeface="+mn-ea"/>
                <a:cs typeface="+mn-cs"/>
              </a:defRPr>
            </a:lvl8pPr>
            <a:lvl9pPr marL="3657600" indent="0" algn="ctr" defTabSz="914400" rtl="0" eaLnBrk="1" latinLnBrk="0" hangingPunct="1">
              <a:lnSpc>
                <a:spcPct val="100000"/>
              </a:lnSpc>
              <a:spcBef>
                <a:spcPts val="0"/>
              </a:spcBef>
              <a:spcAft>
                <a:spcPts val="200"/>
              </a:spcAft>
              <a:buFont typeface="Arial" panose="020B0604020202020204" pitchFamily="34" charset="0"/>
              <a:buNone/>
              <a:tabLst/>
              <a:defRPr sz="1600" i="1" kern="1200">
                <a:solidFill>
                  <a:schemeClr val="tx1"/>
                </a:solidFill>
                <a:latin typeface="+mn-lt"/>
                <a:ea typeface="+mn-ea"/>
                <a:cs typeface="+mn-cs"/>
              </a:defRPr>
            </a:lvl9pPr>
          </a:lstStyle>
          <a:p>
            <a:r>
              <a:rPr lang="en-US" dirty="0">
                <a:latin typeface="Inter" panose="02000503000000020004" pitchFamily="2" charset="0"/>
              </a:rPr>
              <a:t>Optional subtitle </a:t>
            </a:r>
          </a:p>
          <a:p>
            <a:r>
              <a:rPr lang="en-US" dirty="0">
                <a:latin typeface="Inter" panose="02000503000000020004" pitchFamily="2" charset="0"/>
              </a:rPr>
              <a:t>Optional presenter name</a:t>
            </a:r>
          </a:p>
          <a:p>
            <a:r>
              <a:rPr lang="en-US" dirty="0">
                <a:latin typeface="Inter" panose="02000503000000020004" pitchFamily="2" charset="0"/>
              </a:rPr>
              <a:t>Date</a:t>
            </a:r>
          </a:p>
        </p:txBody>
      </p:sp>
      <p:pic>
        <p:nvPicPr>
          <p:cNvPr id="9" name="Picture 8" descr="Text&#10;&#10;Description automatically generated">
            <a:extLst>
              <a:ext uri="{FF2B5EF4-FFF2-40B4-BE49-F238E27FC236}">
                <a16:creationId xmlns:a16="http://schemas.microsoft.com/office/drawing/2014/main" id="{F4C2C4FE-08CE-3FB5-80E0-846517BCFC73}"/>
              </a:ext>
            </a:extLst>
          </p:cNvPr>
          <p:cNvPicPr>
            <a:picLocks noChangeAspect="1"/>
          </p:cNvPicPr>
          <p:nvPr/>
        </p:nvPicPr>
        <p:blipFill>
          <a:blip r:embed="rId3"/>
          <a:stretch>
            <a:fillRect/>
          </a:stretch>
        </p:blipFill>
        <p:spPr>
          <a:xfrm>
            <a:off x="259641" y="272267"/>
            <a:ext cx="2606040" cy="814067"/>
          </a:xfrm>
          <a:prstGeom prst="rect">
            <a:avLst/>
          </a:prstGeom>
        </p:spPr>
      </p:pic>
      <p:sp>
        <p:nvSpPr>
          <p:cNvPr id="5" name="Footer Placeholder 1">
            <a:extLst>
              <a:ext uri="{FF2B5EF4-FFF2-40B4-BE49-F238E27FC236}">
                <a16:creationId xmlns:a16="http://schemas.microsoft.com/office/drawing/2014/main" id="{AE160300-E5DA-6D0F-65E2-18DA41C35C03}"/>
              </a:ext>
            </a:extLst>
          </p:cNvPr>
          <p:cNvSpPr>
            <a:spLocks noGrp="1"/>
          </p:cNvSpPr>
          <p:nvPr>
            <p:ph type="ftr" sz="quarter" idx="11"/>
          </p:nvPr>
        </p:nvSpPr>
        <p:spPr/>
        <p:txBody>
          <a:bodyPr/>
          <a:lstStyle/>
          <a:p>
            <a:pPr defTabSz="914126"/>
            <a:r>
              <a:rPr lang="en-US" sz="800" dirty="0">
                <a:ea typeface="Inter" panose="02000503000000020004" pitchFamily="2" charset="0"/>
              </a:rPr>
              <a:t>© 2026 GE Vernova and/or its affiliates. All rights reserved. </a:t>
            </a:r>
          </a:p>
          <a:p>
            <a:pPr defTabSz="914126"/>
            <a:r>
              <a:rPr lang="en-US" sz="800" dirty="0">
                <a:ea typeface="Inter" panose="02000503000000020004" pitchFamily="2" charset="0"/>
              </a:rPr>
              <a:t>GE is a trademark of General Electric Company and is used under trademark license.</a:t>
            </a:r>
            <a:endParaRPr lang="en-US" sz="800" dirty="0"/>
          </a:p>
        </p:txBody>
      </p:sp>
    </p:spTree>
    <p:extLst>
      <p:ext uri="{BB962C8B-B14F-4D97-AF65-F5344CB8AC3E}">
        <p14:creationId xmlns:p14="http://schemas.microsoft.com/office/powerpoint/2010/main" val="15876127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p:txBody>
          <a:bodyPr/>
          <a:lstStyle/>
          <a:p>
            <a:r>
              <a:rPr lang="en-US"/>
              <a:t>Copyright notices and proprietary information </a:t>
            </a:r>
            <a:br>
              <a:rPr lang="en-US"/>
            </a:br>
            <a:r>
              <a:rPr lang="en-US"/>
              <a:t>classification labeling policy</a:t>
            </a:r>
            <a:endParaRPr lang="en-US" dirty="0"/>
          </a:p>
        </p:txBody>
      </p:sp>
      <p:sp>
        <p:nvSpPr>
          <p:cNvPr id="19" name="Text Placeholder 18">
            <a:extLst>
              <a:ext uri="{FF2B5EF4-FFF2-40B4-BE49-F238E27FC236}">
                <a16:creationId xmlns:a16="http://schemas.microsoft.com/office/drawing/2014/main" id="{FC272D54-E7BC-497C-AEAB-F28088FA84A3}"/>
              </a:ext>
            </a:extLst>
          </p:cNvPr>
          <p:cNvSpPr>
            <a:spLocks noGrp="1"/>
          </p:cNvSpPr>
          <p:nvPr>
            <p:ph idx="1"/>
          </p:nvPr>
        </p:nvSpPr>
        <p:spPr>
          <a:xfrm>
            <a:off x="419100" y="1403350"/>
            <a:ext cx="3502152" cy="4206618"/>
          </a:xfrm>
        </p:spPr>
        <p:txBody>
          <a:bodyPr/>
          <a:lstStyle/>
          <a:p>
            <a:r>
              <a:rPr lang="en-US" sz="1200" dirty="0"/>
              <a:t>There are several restrictions on the use ﻿of these trademarks under the trademark license agreement. We need to include a trademark license disclosure on any external facing marketing collateral, web pages, PowerPoints, and product literature.</a:t>
            </a:r>
          </a:p>
          <a:p>
            <a:r>
              <a:rPr lang="en-US" sz="1200" dirty="0"/>
              <a:t>Include disclosure language on any newly created or in-use documentation used after separation (April 2022). All documents for proposals or marketing will need to be rebranded. Archived or materials no longer in use do not need to be updated.</a:t>
            </a:r>
          </a:p>
          <a:p>
            <a:r>
              <a:rPr lang="en-US" sz="1200" dirty="0"/>
              <a:t>Where possible, the GE Vernova copyright notice should be on a separate line from the trademark license disclosure. With the exceptions of PowerPoint slides containing financial or proprietary information, you only need to list this once; it does not need to appear on every page. If the document is more than one page, place the trademark license disclosure on the first and/or ﻿last page.</a:t>
            </a:r>
          </a:p>
        </p:txBody>
      </p:sp>
      <p:sp>
        <p:nvSpPr>
          <p:cNvPr id="15" name="Content Placeholder 14">
            <a:extLst>
              <a:ext uri="{FF2B5EF4-FFF2-40B4-BE49-F238E27FC236}">
                <a16:creationId xmlns:a16="http://schemas.microsoft.com/office/drawing/2014/main" id="{C7E131B7-4634-0E17-A826-727E4B794A3F}"/>
              </a:ext>
            </a:extLst>
          </p:cNvPr>
          <p:cNvSpPr>
            <a:spLocks noGrp="1"/>
          </p:cNvSpPr>
          <p:nvPr>
            <p:ph idx="13"/>
          </p:nvPr>
        </p:nvSpPr>
        <p:spPr>
          <a:xfrm>
            <a:off x="4204404" y="1403351"/>
            <a:ext cx="7987596" cy="4510214"/>
          </a:xfrm>
          <a:solidFill>
            <a:schemeClr val="accent2"/>
          </a:solidFill>
        </p:spPr>
        <p:txBody>
          <a:bodyPr lIns="182880" tIns="274320" rIns="0"/>
          <a:lstStyle/>
          <a:p>
            <a:pPr>
              <a:spcBef>
                <a:spcPts val="0"/>
              </a:spcBef>
              <a:spcAft>
                <a:spcPts val="0"/>
              </a:spcAft>
            </a:pPr>
            <a:r>
              <a:rPr lang="en-US" cap="all" dirty="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rPr>
              <a:t>Document copyright language</a:t>
            </a:r>
          </a:p>
          <a:p>
            <a:pPr>
              <a:spcBef>
                <a:spcPts val="0"/>
              </a:spcBef>
              <a:spcAft>
                <a:spcPts val="0"/>
              </a:spcAft>
            </a:pPr>
            <a:r>
              <a:rPr lang="en-US" sz="1200" dirty="0">
                <a:ea typeface="Inter" panose="02000503000000020004" pitchFamily="2" charset="0"/>
              </a:rPr>
              <a:t> </a:t>
            </a:r>
          </a:p>
          <a:p>
            <a:pPr>
              <a:spcBef>
                <a:spcPts val="0"/>
              </a:spcBef>
              <a:spcAft>
                <a:spcPts val="0"/>
              </a:spcAft>
            </a:pPr>
            <a:r>
              <a:rPr lang="en-US" sz="1200" dirty="0">
                <a:ea typeface="Inter" panose="02000503000000020004" pitchFamily="2" charset="0"/>
              </a:rPr>
              <a:t>© 2026 GE Vernova and/or its affiliates. All rights reserved. </a:t>
            </a:r>
          </a:p>
          <a:p>
            <a:pPr>
              <a:spcBef>
                <a:spcPts val="0"/>
              </a:spcBef>
              <a:spcAft>
                <a:spcPts val="0"/>
              </a:spcAft>
            </a:pPr>
            <a:endParaRPr lang="en-US" sz="1200" dirty="0">
              <a:ea typeface="Inter" panose="02000503000000020004" pitchFamily="2" charset="0"/>
            </a:endParaRPr>
          </a:p>
          <a:p>
            <a:pPr>
              <a:spcBef>
                <a:spcPts val="0"/>
              </a:spcBef>
              <a:spcAft>
                <a:spcPts val="0"/>
              </a:spcAft>
            </a:pPr>
            <a:r>
              <a:rPr lang="en-US" sz="1200" dirty="0">
                <a:ea typeface="Inter" panose="02000503000000020004" pitchFamily="2" charset="0"/>
              </a:rPr>
              <a:t> </a:t>
            </a:r>
          </a:p>
          <a:p>
            <a:pPr>
              <a:spcBef>
                <a:spcPts val="0"/>
              </a:spcBef>
              <a:spcAft>
                <a:spcPts val="0"/>
              </a:spcAft>
            </a:pPr>
            <a:endParaRPr lang="en-US" sz="1200" dirty="0">
              <a:ea typeface="Inter" panose="02000503000000020004" pitchFamily="2" charset="0"/>
            </a:endParaRPr>
          </a:p>
          <a:p>
            <a:pPr>
              <a:spcBef>
                <a:spcPts val="0"/>
              </a:spcBef>
              <a:spcAft>
                <a:spcPts val="0"/>
              </a:spcAft>
            </a:pPr>
            <a:endParaRPr lang="en-US" sz="1200" dirty="0">
              <a:ea typeface="Inter" panose="02000503000000020004" pitchFamily="2" charset="0"/>
            </a:endParaRPr>
          </a:p>
          <a:p>
            <a:pPr>
              <a:spcAft>
                <a:spcPts val="0"/>
              </a:spcAft>
            </a:pPr>
            <a:r>
              <a:rPr lang="en-US" cap="all" dirty="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rPr>
              <a:t>Trademark license disclosure language</a:t>
            </a:r>
          </a:p>
          <a:p>
            <a:pPr>
              <a:spcAft>
                <a:spcPts val="0"/>
              </a:spcAft>
            </a:pPr>
            <a:endParaRPr lang="en-US" b="1" cap="all" dirty="0">
              <a:ea typeface="Inter" panose="02000503000000020004" pitchFamily="2" charset="0"/>
            </a:endParaRPr>
          </a:p>
          <a:p>
            <a:pPr>
              <a:spcAft>
                <a:spcPts val="0"/>
              </a:spcAft>
            </a:pPr>
            <a:r>
              <a:rPr lang="en-US" sz="1200" dirty="0">
                <a:ea typeface="Inter" panose="02000503000000020004" pitchFamily="2" charset="0"/>
              </a:rPr>
              <a:t>GE is a trademark of General Electric Company and is used under trademark license.</a:t>
            </a:r>
          </a:p>
          <a:p>
            <a:pPr>
              <a:spcBef>
                <a:spcPts val="0"/>
              </a:spcBef>
              <a:spcAft>
                <a:spcPts val="0"/>
              </a:spcAft>
            </a:pPr>
            <a:r>
              <a:rPr lang="en-US" sz="1200" dirty="0">
                <a:ea typeface="Inter" panose="02000503000000020004" pitchFamily="2" charset="0"/>
              </a:rPr>
              <a:t> </a:t>
            </a:r>
          </a:p>
          <a:p>
            <a:pPr>
              <a:spcAft>
                <a:spcPts val="0"/>
              </a:spcAft>
            </a:pPr>
            <a:endParaRPr lang="en-US" sz="1200" dirty="0"/>
          </a:p>
        </p:txBody>
      </p:sp>
      <p:sp>
        <p:nvSpPr>
          <p:cNvPr id="4" name="Text Placeholder 18">
            <a:extLst>
              <a:ext uri="{FF2B5EF4-FFF2-40B4-BE49-F238E27FC236}">
                <a16:creationId xmlns:a16="http://schemas.microsoft.com/office/drawing/2014/main" id="{6E747346-DD00-A2C7-C64C-BA9BA6BEB83D}"/>
              </a:ext>
            </a:extLst>
          </p:cNvPr>
          <p:cNvSpPr txBox="1">
            <a:spLocks/>
          </p:cNvSpPr>
          <p:nvPr/>
        </p:nvSpPr>
        <p:spPr>
          <a:xfrm>
            <a:off x="5079723" y="2036152"/>
            <a:ext cx="6426988" cy="3763231"/>
          </a:xfrm>
          <a:prstGeom prst="rect">
            <a:avLst/>
          </a:prstGeom>
        </p:spPr>
        <p:txBody>
          <a:bodyPr lIns="0" tIns="0" rIns="0" bIns="0" anchor="t"/>
          <a:lstStyle>
            <a:lvl1pPr marL="0" algn="l">
              <a:lnSpc>
                <a:spcPct val="100000"/>
              </a:lnSpc>
              <a:spcBef>
                <a:spcPts val="728"/>
              </a:spcBef>
              <a:defRPr lang="en-US" sz="970" b="0">
                <a:solidFill>
                  <a:srgbClr val="212121"/>
                </a:solidFill>
                <a:latin typeface="Inter" panose="02000503000000020004" pitchFamily="2" charset="0"/>
                <a:ea typeface="+mn-ea"/>
                <a:cs typeface="Arial" panose="020B0604020202020204" pitchFamily="34" charset="0"/>
              </a:defRPr>
            </a:lvl1pPr>
            <a:lvl2pPr marL="277200">
              <a:defRPr>
                <a:latin typeface="+mn-lt"/>
                <a:ea typeface="+mn-ea"/>
                <a:cs typeface="+mn-cs"/>
              </a:defRPr>
            </a:lvl2pPr>
            <a:lvl3pPr marL="554401">
              <a:defRPr>
                <a:latin typeface="+mn-lt"/>
                <a:ea typeface="+mn-ea"/>
                <a:cs typeface="+mn-cs"/>
              </a:defRPr>
            </a:lvl3pPr>
            <a:lvl4pPr marL="831601">
              <a:defRPr>
                <a:latin typeface="+mn-lt"/>
                <a:ea typeface="+mn-ea"/>
                <a:cs typeface="+mn-cs"/>
              </a:defRPr>
            </a:lvl4pPr>
            <a:lvl5pPr marL="1108801">
              <a:defRPr>
                <a:latin typeface="+mn-lt"/>
                <a:ea typeface="+mn-ea"/>
                <a:cs typeface="+mn-cs"/>
              </a:defRPr>
            </a:lvl5pPr>
            <a:lvl6pPr marL="1386002">
              <a:defRPr>
                <a:latin typeface="+mn-lt"/>
                <a:ea typeface="+mn-ea"/>
                <a:cs typeface="+mn-cs"/>
              </a:defRPr>
            </a:lvl6pPr>
            <a:lvl7pPr marL="1663202">
              <a:defRPr>
                <a:latin typeface="+mn-lt"/>
                <a:ea typeface="+mn-ea"/>
                <a:cs typeface="+mn-cs"/>
              </a:defRPr>
            </a:lvl7pPr>
            <a:lvl8pPr marL="1940403">
              <a:defRPr>
                <a:latin typeface="+mn-lt"/>
                <a:ea typeface="+mn-ea"/>
                <a:cs typeface="+mn-cs"/>
              </a:defRPr>
            </a:lvl8pPr>
            <a:lvl9pPr marL="2217603">
              <a:defRPr>
                <a:latin typeface="+mn-lt"/>
                <a:ea typeface="+mn-ea"/>
                <a:cs typeface="+mn-cs"/>
              </a:defRPr>
            </a:lvl9pPr>
          </a:lstStyle>
          <a:p>
            <a:pPr>
              <a:spcBef>
                <a:spcPts val="0"/>
              </a:spcBef>
            </a:pPr>
            <a:endParaRPr lang="en-US" sz="1300" dirty="0">
              <a:ea typeface="Inter" panose="02000503000000020004" pitchFamily="2" charset="0"/>
            </a:endParaRPr>
          </a:p>
        </p:txBody>
      </p:sp>
      <p:sp>
        <p:nvSpPr>
          <p:cNvPr id="16" name="Footer Placeholder 15">
            <a:extLst>
              <a:ext uri="{FF2B5EF4-FFF2-40B4-BE49-F238E27FC236}">
                <a16:creationId xmlns:a16="http://schemas.microsoft.com/office/drawing/2014/main" id="{1DDC1C9A-2D5E-61CC-8D37-D3758746096E}"/>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
        <p:nvSpPr>
          <p:cNvPr id="18" name="Slide Number Placeholder 17">
            <a:extLst>
              <a:ext uri="{FF2B5EF4-FFF2-40B4-BE49-F238E27FC236}">
                <a16:creationId xmlns:a16="http://schemas.microsoft.com/office/drawing/2014/main" id="{C771F488-CC81-D9C8-AC62-3416C9886456}"/>
              </a:ext>
            </a:extLst>
          </p:cNvPr>
          <p:cNvSpPr>
            <a:spLocks noGrp="1"/>
          </p:cNvSpPr>
          <p:nvPr>
            <p:ph type="sldNum" sz="quarter" idx="12"/>
          </p:nvPr>
        </p:nvSpPr>
        <p:spPr/>
        <p:txBody>
          <a:bodyPr/>
          <a:lstStyle/>
          <a:p>
            <a:fld id="{7A7A97EF-C944-4447-B862-B593E9B4A0FF}" type="slidenum">
              <a:rPr lang="en-US" smtClean="0"/>
              <a:pPr/>
              <a:t>5</a:t>
            </a:fld>
            <a:endParaRPr lang="en-US" dirty="0"/>
          </a:p>
        </p:txBody>
      </p:sp>
    </p:spTree>
    <p:extLst>
      <p:ext uri="{BB962C8B-B14F-4D97-AF65-F5344CB8AC3E}">
        <p14:creationId xmlns:p14="http://schemas.microsoft.com/office/powerpoint/2010/main" val="2252071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37F8AD1-A4D8-ABF4-E305-9922BF435200}"/>
              </a:ext>
            </a:extLst>
          </p:cNvPr>
          <p:cNvSpPr>
            <a:spLocks noGrp="1"/>
          </p:cNvSpPr>
          <p:nvPr>
            <p:ph type="sldNum" sz="quarter" idx="12"/>
          </p:nvPr>
        </p:nvSpPr>
        <p:spPr/>
        <p:txBody>
          <a:bodyPr/>
          <a:lstStyle/>
          <a:p>
            <a:fld id="{7A7A97EF-C944-4447-B862-B593E9B4A0FF}" type="slidenum">
              <a:rPr lang="en-US" smtClean="0"/>
              <a:t>6</a:t>
            </a:fld>
            <a:endParaRPr lang="en-US" dirty="0"/>
          </a:p>
        </p:txBody>
      </p:sp>
      <p:sp>
        <p:nvSpPr>
          <p:cNvPr id="4" name="Footer Placeholder 15">
            <a:extLst>
              <a:ext uri="{FF2B5EF4-FFF2-40B4-BE49-F238E27FC236}">
                <a16:creationId xmlns:a16="http://schemas.microsoft.com/office/drawing/2014/main" id="{104D9941-484E-224E-1E9F-D47540D05306}"/>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15775026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DC58A-85EA-2C4E-A284-9B7340CA7ECF}"/>
              </a:ext>
            </a:extLst>
          </p:cNvPr>
          <p:cNvSpPr>
            <a:spLocks noGrp="1"/>
          </p:cNvSpPr>
          <p:nvPr>
            <p:ph type="title" idx="4294967295"/>
          </p:nvPr>
        </p:nvSpPr>
        <p:spPr>
          <a:xfrm>
            <a:off x="419100" y="419101"/>
            <a:ext cx="9578915" cy="457020"/>
          </a:xfrm>
        </p:spPr>
        <p:txBody>
          <a:bodyPr/>
          <a:lstStyle/>
          <a:p>
            <a:r>
              <a:rPr lang="en-US" dirty="0"/>
              <a:t>Title only slide</a:t>
            </a:r>
          </a:p>
        </p:txBody>
      </p:sp>
      <p:sp>
        <p:nvSpPr>
          <p:cNvPr id="6" name="Rectangle 5">
            <a:extLst>
              <a:ext uri="{FF2B5EF4-FFF2-40B4-BE49-F238E27FC236}">
                <a16:creationId xmlns:a16="http://schemas.microsoft.com/office/drawing/2014/main" id="{52B2293E-01AD-AE47-5956-A692C51C985B}"/>
              </a:ext>
            </a:extLst>
          </p:cNvPr>
          <p:cNvSpPr/>
          <p:nvPr/>
        </p:nvSpPr>
        <p:spPr>
          <a:xfrm>
            <a:off x="0" y="5614793"/>
            <a:ext cx="12192000" cy="4570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dirty="0">
                <a:solidFill>
                  <a:schemeClr val="tx2"/>
                </a:solidFill>
                <a:latin typeface="Inter" panose="02000503000000020004" pitchFamily="2" charset="0"/>
                <a:ea typeface="Inter" panose="02000503000000020004" pitchFamily="2" charset="0"/>
              </a:rPr>
              <a:t>Takeaway boxes should only be used for rare emphasis. Do </a:t>
            </a:r>
            <a:r>
              <a:rPr lang="en-US" b="1" dirty="0">
                <a:solidFill>
                  <a:schemeClr val="tx2"/>
                </a:solidFill>
                <a:latin typeface="Inter" panose="02000503000000020004" pitchFamily="2" charset="0"/>
                <a:ea typeface="Inter" panose="02000503000000020004" pitchFamily="2" charset="0"/>
              </a:rPr>
              <a:t>not</a:t>
            </a:r>
            <a:r>
              <a:rPr lang="en-US" dirty="0">
                <a:solidFill>
                  <a:schemeClr val="tx2"/>
                </a:solidFill>
                <a:latin typeface="Inter" panose="02000503000000020004" pitchFamily="2" charset="0"/>
                <a:ea typeface="Inter" panose="02000503000000020004" pitchFamily="2" charset="0"/>
              </a:rPr>
              <a:t> use on every slide.</a:t>
            </a:r>
          </a:p>
        </p:txBody>
      </p:sp>
      <p:sp>
        <p:nvSpPr>
          <p:cNvPr id="7" name="Slide Number Placeholder 6">
            <a:extLst>
              <a:ext uri="{FF2B5EF4-FFF2-40B4-BE49-F238E27FC236}">
                <a16:creationId xmlns:a16="http://schemas.microsoft.com/office/drawing/2014/main" id="{50514A31-B8CC-C094-1EC6-0BE799E3A81E}"/>
              </a:ext>
            </a:extLst>
          </p:cNvPr>
          <p:cNvSpPr>
            <a:spLocks noGrp="1"/>
          </p:cNvSpPr>
          <p:nvPr>
            <p:ph type="sldNum" sz="quarter" idx="12"/>
          </p:nvPr>
        </p:nvSpPr>
        <p:spPr/>
        <p:txBody>
          <a:bodyPr/>
          <a:lstStyle/>
          <a:p>
            <a:fld id="{7A7A97EF-C944-4447-B862-B593E9B4A0FF}" type="slidenum">
              <a:rPr lang="en-US" smtClean="0"/>
              <a:t>7</a:t>
            </a:fld>
            <a:endParaRPr lang="en-US" dirty="0"/>
          </a:p>
        </p:txBody>
      </p:sp>
      <p:sp>
        <p:nvSpPr>
          <p:cNvPr id="4" name="Footer Placeholder 15">
            <a:extLst>
              <a:ext uri="{FF2B5EF4-FFF2-40B4-BE49-F238E27FC236}">
                <a16:creationId xmlns:a16="http://schemas.microsoft.com/office/drawing/2014/main" id="{291C2FA4-9440-EC60-129E-489C3A081AEB}"/>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1980076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600B087-5E5C-4542-8F47-9BC4E78F5C26}"/>
              </a:ext>
            </a:extLst>
          </p:cNvPr>
          <p:cNvSpPr>
            <a:spLocks noGrp="1"/>
          </p:cNvSpPr>
          <p:nvPr>
            <p:ph type="title"/>
          </p:nvPr>
        </p:nvSpPr>
        <p:spPr/>
        <p:txBody>
          <a:bodyPr/>
          <a:lstStyle/>
          <a:p>
            <a:r>
              <a:rPr lang="en-US" dirty="0"/>
              <a:t>1-column content slide</a:t>
            </a:r>
            <a:br>
              <a:rPr lang="en-US" dirty="0"/>
            </a:br>
            <a:r>
              <a:rPr lang="en-US" dirty="0"/>
              <a:t>Slide titles may be one or two lines</a:t>
            </a:r>
          </a:p>
        </p:txBody>
      </p:sp>
      <p:sp>
        <p:nvSpPr>
          <p:cNvPr id="5" name="Content Placeholder 4">
            <a:extLst>
              <a:ext uri="{FF2B5EF4-FFF2-40B4-BE49-F238E27FC236}">
                <a16:creationId xmlns:a16="http://schemas.microsoft.com/office/drawing/2014/main" id="{D04C6507-7FCC-BF47-B082-A1C3E409E0AF}"/>
              </a:ext>
            </a:extLst>
          </p:cNvPr>
          <p:cNvSpPr>
            <a:spLocks noGrp="1"/>
          </p:cNvSpPr>
          <p:nvPr>
            <p:ph idx="1"/>
          </p:nvPr>
        </p:nvSpPr>
        <p:spPr/>
        <p:txBody>
          <a:bodyPr/>
          <a:lstStyle/>
          <a:p>
            <a:pPr lvl="1">
              <a:buClr>
                <a:schemeClr val="tx2"/>
              </a:buClr>
            </a:pPr>
            <a:r>
              <a:rPr lang="en-US" dirty="0"/>
              <a:t>Level 1 text</a:t>
            </a:r>
          </a:p>
          <a:p>
            <a:pPr lvl="2">
              <a:buClr>
                <a:schemeClr val="tx2"/>
              </a:buClr>
            </a:pPr>
            <a:r>
              <a:rPr lang="en-US" dirty="0"/>
              <a:t>Level 2 text</a:t>
            </a:r>
          </a:p>
          <a:p>
            <a:pPr lvl="3">
              <a:buClr>
                <a:schemeClr val="tx2"/>
              </a:buClr>
            </a:pPr>
            <a:r>
              <a:rPr lang="en-US" dirty="0"/>
              <a:t>Level 3 text</a:t>
            </a:r>
          </a:p>
          <a:p>
            <a:pPr lvl="4">
              <a:buClr>
                <a:schemeClr val="tx2"/>
              </a:buClr>
            </a:pPr>
            <a:r>
              <a:rPr lang="en-US" dirty="0"/>
              <a:t>Level 4 text</a:t>
            </a:r>
          </a:p>
          <a:p>
            <a:pPr lvl="3"/>
            <a:endParaRPr lang="en-US" dirty="0"/>
          </a:p>
          <a:p>
            <a:pPr lvl="3"/>
            <a:endParaRPr lang="en-US" dirty="0"/>
          </a:p>
        </p:txBody>
      </p:sp>
      <p:sp>
        <p:nvSpPr>
          <p:cNvPr id="6" name="Slide Number Placeholder 5">
            <a:extLst>
              <a:ext uri="{FF2B5EF4-FFF2-40B4-BE49-F238E27FC236}">
                <a16:creationId xmlns:a16="http://schemas.microsoft.com/office/drawing/2014/main" id="{131A9F0C-33B5-84BD-B5C6-EB0D0CF7826B}"/>
              </a:ext>
            </a:extLst>
          </p:cNvPr>
          <p:cNvSpPr>
            <a:spLocks noGrp="1"/>
          </p:cNvSpPr>
          <p:nvPr>
            <p:ph type="sldNum" sz="quarter" idx="12"/>
          </p:nvPr>
        </p:nvSpPr>
        <p:spPr/>
        <p:txBody>
          <a:bodyPr/>
          <a:lstStyle/>
          <a:p>
            <a:fld id="{7A7A97EF-C944-4447-B862-B593E9B4A0FF}" type="slidenum">
              <a:rPr lang="en-US" smtClean="0"/>
              <a:pPr/>
              <a:t>8</a:t>
            </a:fld>
            <a:endParaRPr lang="en-US" dirty="0"/>
          </a:p>
        </p:txBody>
      </p:sp>
      <p:sp>
        <p:nvSpPr>
          <p:cNvPr id="3" name="Footer Placeholder 15">
            <a:extLst>
              <a:ext uri="{FF2B5EF4-FFF2-40B4-BE49-F238E27FC236}">
                <a16:creationId xmlns:a16="http://schemas.microsoft.com/office/drawing/2014/main" id="{5FC760F9-023E-BE73-7390-2C4403A938A5}"/>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18933415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4546077-AEFC-4E48-AD16-B7EE9BBFAA25}"/>
              </a:ext>
            </a:extLst>
          </p:cNvPr>
          <p:cNvSpPr>
            <a:spLocks noGrp="1"/>
          </p:cNvSpPr>
          <p:nvPr>
            <p:ph type="title"/>
          </p:nvPr>
        </p:nvSpPr>
        <p:spPr/>
        <p:txBody>
          <a:bodyPr/>
          <a:lstStyle/>
          <a:p>
            <a:r>
              <a:rPr lang="en-US" dirty="0"/>
              <a:t>1-column subtitle slide </a:t>
            </a:r>
          </a:p>
        </p:txBody>
      </p:sp>
      <p:sp>
        <p:nvSpPr>
          <p:cNvPr id="5" name="Text Placeholder 4">
            <a:extLst>
              <a:ext uri="{FF2B5EF4-FFF2-40B4-BE49-F238E27FC236}">
                <a16:creationId xmlns:a16="http://schemas.microsoft.com/office/drawing/2014/main" id="{26395D4B-1E1A-5041-81FA-7CCE9962B8AF}"/>
              </a:ext>
            </a:extLst>
          </p:cNvPr>
          <p:cNvSpPr>
            <a:spLocks noGrp="1"/>
          </p:cNvSpPr>
          <p:nvPr>
            <p:ph type="body" sz="quarter" idx="13"/>
          </p:nvPr>
        </p:nvSpPr>
        <p:spPr/>
        <p:txBody>
          <a:bodyPr/>
          <a:lstStyle/>
          <a:p>
            <a:r>
              <a:rPr lang="en-US" dirty="0"/>
              <a:t>Subtitles may be one or two lines</a:t>
            </a:r>
          </a:p>
        </p:txBody>
      </p:sp>
      <p:sp>
        <p:nvSpPr>
          <p:cNvPr id="6" name="Content Placeholder 5">
            <a:extLst>
              <a:ext uri="{FF2B5EF4-FFF2-40B4-BE49-F238E27FC236}">
                <a16:creationId xmlns:a16="http://schemas.microsoft.com/office/drawing/2014/main" id="{B405BBF7-756E-834C-812E-FB4E452F579C}"/>
              </a:ext>
            </a:extLst>
          </p:cNvPr>
          <p:cNvSpPr>
            <a:spLocks noGrp="1"/>
          </p:cNvSpPr>
          <p:nvPr>
            <p:ph idx="1"/>
          </p:nvPr>
        </p:nvSpPr>
        <p:spPr/>
        <p:txBody>
          <a:bodyPr/>
          <a:lstStyle/>
          <a:p>
            <a:pPr lvl="1"/>
            <a:r>
              <a:rPr lang="en-US" dirty="0"/>
              <a:t>Level 1 text</a:t>
            </a:r>
          </a:p>
          <a:p>
            <a:pPr lvl="2"/>
            <a:r>
              <a:rPr lang="en-US" dirty="0"/>
              <a:t>Level 2 text</a:t>
            </a:r>
          </a:p>
          <a:p>
            <a:pPr lvl="3"/>
            <a:r>
              <a:rPr lang="en-US" dirty="0"/>
              <a:t>Level 3 text</a:t>
            </a:r>
          </a:p>
          <a:p>
            <a:pPr lvl="4"/>
            <a:r>
              <a:rPr lang="en-US" dirty="0"/>
              <a:t>Level 4 text</a:t>
            </a:r>
          </a:p>
          <a:p>
            <a:pPr lvl="3"/>
            <a:endParaRPr lang="en-US" dirty="0"/>
          </a:p>
          <a:p>
            <a:pPr lvl="3"/>
            <a:endParaRPr lang="en-US" dirty="0"/>
          </a:p>
        </p:txBody>
      </p:sp>
      <p:sp>
        <p:nvSpPr>
          <p:cNvPr id="7" name="Slide Number Placeholder 6">
            <a:extLst>
              <a:ext uri="{FF2B5EF4-FFF2-40B4-BE49-F238E27FC236}">
                <a16:creationId xmlns:a16="http://schemas.microsoft.com/office/drawing/2014/main" id="{6B5D94CA-66B9-318B-D624-41A2AFF6E2C9}"/>
              </a:ext>
            </a:extLst>
          </p:cNvPr>
          <p:cNvSpPr>
            <a:spLocks noGrp="1"/>
          </p:cNvSpPr>
          <p:nvPr>
            <p:ph type="sldNum" sz="quarter" idx="12"/>
          </p:nvPr>
        </p:nvSpPr>
        <p:spPr/>
        <p:txBody>
          <a:bodyPr/>
          <a:lstStyle/>
          <a:p>
            <a:fld id="{7A7A97EF-C944-4447-B862-B593E9B4A0FF}" type="slidenum">
              <a:rPr lang="en-US" smtClean="0"/>
              <a:pPr/>
              <a:t>9</a:t>
            </a:fld>
            <a:endParaRPr lang="en-US" dirty="0"/>
          </a:p>
        </p:txBody>
      </p:sp>
      <p:sp>
        <p:nvSpPr>
          <p:cNvPr id="3" name="Footer Placeholder 15">
            <a:extLst>
              <a:ext uri="{FF2B5EF4-FFF2-40B4-BE49-F238E27FC236}">
                <a16:creationId xmlns:a16="http://schemas.microsoft.com/office/drawing/2014/main" id="{6414FC50-834D-6061-CA10-56C596F121B3}"/>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19525802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380CD83-BEDE-DF4F-9831-3119C0BFF1FC}"/>
              </a:ext>
            </a:extLst>
          </p:cNvPr>
          <p:cNvSpPr>
            <a:spLocks noGrp="1"/>
          </p:cNvSpPr>
          <p:nvPr>
            <p:ph type="title"/>
          </p:nvPr>
        </p:nvSpPr>
        <p:spPr/>
        <p:txBody>
          <a:bodyPr/>
          <a:lstStyle/>
          <a:p>
            <a:r>
              <a:rPr lang="en-US" dirty="0"/>
              <a:t>1-column boxed slide</a:t>
            </a:r>
          </a:p>
        </p:txBody>
      </p:sp>
      <p:sp>
        <p:nvSpPr>
          <p:cNvPr id="5" name="Content Placeholder 4">
            <a:extLst>
              <a:ext uri="{FF2B5EF4-FFF2-40B4-BE49-F238E27FC236}">
                <a16:creationId xmlns:a16="http://schemas.microsoft.com/office/drawing/2014/main" id="{DF7472D4-99F7-8B4C-A0BA-5035851794B7}"/>
              </a:ext>
            </a:extLst>
          </p:cNvPr>
          <p:cNvSpPr>
            <a:spLocks noGrp="1"/>
          </p:cNvSpPr>
          <p:nvPr>
            <p:ph idx="1"/>
          </p:nvPr>
        </p:nvSpPr>
        <p:spPr/>
        <p:txBody>
          <a:bodyPr/>
          <a:lstStyle/>
          <a:p>
            <a:pPr lvl="0"/>
            <a:r>
              <a:rPr lang="en-US" dirty="0"/>
              <a:t>Level 1 text</a:t>
            </a:r>
          </a:p>
          <a:p>
            <a:pPr lvl="1"/>
            <a:r>
              <a:rPr lang="en-US" dirty="0"/>
              <a:t>Level 2 text</a:t>
            </a:r>
          </a:p>
          <a:p>
            <a:pPr lvl="2"/>
            <a:r>
              <a:rPr lang="en-US" dirty="0"/>
              <a:t>Level 3 text</a:t>
            </a:r>
          </a:p>
          <a:p>
            <a:pPr lvl="3"/>
            <a:r>
              <a:rPr lang="en-US" dirty="0"/>
              <a:t>Level 4 text</a:t>
            </a:r>
          </a:p>
          <a:p>
            <a:pPr lvl="3"/>
            <a:endParaRPr lang="en-US" dirty="0"/>
          </a:p>
        </p:txBody>
      </p:sp>
      <p:sp>
        <p:nvSpPr>
          <p:cNvPr id="6" name="Slide Number Placeholder 5">
            <a:extLst>
              <a:ext uri="{FF2B5EF4-FFF2-40B4-BE49-F238E27FC236}">
                <a16:creationId xmlns:a16="http://schemas.microsoft.com/office/drawing/2014/main" id="{1F5C82B2-3D55-DDF1-6DBE-9F82FF3DF32F}"/>
              </a:ext>
            </a:extLst>
          </p:cNvPr>
          <p:cNvSpPr>
            <a:spLocks noGrp="1"/>
          </p:cNvSpPr>
          <p:nvPr>
            <p:ph type="sldNum" sz="quarter" idx="12"/>
          </p:nvPr>
        </p:nvSpPr>
        <p:spPr/>
        <p:txBody>
          <a:bodyPr/>
          <a:lstStyle/>
          <a:p>
            <a:fld id="{7A7A97EF-C944-4447-B862-B593E9B4A0FF}" type="slidenum">
              <a:rPr lang="en-US" smtClean="0"/>
              <a:pPr/>
              <a:t>10</a:t>
            </a:fld>
            <a:endParaRPr lang="en-US" dirty="0"/>
          </a:p>
        </p:txBody>
      </p:sp>
      <p:sp>
        <p:nvSpPr>
          <p:cNvPr id="3" name="Footer Placeholder 15">
            <a:extLst>
              <a:ext uri="{FF2B5EF4-FFF2-40B4-BE49-F238E27FC236}">
                <a16:creationId xmlns:a16="http://schemas.microsoft.com/office/drawing/2014/main" id="{B8EFFB82-D4A6-467C-EEA3-F320EDD0B108}"/>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solidFill>
                  <a:schemeClr val="bg1"/>
                </a:solidFill>
                <a:ea typeface="Inter" panose="02000503000000020004" pitchFamily="2" charset="0"/>
              </a:rPr>
              <a:t>© 2026 GE Vernova and/or its affiliates. All rights reserved.</a:t>
            </a:r>
            <a:endParaRPr lang="en-US" sz="800" kern="1200" dirty="0">
              <a:solidFill>
                <a:schemeClr val="bg1"/>
              </a:solidFill>
            </a:endParaRPr>
          </a:p>
        </p:txBody>
      </p:sp>
    </p:spTree>
    <p:extLst>
      <p:ext uri="{BB962C8B-B14F-4D97-AF65-F5344CB8AC3E}">
        <p14:creationId xmlns:p14="http://schemas.microsoft.com/office/powerpoint/2010/main" val="31921886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D1DCBF-8755-2F4E-B1E2-5A5923279148}"/>
              </a:ext>
            </a:extLst>
          </p:cNvPr>
          <p:cNvSpPr>
            <a:spLocks noGrp="1"/>
          </p:cNvSpPr>
          <p:nvPr>
            <p:ph type="title"/>
          </p:nvPr>
        </p:nvSpPr>
        <p:spPr/>
        <p:txBody>
          <a:bodyPr/>
          <a:lstStyle/>
          <a:p>
            <a:r>
              <a:rPr lang="en-US" dirty="0"/>
              <a:t>2-column content slide</a:t>
            </a:r>
          </a:p>
        </p:txBody>
      </p:sp>
      <p:sp>
        <p:nvSpPr>
          <p:cNvPr id="5" name="Content Placeholder 4">
            <a:extLst>
              <a:ext uri="{FF2B5EF4-FFF2-40B4-BE49-F238E27FC236}">
                <a16:creationId xmlns:a16="http://schemas.microsoft.com/office/drawing/2014/main" id="{3DA15DBF-CCD2-B648-86F5-A42D9D8ECCDB}"/>
              </a:ext>
            </a:extLst>
          </p:cNvPr>
          <p:cNvSpPr>
            <a:spLocks noGrp="1"/>
          </p:cNvSpPr>
          <p:nvPr>
            <p:ph idx="1"/>
          </p:nvPr>
        </p:nvSpPr>
        <p:spPr/>
        <p:txBody>
          <a:bodyPr/>
          <a:lstStyle/>
          <a:p>
            <a:pPr lvl="1">
              <a:buClr>
                <a:schemeClr val="tx2"/>
              </a:buClr>
            </a:pPr>
            <a:r>
              <a:rPr lang="en-US" dirty="0"/>
              <a:t>Level 1 text</a:t>
            </a:r>
          </a:p>
          <a:p>
            <a:pPr lvl="2">
              <a:buClr>
                <a:schemeClr val="tx2"/>
              </a:buClr>
            </a:pPr>
            <a:r>
              <a:rPr lang="en-US" dirty="0"/>
              <a:t>Level 2 text</a:t>
            </a:r>
          </a:p>
          <a:p>
            <a:pPr lvl="3">
              <a:buClr>
                <a:schemeClr val="tx2"/>
              </a:buClr>
            </a:pPr>
            <a:r>
              <a:rPr lang="en-US" dirty="0"/>
              <a:t>Level 3 text</a:t>
            </a:r>
          </a:p>
          <a:p>
            <a:pPr lvl="4">
              <a:buClr>
                <a:schemeClr val="tx2"/>
              </a:buClr>
            </a:pPr>
            <a:r>
              <a:rPr lang="en-US" dirty="0"/>
              <a:t>Level 4 text</a:t>
            </a:r>
          </a:p>
          <a:p>
            <a:pPr lvl="3"/>
            <a:endParaRPr lang="en-US" dirty="0"/>
          </a:p>
        </p:txBody>
      </p:sp>
      <p:sp>
        <p:nvSpPr>
          <p:cNvPr id="6" name="Content Placeholder 5">
            <a:extLst>
              <a:ext uri="{FF2B5EF4-FFF2-40B4-BE49-F238E27FC236}">
                <a16:creationId xmlns:a16="http://schemas.microsoft.com/office/drawing/2014/main" id="{1C3DB9C8-BE17-524A-8B19-A3B7DF3E237A}"/>
              </a:ext>
            </a:extLst>
          </p:cNvPr>
          <p:cNvSpPr>
            <a:spLocks noGrp="1"/>
          </p:cNvSpPr>
          <p:nvPr>
            <p:ph idx="13"/>
          </p:nvPr>
        </p:nvSpPr>
        <p:spPr/>
        <p:txBody>
          <a:bodyPr/>
          <a:lstStyle/>
          <a:p>
            <a:pPr lvl="1">
              <a:buClr>
                <a:schemeClr val="tx2"/>
              </a:buClr>
            </a:pPr>
            <a:r>
              <a:rPr lang="en-US" dirty="0"/>
              <a:t>Level 1 text</a:t>
            </a:r>
          </a:p>
          <a:p>
            <a:pPr lvl="2">
              <a:buClr>
                <a:schemeClr val="tx2"/>
              </a:buClr>
            </a:pPr>
            <a:r>
              <a:rPr lang="en-US" dirty="0"/>
              <a:t>Level 2 text</a:t>
            </a:r>
          </a:p>
          <a:p>
            <a:pPr lvl="3">
              <a:buClr>
                <a:schemeClr val="tx2"/>
              </a:buClr>
            </a:pPr>
            <a:r>
              <a:rPr lang="en-US" dirty="0"/>
              <a:t>Level 3 text</a:t>
            </a:r>
          </a:p>
          <a:p>
            <a:pPr lvl="4">
              <a:buClr>
                <a:schemeClr val="tx2"/>
              </a:buClr>
            </a:pPr>
            <a:r>
              <a:rPr lang="en-US" dirty="0"/>
              <a:t>Level 4 text</a:t>
            </a:r>
          </a:p>
          <a:p>
            <a:pPr lvl="3"/>
            <a:endParaRPr lang="en-US" dirty="0"/>
          </a:p>
        </p:txBody>
      </p:sp>
      <p:sp>
        <p:nvSpPr>
          <p:cNvPr id="2" name="Slide Number Placeholder 1">
            <a:extLst>
              <a:ext uri="{FF2B5EF4-FFF2-40B4-BE49-F238E27FC236}">
                <a16:creationId xmlns:a16="http://schemas.microsoft.com/office/drawing/2014/main" id="{55D74EAB-360C-B475-3AC5-32F72FD0BAFF}"/>
              </a:ext>
            </a:extLst>
          </p:cNvPr>
          <p:cNvSpPr>
            <a:spLocks noGrp="1"/>
          </p:cNvSpPr>
          <p:nvPr>
            <p:ph type="sldNum" sz="quarter" idx="12"/>
          </p:nvPr>
        </p:nvSpPr>
        <p:spPr/>
        <p:txBody>
          <a:bodyPr/>
          <a:lstStyle/>
          <a:p>
            <a:fld id="{7A7A97EF-C944-4447-B862-B593E9B4A0FF}" type="slidenum">
              <a:rPr lang="en-US" smtClean="0"/>
              <a:pPr/>
              <a:t>11</a:t>
            </a:fld>
            <a:endParaRPr lang="en-US" dirty="0"/>
          </a:p>
        </p:txBody>
      </p:sp>
      <p:sp>
        <p:nvSpPr>
          <p:cNvPr id="3" name="Footer Placeholder 15">
            <a:extLst>
              <a:ext uri="{FF2B5EF4-FFF2-40B4-BE49-F238E27FC236}">
                <a16:creationId xmlns:a16="http://schemas.microsoft.com/office/drawing/2014/main" id="{95CB33F3-D774-97C5-50A1-7F028D76E722}"/>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30546033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457614F-40C5-AC4B-8639-193FBDC56933}"/>
              </a:ext>
            </a:extLst>
          </p:cNvPr>
          <p:cNvSpPr>
            <a:spLocks noGrp="1"/>
          </p:cNvSpPr>
          <p:nvPr>
            <p:ph type="title"/>
          </p:nvPr>
        </p:nvSpPr>
        <p:spPr/>
        <p:txBody>
          <a:bodyPr/>
          <a:lstStyle/>
          <a:p>
            <a:r>
              <a:rPr lang="en-US" dirty="0"/>
              <a:t>2-column subtitle slide</a:t>
            </a:r>
          </a:p>
        </p:txBody>
      </p:sp>
      <p:sp>
        <p:nvSpPr>
          <p:cNvPr id="5" name="Text Placeholder 4">
            <a:extLst>
              <a:ext uri="{FF2B5EF4-FFF2-40B4-BE49-F238E27FC236}">
                <a16:creationId xmlns:a16="http://schemas.microsoft.com/office/drawing/2014/main" id="{CAAE4AD8-A2EE-0543-9AA4-6D0A22AFD2C0}"/>
              </a:ext>
            </a:extLst>
          </p:cNvPr>
          <p:cNvSpPr>
            <a:spLocks noGrp="1"/>
          </p:cNvSpPr>
          <p:nvPr>
            <p:ph type="body" sz="quarter" idx="14"/>
          </p:nvPr>
        </p:nvSpPr>
        <p:spPr/>
        <p:txBody>
          <a:bodyPr/>
          <a:lstStyle/>
          <a:p>
            <a:r>
              <a:rPr lang="en-US" dirty="0"/>
              <a:t>Subtitle</a:t>
            </a:r>
          </a:p>
        </p:txBody>
      </p:sp>
      <p:sp>
        <p:nvSpPr>
          <p:cNvPr id="6" name="Text Placeholder 5">
            <a:extLst>
              <a:ext uri="{FF2B5EF4-FFF2-40B4-BE49-F238E27FC236}">
                <a16:creationId xmlns:a16="http://schemas.microsoft.com/office/drawing/2014/main" id="{E0045F90-4644-9E42-9E84-7A86DD16B360}"/>
              </a:ext>
            </a:extLst>
          </p:cNvPr>
          <p:cNvSpPr>
            <a:spLocks noGrp="1"/>
          </p:cNvSpPr>
          <p:nvPr>
            <p:ph type="body" sz="quarter" idx="15"/>
          </p:nvPr>
        </p:nvSpPr>
        <p:spPr/>
        <p:txBody>
          <a:bodyPr/>
          <a:lstStyle/>
          <a:p>
            <a:r>
              <a:rPr lang="en-US" dirty="0"/>
              <a:t>Subtitle</a:t>
            </a:r>
          </a:p>
        </p:txBody>
      </p:sp>
      <p:sp>
        <p:nvSpPr>
          <p:cNvPr id="7" name="Content Placeholder 6">
            <a:extLst>
              <a:ext uri="{FF2B5EF4-FFF2-40B4-BE49-F238E27FC236}">
                <a16:creationId xmlns:a16="http://schemas.microsoft.com/office/drawing/2014/main" id="{0528A609-3FAD-3B44-BF64-9CD278738661}"/>
              </a:ext>
            </a:extLst>
          </p:cNvPr>
          <p:cNvSpPr>
            <a:spLocks noGrp="1"/>
          </p:cNvSpPr>
          <p:nvPr>
            <p:ph idx="1"/>
          </p:nvPr>
        </p:nvSpPr>
        <p:spPr/>
        <p:txBody>
          <a:bodyPr/>
          <a:lstStyle/>
          <a:p>
            <a:pPr lvl="1"/>
            <a:r>
              <a:rPr lang="en-US" dirty="0"/>
              <a:t>Level 1 text</a:t>
            </a:r>
          </a:p>
          <a:p>
            <a:pPr lvl="2"/>
            <a:r>
              <a:rPr lang="en-US" dirty="0"/>
              <a:t>Level 2 text</a:t>
            </a:r>
          </a:p>
          <a:p>
            <a:pPr lvl="3"/>
            <a:r>
              <a:rPr lang="en-US" dirty="0"/>
              <a:t>Level 3 text</a:t>
            </a:r>
          </a:p>
          <a:p>
            <a:pPr lvl="4"/>
            <a:r>
              <a:rPr lang="en-US" dirty="0"/>
              <a:t>Level 4 text</a:t>
            </a:r>
          </a:p>
          <a:p>
            <a:pPr lvl="3"/>
            <a:endParaRPr lang="en-US" dirty="0"/>
          </a:p>
        </p:txBody>
      </p:sp>
      <p:sp>
        <p:nvSpPr>
          <p:cNvPr id="8" name="Content Placeholder 7">
            <a:extLst>
              <a:ext uri="{FF2B5EF4-FFF2-40B4-BE49-F238E27FC236}">
                <a16:creationId xmlns:a16="http://schemas.microsoft.com/office/drawing/2014/main" id="{9827765E-546D-0949-B3A4-252CAD06F09E}"/>
              </a:ext>
            </a:extLst>
          </p:cNvPr>
          <p:cNvSpPr>
            <a:spLocks noGrp="1"/>
          </p:cNvSpPr>
          <p:nvPr>
            <p:ph idx="13"/>
          </p:nvPr>
        </p:nvSpPr>
        <p:spPr/>
        <p:txBody>
          <a:bodyPr/>
          <a:lstStyle/>
          <a:p>
            <a:pPr lvl="1"/>
            <a:r>
              <a:rPr lang="en-US" dirty="0"/>
              <a:t>Level 1 text</a:t>
            </a:r>
          </a:p>
          <a:p>
            <a:pPr lvl="2"/>
            <a:r>
              <a:rPr lang="en-US" dirty="0"/>
              <a:t>Level 2 text</a:t>
            </a:r>
          </a:p>
          <a:p>
            <a:pPr lvl="3"/>
            <a:r>
              <a:rPr lang="en-US" dirty="0"/>
              <a:t>Level 3 text</a:t>
            </a:r>
          </a:p>
          <a:p>
            <a:pPr lvl="4"/>
            <a:r>
              <a:rPr lang="en-US" dirty="0"/>
              <a:t>Level 4 text</a:t>
            </a:r>
          </a:p>
          <a:p>
            <a:pPr lvl="3"/>
            <a:endParaRPr lang="en-US" dirty="0"/>
          </a:p>
        </p:txBody>
      </p:sp>
      <p:sp>
        <p:nvSpPr>
          <p:cNvPr id="9" name="Slide Number Placeholder 8">
            <a:extLst>
              <a:ext uri="{FF2B5EF4-FFF2-40B4-BE49-F238E27FC236}">
                <a16:creationId xmlns:a16="http://schemas.microsoft.com/office/drawing/2014/main" id="{7D3067D2-9585-15BD-2D58-EBB1C68CBA2F}"/>
              </a:ext>
            </a:extLst>
          </p:cNvPr>
          <p:cNvSpPr>
            <a:spLocks noGrp="1"/>
          </p:cNvSpPr>
          <p:nvPr>
            <p:ph type="sldNum" sz="quarter" idx="12"/>
          </p:nvPr>
        </p:nvSpPr>
        <p:spPr/>
        <p:txBody>
          <a:bodyPr/>
          <a:lstStyle/>
          <a:p>
            <a:fld id="{7A7A97EF-C944-4447-B862-B593E9B4A0FF}" type="slidenum">
              <a:rPr lang="en-US" smtClean="0"/>
              <a:pPr/>
              <a:t>12</a:t>
            </a:fld>
            <a:endParaRPr lang="en-US" dirty="0"/>
          </a:p>
        </p:txBody>
      </p:sp>
      <p:sp>
        <p:nvSpPr>
          <p:cNvPr id="3" name="Footer Placeholder 15">
            <a:extLst>
              <a:ext uri="{FF2B5EF4-FFF2-40B4-BE49-F238E27FC236}">
                <a16:creationId xmlns:a16="http://schemas.microsoft.com/office/drawing/2014/main" id="{9D6885B3-B1C0-6E69-393A-D4BDFC41E633}"/>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12935079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244468F-7AFA-B742-BFF2-E2060F027C47}"/>
              </a:ext>
            </a:extLst>
          </p:cNvPr>
          <p:cNvSpPr>
            <a:spLocks noGrp="1"/>
          </p:cNvSpPr>
          <p:nvPr>
            <p:ph type="title"/>
          </p:nvPr>
        </p:nvSpPr>
        <p:spPr/>
        <p:txBody>
          <a:bodyPr/>
          <a:lstStyle/>
          <a:p>
            <a:r>
              <a:rPr lang="en-US" dirty="0"/>
              <a:t>3-column content slide</a:t>
            </a:r>
          </a:p>
        </p:txBody>
      </p:sp>
      <p:sp>
        <p:nvSpPr>
          <p:cNvPr id="5" name="Content Placeholder 4">
            <a:extLst>
              <a:ext uri="{FF2B5EF4-FFF2-40B4-BE49-F238E27FC236}">
                <a16:creationId xmlns:a16="http://schemas.microsoft.com/office/drawing/2014/main" id="{EE6A0638-7230-174E-A13B-71D163F2674C}"/>
              </a:ext>
            </a:extLst>
          </p:cNvPr>
          <p:cNvSpPr>
            <a:spLocks noGrp="1"/>
          </p:cNvSpPr>
          <p:nvPr>
            <p:ph idx="1"/>
          </p:nvPr>
        </p:nvSpPr>
        <p:spPr/>
        <p:txBody>
          <a:bodyPr/>
          <a:lstStyle/>
          <a:p>
            <a:pPr lvl="1">
              <a:buClr>
                <a:schemeClr val="tx2"/>
              </a:buClr>
            </a:pPr>
            <a:r>
              <a:rPr lang="en-US" dirty="0"/>
              <a:t>Level 1 text</a:t>
            </a:r>
          </a:p>
          <a:p>
            <a:pPr lvl="2">
              <a:buClr>
                <a:schemeClr val="tx2"/>
              </a:buClr>
            </a:pPr>
            <a:r>
              <a:rPr lang="en-US" dirty="0"/>
              <a:t>Level 2 text</a:t>
            </a:r>
          </a:p>
          <a:p>
            <a:pPr lvl="3">
              <a:buClr>
                <a:schemeClr val="tx2"/>
              </a:buClr>
            </a:pPr>
            <a:r>
              <a:rPr lang="en-US" dirty="0"/>
              <a:t>Level 3 text</a:t>
            </a:r>
          </a:p>
          <a:p>
            <a:pPr lvl="4">
              <a:buClr>
                <a:schemeClr val="tx2"/>
              </a:buClr>
            </a:pPr>
            <a:r>
              <a:rPr lang="en-US" dirty="0"/>
              <a:t>Level 4 text</a:t>
            </a:r>
          </a:p>
          <a:p>
            <a:pPr lvl="3"/>
            <a:endParaRPr lang="en-US" dirty="0"/>
          </a:p>
          <a:p>
            <a:pPr lvl="3"/>
            <a:endParaRPr lang="en-US" dirty="0"/>
          </a:p>
        </p:txBody>
      </p:sp>
      <p:sp>
        <p:nvSpPr>
          <p:cNvPr id="6" name="Content Placeholder 5">
            <a:extLst>
              <a:ext uri="{FF2B5EF4-FFF2-40B4-BE49-F238E27FC236}">
                <a16:creationId xmlns:a16="http://schemas.microsoft.com/office/drawing/2014/main" id="{B3348870-9B03-F94A-A42B-46E0FD55FF21}"/>
              </a:ext>
            </a:extLst>
          </p:cNvPr>
          <p:cNvSpPr>
            <a:spLocks noGrp="1"/>
          </p:cNvSpPr>
          <p:nvPr>
            <p:ph idx="13"/>
          </p:nvPr>
        </p:nvSpPr>
        <p:spPr/>
        <p:txBody>
          <a:bodyPr/>
          <a:lstStyle/>
          <a:p>
            <a:pPr lvl="1">
              <a:buClr>
                <a:schemeClr val="tx2"/>
              </a:buClr>
            </a:pPr>
            <a:r>
              <a:rPr lang="en-US" dirty="0"/>
              <a:t>Level 1 text</a:t>
            </a:r>
          </a:p>
          <a:p>
            <a:pPr lvl="2">
              <a:buClr>
                <a:schemeClr val="tx2"/>
              </a:buClr>
            </a:pPr>
            <a:r>
              <a:rPr lang="en-US" dirty="0"/>
              <a:t>Level 2 text</a:t>
            </a:r>
          </a:p>
          <a:p>
            <a:pPr lvl="3">
              <a:buClr>
                <a:schemeClr val="tx2"/>
              </a:buClr>
            </a:pPr>
            <a:r>
              <a:rPr lang="en-US" dirty="0"/>
              <a:t>Level 3 text</a:t>
            </a:r>
          </a:p>
          <a:p>
            <a:pPr lvl="4">
              <a:buClr>
                <a:schemeClr val="tx2"/>
              </a:buClr>
            </a:pPr>
            <a:r>
              <a:rPr lang="en-US" dirty="0"/>
              <a:t>Level 4 text</a:t>
            </a:r>
          </a:p>
          <a:p>
            <a:pPr lvl="3"/>
            <a:endParaRPr lang="en-US" dirty="0"/>
          </a:p>
          <a:p>
            <a:pPr lvl="3"/>
            <a:endParaRPr lang="en-US" dirty="0"/>
          </a:p>
        </p:txBody>
      </p:sp>
      <p:sp>
        <p:nvSpPr>
          <p:cNvPr id="7" name="Content Placeholder 6">
            <a:extLst>
              <a:ext uri="{FF2B5EF4-FFF2-40B4-BE49-F238E27FC236}">
                <a16:creationId xmlns:a16="http://schemas.microsoft.com/office/drawing/2014/main" id="{62C0E15A-86E9-6047-A2FD-F191A2E4D6C8}"/>
              </a:ext>
            </a:extLst>
          </p:cNvPr>
          <p:cNvSpPr>
            <a:spLocks noGrp="1"/>
          </p:cNvSpPr>
          <p:nvPr>
            <p:ph idx="14"/>
          </p:nvPr>
        </p:nvSpPr>
        <p:spPr/>
        <p:txBody>
          <a:bodyPr/>
          <a:lstStyle/>
          <a:p>
            <a:pPr lvl="1">
              <a:buClr>
                <a:schemeClr val="tx2"/>
              </a:buClr>
            </a:pPr>
            <a:r>
              <a:rPr lang="en-US" dirty="0"/>
              <a:t>Level 1 text</a:t>
            </a:r>
          </a:p>
          <a:p>
            <a:pPr lvl="2">
              <a:buClr>
                <a:schemeClr val="tx2"/>
              </a:buClr>
            </a:pPr>
            <a:r>
              <a:rPr lang="en-US" dirty="0"/>
              <a:t>Level 2 text</a:t>
            </a:r>
          </a:p>
          <a:p>
            <a:pPr lvl="3">
              <a:buClr>
                <a:schemeClr val="tx2"/>
              </a:buClr>
            </a:pPr>
            <a:r>
              <a:rPr lang="en-US" dirty="0"/>
              <a:t>Level 3 text</a:t>
            </a:r>
          </a:p>
          <a:p>
            <a:pPr lvl="4">
              <a:buClr>
                <a:schemeClr val="tx2"/>
              </a:buClr>
            </a:pPr>
            <a:r>
              <a:rPr lang="en-US" dirty="0"/>
              <a:t>Level 4 text</a:t>
            </a:r>
          </a:p>
          <a:p>
            <a:pPr lvl="3"/>
            <a:endParaRPr lang="en-US" dirty="0"/>
          </a:p>
          <a:p>
            <a:pPr lvl="3"/>
            <a:endParaRPr lang="en-US" dirty="0"/>
          </a:p>
        </p:txBody>
      </p:sp>
      <p:sp>
        <p:nvSpPr>
          <p:cNvPr id="2" name="Slide Number Placeholder 1">
            <a:extLst>
              <a:ext uri="{FF2B5EF4-FFF2-40B4-BE49-F238E27FC236}">
                <a16:creationId xmlns:a16="http://schemas.microsoft.com/office/drawing/2014/main" id="{D3CE1C6D-3A91-2C58-E689-8467513BEB51}"/>
              </a:ext>
            </a:extLst>
          </p:cNvPr>
          <p:cNvSpPr>
            <a:spLocks noGrp="1"/>
          </p:cNvSpPr>
          <p:nvPr>
            <p:ph type="sldNum" sz="quarter" idx="12"/>
          </p:nvPr>
        </p:nvSpPr>
        <p:spPr/>
        <p:txBody>
          <a:bodyPr/>
          <a:lstStyle/>
          <a:p>
            <a:fld id="{7A7A97EF-C944-4447-B862-B593E9B4A0FF}" type="slidenum">
              <a:rPr lang="en-US" smtClean="0"/>
              <a:pPr/>
              <a:t>13</a:t>
            </a:fld>
            <a:endParaRPr lang="en-US" dirty="0"/>
          </a:p>
        </p:txBody>
      </p:sp>
      <p:sp>
        <p:nvSpPr>
          <p:cNvPr id="3" name="Footer Placeholder 15">
            <a:extLst>
              <a:ext uri="{FF2B5EF4-FFF2-40B4-BE49-F238E27FC236}">
                <a16:creationId xmlns:a16="http://schemas.microsoft.com/office/drawing/2014/main" id="{7EFE14BB-B299-63D9-4D59-004B60648759}"/>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37991973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244468F-7AFA-B742-BFF2-E2060F027C47}"/>
              </a:ext>
            </a:extLst>
          </p:cNvPr>
          <p:cNvSpPr>
            <a:spLocks noGrp="1"/>
          </p:cNvSpPr>
          <p:nvPr>
            <p:ph type="title"/>
          </p:nvPr>
        </p:nvSpPr>
        <p:spPr/>
        <p:txBody>
          <a:bodyPr/>
          <a:lstStyle/>
          <a:p>
            <a:r>
              <a:rPr lang="en-US" dirty="0"/>
              <a:t>3-column content slide - bars</a:t>
            </a:r>
          </a:p>
        </p:txBody>
      </p:sp>
      <p:sp>
        <p:nvSpPr>
          <p:cNvPr id="5" name="Content Placeholder 4">
            <a:extLst>
              <a:ext uri="{FF2B5EF4-FFF2-40B4-BE49-F238E27FC236}">
                <a16:creationId xmlns:a16="http://schemas.microsoft.com/office/drawing/2014/main" id="{EE6A0638-7230-174E-A13B-71D163F2674C}"/>
              </a:ext>
            </a:extLst>
          </p:cNvPr>
          <p:cNvSpPr>
            <a:spLocks noGrp="1"/>
          </p:cNvSpPr>
          <p:nvPr>
            <p:ph idx="1"/>
          </p:nvPr>
        </p:nvSpPr>
        <p:spPr/>
        <p:txBody>
          <a:bodyPr/>
          <a:lstStyle/>
          <a:p>
            <a:pPr lvl="1">
              <a:buClr>
                <a:schemeClr val="tx2"/>
              </a:buClr>
            </a:pPr>
            <a:r>
              <a:rPr lang="en-US" dirty="0"/>
              <a:t>Level 1 text</a:t>
            </a:r>
          </a:p>
          <a:p>
            <a:pPr lvl="2">
              <a:buClr>
                <a:schemeClr val="tx2"/>
              </a:buClr>
            </a:pPr>
            <a:r>
              <a:rPr lang="en-US" dirty="0"/>
              <a:t>Level 2 text</a:t>
            </a:r>
          </a:p>
          <a:p>
            <a:pPr lvl="3">
              <a:buClr>
                <a:schemeClr val="tx2"/>
              </a:buClr>
            </a:pPr>
            <a:r>
              <a:rPr lang="en-US" dirty="0"/>
              <a:t>Level 3 text</a:t>
            </a:r>
          </a:p>
          <a:p>
            <a:pPr lvl="4">
              <a:buClr>
                <a:schemeClr val="tx2"/>
              </a:buClr>
            </a:pPr>
            <a:r>
              <a:rPr lang="en-US" dirty="0"/>
              <a:t>Level 4 text</a:t>
            </a:r>
          </a:p>
          <a:p>
            <a:pPr lvl="3"/>
            <a:endParaRPr lang="en-US" dirty="0"/>
          </a:p>
          <a:p>
            <a:pPr lvl="3"/>
            <a:endParaRPr lang="en-US" dirty="0"/>
          </a:p>
        </p:txBody>
      </p:sp>
      <p:sp>
        <p:nvSpPr>
          <p:cNvPr id="6" name="Content Placeholder 5">
            <a:extLst>
              <a:ext uri="{FF2B5EF4-FFF2-40B4-BE49-F238E27FC236}">
                <a16:creationId xmlns:a16="http://schemas.microsoft.com/office/drawing/2014/main" id="{B3348870-9B03-F94A-A42B-46E0FD55FF21}"/>
              </a:ext>
            </a:extLst>
          </p:cNvPr>
          <p:cNvSpPr>
            <a:spLocks noGrp="1"/>
          </p:cNvSpPr>
          <p:nvPr>
            <p:ph idx="13"/>
          </p:nvPr>
        </p:nvSpPr>
        <p:spPr/>
        <p:txBody>
          <a:bodyPr/>
          <a:lstStyle/>
          <a:p>
            <a:pPr lvl="1">
              <a:buClr>
                <a:schemeClr val="tx2"/>
              </a:buClr>
            </a:pPr>
            <a:r>
              <a:rPr lang="en-US" dirty="0"/>
              <a:t>Level 1 text</a:t>
            </a:r>
          </a:p>
          <a:p>
            <a:pPr lvl="2">
              <a:buClr>
                <a:schemeClr val="tx2"/>
              </a:buClr>
            </a:pPr>
            <a:r>
              <a:rPr lang="en-US" dirty="0"/>
              <a:t>Level 2 text</a:t>
            </a:r>
          </a:p>
          <a:p>
            <a:pPr lvl="3">
              <a:buClr>
                <a:schemeClr val="tx2"/>
              </a:buClr>
            </a:pPr>
            <a:r>
              <a:rPr lang="en-US" dirty="0"/>
              <a:t>Level 3 text</a:t>
            </a:r>
          </a:p>
          <a:p>
            <a:pPr lvl="4">
              <a:buClr>
                <a:schemeClr val="tx2"/>
              </a:buClr>
            </a:pPr>
            <a:r>
              <a:rPr lang="en-US" dirty="0"/>
              <a:t>Level 4 text</a:t>
            </a:r>
          </a:p>
          <a:p>
            <a:pPr lvl="3"/>
            <a:endParaRPr lang="en-US" dirty="0"/>
          </a:p>
          <a:p>
            <a:pPr lvl="3"/>
            <a:endParaRPr lang="en-US" dirty="0"/>
          </a:p>
        </p:txBody>
      </p:sp>
      <p:sp>
        <p:nvSpPr>
          <p:cNvPr id="7" name="Content Placeholder 6">
            <a:extLst>
              <a:ext uri="{FF2B5EF4-FFF2-40B4-BE49-F238E27FC236}">
                <a16:creationId xmlns:a16="http://schemas.microsoft.com/office/drawing/2014/main" id="{62C0E15A-86E9-6047-A2FD-F191A2E4D6C8}"/>
              </a:ext>
            </a:extLst>
          </p:cNvPr>
          <p:cNvSpPr>
            <a:spLocks noGrp="1"/>
          </p:cNvSpPr>
          <p:nvPr>
            <p:ph idx="14"/>
          </p:nvPr>
        </p:nvSpPr>
        <p:spPr/>
        <p:txBody>
          <a:bodyPr/>
          <a:lstStyle/>
          <a:p>
            <a:pPr lvl="1">
              <a:buClr>
                <a:schemeClr val="tx2"/>
              </a:buClr>
            </a:pPr>
            <a:r>
              <a:rPr lang="en-US" dirty="0"/>
              <a:t>Level 1 text</a:t>
            </a:r>
          </a:p>
          <a:p>
            <a:pPr lvl="2">
              <a:buClr>
                <a:schemeClr val="tx2"/>
              </a:buClr>
            </a:pPr>
            <a:r>
              <a:rPr lang="en-US" dirty="0"/>
              <a:t>Level 2 text</a:t>
            </a:r>
          </a:p>
          <a:p>
            <a:pPr lvl="3">
              <a:buClr>
                <a:schemeClr val="tx2"/>
              </a:buClr>
            </a:pPr>
            <a:r>
              <a:rPr lang="en-US" dirty="0"/>
              <a:t>Level 3 text</a:t>
            </a:r>
          </a:p>
          <a:p>
            <a:pPr lvl="4">
              <a:buClr>
                <a:schemeClr val="tx2"/>
              </a:buClr>
            </a:pPr>
            <a:r>
              <a:rPr lang="en-US" dirty="0"/>
              <a:t>Level 4 text</a:t>
            </a:r>
          </a:p>
          <a:p>
            <a:pPr lvl="3"/>
            <a:endParaRPr lang="en-US" dirty="0"/>
          </a:p>
        </p:txBody>
      </p:sp>
      <p:sp>
        <p:nvSpPr>
          <p:cNvPr id="2" name="Slide Number Placeholder 1">
            <a:extLst>
              <a:ext uri="{FF2B5EF4-FFF2-40B4-BE49-F238E27FC236}">
                <a16:creationId xmlns:a16="http://schemas.microsoft.com/office/drawing/2014/main" id="{D533F74B-9C28-DDDA-26B6-FED26F859A17}"/>
              </a:ext>
            </a:extLst>
          </p:cNvPr>
          <p:cNvSpPr>
            <a:spLocks noGrp="1"/>
          </p:cNvSpPr>
          <p:nvPr>
            <p:ph type="sldNum" sz="quarter" idx="12"/>
          </p:nvPr>
        </p:nvSpPr>
        <p:spPr/>
        <p:txBody>
          <a:bodyPr/>
          <a:lstStyle/>
          <a:p>
            <a:fld id="{7A7A97EF-C944-4447-B862-B593E9B4A0FF}" type="slidenum">
              <a:rPr lang="en-US" smtClean="0"/>
              <a:pPr/>
              <a:t>14</a:t>
            </a:fld>
            <a:endParaRPr lang="en-US" dirty="0"/>
          </a:p>
        </p:txBody>
      </p:sp>
      <p:sp>
        <p:nvSpPr>
          <p:cNvPr id="3" name="Footer Placeholder 15">
            <a:extLst>
              <a:ext uri="{FF2B5EF4-FFF2-40B4-BE49-F238E27FC236}">
                <a16:creationId xmlns:a16="http://schemas.microsoft.com/office/drawing/2014/main" id="{28561FEE-3AA6-7A2E-8C85-309C65E0D762}"/>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6305257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44DA732-B2CB-3441-AAD3-6F847644058F}"/>
              </a:ext>
            </a:extLst>
          </p:cNvPr>
          <p:cNvSpPr>
            <a:spLocks noGrp="1"/>
          </p:cNvSpPr>
          <p:nvPr>
            <p:ph type="title"/>
          </p:nvPr>
        </p:nvSpPr>
        <p:spPr/>
        <p:txBody>
          <a:bodyPr/>
          <a:lstStyle/>
          <a:p>
            <a:r>
              <a:rPr lang="en-US" dirty="0"/>
              <a:t>4-column content slide</a:t>
            </a:r>
          </a:p>
        </p:txBody>
      </p:sp>
      <p:sp>
        <p:nvSpPr>
          <p:cNvPr id="5" name="Content Placeholder 4">
            <a:extLst>
              <a:ext uri="{FF2B5EF4-FFF2-40B4-BE49-F238E27FC236}">
                <a16:creationId xmlns:a16="http://schemas.microsoft.com/office/drawing/2014/main" id="{2AD675EB-6529-2F4B-9054-4A69C5A0C2F1}"/>
              </a:ext>
            </a:extLst>
          </p:cNvPr>
          <p:cNvSpPr>
            <a:spLocks noGrp="1"/>
          </p:cNvSpPr>
          <p:nvPr>
            <p:ph idx="1"/>
          </p:nvPr>
        </p:nvSpPr>
        <p:spPr/>
        <p:txBody>
          <a:bodyPr/>
          <a:lstStyle/>
          <a:p>
            <a:pPr lvl="1"/>
            <a:r>
              <a:rPr lang="en-US" dirty="0"/>
              <a:t>Level 1 text</a:t>
            </a:r>
          </a:p>
          <a:p>
            <a:pPr lvl="2"/>
            <a:r>
              <a:rPr lang="en-US" dirty="0"/>
              <a:t>Level 2 text</a:t>
            </a:r>
          </a:p>
          <a:p>
            <a:pPr lvl="3"/>
            <a:r>
              <a:rPr lang="en-US" dirty="0"/>
              <a:t>Level 3 text</a:t>
            </a:r>
          </a:p>
          <a:p>
            <a:pPr lvl="4"/>
            <a:r>
              <a:rPr lang="en-US" dirty="0"/>
              <a:t>Level 4 text</a:t>
            </a:r>
          </a:p>
          <a:p>
            <a:pPr lvl="3"/>
            <a:endParaRPr lang="en-US" dirty="0"/>
          </a:p>
          <a:p>
            <a:pPr lvl="3"/>
            <a:endParaRPr lang="en-US" dirty="0"/>
          </a:p>
        </p:txBody>
      </p:sp>
      <p:sp>
        <p:nvSpPr>
          <p:cNvPr id="6" name="Content Placeholder 5">
            <a:extLst>
              <a:ext uri="{FF2B5EF4-FFF2-40B4-BE49-F238E27FC236}">
                <a16:creationId xmlns:a16="http://schemas.microsoft.com/office/drawing/2014/main" id="{B5C98361-A310-114B-B3BB-B6AAD5B2DD22}"/>
              </a:ext>
            </a:extLst>
          </p:cNvPr>
          <p:cNvSpPr>
            <a:spLocks noGrp="1"/>
          </p:cNvSpPr>
          <p:nvPr>
            <p:ph idx="13"/>
          </p:nvPr>
        </p:nvSpPr>
        <p:spPr/>
        <p:txBody>
          <a:bodyPr/>
          <a:lstStyle/>
          <a:p>
            <a:pPr lvl="1"/>
            <a:r>
              <a:rPr lang="en-US" dirty="0"/>
              <a:t>Level 1 text</a:t>
            </a:r>
          </a:p>
          <a:p>
            <a:pPr lvl="2"/>
            <a:r>
              <a:rPr lang="en-US" dirty="0"/>
              <a:t>Level 2 text</a:t>
            </a:r>
          </a:p>
          <a:p>
            <a:pPr lvl="3"/>
            <a:r>
              <a:rPr lang="en-US" dirty="0"/>
              <a:t>Level 3 text</a:t>
            </a:r>
          </a:p>
          <a:p>
            <a:pPr lvl="4"/>
            <a:r>
              <a:rPr lang="en-US" dirty="0"/>
              <a:t>Level 4 text</a:t>
            </a:r>
          </a:p>
          <a:p>
            <a:pPr lvl="3"/>
            <a:endParaRPr lang="en-US" dirty="0"/>
          </a:p>
          <a:p>
            <a:pPr lvl="3"/>
            <a:endParaRPr lang="en-US" dirty="0"/>
          </a:p>
        </p:txBody>
      </p:sp>
      <p:sp>
        <p:nvSpPr>
          <p:cNvPr id="7" name="Content Placeholder 6">
            <a:extLst>
              <a:ext uri="{FF2B5EF4-FFF2-40B4-BE49-F238E27FC236}">
                <a16:creationId xmlns:a16="http://schemas.microsoft.com/office/drawing/2014/main" id="{CA24071E-D1D5-C946-84EF-0ACC2EA39BBC}"/>
              </a:ext>
            </a:extLst>
          </p:cNvPr>
          <p:cNvSpPr>
            <a:spLocks noGrp="1"/>
          </p:cNvSpPr>
          <p:nvPr>
            <p:ph idx="14"/>
          </p:nvPr>
        </p:nvSpPr>
        <p:spPr/>
        <p:txBody>
          <a:bodyPr/>
          <a:lstStyle/>
          <a:p>
            <a:pPr lvl="1"/>
            <a:r>
              <a:rPr lang="en-US" dirty="0"/>
              <a:t>Level 1 text</a:t>
            </a:r>
          </a:p>
          <a:p>
            <a:pPr lvl="2"/>
            <a:r>
              <a:rPr lang="en-US" dirty="0"/>
              <a:t>Level 2 text</a:t>
            </a:r>
          </a:p>
          <a:p>
            <a:pPr lvl="3"/>
            <a:r>
              <a:rPr lang="en-US" dirty="0"/>
              <a:t>Level 3 text</a:t>
            </a:r>
          </a:p>
          <a:p>
            <a:pPr lvl="4"/>
            <a:r>
              <a:rPr lang="en-US" dirty="0"/>
              <a:t>Level 4 text</a:t>
            </a:r>
          </a:p>
          <a:p>
            <a:pPr lvl="3"/>
            <a:endParaRPr lang="en-US" dirty="0"/>
          </a:p>
          <a:p>
            <a:pPr lvl="3"/>
            <a:endParaRPr lang="en-US" dirty="0"/>
          </a:p>
        </p:txBody>
      </p:sp>
      <p:sp>
        <p:nvSpPr>
          <p:cNvPr id="8" name="Content Placeholder 7">
            <a:extLst>
              <a:ext uri="{FF2B5EF4-FFF2-40B4-BE49-F238E27FC236}">
                <a16:creationId xmlns:a16="http://schemas.microsoft.com/office/drawing/2014/main" id="{878D7E9D-8854-BB43-9808-5CF423C64570}"/>
              </a:ext>
            </a:extLst>
          </p:cNvPr>
          <p:cNvSpPr>
            <a:spLocks noGrp="1"/>
          </p:cNvSpPr>
          <p:nvPr>
            <p:ph idx="15"/>
          </p:nvPr>
        </p:nvSpPr>
        <p:spPr/>
        <p:txBody>
          <a:bodyPr/>
          <a:lstStyle/>
          <a:p>
            <a:pPr lvl="1"/>
            <a:r>
              <a:rPr lang="en-US" dirty="0"/>
              <a:t>Level 1 text</a:t>
            </a:r>
          </a:p>
          <a:p>
            <a:pPr lvl="2"/>
            <a:r>
              <a:rPr lang="en-US" dirty="0"/>
              <a:t>Level 2 text</a:t>
            </a:r>
          </a:p>
          <a:p>
            <a:pPr lvl="3"/>
            <a:r>
              <a:rPr lang="en-US" dirty="0"/>
              <a:t>Level 3 text</a:t>
            </a:r>
          </a:p>
          <a:p>
            <a:pPr lvl="4"/>
            <a:r>
              <a:rPr lang="en-US" dirty="0"/>
              <a:t>Level 4 text</a:t>
            </a:r>
          </a:p>
          <a:p>
            <a:pPr lvl="3"/>
            <a:endParaRPr lang="en-US" dirty="0"/>
          </a:p>
          <a:p>
            <a:pPr lvl="3"/>
            <a:endParaRPr lang="en-US" dirty="0"/>
          </a:p>
        </p:txBody>
      </p:sp>
      <p:sp>
        <p:nvSpPr>
          <p:cNvPr id="2" name="Slide Number Placeholder 1">
            <a:extLst>
              <a:ext uri="{FF2B5EF4-FFF2-40B4-BE49-F238E27FC236}">
                <a16:creationId xmlns:a16="http://schemas.microsoft.com/office/drawing/2014/main" id="{F491E702-C467-0331-6F43-B94A93B2C37D}"/>
              </a:ext>
            </a:extLst>
          </p:cNvPr>
          <p:cNvSpPr>
            <a:spLocks noGrp="1"/>
          </p:cNvSpPr>
          <p:nvPr>
            <p:ph type="sldNum" sz="quarter" idx="12"/>
          </p:nvPr>
        </p:nvSpPr>
        <p:spPr/>
        <p:txBody>
          <a:bodyPr/>
          <a:lstStyle/>
          <a:p>
            <a:fld id="{7A7A97EF-C944-4447-B862-B593E9B4A0FF}" type="slidenum">
              <a:rPr lang="en-US" smtClean="0"/>
              <a:pPr/>
              <a:t>15</a:t>
            </a:fld>
            <a:endParaRPr lang="en-US" dirty="0"/>
          </a:p>
        </p:txBody>
      </p:sp>
      <p:sp>
        <p:nvSpPr>
          <p:cNvPr id="3" name="Footer Placeholder 15">
            <a:extLst>
              <a:ext uri="{FF2B5EF4-FFF2-40B4-BE49-F238E27FC236}">
                <a16:creationId xmlns:a16="http://schemas.microsoft.com/office/drawing/2014/main" id="{8A16725D-F156-0E40-2CDF-1B3D36D69EA3}"/>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15703118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F10824AB-2979-CEBA-27A6-239523CDA416}"/>
              </a:ext>
            </a:extLst>
          </p:cNvPr>
          <p:cNvSpPr>
            <a:spLocks noGrp="1"/>
          </p:cNvSpPr>
          <p:nvPr>
            <p:ph type="title"/>
          </p:nvPr>
        </p:nvSpPr>
        <p:spPr/>
        <p:txBody>
          <a:bodyPr/>
          <a:lstStyle/>
          <a:p>
            <a:r>
              <a:rPr lang="en-US" dirty="0"/>
              <a:t>4-column content slide - bars</a:t>
            </a:r>
          </a:p>
        </p:txBody>
      </p:sp>
      <p:sp>
        <p:nvSpPr>
          <p:cNvPr id="5" name="Content Placeholder 4">
            <a:extLst>
              <a:ext uri="{FF2B5EF4-FFF2-40B4-BE49-F238E27FC236}">
                <a16:creationId xmlns:a16="http://schemas.microsoft.com/office/drawing/2014/main" id="{C8D58029-BF00-4F1B-9F3A-C8DC9025625B}"/>
              </a:ext>
            </a:extLst>
          </p:cNvPr>
          <p:cNvSpPr>
            <a:spLocks noGrp="1"/>
          </p:cNvSpPr>
          <p:nvPr>
            <p:ph idx="1"/>
          </p:nvPr>
        </p:nvSpPr>
        <p:spPr/>
        <p:txBody>
          <a:bodyPr/>
          <a:lstStyle/>
          <a:p>
            <a:pPr lvl="1">
              <a:buClr>
                <a:schemeClr val="tx2"/>
              </a:buClr>
            </a:pPr>
            <a:r>
              <a:rPr lang="en-US" dirty="0"/>
              <a:t>Level 1 text</a:t>
            </a:r>
          </a:p>
          <a:p>
            <a:pPr lvl="2">
              <a:buClr>
                <a:schemeClr val="tx2"/>
              </a:buClr>
            </a:pPr>
            <a:r>
              <a:rPr lang="en-US" dirty="0"/>
              <a:t>Level 2 text</a:t>
            </a:r>
          </a:p>
          <a:p>
            <a:pPr lvl="3">
              <a:buClr>
                <a:schemeClr val="tx2"/>
              </a:buClr>
            </a:pPr>
            <a:r>
              <a:rPr lang="en-US" dirty="0"/>
              <a:t>Level 3 text</a:t>
            </a:r>
          </a:p>
          <a:p>
            <a:pPr lvl="4">
              <a:buClr>
                <a:schemeClr val="tx2"/>
              </a:buClr>
            </a:pPr>
            <a:r>
              <a:rPr lang="en-US" dirty="0"/>
              <a:t>Level 4 text</a:t>
            </a:r>
          </a:p>
          <a:p>
            <a:pPr lvl="3"/>
            <a:endParaRPr lang="en-US" dirty="0"/>
          </a:p>
        </p:txBody>
      </p:sp>
      <p:sp>
        <p:nvSpPr>
          <p:cNvPr id="6" name="Content Placeholder 5">
            <a:extLst>
              <a:ext uri="{FF2B5EF4-FFF2-40B4-BE49-F238E27FC236}">
                <a16:creationId xmlns:a16="http://schemas.microsoft.com/office/drawing/2014/main" id="{69686569-A6A0-A6B9-909D-5BB498D0D945}"/>
              </a:ext>
            </a:extLst>
          </p:cNvPr>
          <p:cNvSpPr>
            <a:spLocks noGrp="1"/>
          </p:cNvSpPr>
          <p:nvPr>
            <p:ph idx="13"/>
          </p:nvPr>
        </p:nvSpPr>
        <p:spPr/>
        <p:txBody>
          <a:bodyPr/>
          <a:lstStyle/>
          <a:p>
            <a:pPr lvl="1">
              <a:buClr>
                <a:schemeClr val="tx2"/>
              </a:buClr>
            </a:pPr>
            <a:r>
              <a:rPr lang="en-US" dirty="0"/>
              <a:t>Level 1 text</a:t>
            </a:r>
          </a:p>
          <a:p>
            <a:pPr lvl="2">
              <a:buClr>
                <a:schemeClr val="tx2"/>
              </a:buClr>
            </a:pPr>
            <a:r>
              <a:rPr lang="en-US" dirty="0"/>
              <a:t>Level 2 text</a:t>
            </a:r>
          </a:p>
          <a:p>
            <a:pPr lvl="3">
              <a:buClr>
                <a:schemeClr val="tx2"/>
              </a:buClr>
            </a:pPr>
            <a:r>
              <a:rPr lang="en-US" dirty="0"/>
              <a:t>Level 3 text</a:t>
            </a:r>
          </a:p>
          <a:p>
            <a:pPr lvl="4">
              <a:buClr>
                <a:schemeClr val="tx2"/>
              </a:buClr>
            </a:pPr>
            <a:r>
              <a:rPr lang="en-US" dirty="0"/>
              <a:t>Level 4 text</a:t>
            </a:r>
          </a:p>
          <a:p>
            <a:pPr lvl="3"/>
            <a:endParaRPr lang="en-US" dirty="0"/>
          </a:p>
          <a:p>
            <a:pPr lvl="3"/>
            <a:endParaRPr lang="en-US" dirty="0"/>
          </a:p>
        </p:txBody>
      </p:sp>
      <p:sp>
        <p:nvSpPr>
          <p:cNvPr id="7" name="Content Placeholder 6">
            <a:extLst>
              <a:ext uri="{FF2B5EF4-FFF2-40B4-BE49-F238E27FC236}">
                <a16:creationId xmlns:a16="http://schemas.microsoft.com/office/drawing/2014/main" id="{94B441DD-ED2E-F259-BAEE-8FB1B0F848AF}"/>
              </a:ext>
            </a:extLst>
          </p:cNvPr>
          <p:cNvSpPr>
            <a:spLocks noGrp="1"/>
          </p:cNvSpPr>
          <p:nvPr>
            <p:ph idx="14"/>
          </p:nvPr>
        </p:nvSpPr>
        <p:spPr/>
        <p:txBody>
          <a:bodyPr/>
          <a:lstStyle/>
          <a:p>
            <a:pPr lvl="1">
              <a:buClr>
                <a:schemeClr val="tx2"/>
              </a:buClr>
            </a:pPr>
            <a:r>
              <a:rPr lang="en-US" dirty="0"/>
              <a:t>Level 1 text</a:t>
            </a:r>
          </a:p>
          <a:p>
            <a:pPr lvl="2">
              <a:buClr>
                <a:schemeClr val="tx2"/>
              </a:buClr>
            </a:pPr>
            <a:r>
              <a:rPr lang="en-US" dirty="0"/>
              <a:t>Level 2 text</a:t>
            </a:r>
          </a:p>
          <a:p>
            <a:pPr lvl="3">
              <a:buClr>
                <a:schemeClr val="tx2"/>
              </a:buClr>
            </a:pPr>
            <a:r>
              <a:rPr lang="en-US" dirty="0"/>
              <a:t>Level 3 text</a:t>
            </a:r>
          </a:p>
          <a:p>
            <a:pPr lvl="4">
              <a:buClr>
                <a:schemeClr val="tx2"/>
              </a:buClr>
            </a:pPr>
            <a:r>
              <a:rPr lang="en-US" dirty="0"/>
              <a:t>Level 4 text</a:t>
            </a:r>
          </a:p>
          <a:p>
            <a:pPr lvl="3"/>
            <a:endParaRPr lang="en-US" dirty="0"/>
          </a:p>
          <a:p>
            <a:pPr lvl="3"/>
            <a:endParaRPr lang="en-US" dirty="0"/>
          </a:p>
        </p:txBody>
      </p:sp>
      <p:sp>
        <p:nvSpPr>
          <p:cNvPr id="8" name="Content Placeholder 7">
            <a:extLst>
              <a:ext uri="{FF2B5EF4-FFF2-40B4-BE49-F238E27FC236}">
                <a16:creationId xmlns:a16="http://schemas.microsoft.com/office/drawing/2014/main" id="{CF7DDE6A-C4EA-679B-5008-6191508B088A}"/>
              </a:ext>
            </a:extLst>
          </p:cNvPr>
          <p:cNvSpPr>
            <a:spLocks noGrp="1"/>
          </p:cNvSpPr>
          <p:nvPr>
            <p:ph idx="15"/>
          </p:nvPr>
        </p:nvSpPr>
        <p:spPr/>
        <p:txBody>
          <a:bodyPr/>
          <a:lstStyle/>
          <a:p>
            <a:pPr lvl="1">
              <a:buClr>
                <a:schemeClr val="tx2"/>
              </a:buClr>
            </a:pPr>
            <a:r>
              <a:rPr lang="en-US" dirty="0"/>
              <a:t>Level 1 text</a:t>
            </a:r>
          </a:p>
          <a:p>
            <a:pPr lvl="2">
              <a:buClr>
                <a:schemeClr val="tx2"/>
              </a:buClr>
            </a:pPr>
            <a:r>
              <a:rPr lang="en-US" dirty="0"/>
              <a:t>Level 2 text</a:t>
            </a:r>
          </a:p>
          <a:p>
            <a:pPr lvl="3">
              <a:buClr>
                <a:schemeClr val="tx2"/>
              </a:buClr>
            </a:pPr>
            <a:r>
              <a:rPr lang="en-US" dirty="0"/>
              <a:t>Level 3 text</a:t>
            </a:r>
          </a:p>
          <a:p>
            <a:pPr lvl="4">
              <a:buClr>
                <a:schemeClr val="tx2"/>
              </a:buClr>
            </a:pPr>
            <a:r>
              <a:rPr lang="en-US" dirty="0"/>
              <a:t>Level 4 text</a:t>
            </a:r>
          </a:p>
          <a:p>
            <a:pPr lvl="3"/>
            <a:endParaRPr lang="en-US" dirty="0"/>
          </a:p>
        </p:txBody>
      </p:sp>
      <p:sp>
        <p:nvSpPr>
          <p:cNvPr id="4" name="Slide Number Placeholder 3">
            <a:extLst>
              <a:ext uri="{FF2B5EF4-FFF2-40B4-BE49-F238E27FC236}">
                <a16:creationId xmlns:a16="http://schemas.microsoft.com/office/drawing/2014/main" id="{B3BAA7CF-E4D5-6BB0-C588-0D01C8828346}"/>
              </a:ext>
            </a:extLst>
          </p:cNvPr>
          <p:cNvSpPr>
            <a:spLocks noGrp="1"/>
          </p:cNvSpPr>
          <p:nvPr>
            <p:ph type="sldNum" sz="quarter" idx="12"/>
          </p:nvPr>
        </p:nvSpPr>
        <p:spPr/>
        <p:txBody>
          <a:bodyPr/>
          <a:lstStyle/>
          <a:p>
            <a:fld id="{7A7A97EF-C944-4447-B862-B593E9B4A0FF}" type="slidenum">
              <a:rPr lang="en-US" smtClean="0"/>
              <a:pPr/>
              <a:t>16</a:t>
            </a:fld>
            <a:endParaRPr lang="en-US" dirty="0"/>
          </a:p>
        </p:txBody>
      </p:sp>
      <p:sp>
        <p:nvSpPr>
          <p:cNvPr id="3" name="Footer Placeholder 15">
            <a:extLst>
              <a:ext uri="{FF2B5EF4-FFF2-40B4-BE49-F238E27FC236}">
                <a16:creationId xmlns:a16="http://schemas.microsoft.com/office/drawing/2014/main" id="{A396BD81-B584-6C65-D035-9595F6DD163A}"/>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6815795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5F1F47E-EB93-BA44-B783-5414DFF701BA}"/>
              </a:ext>
            </a:extLst>
          </p:cNvPr>
          <p:cNvSpPr>
            <a:spLocks noGrp="1"/>
          </p:cNvSpPr>
          <p:nvPr>
            <p:ph type="title"/>
          </p:nvPr>
        </p:nvSpPr>
        <p:spPr/>
        <p:txBody>
          <a:bodyPr/>
          <a:lstStyle/>
          <a:p>
            <a:r>
              <a:rPr lang="en-US" dirty="0"/>
              <a:t>2/3 and 1/3-column content slide</a:t>
            </a:r>
          </a:p>
        </p:txBody>
      </p:sp>
      <p:sp>
        <p:nvSpPr>
          <p:cNvPr id="5" name="Content Placeholder 4">
            <a:extLst>
              <a:ext uri="{FF2B5EF4-FFF2-40B4-BE49-F238E27FC236}">
                <a16:creationId xmlns:a16="http://schemas.microsoft.com/office/drawing/2014/main" id="{1BB859B1-AA64-1444-9FE0-CEB9F97912E3}"/>
              </a:ext>
            </a:extLst>
          </p:cNvPr>
          <p:cNvSpPr>
            <a:spLocks noGrp="1"/>
          </p:cNvSpPr>
          <p:nvPr>
            <p:ph idx="1"/>
          </p:nvPr>
        </p:nvSpPr>
        <p:spPr/>
        <p:txBody>
          <a:bodyPr/>
          <a:lstStyle/>
          <a:p>
            <a:pPr lvl="1">
              <a:buClr>
                <a:schemeClr val="tx2"/>
              </a:buClr>
            </a:pPr>
            <a:r>
              <a:rPr lang="en-US" dirty="0"/>
              <a:t>Level 1 text</a:t>
            </a:r>
          </a:p>
          <a:p>
            <a:pPr lvl="2">
              <a:buClr>
                <a:schemeClr val="tx2"/>
              </a:buClr>
            </a:pPr>
            <a:r>
              <a:rPr lang="en-US" dirty="0"/>
              <a:t>Level 2 text</a:t>
            </a:r>
          </a:p>
          <a:p>
            <a:pPr lvl="3">
              <a:buClr>
                <a:schemeClr val="tx2"/>
              </a:buClr>
            </a:pPr>
            <a:r>
              <a:rPr lang="en-US" dirty="0"/>
              <a:t>Level 3 text</a:t>
            </a:r>
          </a:p>
          <a:p>
            <a:pPr lvl="4">
              <a:buClr>
                <a:schemeClr val="tx2"/>
              </a:buClr>
            </a:pPr>
            <a:r>
              <a:rPr lang="en-US" dirty="0"/>
              <a:t>Level 4 text</a:t>
            </a:r>
          </a:p>
          <a:p>
            <a:pPr lvl="3"/>
            <a:endParaRPr lang="en-US" dirty="0"/>
          </a:p>
        </p:txBody>
      </p:sp>
      <p:sp>
        <p:nvSpPr>
          <p:cNvPr id="6" name="Content Placeholder 5">
            <a:extLst>
              <a:ext uri="{FF2B5EF4-FFF2-40B4-BE49-F238E27FC236}">
                <a16:creationId xmlns:a16="http://schemas.microsoft.com/office/drawing/2014/main" id="{227618B0-92E2-E145-9DC6-C6384137C3A2}"/>
              </a:ext>
            </a:extLst>
          </p:cNvPr>
          <p:cNvSpPr>
            <a:spLocks noGrp="1"/>
          </p:cNvSpPr>
          <p:nvPr>
            <p:ph idx="14"/>
          </p:nvPr>
        </p:nvSpPr>
        <p:spPr/>
        <p:txBody>
          <a:bodyPr/>
          <a:lstStyle/>
          <a:p>
            <a:pPr lvl="1">
              <a:buClr>
                <a:schemeClr val="tx2"/>
              </a:buClr>
            </a:pPr>
            <a:r>
              <a:rPr lang="en-US" dirty="0"/>
              <a:t>Level 1 text</a:t>
            </a:r>
          </a:p>
          <a:p>
            <a:pPr lvl="2">
              <a:buClr>
                <a:schemeClr val="tx2"/>
              </a:buClr>
            </a:pPr>
            <a:r>
              <a:rPr lang="en-US" dirty="0"/>
              <a:t>Level 2 text</a:t>
            </a:r>
          </a:p>
          <a:p>
            <a:pPr lvl="3">
              <a:buClr>
                <a:schemeClr val="tx2"/>
              </a:buClr>
            </a:pPr>
            <a:r>
              <a:rPr lang="en-US" dirty="0"/>
              <a:t>Level 3 text</a:t>
            </a:r>
          </a:p>
          <a:p>
            <a:pPr lvl="4">
              <a:buClr>
                <a:schemeClr val="tx2"/>
              </a:buClr>
            </a:pPr>
            <a:r>
              <a:rPr lang="en-US" dirty="0"/>
              <a:t>Level 4 text</a:t>
            </a:r>
          </a:p>
          <a:p>
            <a:pPr lvl="3"/>
            <a:endParaRPr lang="en-US" dirty="0"/>
          </a:p>
        </p:txBody>
      </p:sp>
      <p:sp>
        <p:nvSpPr>
          <p:cNvPr id="2" name="Slide Number Placeholder 1">
            <a:extLst>
              <a:ext uri="{FF2B5EF4-FFF2-40B4-BE49-F238E27FC236}">
                <a16:creationId xmlns:a16="http://schemas.microsoft.com/office/drawing/2014/main" id="{A4E11E10-3F3E-2E86-A3CA-6FBA91B669CE}"/>
              </a:ext>
            </a:extLst>
          </p:cNvPr>
          <p:cNvSpPr>
            <a:spLocks noGrp="1"/>
          </p:cNvSpPr>
          <p:nvPr>
            <p:ph type="sldNum" sz="quarter" idx="12"/>
          </p:nvPr>
        </p:nvSpPr>
        <p:spPr/>
        <p:txBody>
          <a:bodyPr/>
          <a:lstStyle/>
          <a:p>
            <a:fld id="{7A7A97EF-C944-4447-B862-B593E9B4A0FF}" type="slidenum">
              <a:rPr lang="en-US" smtClean="0"/>
              <a:pPr/>
              <a:t>17</a:t>
            </a:fld>
            <a:endParaRPr lang="en-US" dirty="0"/>
          </a:p>
        </p:txBody>
      </p:sp>
      <p:sp>
        <p:nvSpPr>
          <p:cNvPr id="3" name="Footer Placeholder 15">
            <a:extLst>
              <a:ext uri="{FF2B5EF4-FFF2-40B4-BE49-F238E27FC236}">
                <a16:creationId xmlns:a16="http://schemas.microsoft.com/office/drawing/2014/main" id="{5F4A2E2B-A23A-7473-EB0F-701DF78465B4}"/>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39670151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3E608FC-E36C-3F45-A98B-7833965D672C}"/>
              </a:ext>
            </a:extLst>
          </p:cNvPr>
          <p:cNvSpPr>
            <a:spLocks noGrp="1"/>
          </p:cNvSpPr>
          <p:nvPr>
            <p:ph type="title"/>
          </p:nvPr>
        </p:nvSpPr>
        <p:spPr/>
        <p:txBody>
          <a:bodyPr/>
          <a:lstStyle/>
          <a:p>
            <a:r>
              <a:rPr lang="en-US" spc="80" dirty="0"/>
              <a:t>DIVIDER SLIDE</a:t>
            </a:r>
            <a:br>
              <a:rPr lang="en-US" spc="80" dirty="0"/>
            </a:br>
            <a:r>
              <a:rPr lang="en-US" spc="80" dirty="0"/>
              <a:t>TITLE MAY BE 2 LINES</a:t>
            </a:r>
          </a:p>
        </p:txBody>
      </p:sp>
      <p:sp>
        <p:nvSpPr>
          <p:cNvPr id="8" name="Text Placeholder 7">
            <a:extLst>
              <a:ext uri="{FF2B5EF4-FFF2-40B4-BE49-F238E27FC236}">
                <a16:creationId xmlns:a16="http://schemas.microsoft.com/office/drawing/2014/main" id="{45CB5C1D-F01E-9455-D97B-84203E9B189A}"/>
              </a:ext>
            </a:extLst>
          </p:cNvPr>
          <p:cNvSpPr>
            <a:spLocks noGrp="1"/>
          </p:cNvSpPr>
          <p:nvPr>
            <p:ph type="body" sz="quarter" idx="13"/>
          </p:nvPr>
        </p:nvSpPr>
        <p:spPr/>
        <p:txBody>
          <a:bodyPr/>
          <a:lstStyle/>
          <a:p>
            <a:endParaRPr lang="en-US"/>
          </a:p>
        </p:txBody>
      </p:sp>
      <p:sp>
        <p:nvSpPr>
          <p:cNvPr id="4" name="Slide Number Placeholder 3">
            <a:extLst>
              <a:ext uri="{FF2B5EF4-FFF2-40B4-BE49-F238E27FC236}">
                <a16:creationId xmlns:a16="http://schemas.microsoft.com/office/drawing/2014/main" id="{0895AACA-6C0A-8FEA-BF5F-93390B22248B}"/>
              </a:ext>
            </a:extLst>
          </p:cNvPr>
          <p:cNvSpPr>
            <a:spLocks noGrp="1"/>
          </p:cNvSpPr>
          <p:nvPr>
            <p:ph type="sldNum" sz="quarter" idx="12"/>
          </p:nvPr>
        </p:nvSpPr>
        <p:spPr/>
        <p:txBody>
          <a:bodyPr/>
          <a:lstStyle/>
          <a:p>
            <a:fld id="{7A7A97EF-C944-4447-B862-B593E9B4A0FF}" type="slidenum">
              <a:rPr lang="en-US" smtClean="0"/>
              <a:pPr/>
              <a:t>18</a:t>
            </a:fld>
            <a:endParaRPr lang="en-US" dirty="0"/>
          </a:p>
        </p:txBody>
      </p:sp>
      <p:sp>
        <p:nvSpPr>
          <p:cNvPr id="3" name="Footer Placeholder 15">
            <a:extLst>
              <a:ext uri="{FF2B5EF4-FFF2-40B4-BE49-F238E27FC236}">
                <a16:creationId xmlns:a16="http://schemas.microsoft.com/office/drawing/2014/main" id="{3F09E49D-C3FE-F37E-E973-6FD39405900C}"/>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solidFill>
                  <a:schemeClr val="tx1"/>
                </a:solidFill>
                <a:ea typeface="Inter" panose="02000503000000020004" pitchFamily="2" charset="0"/>
              </a:rPr>
              <a:t>© 2026 GE Vernova and/or its affiliates. All rights reserved.</a:t>
            </a:r>
            <a:endParaRPr lang="en-US" sz="800" kern="1200" dirty="0">
              <a:solidFill>
                <a:schemeClr val="tx1"/>
              </a:solidFill>
            </a:endParaRPr>
          </a:p>
        </p:txBody>
      </p:sp>
    </p:spTree>
    <p:extLst>
      <p:ext uri="{BB962C8B-B14F-4D97-AF65-F5344CB8AC3E}">
        <p14:creationId xmlns:p14="http://schemas.microsoft.com/office/powerpoint/2010/main" val="41510495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C2429065-220B-1A86-7BED-1DEB6C59174F}"/>
              </a:ext>
            </a:extLst>
          </p:cNvPr>
          <p:cNvSpPr>
            <a:spLocks noGrp="1"/>
          </p:cNvSpPr>
          <p:nvPr>
            <p:ph type="body" sz="quarter" idx="13"/>
          </p:nvPr>
        </p:nvSpPr>
        <p:spPr/>
        <p:txBody>
          <a:bodyPr/>
          <a:lstStyle/>
          <a:p>
            <a:endParaRPr lang="en-US"/>
          </a:p>
        </p:txBody>
      </p:sp>
      <p:sp>
        <p:nvSpPr>
          <p:cNvPr id="5" name="Title 4">
            <a:extLst>
              <a:ext uri="{FF2B5EF4-FFF2-40B4-BE49-F238E27FC236}">
                <a16:creationId xmlns:a16="http://schemas.microsoft.com/office/drawing/2014/main" id="{0E63099F-4763-8A1A-CB28-CEA1A2B15C85}"/>
              </a:ext>
            </a:extLst>
          </p:cNvPr>
          <p:cNvSpPr>
            <a:spLocks noGrp="1"/>
          </p:cNvSpPr>
          <p:nvPr>
            <p:ph type="title"/>
          </p:nvPr>
        </p:nvSpPr>
        <p:spPr/>
        <p:txBody>
          <a:bodyPr/>
          <a:lstStyle/>
          <a:p>
            <a:r>
              <a:rPr lang="en-US" spc="80" dirty="0"/>
              <a:t>DIVIDER SLIDE</a:t>
            </a:r>
            <a:br>
              <a:rPr lang="en-US" spc="80" dirty="0"/>
            </a:br>
            <a:r>
              <a:rPr lang="en-US" spc="80" dirty="0"/>
              <a:t>TITLE MAY BE 2 LINES</a:t>
            </a:r>
          </a:p>
        </p:txBody>
      </p:sp>
      <p:sp>
        <p:nvSpPr>
          <p:cNvPr id="4" name="Slide Number Placeholder 3">
            <a:extLst>
              <a:ext uri="{FF2B5EF4-FFF2-40B4-BE49-F238E27FC236}">
                <a16:creationId xmlns:a16="http://schemas.microsoft.com/office/drawing/2014/main" id="{7668750B-A8CD-572E-D8BA-BCB1C65C5751}"/>
              </a:ext>
            </a:extLst>
          </p:cNvPr>
          <p:cNvSpPr>
            <a:spLocks noGrp="1"/>
          </p:cNvSpPr>
          <p:nvPr>
            <p:ph type="sldNum" sz="quarter" idx="12"/>
          </p:nvPr>
        </p:nvSpPr>
        <p:spPr/>
        <p:txBody>
          <a:bodyPr/>
          <a:lstStyle/>
          <a:p>
            <a:fld id="{7A7A97EF-C944-4447-B862-B593E9B4A0FF}" type="slidenum">
              <a:rPr lang="en-US" smtClean="0"/>
              <a:pPr/>
              <a:t>19</a:t>
            </a:fld>
            <a:endParaRPr lang="en-US" dirty="0"/>
          </a:p>
        </p:txBody>
      </p:sp>
      <p:sp>
        <p:nvSpPr>
          <p:cNvPr id="3" name="Footer Placeholder 15">
            <a:extLst>
              <a:ext uri="{FF2B5EF4-FFF2-40B4-BE49-F238E27FC236}">
                <a16:creationId xmlns:a16="http://schemas.microsoft.com/office/drawing/2014/main" id="{59AAB724-44EB-D7C3-1518-7710A68B4038}"/>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solidFill>
                  <a:schemeClr val="tx1"/>
                </a:solidFill>
                <a:ea typeface="Inter" panose="02000503000000020004" pitchFamily="2" charset="0"/>
              </a:rPr>
              <a:t>© 2026 GE Vernova and/or its affiliates. All rights reserved.</a:t>
            </a:r>
            <a:endParaRPr lang="en-US" sz="800" kern="1200" dirty="0">
              <a:solidFill>
                <a:schemeClr val="tx1"/>
              </a:solidFill>
            </a:endParaRPr>
          </a:p>
        </p:txBody>
      </p:sp>
    </p:spTree>
    <p:extLst>
      <p:ext uri="{BB962C8B-B14F-4D97-AF65-F5344CB8AC3E}">
        <p14:creationId xmlns:p14="http://schemas.microsoft.com/office/powerpoint/2010/main" val="27840252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0A72DAFB-DBB4-7CF4-B233-B3B28858DB69}"/>
              </a:ext>
            </a:extLst>
          </p:cNvPr>
          <p:cNvSpPr>
            <a:spLocks noGrp="1"/>
          </p:cNvSpPr>
          <p:nvPr>
            <p:ph type="body" sz="quarter" idx="13"/>
          </p:nvPr>
        </p:nvSpPr>
        <p:spPr/>
        <p:txBody>
          <a:bodyPr/>
          <a:lstStyle/>
          <a:p>
            <a:endParaRPr lang="en-US"/>
          </a:p>
        </p:txBody>
      </p:sp>
      <p:sp>
        <p:nvSpPr>
          <p:cNvPr id="5" name="Title 4">
            <a:extLst>
              <a:ext uri="{FF2B5EF4-FFF2-40B4-BE49-F238E27FC236}">
                <a16:creationId xmlns:a16="http://schemas.microsoft.com/office/drawing/2014/main" id="{E9BA735E-B3D2-259F-3259-DEEE87F3E295}"/>
              </a:ext>
            </a:extLst>
          </p:cNvPr>
          <p:cNvSpPr>
            <a:spLocks noGrp="1"/>
          </p:cNvSpPr>
          <p:nvPr>
            <p:ph type="title"/>
          </p:nvPr>
        </p:nvSpPr>
        <p:spPr/>
        <p:txBody>
          <a:bodyPr/>
          <a:lstStyle/>
          <a:p>
            <a:r>
              <a:rPr lang="en-US" spc="80" dirty="0"/>
              <a:t>DIVIDER SLIDE</a:t>
            </a:r>
            <a:br>
              <a:rPr lang="en-US" spc="80" dirty="0"/>
            </a:br>
            <a:r>
              <a:rPr lang="en-US" spc="80" dirty="0"/>
              <a:t>TITLE MAY BE 2 LINES</a:t>
            </a:r>
          </a:p>
        </p:txBody>
      </p:sp>
      <p:sp>
        <p:nvSpPr>
          <p:cNvPr id="8" name="Text Placeholder 45">
            <a:extLst>
              <a:ext uri="{FF2B5EF4-FFF2-40B4-BE49-F238E27FC236}">
                <a16:creationId xmlns:a16="http://schemas.microsoft.com/office/drawing/2014/main" id="{982C4641-7383-8B1E-F62A-839258F44172}"/>
              </a:ext>
            </a:extLst>
          </p:cNvPr>
          <p:cNvSpPr txBox="1">
            <a:spLocks/>
          </p:cNvSpPr>
          <p:nvPr/>
        </p:nvSpPr>
        <p:spPr>
          <a:xfrm>
            <a:off x="7075984" y="2232104"/>
            <a:ext cx="2808243" cy="1120391"/>
          </a:xfrm>
          <a:prstGeom prst="rect">
            <a:avLst/>
          </a:prstGeom>
        </p:spPr>
        <p:txBody>
          <a:bodyPr lIns="0" tIns="0" rIns="0" bIns="0" anchor="t"/>
          <a:lstStyle>
            <a:lvl1pPr marL="0" indent="0" algn="l" defTabSz="914400" rtl="0" eaLnBrk="1" latinLnBrk="0" hangingPunct="1">
              <a:lnSpc>
                <a:spcPct val="100000"/>
              </a:lnSpc>
              <a:spcBef>
                <a:spcPts val="0"/>
              </a:spcBef>
              <a:spcAft>
                <a:spcPts val="800"/>
              </a:spcAft>
              <a:buClr>
                <a:schemeClr val="tx1"/>
              </a:buClr>
              <a:buFont typeface="Arial" panose="020B0604020202020204" pitchFamily="34" charset="0"/>
              <a:buNone/>
              <a:defRPr sz="1800" kern="1200">
                <a:solidFill>
                  <a:srgbClr val="212121"/>
                </a:solidFill>
                <a:latin typeface="+mn-lt"/>
                <a:ea typeface="+mn-ea"/>
                <a:cs typeface="+mn-cs"/>
              </a:defRPr>
            </a:lvl1pPr>
            <a:lvl2pPr marL="182880" indent="-182880" algn="l" defTabSz="914400" rtl="0" eaLnBrk="1" latinLnBrk="0" hangingPunct="1">
              <a:lnSpc>
                <a:spcPct val="100000"/>
              </a:lnSpc>
              <a:spcBef>
                <a:spcPts val="0"/>
              </a:spcBef>
              <a:spcAft>
                <a:spcPts val="600"/>
              </a:spcAft>
              <a:buClr>
                <a:schemeClr val="tx1"/>
              </a:buClr>
              <a:buFont typeface="Arial"/>
              <a:buChar char="–"/>
              <a:defRPr sz="1800" kern="1200">
                <a:solidFill>
                  <a:srgbClr val="212121"/>
                </a:solidFill>
                <a:latin typeface="+mn-lt"/>
                <a:ea typeface="+mn-ea"/>
                <a:cs typeface="+mn-cs"/>
              </a:defRPr>
            </a:lvl2pPr>
            <a:lvl3pPr marL="365760" indent="-182880" algn="l" defTabSz="914400" rtl="0" eaLnBrk="1" latinLnBrk="0" hangingPunct="1">
              <a:lnSpc>
                <a:spcPct val="100000"/>
              </a:lnSpc>
              <a:spcBef>
                <a:spcPts val="0"/>
              </a:spcBef>
              <a:spcAft>
                <a:spcPts val="600"/>
              </a:spcAft>
              <a:buClr>
                <a:schemeClr val="tx1"/>
              </a:buClr>
              <a:buFont typeface="Arial"/>
              <a:buChar char="–"/>
              <a:defRPr sz="1800" kern="1200">
                <a:solidFill>
                  <a:srgbClr val="212121"/>
                </a:solidFill>
                <a:latin typeface="+mn-lt"/>
                <a:ea typeface="+mn-ea"/>
                <a:cs typeface="+mn-cs"/>
              </a:defRPr>
            </a:lvl3pPr>
            <a:lvl4pPr marL="548640" indent="-182880" algn="l" defTabSz="914400" rtl="0" eaLnBrk="1" latinLnBrk="0" hangingPunct="1">
              <a:lnSpc>
                <a:spcPct val="100000"/>
              </a:lnSpc>
              <a:spcBef>
                <a:spcPts val="0"/>
              </a:spcBef>
              <a:spcAft>
                <a:spcPts val="600"/>
              </a:spcAft>
              <a:buClr>
                <a:schemeClr val="tx1"/>
              </a:buClr>
              <a:buFont typeface="Arial"/>
              <a:buChar char="–"/>
              <a:defRPr sz="1800" kern="1200">
                <a:solidFill>
                  <a:srgbClr val="212121"/>
                </a:solidFill>
                <a:latin typeface="+mn-lt"/>
                <a:ea typeface="+mn-ea"/>
                <a:cs typeface="+mn-cs"/>
              </a:defRPr>
            </a:lvl4pPr>
            <a:lvl5pPr marL="731520" indent="-182880" algn="l" defTabSz="914400" rtl="0" eaLnBrk="1" latinLnBrk="0" hangingPunct="1">
              <a:lnSpc>
                <a:spcPct val="100000"/>
              </a:lnSpc>
              <a:spcBef>
                <a:spcPts val="0"/>
              </a:spcBef>
              <a:spcAft>
                <a:spcPts val="600"/>
              </a:spcAft>
              <a:buClr>
                <a:schemeClr val="tx1"/>
              </a:buClr>
              <a:buFont typeface="Arial"/>
              <a:buChar char="–"/>
              <a:defRPr sz="1800" kern="1200">
                <a:solidFill>
                  <a:srgbClr val="212121"/>
                </a:solidFill>
                <a:latin typeface="+mn-lt"/>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
                <a:srgbClr val="FFFFFF"/>
              </a:buClr>
              <a:buSzTx/>
              <a:buFont typeface="Arial" panose="020B0604020202020204" pitchFamily="34" charset="0"/>
              <a:buNone/>
              <a:tabLst/>
              <a:defRPr/>
            </a:pPr>
            <a:r>
              <a:rPr kumimoji="0" lang="en-US" sz="2000" i="0" u="none" strike="noStrike" kern="1200" cap="none" spc="0" normalizeH="0" baseline="0" noProof="0" dirty="0">
                <a:ln>
                  <a:noFill/>
                </a:ln>
                <a:solidFill>
                  <a:srgbClr val="FFFFFF"/>
                </a:solidFill>
                <a:effectLst/>
                <a:uLnTx/>
                <a:uFillTx/>
                <a:latin typeface="Inter Semi Bold" panose="02000703000000020004" pitchFamily="50" charset="0"/>
                <a:ea typeface="Inter Semi Bold" panose="02000703000000020004" pitchFamily="50" charset="0"/>
                <a:cs typeface="Inter Semi Bold" panose="02000703000000020004" pitchFamily="50" charset="0"/>
              </a:rPr>
              <a:t>NAME</a:t>
            </a:r>
          </a:p>
          <a:p>
            <a:pPr marL="0" marR="0" lvl="0" indent="0" algn="l" defTabSz="914400" rtl="0" eaLnBrk="1" fontAlgn="auto" latinLnBrk="0" hangingPunct="1">
              <a:lnSpc>
                <a:spcPct val="100000"/>
              </a:lnSpc>
              <a:spcBef>
                <a:spcPts val="0"/>
              </a:spcBef>
              <a:spcAft>
                <a:spcPts val="0"/>
              </a:spcAft>
              <a:buClr>
                <a:srgbClr val="FFFFFF"/>
              </a:buClr>
              <a:buSzTx/>
              <a:buFont typeface="Arial" panose="020B0604020202020204" pitchFamily="34" charset="0"/>
              <a:buNone/>
              <a:tabLst/>
              <a:defRPr/>
            </a:pPr>
            <a:r>
              <a:rPr kumimoji="0" lang="en-US" sz="2000" b="0" i="0" u="none" strike="noStrike" kern="1200" cap="all" spc="0" normalizeH="0" noProof="0" dirty="0">
                <a:ln>
                  <a:noFill/>
                </a:ln>
                <a:solidFill>
                  <a:srgbClr val="FFFFFF"/>
                </a:solidFill>
                <a:effectLst/>
                <a:uLnTx/>
                <a:uFillTx/>
                <a:latin typeface="Inter" panose="02000503000000020004" pitchFamily="2" charset="0"/>
                <a:ea typeface="+mn-ea"/>
                <a:cs typeface="+mn-cs"/>
              </a:rPr>
              <a:t>Business</a:t>
            </a:r>
            <a:endParaRPr kumimoji="0" lang="en-US" sz="2000" b="0" i="1" u="none" strike="noStrike" kern="1200" cap="all" spc="0" normalizeH="0" noProof="0" dirty="0">
              <a:ln>
                <a:noFill/>
              </a:ln>
              <a:solidFill>
                <a:srgbClr val="FFFFFF"/>
              </a:solidFill>
              <a:effectLst/>
              <a:uLnTx/>
              <a:uFillTx/>
              <a:latin typeface="Inter" panose="02000503000000020004" pitchFamily="2" charset="0"/>
              <a:ea typeface="+mn-ea"/>
              <a:cs typeface="+mn-cs"/>
            </a:endParaRPr>
          </a:p>
        </p:txBody>
      </p:sp>
      <p:cxnSp>
        <p:nvCxnSpPr>
          <p:cNvPr id="9" name="Straight Connector 8">
            <a:extLst>
              <a:ext uri="{FF2B5EF4-FFF2-40B4-BE49-F238E27FC236}">
                <a16:creationId xmlns:a16="http://schemas.microsoft.com/office/drawing/2014/main" id="{96B10E38-4CAE-ABC4-700D-FF2355961EBE}"/>
              </a:ext>
            </a:extLst>
          </p:cNvPr>
          <p:cNvCxnSpPr>
            <a:cxnSpLocks/>
          </p:cNvCxnSpPr>
          <p:nvPr/>
        </p:nvCxnSpPr>
        <p:spPr>
          <a:xfrm>
            <a:off x="6978558" y="2284359"/>
            <a:ext cx="0" cy="129704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363FC6EB-561F-F739-98BF-7F6431660115}"/>
              </a:ext>
            </a:extLst>
          </p:cNvPr>
          <p:cNvSpPr>
            <a:spLocks noGrp="1"/>
          </p:cNvSpPr>
          <p:nvPr>
            <p:ph type="sldNum" sz="quarter" idx="12"/>
          </p:nvPr>
        </p:nvSpPr>
        <p:spPr/>
        <p:txBody>
          <a:bodyPr/>
          <a:lstStyle/>
          <a:p>
            <a:fld id="{7A7A97EF-C944-4447-B862-B593E9B4A0FF}" type="slidenum">
              <a:rPr lang="en-US" smtClean="0"/>
              <a:pPr/>
              <a:t>20</a:t>
            </a:fld>
            <a:endParaRPr lang="en-US" dirty="0"/>
          </a:p>
        </p:txBody>
      </p:sp>
      <p:sp>
        <p:nvSpPr>
          <p:cNvPr id="3" name="Footer Placeholder 15">
            <a:extLst>
              <a:ext uri="{FF2B5EF4-FFF2-40B4-BE49-F238E27FC236}">
                <a16:creationId xmlns:a16="http://schemas.microsoft.com/office/drawing/2014/main" id="{3DCBEA93-87C1-B492-0D63-3AF14DDD9717}"/>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solidFill>
                  <a:schemeClr val="tx1"/>
                </a:solidFill>
                <a:ea typeface="Inter" panose="02000503000000020004" pitchFamily="2" charset="0"/>
              </a:rPr>
              <a:t>© 2026 GE Vernova and/or its affiliates. All rights reserved.</a:t>
            </a:r>
            <a:endParaRPr lang="en-US" sz="800" kern="1200" dirty="0">
              <a:solidFill>
                <a:schemeClr val="tx1"/>
              </a:solidFill>
            </a:endParaRPr>
          </a:p>
        </p:txBody>
      </p:sp>
    </p:spTree>
    <p:extLst>
      <p:ext uri="{BB962C8B-B14F-4D97-AF65-F5344CB8AC3E}">
        <p14:creationId xmlns:p14="http://schemas.microsoft.com/office/powerpoint/2010/main" val="12072277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C5B2186-F252-5902-5CB3-05D5B15C29D1}"/>
              </a:ext>
            </a:extLst>
          </p:cNvPr>
          <p:cNvSpPr>
            <a:spLocks noGrp="1"/>
          </p:cNvSpPr>
          <p:nvPr>
            <p:ph type="title"/>
          </p:nvPr>
        </p:nvSpPr>
        <p:spPr/>
        <p:txBody>
          <a:bodyPr/>
          <a:lstStyle/>
          <a:p>
            <a:r>
              <a:rPr lang="en-US" spc="80" dirty="0"/>
              <a:t>DIVIDER SLIDE</a:t>
            </a:r>
            <a:br>
              <a:rPr lang="en-US" spc="80" dirty="0"/>
            </a:br>
            <a:r>
              <a:rPr lang="en-US" spc="80" dirty="0"/>
              <a:t>TITLE MAY BE 2 LINES</a:t>
            </a:r>
          </a:p>
        </p:txBody>
      </p:sp>
      <p:sp>
        <p:nvSpPr>
          <p:cNvPr id="10" name="Text Placeholder 9">
            <a:extLst>
              <a:ext uri="{FF2B5EF4-FFF2-40B4-BE49-F238E27FC236}">
                <a16:creationId xmlns:a16="http://schemas.microsoft.com/office/drawing/2014/main" id="{D48B8A3E-1F24-47A1-D552-A16A6AD41B2C}"/>
              </a:ext>
            </a:extLst>
          </p:cNvPr>
          <p:cNvSpPr>
            <a:spLocks noGrp="1"/>
          </p:cNvSpPr>
          <p:nvPr>
            <p:ph type="body" sz="quarter" idx="14"/>
          </p:nvPr>
        </p:nvSpPr>
        <p:spPr/>
        <p:txBody>
          <a:bodyPr/>
          <a:lstStyle/>
          <a:p>
            <a:endParaRPr lang="en-US"/>
          </a:p>
        </p:txBody>
      </p:sp>
      <p:sp>
        <p:nvSpPr>
          <p:cNvPr id="4" name="Text Placeholder 45">
            <a:extLst>
              <a:ext uri="{FF2B5EF4-FFF2-40B4-BE49-F238E27FC236}">
                <a16:creationId xmlns:a16="http://schemas.microsoft.com/office/drawing/2014/main" id="{785074EC-9144-F9D9-EE75-5A72C736CFCC}"/>
              </a:ext>
            </a:extLst>
          </p:cNvPr>
          <p:cNvSpPr txBox="1">
            <a:spLocks/>
          </p:cNvSpPr>
          <p:nvPr/>
        </p:nvSpPr>
        <p:spPr>
          <a:xfrm>
            <a:off x="7075984" y="2232104"/>
            <a:ext cx="2808243" cy="1120391"/>
          </a:xfrm>
          <a:prstGeom prst="rect">
            <a:avLst/>
          </a:prstGeom>
        </p:spPr>
        <p:txBody>
          <a:bodyPr lIns="0" tIns="0" rIns="0" bIns="0" anchor="t"/>
          <a:lstStyle>
            <a:lvl1pPr marL="0" indent="0" algn="l" defTabSz="914400" rtl="0" eaLnBrk="1" latinLnBrk="0" hangingPunct="1">
              <a:lnSpc>
                <a:spcPct val="100000"/>
              </a:lnSpc>
              <a:spcBef>
                <a:spcPts val="0"/>
              </a:spcBef>
              <a:spcAft>
                <a:spcPts val="800"/>
              </a:spcAft>
              <a:buClr>
                <a:schemeClr val="tx1"/>
              </a:buClr>
              <a:buFont typeface="Arial" panose="020B0604020202020204" pitchFamily="34" charset="0"/>
              <a:buNone/>
              <a:defRPr sz="1800" kern="1200">
                <a:solidFill>
                  <a:srgbClr val="212121"/>
                </a:solidFill>
                <a:latin typeface="+mn-lt"/>
                <a:ea typeface="+mn-ea"/>
                <a:cs typeface="+mn-cs"/>
              </a:defRPr>
            </a:lvl1pPr>
            <a:lvl2pPr marL="182880" indent="-182880" algn="l" defTabSz="914400" rtl="0" eaLnBrk="1" latinLnBrk="0" hangingPunct="1">
              <a:lnSpc>
                <a:spcPct val="100000"/>
              </a:lnSpc>
              <a:spcBef>
                <a:spcPts val="0"/>
              </a:spcBef>
              <a:spcAft>
                <a:spcPts val="600"/>
              </a:spcAft>
              <a:buClr>
                <a:schemeClr val="tx1"/>
              </a:buClr>
              <a:buFont typeface="Arial"/>
              <a:buChar char="–"/>
              <a:defRPr sz="1800" kern="1200">
                <a:solidFill>
                  <a:srgbClr val="212121"/>
                </a:solidFill>
                <a:latin typeface="+mn-lt"/>
                <a:ea typeface="+mn-ea"/>
                <a:cs typeface="+mn-cs"/>
              </a:defRPr>
            </a:lvl2pPr>
            <a:lvl3pPr marL="365760" indent="-182880" algn="l" defTabSz="914400" rtl="0" eaLnBrk="1" latinLnBrk="0" hangingPunct="1">
              <a:lnSpc>
                <a:spcPct val="100000"/>
              </a:lnSpc>
              <a:spcBef>
                <a:spcPts val="0"/>
              </a:spcBef>
              <a:spcAft>
                <a:spcPts val="600"/>
              </a:spcAft>
              <a:buClr>
                <a:schemeClr val="tx1"/>
              </a:buClr>
              <a:buFont typeface="Arial"/>
              <a:buChar char="–"/>
              <a:defRPr sz="1800" kern="1200">
                <a:solidFill>
                  <a:srgbClr val="212121"/>
                </a:solidFill>
                <a:latin typeface="+mn-lt"/>
                <a:ea typeface="+mn-ea"/>
                <a:cs typeface="+mn-cs"/>
              </a:defRPr>
            </a:lvl3pPr>
            <a:lvl4pPr marL="548640" indent="-182880" algn="l" defTabSz="914400" rtl="0" eaLnBrk="1" latinLnBrk="0" hangingPunct="1">
              <a:lnSpc>
                <a:spcPct val="100000"/>
              </a:lnSpc>
              <a:spcBef>
                <a:spcPts val="0"/>
              </a:spcBef>
              <a:spcAft>
                <a:spcPts val="600"/>
              </a:spcAft>
              <a:buClr>
                <a:schemeClr val="tx1"/>
              </a:buClr>
              <a:buFont typeface="Arial"/>
              <a:buChar char="–"/>
              <a:defRPr sz="1800" kern="1200">
                <a:solidFill>
                  <a:srgbClr val="212121"/>
                </a:solidFill>
                <a:latin typeface="+mn-lt"/>
                <a:ea typeface="+mn-ea"/>
                <a:cs typeface="+mn-cs"/>
              </a:defRPr>
            </a:lvl4pPr>
            <a:lvl5pPr marL="731520" indent="-182880" algn="l" defTabSz="914400" rtl="0" eaLnBrk="1" latinLnBrk="0" hangingPunct="1">
              <a:lnSpc>
                <a:spcPct val="100000"/>
              </a:lnSpc>
              <a:spcBef>
                <a:spcPts val="0"/>
              </a:spcBef>
              <a:spcAft>
                <a:spcPts val="600"/>
              </a:spcAft>
              <a:buClr>
                <a:schemeClr val="tx1"/>
              </a:buClr>
              <a:buFont typeface="Arial"/>
              <a:buChar char="–"/>
              <a:defRPr sz="1800" kern="1200">
                <a:solidFill>
                  <a:srgbClr val="212121"/>
                </a:solidFill>
                <a:latin typeface="+mn-lt"/>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
                <a:srgbClr val="FFFFFF"/>
              </a:buClr>
              <a:buSzTx/>
              <a:buFont typeface="Arial" panose="020B0604020202020204" pitchFamily="34" charset="0"/>
              <a:buNone/>
              <a:tabLst/>
              <a:defRPr/>
            </a:pPr>
            <a:r>
              <a:rPr kumimoji="0" lang="en-US" sz="2000" i="0" u="none" strike="noStrike" kern="1200" cap="none" spc="0" normalizeH="0" baseline="0" noProof="0" dirty="0">
                <a:ln>
                  <a:noFill/>
                </a:ln>
                <a:solidFill>
                  <a:schemeClr val="bg1"/>
                </a:solidFill>
                <a:effectLst/>
                <a:uLnTx/>
                <a:uFillTx/>
                <a:latin typeface="Inter Semi Bold" panose="02000703000000020004" pitchFamily="50" charset="0"/>
                <a:ea typeface="Inter Semi Bold" panose="02000703000000020004" pitchFamily="50" charset="0"/>
                <a:cs typeface="Inter Semi Bold" panose="02000703000000020004" pitchFamily="50" charset="0"/>
              </a:rPr>
              <a:t>NAME</a:t>
            </a:r>
          </a:p>
          <a:p>
            <a:pPr marL="0" marR="0" lvl="0" indent="0" algn="l" defTabSz="914400" rtl="0" eaLnBrk="1" fontAlgn="auto" latinLnBrk="0" hangingPunct="1">
              <a:lnSpc>
                <a:spcPct val="100000"/>
              </a:lnSpc>
              <a:spcBef>
                <a:spcPts val="0"/>
              </a:spcBef>
              <a:spcAft>
                <a:spcPts val="0"/>
              </a:spcAft>
              <a:buClr>
                <a:srgbClr val="FFFFFF"/>
              </a:buClr>
              <a:buSzTx/>
              <a:buFont typeface="Arial" panose="020B0604020202020204" pitchFamily="34" charset="0"/>
              <a:buNone/>
              <a:tabLst/>
              <a:defRPr/>
            </a:pPr>
            <a:r>
              <a:rPr kumimoji="0" lang="en-US" sz="2000" b="0" i="0" u="none" strike="noStrike" kern="1200" cap="all" spc="0" normalizeH="0" noProof="0" dirty="0">
                <a:ln>
                  <a:noFill/>
                </a:ln>
                <a:solidFill>
                  <a:schemeClr val="bg1"/>
                </a:solidFill>
                <a:effectLst/>
                <a:uLnTx/>
                <a:uFillTx/>
                <a:latin typeface="Inter" panose="02000503000000020004" pitchFamily="2" charset="0"/>
                <a:ea typeface="+mn-ea"/>
                <a:cs typeface="+mn-cs"/>
              </a:rPr>
              <a:t>Business</a:t>
            </a:r>
            <a:endParaRPr kumimoji="0" lang="en-US" sz="2000" b="0" i="1" u="none" strike="noStrike" kern="1200" cap="all" spc="0" normalizeH="0" noProof="0" dirty="0">
              <a:ln>
                <a:noFill/>
              </a:ln>
              <a:solidFill>
                <a:schemeClr val="bg1"/>
              </a:solidFill>
              <a:effectLst/>
              <a:uLnTx/>
              <a:uFillTx/>
              <a:latin typeface="Inter" panose="02000503000000020004" pitchFamily="2" charset="0"/>
              <a:ea typeface="+mn-ea"/>
              <a:cs typeface="+mn-cs"/>
            </a:endParaRPr>
          </a:p>
        </p:txBody>
      </p:sp>
      <p:cxnSp>
        <p:nvCxnSpPr>
          <p:cNvPr id="7" name="Straight Connector 6">
            <a:extLst>
              <a:ext uri="{FF2B5EF4-FFF2-40B4-BE49-F238E27FC236}">
                <a16:creationId xmlns:a16="http://schemas.microsoft.com/office/drawing/2014/main" id="{96EDD071-76FB-B21A-5C87-E0002D4C1505}"/>
              </a:ext>
            </a:extLst>
          </p:cNvPr>
          <p:cNvCxnSpPr>
            <a:cxnSpLocks/>
          </p:cNvCxnSpPr>
          <p:nvPr/>
        </p:nvCxnSpPr>
        <p:spPr>
          <a:xfrm>
            <a:off x="6978558" y="2284359"/>
            <a:ext cx="0" cy="1297041"/>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A19F5C5A-67D0-58A2-F9BE-6374293C2AD4}"/>
              </a:ext>
            </a:extLst>
          </p:cNvPr>
          <p:cNvSpPr>
            <a:spLocks noGrp="1"/>
          </p:cNvSpPr>
          <p:nvPr>
            <p:ph type="sldNum" sz="quarter" idx="12"/>
          </p:nvPr>
        </p:nvSpPr>
        <p:spPr/>
        <p:txBody>
          <a:bodyPr/>
          <a:lstStyle/>
          <a:p>
            <a:fld id="{7A7A97EF-C944-4447-B862-B593E9B4A0FF}" type="slidenum">
              <a:rPr lang="en-US" smtClean="0"/>
              <a:pPr/>
              <a:t>21</a:t>
            </a:fld>
            <a:endParaRPr lang="en-US" dirty="0"/>
          </a:p>
        </p:txBody>
      </p:sp>
      <p:sp>
        <p:nvSpPr>
          <p:cNvPr id="3" name="Footer Placeholder 15">
            <a:extLst>
              <a:ext uri="{FF2B5EF4-FFF2-40B4-BE49-F238E27FC236}">
                <a16:creationId xmlns:a16="http://schemas.microsoft.com/office/drawing/2014/main" id="{07227CA2-3A38-7EDB-D944-F749ABE54C1D}"/>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38634254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BC44EBA-3050-DC43-8B60-8EF90E9D7C53}"/>
              </a:ext>
            </a:extLst>
          </p:cNvPr>
          <p:cNvSpPr>
            <a:spLocks noGrp="1"/>
          </p:cNvSpPr>
          <p:nvPr>
            <p:ph type="title"/>
          </p:nvPr>
        </p:nvSpPr>
        <p:spPr/>
        <p:txBody>
          <a:bodyPr/>
          <a:lstStyle/>
          <a:p>
            <a:r>
              <a:rPr lang="en-US" dirty="0"/>
              <a:t>Table layout 1 slide</a:t>
            </a:r>
          </a:p>
        </p:txBody>
      </p:sp>
      <p:graphicFrame>
        <p:nvGraphicFramePr>
          <p:cNvPr id="7" name="Table 7">
            <a:extLst>
              <a:ext uri="{FF2B5EF4-FFF2-40B4-BE49-F238E27FC236}">
                <a16:creationId xmlns:a16="http://schemas.microsoft.com/office/drawing/2014/main" id="{34CB1141-4458-C846-9934-32A2083A4562}"/>
              </a:ext>
            </a:extLst>
          </p:cNvPr>
          <p:cNvGraphicFramePr>
            <a:graphicFrameLocks noGrp="1"/>
          </p:cNvGraphicFramePr>
          <p:nvPr>
            <p:ph idx="1"/>
            <p:extLst>
              <p:ext uri="{D42A27DB-BD31-4B8C-83A1-F6EECF244321}">
                <p14:modId xmlns:p14="http://schemas.microsoft.com/office/powerpoint/2010/main" val="2602977275"/>
              </p:ext>
            </p:extLst>
          </p:nvPr>
        </p:nvGraphicFramePr>
        <p:xfrm>
          <a:off x="419100" y="1403349"/>
          <a:ext cx="7271238" cy="4806953"/>
        </p:xfrm>
        <a:graphic>
          <a:graphicData uri="http://schemas.openxmlformats.org/drawingml/2006/table">
            <a:tbl>
              <a:tblPr firstRow="1" bandRow="1">
                <a:tableStyleId>{2D5ABB26-0587-4C30-8999-92F81FD0307C}</a:tableStyleId>
              </a:tblPr>
              <a:tblGrid>
                <a:gridCol w="2423746">
                  <a:extLst>
                    <a:ext uri="{9D8B030D-6E8A-4147-A177-3AD203B41FA5}">
                      <a16:colId xmlns:a16="http://schemas.microsoft.com/office/drawing/2014/main" val="1490195076"/>
                    </a:ext>
                  </a:extLst>
                </a:gridCol>
                <a:gridCol w="2423746">
                  <a:extLst>
                    <a:ext uri="{9D8B030D-6E8A-4147-A177-3AD203B41FA5}">
                      <a16:colId xmlns:a16="http://schemas.microsoft.com/office/drawing/2014/main" val="633684157"/>
                    </a:ext>
                  </a:extLst>
                </a:gridCol>
                <a:gridCol w="2423746">
                  <a:extLst>
                    <a:ext uri="{9D8B030D-6E8A-4147-A177-3AD203B41FA5}">
                      <a16:colId xmlns:a16="http://schemas.microsoft.com/office/drawing/2014/main" val="3575578567"/>
                    </a:ext>
                  </a:extLst>
                </a:gridCol>
              </a:tblGrid>
              <a:tr h="344471">
                <a:tc>
                  <a:txBody>
                    <a:bodyPr/>
                    <a:lstStyle/>
                    <a:p>
                      <a:r>
                        <a:rPr lang="en-US" sz="1600" b="0" dirty="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rPr>
                        <a:t>Column header</a:t>
                      </a:r>
                    </a:p>
                  </a:txBody>
                  <a:tcPr marT="0" anchor="ctr">
                    <a:lnL>
                      <a:noFill/>
                    </a:lnL>
                    <a:lnR w="12700" cap="flat" cmpd="sng" algn="ctr">
                      <a:solidFill>
                        <a:schemeClr val="tx1"/>
                      </a:solidFill>
                      <a:prstDash val="solid"/>
                      <a:round/>
                      <a:headEnd type="none" w="med" len="med"/>
                      <a:tailEnd type="none" w="med" len="med"/>
                    </a:lnR>
                    <a:lnT>
                      <a:noFill/>
                    </a:lnT>
                    <a:lnB w="190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b="0" dirty="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rPr>
                        <a:t>Column header</a:t>
                      </a:r>
                    </a:p>
                  </a:txBody>
                  <a:tcPr marT="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90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b="0" dirty="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rPr>
                        <a:t>Column header</a:t>
                      </a:r>
                    </a:p>
                  </a:txBody>
                  <a:tcPr marT="0" anchor="ctr">
                    <a:lnL w="12700" cap="flat" cmpd="sng" algn="ctr">
                      <a:solidFill>
                        <a:schemeClr val="tx1"/>
                      </a:solidFill>
                      <a:prstDash val="solid"/>
                      <a:round/>
                      <a:headEnd type="none" w="med" len="med"/>
                      <a:tailEnd type="none" w="med" len="med"/>
                    </a:lnL>
                    <a:lnR>
                      <a:noFill/>
                    </a:lnR>
                    <a:lnT>
                      <a:noFill/>
                    </a:lnT>
                    <a:lnB w="190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00026564"/>
                  </a:ext>
                </a:extLst>
              </a:tr>
              <a:tr h="7437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2"/>
                          </a:solidFill>
                          <a:latin typeface="Inter" panose="02000503000000020004" pitchFamily="2" charset="0"/>
                        </a:rPr>
                        <a:t>Lorem ipsum</a:t>
                      </a:r>
                    </a:p>
                  </a:txBody>
                  <a:tcPr anchor="ctr">
                    <a:lnL>
                      <a:noFill/>
                    </a:lnL>
                    <a:lnR w="1270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2"/>
                          </a:solidFill>
                          <a:latin typeface="Inter" panose="02000503000000020004" pitchFamily="2" charset="0"/>
                        </a:rPr>
                        <a:t>Lorem ipsum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2"/>
                          </a:solidFill>
                          <a:latin typeface="Inter" panose="02000503000000020004" pitchFamily="2" charset="0"/>
                        </a:rPr>
                        <a:t>Lorem ipsum</a:t>
                      </a:r>
                    </a:p>
                  </a:txBody>
                  <a:tcPr anchor="ctr">
                    <a:lnL w="12700" cap="flat" cmpd="sng" algn="ctr">
                      <a:solidFill>
                        <a:schemeClr val="tx1"/>
                      </a:solidFill>
                      <a:prstDash val="solid"/>
                      <a:round/>
                      <a:headEnd type="none" w="med" len="med"/>
                      <a:tailEnd type="none" w="med" len="med"/>
                    </a:lnL>
                    <a:lnR>
                      <a:noFill/>
                    </a:lnR>
                    <a:lnT w="19050" cap="flat" cmpd="sng" algn="ctr">
                      <a:no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1990547133"/>
                  </a:ext>
                </a:extLst>
              </a:tr>
              <a:tr h="7437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2"/>
                          </a:solidFill>
                          <a:latin typeface="Inter" panose="02000503000000020004" pitchFamily="2" charset="0"/>
                        </a:rPr>
                        <a:t>Lorem ipsum</a:t>
                      </a:r>
                    </a:p>
                  </a:txBody>
                  <a:tcPr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2"/>
                          </a:solidFill>
                          <a:latin typeface="Inter" panose="02000503000000020004" pitchFamily="2" charset="0"/>
                        </a:rPr>
                        <a:t>Lorem ipsum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2"/>
                          </a:solidFill>
                          <a:latin typeface="Inter" panose="02000503000000020004" pitchFamily="2" charset="0"/>
                        </a:rPr>
                        <a:t>Lorem ipsum</a:t>
                      </a:r>
                    </a:p>
                  </a:txBody>
                  <a:tcPr anchor="ct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257217349"/>
                  </a:ext>
                </a:extLst>
              </a:tr>
              <a:tr h="7437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2"/>
                          </a:solidFill>
                          <a:latin typeface="Inter" panose="02000503000000020004" pitchFamily="2" charset="0"/>
                        </a:rPr>
                        <a:t>Lorem ipsum</a:t>
                      </a:r>
                    </a:p>
                  </a:txBody>
                  <a:tcPr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2"/>
                          </a:solidFill>
                          <a:latin typeface="Inter" panose="02000503000000020004" pitchFamily="2" charset="0"/>
                        </a:rPr>
                        <a:t>Lorem ipsum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2"/>
                          </a:solidFill>
                          <a:latin typeface="Inter" panose="02000503000000020004" pitchFamily="2" charset="0"/>
                        </a:rPr>
                        <a:t>Lorem ipsum</a:t>
                      </a:r>
                    </a:p>
                  </a:txBody>
                  <a:tcPr anchor="ct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394731585"/>
                  </a:ext>
                </a:extLst>
              </a:tr>
              <a:tr h="7437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2"/>
                          </a:solidFill>
                          <a:latin typeface="Inter" panose="02000503000000020004" pitchFamily="2" charset="0"/>
                        </a:rPr>
                        <a:t>Lorem ipsum</a:t>
                      </a:r>
                    </a:p>
                  </a:txBody>
                  <a:tcPr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2"/>
                          </a:solidFill>
                          <a:latin typeface="Inter" panose="02000503000000020004" pitchFamily="2" charset="0"/>
                        </a:rPr>
                        <a:t>Lorem ipsum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2"/>
                          </a:solidFill>
                          <a:latin typeface="Inter" panose="02000503000000020004" pitchFamily="2" charset="0"/>
                        </a:rPr>
                        <a:t>Lorem ipsum</a:t>
                      </a:r>
                    </a:p>
                  </a:txBody>
                  <a:tcPr anchor="ct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4133461347"/>
                  </a:ext>
                </a:extLst>
              </a:tr>
              <a:tr h="7437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2"/>
                          </a:solidFill>
                          <a:latin typeface="Inter" panose="02000503000000020004" pitchFamily="2" charset="0"/>
                        </a:rPr>
                        <a:t>Lorem ipsum</a:t>
                      </a:r>
                    </a:p>
                  </a:txBody>
                  <a:tcPr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2"/>
                          </a:solidFill>
                          <a:latin typeface="Inter" panose="02000503000000020004" pitchFamily="2" charset="0"/>
                        </a:rPr>
                        <a:t>Lorem ipsum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2"/>
                          </a:solidFill>
                          <a:latin typeface="Inter" panose="02000503000000020004" pitchFamily="2" charset="0"/>
                        </a:rPr>
                        <a:t>Lorem ipsum</a:t>
                      </a:r>
                    </a:p>
                  </a:txBody>
                  <a:tcPr anchor="ct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324739749"/>
                  </a:ext>
                </a:extLst>
              </a:tr>
              <a:tr h="7437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2"/>
                          </a:solidFill>
                          <a:latin typeface="Inter" panose="02000503000000020004" pitchFamily="2" charset="0"/>
                        </a:rPr>
                        <a:t>Lorem ipsum</a:t>
                      </a:r>
                    </a:p>
                  </a:txBody>
                  <a:tcPr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2"/>
                          </a:solidFill>
                          <a:effectLst/>
                          <a:uLnTx/>
                          <a:uFillTx/>
                          <a:latin typeface="Inter" panose="02000503000000020004" pitchFamily="2" charset="0"/>
                          <a:ea typeface="+mn-ea"/>
                          <a:cs typeface="+mn-cs"/>
                        </a:rPr>
                        <a:t>Lorem ipsum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2"/>
                          </a:solidFill>
                          <a:effectLst/>
                          <a:uLnTx/>
                          <a:uFillTx/>
                          <a:latin typeface="Inter" panose="02000503000000020004" pitchFamily="2" charset="0"/>
                          <a:ea typeface="+mn-ea"/>
                          <a:cs typeface="+mn-cs"/>
                        </a:rPr>
                        <a:t>Lorem ipsum</a:t>
                      </a:r>
                    </a:p>
                  </a:txBody>
                  <a:tcPr anchor="ct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54079654"/>
                  </a:ext>
                </a:extLst>
              </a:tr>
            </a:tbl>
          </a:graphicData>
        </a:graphic>
      </p:graphicFrame>
      <p:sp>
        <p:nvSpPr>
          <p:cNvPr id="6" name="Content Placeholder 5">
            <a:extLst>
              <a:ext uri="{FF2B5EF4-FFF2-40B4-BE49-F238E27FC236}">
                <a16:creationId xmlns:a16="http://schemas.microsoft.com/office/drawing/2014/main" id="{5F2A1D2A-03A2-5643-BBC0-51BFE7A8A916}"/>
              </a:ext>
            </a:extLst>
          </p:cNvPr>
          <p:cNvSpPr>
            <a:spLocks noGrp="1"/>
          </p:cNvSpPr>
          <p:nvPr>
            <p:ph idx="14"/>
          </p:nvPr>
        </p:nvSpPr>
        <p:spPr>
          <a:xfrm>
            <a:off x="7989706" y="1403351"/>
            <a:ext cx="3783193" cy="4806950"/>
          </a:xfrm>
          <a:solidFill>
            <a:schemeClr val="tx1"/>
          </a:solidFill>
          <a:ln>
            <a:noFill/>
          </a:ln>
        </p:spPr>
        <p:txBody>
          <a:bodyPr lIns="182880" tIns="182880" rIns="182880" bIns="182880"/>
          <a:lstStyle/>
          <a:p>
            <a:r>
              <a:rPr lang="en-US" sz="2000" cap="all" spc="80" dirty="0">
                <a:solidFill>
                  <a:schemeClr val="bg2"/>
                </a:solidFill>
                <a:latin typeface="Sons Condensed Extrabold" panose="02060906060206060203" pitchFamily="18" charset="0"/>
              </a:rPr>
              <a:t>Key takeaway (optional)</a:t>
            </a:r>
          </a:p>
          <a:p>
            <a:r>
              <a:rPr lang="en-US" dirty="0">
                <a:solidFill>
                  <a:schemeClr val="bg1"/>
                </a:solidFill>
              </a:rPr>
              <a:t>Takeaway boxes should only </a:t>
            </a:r>
            <a:br>
              <a:rPr lang="en-US" dirty="0">
                <a:solidFill>
                  <a:schemeClr val="bg1"/>
                </a:solidFill>
              </a:rPr>
            </a:br>
            <a:r>
              <a:rPr lang="en-US" dirty="0">
                <a:solidFill>
                  <a:schemeClr val="bg1"/>
                </a:solidFill>
              </a:rPr>
              <a:t>be used for rare emphasis. </a:t>
            </a:r>
            <a:br>
              <a:rPr lang="en-US" dirty="0">
                <a:solidFill>
                  <a:schemeClr val="bg1"/>
                </a:solidFill>
              </a:rPr>
            </a:br>
            <a:r>
              <a:rPr lang="en-US" dirty="0">
                <a:solidFill>
                  <a:schemeClr val="bg1"/>
                </a:solidFill>
              </a:rPr>
              <a:t>Do </a:t>
            </a:r>
            <a:r>
              <a:rPr lang="en-US" b="1" dirty="0">
                <a:solidFill>
                  <a:schemeClr val="bg1"/>
                </a:solidFill>
              </a:rPr>
              <a:t>not</a:t>
            </a:r>
            <a:r>
              <a:rPr lang="en-US" dirty="0">
                <a:solidFill>
                  <a:schemeClr val="bg1"/>
                </a:solidFill>
              </a:rPr>
              <a:t> use on every slide.</a:t>
            </a:r>
          </a:p>
          <a:p>
            <a:r>
              <a:rPr lang="en-US" dirty="0">
                <a:solidFill>
                  <a:schemeClr val="bg1"/>
                </a:solidFill>
              </a:rPr>
              <a:t>If this slide does not need a takeaway emphasis, delete this box and the green bar then spread out the table.</a:t>
            </a:r>
          </a:p>
        </p:txBody>
      </p:sp>
      <p:sp>
        <p:nvSpPr>
          <p:cNvPr id="8" name="Slide Number Placeholder 7">
            <a:extLst>
              <a:ext uri="{FF2B5EF4-FFF2-40B4-BE49-F238E27FC236}">
                <a16:creationId xmlns:a16="http://schemas.microsoft.com/office/drawing/2014/main" id="{342D1F38-B576-6D4B-482D-614166769440}"/>
              </a:ext>
            </a:extLst>
          </p:cNvPr>
          <p:cNvSpPr>
            <a:spLocks noGrp="1"/>
          </p:cNvSpPr>
          <p:nvPr>
            <p:ph type="sldNum" sz="quarter" idx="12"/>
          </p:nvPr>
        </p:nvSpPr>
        <p:spPr/>
        <p:txBody>
          <a:bodyPr/>
          <a:lstStyle/>
          <a:p>
            <a:fld id="{7A7A97EF-C944-4447-B862-B593E9B4A0FF}" type="slidenum">
              <a:rPr lang="en-US" smtClean="0"/>
              <a:pPr/>
              <a:t>22</a:t>
            </a:fld>
            <a:endParaRPr lang="en-US" dirty="0"/>
          </a:p>
        </p:txBody>
      </p:sp>
      <p:sp>
        <p:nvSpPr>
          <p:cNvPr id="3" name="Footer Placeholder 15">
            <a:extLst>
              <a:ext uri="{FF2B5EF4-FFF2-40B4-BE49-F238E27FC236}">
                <a16:creationId xmlns:a16="http://schemas.microsoft.com/office/drawing/2014/main" id="{46EE5943-9964-EA2F-6A77-9487456E5864}"/>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6604920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A332708-A1BB-0E45-B24C-66C56EC53FD4}"/>
              </a:ext>
            </a:extLst>
          </p:cNvPr>
          <p:cNvSpPr>
            <a:spLocks noGrp="1"/>
          </p:cNvSpPr>
          <p:nvPr>
            <p:ph type="title"/>
          </p:nvPr>
        </p:nvSpPr>
        <p:spPr/>
        <p:txBody>
          <a:bodyPr/>
          <a:lstStyle/>
          <a:p>
            <a:r>
              <a:rPr lang="en-US" dirty="0"/>
              <a:t>Table layout 2 slide</a:t>
            </a:r>
          </a:p>
        </p:txBody>
      </p:sp>
      <p:graphicFrame>
        <p:nvGraphicFramePr>
          <p:cNvPr id="7" name="Table 7">
            <a:extLst>
              <a:ext uri="{FF2B5EF4-FFF2-40B4-BE49-F238E27FC236}">
                <a16:creationId xmlns:a16="http://schemas.microsoft.com/office/drawing/2014/main" id="{08D61EC5-545F-F446-8999-6A287C303894}"/>
              </a:ext>
            </a:extLst>
          </p:cNvPr>
          <p:cNvGraphicFramePr>
            <a:graphicFrameLocks noGrp="1"/>
          </p:cNvGraphicFramePr>
          <p:nvPr>
            <p:ph idx="1"/>
            <p:extLst>
              <p:ext uri="{D42A27DB-BD31-4B8C-83A1-F6EECF244321}">
                <p14:modId xmlns:p14="http://schemas.microsoft.com/office/powerpoint/2010/main" val="215571503"/>
              </p:ext>
            </p:extLst>
          </p:nvPr>
        </p:nvGraphicFramePr>
        <p:xfrm>
          <a:off x="419100" y="1403350"/>
          <a:ext cx="5395546" cy="4806952"/>
        </p:xfrm>
        <a:graphic>
          <a:graphicData uri="http://schemas.openxmlformats.org/drawingml/2006/table">
            <a:tbl>
              <a:tblPr firstRow="1" bandRow="1">
                <a:tableStyleId>{2D5ABB26-0587-4C30-8999-92F81FD0307C}</a:tableStyleId>
              </a:tblPr>
              <a:tblGrid>
                <a:gridCol w="2697773">
                  <a:extLst>
                    <a:ext uri="{9D8B030D-6E8A-4147-A177-3AD203B41FA5}">
                      <a16:colId xmlns:a16="http://schemas.microsoft.com/office/drawing/2014/main" val="1490195076"/>
                    </a:ext>
                  </a:extLst>
                </a:gridCol>
                <a:gridCol w="2697773">
                  <a:extLst>
                    <a:ext uri="{9D8B030D-6E8A-4147-A177-3AD203B41FA5}">
                      <a16:colId xmlns:a16="http://schemas.microsoft.com/office/drawing/2014/main" val="633684157"/>
                    </a:ext>
                  </a:extLst>
                </a:gridCol>
              </a:tblGrid>
              <a:tr h="347038">
                <a:tc>
                  <a:txBody>
                    <a:bodyPr/>
                    <a:lstStyle/>
                    <a:p>
                      <a:r>
                        <a:rPr lang="en-US" sz="1600" b="0" dirty="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rPr>
                        <a:t>Column header</a:t>
                      </a:r>
                    </a:p>
                  </a:txBody>
                  <a:tcPr marT="0" anchor="ctr">
                    <a:lnL>
                      <a:noFill/>
                    </a:lnL>
                    <a:lnR>
                      <a:noFill/>
                    </a:lnR>
                    <a:lnT>
                      <a:noFill/>
                    </a:lnT>
                    <a:lnB w="190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b="0" dirty="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rPr>
                        <a:t>Column header</a:t>
                      </a:r>
                    </a:p>
                  </a:txBody>
                  <a:tcPr marT="0" anchor="ctr">
                    <a:lnL>
                      <a:noFill/>
                    </a:lnL>
                    <a:lnR>
                      <a:noFill/>
                    </a:lnR>
                    <a:lnT>
                      <a:noFill/>
                    </a:lnT>
                    <a:lnB w="190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00026564"/>
                  </a:ext>
                </a:extLst>
              </a:tr>
              <a:tr h="7433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212121"/>
                          </a:solidFill>
                          <a:latin typeface="Inter" panose="02000503000000020004" pitchFamily="2" charset="0"/>
                        </a:rPr>
                        <a:t>Lorem ipsum</a:t>
                      </a:r>
                    </a:p>
                  </a:txBody>
                  <a:tcPr anchor="ctr">
                    <a:lnT w="19050" cap="flat" cmpd="sng" algn="ctr">
                      <a:noFill/>
                      <a:prstDash val="solid"/>
                      <a:round/>
                      <a:headEnd type="none" w="med" len="med"/>
                      <a:tailEnd type="none" w="med" len="med"/>
                    </a:lnT>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212121"/>
                          </a:solidFill>
                          <a:latin typeface="Inter" panose="02000503000000020004" pitchFamily="2" charset="0"/>
                        </a:rPr>
                        <a:t>Lorem ipsum</a:t>
                      </a:r>
                    </a:p>
                  </a:txBody>
                  <a:tcPr anchor="ctr">
                    <a:lnT w="19050" cap="flat" cmpd="sng" algn="ctr">
                      <a:noFill/>
                      <a:prstDash val="solid"/>
                      <a:round/>
                      <a:headEnd type="none" w="med" len="med"/>
                      <a:tailEnd type="none" w="med" len="med"/>
                    </a:lnT>
                    <a:solidFill>
                      <a:schemeClr val="accent2"/>
                    </a:solidFill>
                  </a:tcPr>
                </a:tc>
                <a:extLst>
                  <a:ext uri="{0D108BD9-81ED-4DB2-BD59-A6C34878D82A}">
                    <a16:rowId xmlns:a16="http://schemas.microsoft.com/office/drawing/2014/main" val="1990547133"/>
                  </a:ext>
                </a:extLst>
              </a:tr>
              <a:tr h="7433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212121"/>
                          </a:solidFill>
                          <a:latin typeface="Inter" panose="02000503000000020004" pitchFamily="2" charset="0"/>
                        </a:rPr>
                        <a:t>Lorem ipsum</a:t>
                      </a:r>
                    </a:p>
                  </a:txBody>
                  <a:tcPr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212121"/>
                          </a:solidFill>
                          <a:latin typeface="Inter" panose="02000503000000020004" pitchFamily="2" charset="0"/>
                        </a:rPr>
                        <a:t>Lorem ipsum</a:t>
                      </a:r>
                    </a:p>
                  </a:txBody>
                  <a:tcPr anchor="ctr">
                    <a:noFill/>
                  </a:tcPr>
                </a:tc>
                <a:extLst>
                  <a:ext uri="{0D108BD9-81ED-4DB2-BD59-A6C34878D82A}">
                    <a16:rowId xmlns:a16="http://schemas.microsoft.com/office/drawing/2014/main" val="2257217349"/>
                  </a:ext>
                </a:extLst>
              </a:tr>
              <a:tr h="7433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212121"/>
                          </a:solidFill>
                          <a:latin typeface="Inter" panose="02000503000000020004" pitchFamily="2" charset="0"/>
                        </a:rPr>
                        <a:t>Lorem ipsum</a:t>
                      </a:r>
                    </a:p>
                  </a:txBody>
                  <a:tcPr anchor="ctr">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212121"/>
                          </a:solidFill>
                          <a:latin typeface="Inter" panose="02000503000000020004" pitchFamily="2" charset="0"/>
                        </a:rPr>
                        <a:t>Lorem ipsum</a:t>
                      </a:r>
                    </a:p>
                  </a:txBody>
                  <a:tcPr anchor="ctr">
                    <a:solidFill>
                      <a:schemeClr val="accent2"/>
                    </a:solidFill>
                  </a:tcPr>
                </a:tc>
                <a:extLst>
                  <a:ext uri="{0D108BD9-81ED-4DB2-BD59-A6C34878D82A}">
                    <a16:rowId xmlns:a16="http://schemas.microsoft.com/office/drawing/2014/main" val="2394731585"/>
                  </a:ext>
                </a:extLst>
              </a:tr>
              <a:tr h="7433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212121"/>
                          </a:solidFill>
                          <a:latin typeface="Inter" panose="02000503000000020004" pitchFamily="2" charset="0"/>
                        </a:rPr>
                        <a:t>Lorem ipsum</a:t>
                      </a:r>
                    </a:p>
                  </a:txBody>
                  <a:tcPr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212121"/>
                          </a:solidFill>
                          <a:latin typeface="Inter" panose="02000503000000020004" pitchFamily="2" charset="0"/>
                        </a:rPr>
                        <a:t>Lorem ipsum</a:t>
                      </a:r>
                    </a:p>
                  </a:txBody>
                  <a:tcPr anchor="ctr">
                    <a:noFill/>
                  </a:tcPr>
                </a:tc>
                <a:extLst>
                  <a:ext uri="{0D108BD9-81ED-4DB2-BD59-A6C34878D82A}">
                    <a16:rowId xmlns:a16="http://schemas.microsoft.com/office/drawing/2014/main" val="4133461347"/>
                  </a:ext>
                </a:extLst>
              </a:tr>
              <a:tr h="7433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212121"/>
                          </a:solidFill>
                          <a:latin typeface="Inter" panose="02000503000000020004" pitchFamily="2" charset="0"/>
                        </a:rPr>
                        <a:t>Lorem ipsum</a:t>
                      </a:r>
                    </a:p>
                  </a:txBody>
                  <a:tcPr anchor="ctr">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
                          <a:schemeClr val="tx1"/>
                        </a:buClr>
                        <a:buSzTx/>
                        <a:buFont typeface="Arial"/>
                        <a:buNone/>
                        <a:tabLst/>
                        <a:defRPr/>
                      </a:pPr>
                      <a:r>
                        <a:rPr lang="en-US" sz="1200" dirty="0">
                          <a:solidFill>
                            <a:srgbClr val="212121"/>
                          </a:solidFill>
                          <a:latin typeface="Inter" panose="02000503000000020004" pitchFamily="2" charset="0"/>
                        </a:rPr>
                        <a:t>Lorem ipsum</a:t>
                      </a:r>
                    </a:p>
                  </a:txBody>
                  <a:tcPr anchor="ctr">
                    <a:solidFill>
                      <a:schemeClr val="accent2"/>
                    </a:solidFill>
                  </a:tcPr>
                </a:tc>
                <a:extLst>
                  <a:ext uri="{0D108BD9-81ED-4DB2-BD59-A6C34878D82A}">
                    <a16:rowId xmlns:a16="http://schemas.microsoft.com/office/drawing/2014/main" val="3324739749"/>
                  </a:ext>
                </a:extLst>
              </a:tr>
              <a:tr h="7433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212121"/>
                          </a:solidFill>
                          <a:latin typeface="Inter" panose="02000503000000020004" pitchFamily="2" charset="0"/>
                        </a:rPr>
                        <a:t>Lorem ipsum</a:t>
                      </a:r>
                    </a:p>
                  </a:txBody>
                  <a:tcPr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212121"/>
                          </a:solidFill>
                          <a:latin typeface="Inter" panose="02000503000000020004" pitchFamily="2" charset="0"/>
                        </a:rPr>
                        <a:t>Lorem ipsum</a:t>
                      </a:r>
                    </a:p>
                  </a:txBody>
                  <a:tcPr anchor="ctr">
                    <a:noFill/>
                  </a:tcPr>
                </a:tc>
                <a:extLst>
                  <a:ext uri="{0D108BD9-81ED-4DB2-BD59-A6C34878D82A}">
                    <a16:rowId xmlns:a16="http://schemas.microsoft.com/office/drawing/2014/main" val="254079654"/>
                  </a:ext>
                </a:extLst>
              </a:tr>
            </a:tbl>
          </a:graphicData>
        </a:graphic>
      </p:graphicFrame>
      <p:graphicFrame>
        <p:nvGraphicFramePr>
          <p:cNvPr id="10" name="Table 7">
            <a:extLst>
              <a:ext uri="{FF2B5EF4-FFF2-40B4-BE49-F238E27FC236}">
                <a16:creationId xmlns:a16="http://schemas.microsoft.com/office/drawing/2014/main" id="{64585837-645E-3247-835A-47148F768FA9}"/>
              </a:ext>
            </a:extLst>
          </p:cNvPr>
          <p:cNvGraphicFramePr>
            <a:graphicFrameLocks noGrp="1"/>
          </p:cNvGraphicFramePr>
          <p:nvPr>
            <p:ph idx="13"/>
            <p:extLst>
              <p:ext uri="{D42A27DB-BD31-4B8C-83A1-F6EECF244321}">
                <p14:modId xmlns:p14="http://schemas.microsoft.com/office/powerpoint/2010/main" val="3875328056"/>
              </p:ext>
            </p:extLst>
          </p:nvPr>
        </p:nvGraphicFramePr>
        <p:xfrm>
          <a:off x="6096000" y="1403350"/>
          <a:ext cx="5395546" cy="4806950"/>
        </p:xfrm>
        <a:graphic>
          <a:graphicData uri="http://schemas.openxmlformats.org/drawingml/2006/table">
            <a:tbl>
              <a:tblPr firstRow="1" bandRow="1">
                <a:tableStyleId>{2D5ABB26-0587-4C30-8999-92F81FD0307C}</a:tableStyleId>
              </a:tblPr>
              <a:tblGrid>
                <a:gridCol w="2697773">
                  <a:extLst>
                    <a:ext uri="{9D8B030D-6E8A-4147-A177-3AD203B41FA5}">
                      <a16:colId xmlns:a16="http://schemas.microsoft.com/office/drawing/2014/main" val="1490195076"/>
                    </a:ext>
                  </a:extLst>
                </a:gridCol>
                <a:gridCol w="2697773">
                  <a:extLst>
                    <a:ext uri="{9D8B030D-6E8A-4147-A177-3AD203B41FA5}">
                      <a16:colId xmlns:a16="http://schemas.microsoft.com/office/drawing/2014/main" val="633684157"/>
                    </a:ext>
                  </a:extLst>
                </a:gridCol>
              </a:tblGrid>
              <a:tr h="346466">
                <a:tc>
                  <a:txBody>
                    <a:bodyPr/>
                    <a:lstStyle/>
                    <a:p>
                      <a:r>
                        <a:rPr lang="en-US" sz="1600" b="0" dirty="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rPr>
                        <a:t>Column header</a:t>
                      </a:r>
                    </a:p>
                  </a:txBody>
                  <a:tcPr marT="0" anchor="ctr">
                    <a:lnL w="12700" cap="flat" cmpd="sng" algn="ctr">
                      <a:noFill/>
                      <a:prstDash val="solid"/>
                      <a:round/>
                      <a:headEnd type="none" w="med" len="med"/>
                      <a:tailEnd type="none" w="med" len="med"/>
                    </a:lnL>
                    <a:lnR>
                      <a:noFill/>
                    </a:lnR>
                    <a:lnT>
                      <a:noFill/>
                    </a:lnT>
                    <a:lnB w="190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b="0" dirty="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rPr>
                        <a:t>Column header</a:t>
                      </a:r>
                    </a:p>
                  </a:txBody>
                  <a:tcPr marT="0" anchor="ctr">
                    <a:lnL>
                      <a:noFill/>
                    </a:lnL>
                    <a:lnR>
                      <a:noFill/>
                    </a:lnR>
                    <a:lnT>
                      <a:noFill/>
                    </a:lnT>
                    <a:lnB w="190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00026564"/>
                  </a:ext>
                </a:extLst>
              </a:tr>
              <a:tr h="74341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212121"/>
                          </a:solidFill>
                          <a:latin typeface="Inter" panose="02000503000000020004" pitchFamily="2" charset="0"/>
                        </a:rPr>
                        <a:t>Lorem ipsum</a:t>
                      </a:r>
                    </a:p>
                  </a:txBody>
                  <a:tcPr anchor="ctr">
                    <a:lnT w="19050" cap="flat" cmpd="sng" algn="ctr">
                      <a:noFill/>
                      <a:prstDash val="solid"/>
                      <a:round/>
                      <a:headEnd type="none" w="med" len="med"/>
                      <a:tailEnd type="none" w="med" len="med"/>
                    </a:lnT>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212121"/>
                          </a:solidFill>
                          <a:latin typeface="Inter" panose="02000503000000020004" pitchFamily="2" charset="0"/>
                        </a:rPr>
                        <a:t>Lorem ipsum</a:t>
                      </a:r>
                    </a:p>
                  </a:txBody>
                  <a:tcPr anchor="ctr">
                    <a:lnT w="19050" cap="flat" cmpd="sng" algn="ctr">
                      <a:noFill/>
                      <a:prstDash val="solid"/>
                      <a:round/>
                      <a:headEnd type="none" w="med" len="med"/>
                      <a:tailEnd type="none" w="med" len="med"/>
                    </a:lnT>
                    <a:solidFill>
                      <a:schemeClr val="accent2"/>
                    </a:solidFill>
                  </a:tcPr>
                </a:tc>
                <a:extLst>
                  <a:ext uri="{0D108BD9-81ED-4DB2-BD59-A6C34878D82A}">
                    <a16:rowId xmlns:a16="http://schemas.microsoft.com/office/drawing/2014/main" val="1990547133"/>
                  </a:ext>
                </a:extLst>
              </a:tr>
              <a:tr h="74341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12121"/>
                          </a:solidFill>
                          <a:effectLst/>
                          <a:uLnTx/>
                          <a:uFillTx/>
                          <a:latin typeface="Inter" panose="02000503000000020004" pitchFamily="2" charset="0"/>
                          <a:ea typeface="+mn-ea"/>
                          <a:cs typeface="+mn-cs"/>
                        </a:rPr>
                        <a:t>Lorem ipsum</a:t>
                      </a:r>
                    </a:p>
                  </a:txBody>
                  <a:tcPr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12121"/>
                          </a:solidFill>
                          <a:effectLst/>
                          <a:uLnTx/>
                          <a:uFillTx/>
                          <a:latin typeface="Inter" panose="02000503000000020004" pitchFamily="2" charset="0"/>
                          <a:ea typeface="+mn-ea"/>
                          <a:cs typeface="+mn-cs"/>
                        </a:rPr>
                        <a:t>Lorem ipsum</a:t>
                      </a:r>
                    </a:p>
                  </a:txBody>
                  <a:tcPr anchor="ctr">
                    <a:noFill/>
                  </a:tcPr>
                </a:tc>
                <a:extLst>
                  <a:ext uri="{0D108BD9-81ED-4DB2-BD59-A6C34878D82A}">
                    <a16:rowId xmlns:a16="http://schemas.microsoft.com/office/drawing/2014/main" val="2257217349"/>
                  </a:ext>
                </a:extLst>
              </a:tr>
              <a:tr h="74341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12121"/>
                          </a:solidFill>
                          <a:effectLst/>
                          <a:uLnTx/>
                          <a:uFillTx/>
                          <a:latin typeface="Inter" panose="02000503000000020004" pitchFamily="2" charset="0"/>
                          <a:ea typeface="+mn-ea"/>
                          <a:cs typeface="+mn-cs"/>
                        </a:rPr>
                        <a:t>Lorem ipsum</a:t>
                      </a:r>
                    </a:p>
                  </a:txBody>
                  <a:tcPr anchor="ctr">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12121"/>
                          </a:solidFill>
                          <a:effectLst/>
                          <a:uLnTx/>
                          <a:uFillTx/>
                          <a:latin typeface="Inter" panose="02000503000000020004" pitchFamily="2" charset="0"/>
                          <a:ea typeface="+mn-ea"/>
                          <a:cs typeface="+mn-cs"/>
                        </a:rPr>
                        <a:t>Lorem ipsum</a:t>
                      </a:r>
                    </a:p>
                  </a:txBody>
                  <a:tcPr anchor="ctr">
                    <a:solidFill>
                      <a:schemeClr val="accent2"/>
                    </a:solidFill>
                  </a:tcPr>
                </a:tc>
                <a:extLst>
                  <a:ext uri="{0D108BD9-81ED-4DB2-BD59-A6C34878D82A}">
                    <a16:rowId xmlns:a16="http://schemas.microsoft.com/office/drawing/2014/main" val="2394731585"/>
                  </a:ext>
                </a:extLst>
              </a:tr>
              <a:tr h="74341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12121"/>
                          </a:solidFill>
                          <a:effectLst/>
                          <a:uLnTx/>
                          <a:uFillTx/>
                          <a:latin typeface="Inter" panose="02000503000000020004" pitchFamily="2" charset="0"/>
                          <a:ea typeface="+mn-ea"/>
                          <a:cs typeface="+mn-cs"/>
                        </a:rPr>
                        <a:t>Lorem ipsum</a:t>
                      </a:r>
                    </a:p>
                  </a:txBody>
                  <a:tcPr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12121"/>
                          </a:solidFill>
                          <a:effectLst/>
                          <a:uLnTx/>
                          <a:uFillTx/>
                          <a:latin typeface="Inter" panose="02000503000000020004" pitchFamily="2" charset="0"/>
                          <a:ea typeface="+mn-ea"/>
                          <a:cs typeface="+mn-cs"/>
                        </a:rPr>
                        <a:t>Lorem ipsum</a:t>
                      </a:r>
                    </a:p>
                  </a:txBody>
                  <a:tcPr anchor="ctr">
                    <a:noFill/>
                  </a:tcPr>
                </a:tc>
                <a:extLst>
                  <a:ext uri="{0D108BD9-81ED-4DB2-BD59-A6C34878D82A}">
                    <a16:rowId xmlns:a16="http://schemas.microsoft.com/office/drawing/2014/main" val="4133461347"/>
                  </a:ext>
                </a:extLst>
              </a:tr>
              <a:tr h="74341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12121"/>
                          </a:solidFill>
                          <a:effectLst/>
                          <a:uLnTx/>
                          <a:uFillTx/>
                          <a:latin typeface="Inter" panose="02000503000000020004" pitchFamily="2" charset="0"/>
                          <a:ea typeface="+mn-ea"/>
                          <a:cs typeface="+mn-cs"/>
                        </a:rPr>
                        <a:t>Lorem ipsum</a:t>
                      </a:r>
                    </a:p>
                  </a:txBody>
                  <a:tcPr anchor="ctr">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12121"/>
                          </a:solidFill>
                          <a:effectLst/>
                          <a:uLnTx/>
                          <a:uFillTx/>
                          <a:latin typeface="Inter" panose="02000503000000020004" pitchFamily="2" charset="0"/>
                          <a:ea typeface="+mn-ea"/>
                          <a:cs typeface="+mn-cs"/>
                        </a:rPr>
                        <a:t>Lorem ipsum</a:t>
                      </a:r>
                    </a:p>
                  </a:txBody>
                  <a:tcPr anchor="ctr">
                    <a:solidFill>
                      <a:schemeClr val="accent2"/>
                    </a:solidFill>
                  </a:tcPr>
                </a:tc>
                <a:extLst>
                  <a:ext uri="{0D108BD9-81ED-4DB2-BD59-A6C34878D82A}">
                    <a16:rowId xmlns:a16="http://schemas.microsoft.com/office/drawing/2014/main" val="3324739749"/>
                  </a:ext>
                </a:extLst>
              </a:tr>
              <a:tr h="74341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12121"/>
                          </a:solidFill>
                          <a:effectLst/>
                          <a:uLnTx/>
                          <a:uFillTx/>
                          <a:latin typeface="Inter" panose="02000503000000020004" pitchFamily="2" charset="0"/>
                          <a:ea typeface="+mn-ea"/>
                          <a:cs typeface="+mn-cs"/>
                        </a:rPr>
                        <a:t>Lorem ipsum</a:t>
                      </a:r>
                    </a:p>
                  </a:txBody>
                  <a:tcPr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12121"/>
                          </a:solidFill>
                          <a:effectLst/>
                          <a:uLnTx/>
                          <a:uFillTx/>
                          <a:latin typeface="Inter" panose="02000503000000020004" pitchFamily="2" charset="0"/>
                          <a:ea typeface="+mn-ea"/>
                          <a:cs typeface="+mn-cs"/>
                        </a:rPr>
                        <a:t>Lorem ipsum</a:t>
                      </a:r>
                    </a:p>
                  </a:txBody>
                  <a:tcPr anchor="ctr">
                    <a:noFill/>
                  </a:tcPr>
                </a:tc>
                <a:extLst>
                  <a:ext uri="{0D108BD9-81ED-4DB2-BD59-A6C34878D82A}">
                    <a16:rowId xmlns:a16="http://schemas.microsoft.com/office/drawing/2014/main" val="254079654"/>
                  </a:ext>
                </a:extLst>
              </a:tr>
            </a:tbl>
          </a:graphicData>
        </a:graphic>
      </p:graphicFrame>
      <p:sp>
        <p:nvSpPr>
          <p:cNvPr id="6" name="Slide Number Placeholder 5">
            <a:extLst>
              <a:ext uri="{FF2B5EF4-FFF2-40B4-BE49-F238E27FC236}">
                <a16:creationId xmlns:a16="http://schemas.microsoft.com/office/drawing/2014/main" id="{D9B3308D-CC4F-0277-BEEF-6A877B5EA727}"/>
              </a:ext>
            </a:extLst>
          </p:cNvPr>
          <p:cNvSpPr>
            <a:spLocks noGrp="1"/>
          </p:cNvSpPr>
          <p:nvPr>
            <p:ph type="sldNum" sz="quarter" idx="12"/>
          </p:nvPr>
        </p:nvSpPr>
        <p:spPr/>
        <p:txBody>
          <a:bodyPr/>
          <a:lstStyle/>
          <a:p>
            <a:fld id="{7A7A97EF-C944-4447-B862-B593E9B4A0FF}" type="slidenum">
              <a:rPr lang="en-US" smtClean="0"/>
              <a:pPr/>
              <a:t>23</a:t>
            </a:fld>
            <a:endParaRPr lang="en-US" dirty="0"/>
          </a:p>
        </p:txBody>
      </p:sp>
      <p:sp>
        <p:nvSpPr>
          <p:cNvPr id="3" name="Footer Placeholder 15">
            <a:extLst>
              <a:ext uri="{FF2B5EF4-FFF2-40B4-BE49-F238E27FC236}">
                <a16:creationId xmlns:a16="http://schemas.microsoft.com/office/drawing/2014/main" id="{E8CF23AE-0BD8-8B3D-4AF6-225BD795F950}"/>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38299029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833EBBE-A47C-F940-92C6-55FB6025940E}"/>
              </a:ext>
            </a:extLst>
          </p:cNvPr>
          <p:cNvSpPr>
            <a:spLocks noGrp="1"/>
          </p:cNvSpPr>
          <p:nvPr>
            <p:ph type="title"/>
          </p:nvPr>
        </p:nvSpPr>
        <p:spPr/>
        <p:txBody>
          <a:bodyPr/>
          <a:lstStyle/>
          <a:p>
            <a:r>
              <a:rPr lang="en-US" dirty="0"/>
              <a:t>Table layout 3 slide</a:t>
            </a:r>
          </a:p>
        </p:txBody>
      </p:sp>
      <p:graphicFrame>
        <p:nvGraphicFramePr>
          <p:cNvPr id="6" name="Table 7">
            <a:extLst>
              <a:ext uri="{FF2B5EF4-FFF2-40B4-BE49-F238E27FC236}">
                <a16:creationId xmlns:a16="http://schemas.microsoft.com/office/drawing/2014/main" id="{4E5E1FA3-6EAE-3546-9D68-CBE7917A58B2}"/>
              </a:ext>
            </a:extLst>
          </p:cNvPr>
          <p:cNvGraphicFramePr>
            <a:graphicFrameLocks noGrp="1"/>
          </p:cNvGraphicFramePr>
          <p:nvPr>
            <p:ph idx="1"/>
            <p:extLst>
              <p:ext uri="{D42A27DB-BD31-4B8C-83A1-F6EECF244321}">
                <p14:modId xmlns:p14="http://schemas.microsoft.com/office/powerpoint/2010/main" val="477273720"/>
              </p:ext>
            </p:extLst>
          </p:nvPr>
        </p:nvGraphicFramePr>
        <p:xfrm>
          <a:off x="419100" y="1403350"/>
          <a:ext cx="11353800" cy="4806947"/>
        </p:xfrm>
        <a:graphic>
          <a:graphicData uri="http://schemas.openxmlformats.org/drawingml/2006/table">
            <a:tbl>
              <a:tblPr firstRow="1" bandRow="1">
                <a:tableStyleId>{2D5ABB26-0587-4C30-8999-92F81FD0307C}</a:tableStyleId>
              </a:tblPr>
              <a:tblGrid>
                <a:gridCol w="2270760">
                  <a:extLst>
                    <a:ext uri="{9D8B030D-6E8A-4147-A177-3AD203B41FA5}">
                      <a16:colId xmlns:a16="http://schemas.microsoft.com/office/drawing/2014/main" val="1490195076"/>
                    </a:ext>
                  </a:extLst>
                </a:gridCol>
                <a:gridCol w="2270760">
                  <a:extLst>
                    <a:ext uri="{9D8B030D-6E8A-4147-A177-3AD203B41FA5}">
                      <a16:colId xmlns:a16="http://schemas.microsoft.com/office/drawing/2014/main" val="633684157"/>
                    </a:ext>
                  </a:extLst>
                </a:gridCol>
                <a:gridCol w="2270760">
                  <a:extLst>
                    <a:ext uri="{9D8B030D-6E8A-4147-A177-3AD203B41FA5}">
                      <a16:colId xmlns:a16="http://schemas.microsoft.com/office/drawing/2014/main" val="3575578567"/>
                    </a:ext>
                  </a:extLst>
                </a:gridCol>
                <a:gridCol w="2270760">
                  <a:extLst>
                    <a:ext uri="{9D8B030D-6E8A-4147-A177-3AD203B41FA5}">
                      <a16:colId xmlns:a16="http://schemas.microsoft.com/office/drawing/2014/main" val="3145918986"/>
                    </a:ext>
                  </a:extLst>
                </a:gridCol>
                <a:gridCol w="2270760">
                  <a:extLst>
                    <a:ext uri="{9D8B030D-6E8A-4147-A177-3AD203B41FA5}">
                      <a16:colId xmlns:a16="http://schemas.microsoft.com/office/drawing/2014/main" val="2779651552"/>
                    </a:ext>
                  </a:extLst>
                </a:gridCol>
              </a:tblGrid>
              <a:tr h="348155">
                <a:tc>
                  <a:txBody>
                    <a:bodyPr/>
                    <a:lstStyle/>
                    <a:p>
                      <a:r>
                        <a:rPr lang="en-US" sz="1600" b="0" dirty="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rPr>
                        <a:t>Column header</a:t>
                      </a:r>
                    </a:p>
                  </a:txBody>
                  <a:tcPr marT="0" anchor="ctr">
                    <a:lnL>
                      <a:noFill/>
                    </a:lnL>
                    <a:lnR w="12700" cap="flat" cmpd="sng" algn="ctr">
                      <a:solidFill>
                        <a:schemeClr val="tx1"/>
                      </a:solidFill>
                      <a:prstDash val="solid"/>
                      <a:round/>
                      <a:headEnd type="none" w="med" len="med"/>
                      <a:tailEnd type="none" w="med" len="med"/>
                    </a:lnR>
                    <a:lnT>
                      <a:noFill/>
                    </a:lnT>
                    <a:lnB w="190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b="0" dirty="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rPr>
                        <a:t>Column header</a:t>
                      </a:r>
                    </a:p>
                  </a:txBody>
                  <a:tcPr marT="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90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b="0" dirty="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rPr>
                        <a:t>Column header</a:t>
                      </a:r>
                    </a:p>
                  </a:txBody>
                  <a:tcPr marT="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90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b="0" dirty="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rPr>
                        <a:t>Column header</a:t>
                      </a:r>
                    </a:p>
                  </a:txBody>
                  <a:tcPr marT="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90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b="0" dirty="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rPr>
                        <a:t>Column header</a:t>
                      </a:r>
                    </a:p>
                  </a:txBody>
                  <a:tcPr marT="0" anchor="ctr">
                    <a:lnL w="12700" cap="flat" cmpd="sng" algn="ctr">
                      <a:solidFill>
                        <a:schemeClr val="tx1"/>
                      </a:solidFill>
                      <a:prstDash val="solid"/>
                      <a:round/>
                      <a:headEnd type="none" w="med" len="med"/>
                      <a:tailEnd type="none" w="med" len="med"/>
                    </a:lnL>
                    <a:lnR>
                      <a:noFill/>
                    </a:lnR>
                    <a:lnT>
                      <a:noFill/>
                    </a:lnT>
                    <a:lnB w="190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00026564"/>
                  </a:ext>
                </a:extLst>
              </a:tr>
              <a:tr h="7431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Inter" panose="02000503000000020004" pitchFamily="2" charset="0"/>
                          <a:ea typeface="+mn-ea"/>
                          <a:cs typeface="+mn-cs"/>
                        </a:rPr>
                        <a:t>Lorem ipsum</a:t>
                      </a:r>
                    </a:p>
                  </a:txBody>
                  <a:tcPr anchor="ctr">
                    <a:lnR w="1270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Inter" panose="02000503000000020004" pitchFamily="2" charset="0"/>
                          <a:ea typeface="+mn-ea"/>
                          <a:cs typeface="+mn-cs"/>
                        </a:rPr>
                        <a:t>Lorem ipsum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Inter" panose="02000503000000020004" pitchFamily="2" charset="0"/>
                          <a:ea typeface="+mn-ea"/>
                          <a:cs typeface="+mn-cs"/>
                        </a:rPr>
                        <a:t>Lorem ipsum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Inter" panose="02000503000000020004" pitchFamily="2" charset="0"/>
                          <a:ea typeface="+mn-ea"/>
                          <a:cs typeface="+mn-cs"/>
                        </a:rPr>
                        <a:t>Lorem ipsum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Inter" panose="02000503000000020004" pitchFamily="2" charset="0"/>
                          <a:ea typeface="+mn-ea"/>
                          <a:cs typeface="+mn-cs"/>
                        </a:rPr>
                        <a:t>Lorem ipsum</a:t>
                      </a:r>
                    </a:p>
                  </a:txBody>
                  <a:tcPr anchor="ctr">
                    <a:lnL w="12700" cap="flat" cmpd="sng" algn="ctr">
                      <a:solidFill>
                        <a:schemeClr val="tx1"/>
                      </a:solidFill>
                      <a:prstDash val="solid"/>
                      <a:round/>
                      <a:headEnd type="none" w="med" len="med"/>
                      <a:tailEnd type="none" w="med" len="med"/>
                    </a:lnL>
                    <a:lnT w="19050" cap="flat" cmpd="sng" algn="ctr">
                      <a:noFill/>
                      <a:prstDash val="solid"/>
                      <a:round/>
                      <a:headEnd type="none" w="med" len="med"/>
                      <a:tailEnd type="none" w="med" len="med"/>
                    </a:lnT>
                    <a:solidFill>
                      <a:schemeClr val="accent2"/>
                    </a:solidFill>
                  </a:tcPr>
                </a:tc>
                <a:extLst>
                  <a:ext uri="{0D108BD9-81ED-4DB2-BD59-A6C34878D82A}">
                    <a16:rowId xmlns:a16="http://schemas.microsoft.com/office/drawing/2014/main" val="1990547133"/>
                  </a:ext>
                </a:extLst>
              </a:tr>
              <a:tr h="7431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Inter" panose="02000503000000020004" pitchFamily="2" charset="0"/>
                          <a:ea typeface="+mn-ea"/>
                          <a:cs typeface="+mn-cs"/>
                        </a:rPr>
                        <a:t>Lorem ipsum</a:t>
                      </a:r>
                    </a:p>
                  </a:txBody>
                  <a:tcPr anchor="ctr">
                    <a:lnR w="12700"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Inter" panose="02000503000000020004" pitchFamily="2" charset="0"/>
                          <a:ea typeface="+mn-ea"/>
                          <a:cs typeface="+mn-cs"/>
                        </a:rPr>
                        <a:t>Lorem ipsum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Inter" panose="02000503000000020004" pitchFamily="2" charset="0"/>
                          <a:ea typeface="+mn-ea"/>
                          <a:cs typeface="+mn-cs"/>
                        </a:rPr>
                        <a:t>Lorem ipsum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Inter" panose="02000503000000020004" pitchFamily="2" charset="0"/>
                          <a:ea typeface="+mn-ea"/>
                          <a:cs typeface="+mn-cs"/>
                        </a:rPr>
                        <a:t>Lorem ipsum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Inter" panose="02000503000000020004" pitchFamily="2" charset="0"/>
                          <a:ea typeface="+mn-ea"/>
                          <a:cs typeface="+mn-cs"/>
                        </a:rPr>
                        <a:t>Lorem ipsum</a:t>
                      </a:r>
                    </a:p>
                  </a:txBody>
                  <a:tcPr anchor="ctr">
                    <a:lnL w="12700" cap="flat" cmpd="sng" algn="ctr">
                      <a:solidFill>
                        <a:schemeClr val="tx1"/>
                      </a:solidFill>
                      <a:prstDash val="solid"/>
                      <a:round/>
                      <a:headEnd type="none" w="med" len="med"/>
                      <a:tailEnd type="none" w="med" len="med"/>
                    </a:lnL>
                    <a:noFill/>
                  </a:tcPr>
                </a:tc>
                <a:extLst>
                  <a:ext uri="{0D108BD9-81ED-4DB2-BD59-A6C34878D82A}">
                    <a16:rowId xmlns:a16="http://schemas.microsoft.com/office/drawing/2014/main" val="2257217349"/>
                  </a:ext>
                </a:extLst>
              </a:tr>
              <a:tr h="7431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Inter" panose="02000503000000020004" pitchFamily="2" charset="0"/>
                          <a:ea typeface="+mn-ea"/>
                          <a:cs typeface="+mn-cs"/>
                        </a:rPr>
                        <a:t>Lorem ipsum</a:t>
                      </a:r>
                    </a:p>
                  </a:txBody>
                  <a:tcPr anchor="ctr">
                    <a:lnR w="12700" cap="flat" cmpd="sng" algn="ctr">
                      <a:solidFill>
                        <a:schemeClr val="tx1"/>
                      </a:solidFill>
                      <a:prstDash val="solid"/>
                      <a:round/>
                      <a:headEnd type="none" w="med" len="med"/>
                      <a:tailEnd type="none" w="med" len="med"/>
                    </a:lnR>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Inter" panose="02000503000000020004" pitchFamily="2" charset="0"/>
                          <a:ea typeface="+mn-ea"/>
                          <a:cs typeface="+mn-cs"/>
                        </a:rPr>
                        <a:t>Lorem ipsum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Inter" panose="02000503000000020004" pitchFamily="2" charset="0"/>
                          <a:ea typeface="+mn-ea"/>
                          <a:cs typeface="+mn-cs"/>
                        </a:rPr>
                        <a:t>Lorem ipsum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Inter" panose="02000503000000020004" pitchFamily="2" charset="0"/>
                          <a:ea typeface="+mn-ea"/>
                          <a:cs typeface="+mn-cs"/>
                        </a:rPr>
                        <a:t>Lorem ipsum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Inter" panose="02000503000000020004" pitchFamily="2" charset="0"/>
                          <a:ea typeface="+mn-ea"/>
                          <a:cs typeface="+mn-cs"/>
                        </a:rPr>
                        <a:t>Lorem ipsum</a:t>
                      </a:r>
                    </a:p>
                  </a:txBody>
                  <a:tcPr anchor="ctr">
                    <a:lnL w="12700" cap="flat" cmpd="sng" algn="ctr">
                      <a:solidFill>
                        <a:schemeClr val="tx1"/>
                      </a:solidFill>
                      <a:prstDash val="solid"/>
                      <a:round/>
                      <a:headEnd type="none" w="med" len="med"/>
                      <a:tailEnd type="none" w="med" len="med"/>
                    </a:lnL>
                    <a:solidFill>
                      <a:schemeClr val="accent2"/>
                    </a:solidFill>
                  </a:tcPr>
                </a:tc>
                <a:extLst>
                  <a:ext uri="{0D108BD9-81ED-4DB2-BD59-A6C34878D82A}">
                    <a16:rowId xmlns:a16="http://schemas.microsoft.com/office/drawing/2014/main" val="2394731585"/>
                  </a:ext>
                </a:extLst>
              </a:tr>
              <a:tr h="7431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Inter" panose="02000503000000020004" pitchFamily="2" charset="0"/>
                          <a:ea typeface="+mn-ea"/>
                          <a:cs typeface="+mn-cs"/>
                        </a:rPr>
                        <a:t>Lorem ipsum</a:t>
                      </a:r>
                    </a:p>
                  </a:txBody>
                  <a:tcPr anchor="ctr">
                    <a:lnR w="12700"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Inter" panose="02000503000000020004" pitchFamily="2" charset="0"/>
                          <a:ea typeface="+mn-ea"/>
                          <a:cs typeface="+mn-cs"/>
                        </a:rPr>
                        <a:t>Lorem ipsum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Inter" panose="02000503000000020004" pitchFamily="2" charset="0"/>
                          <a:ea typeface="+mn-ea"/>
                          <a:cs typeface="+mn-cs"/>
                        </a:rPr>
                        <a:t>Lorem ipsum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Inter" panose="02000503000000020004" pitchFamily="2" charset="0"/>
                          <a:ea typeface="+mn-ea"/>
                          <a:cs typeface="+mn-cs"/>
                        </a:rPr>
                        <a:t>Lorem ipsum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Inter" panose="02000503000000020004" pitchFamily="2" charset="0"/>
                          <a:ea typeface="+mn-ea"/>
                          <a:cs typeface="+mn-cs"/>
                        </a:rPr>
                        <a:t>Lorem ipsum</a:t>
                      </a:r>
                    </a:p>
                  </a:txBody>
                  <a:tcPr anchor="ctr">
                    <a:lnL w="12700" cap="flat" cmpd="sng" algn="ctr">
                      <a:solidFill>
                        <a:schemeClr val="tx1"/>
                      </a:solidFill>
                      <a:prstDash val="solid"/>
                      <a:round/>
                      <a:headEnd type="none" w="med" len="med"/>
                      <a:tailEnd type="none" w="med" len="med"/>
                    </a:lnL>
                    <a:noFill/>
                  </a:tcPr>
                </a:tc>
                <a:extLst>
                  <a:ext uri="{0D108BD9-81ED-4DB2-BD59-A6C34878D82A}">
                    <a16:rowId xmlns:a16="http://schemas.microsoft.com/office/drawing/2014/main" val="4133461347"/>
                  </a:ext>
                </a:extLst>
              </a:tr>
              <a:tr h="7431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Inter" panose="02000503000000020004" pitchFamily="2" charset="0"/>
                          <a:ea typeface="+mn-ea"/>
                          <a:cs typeface="+mn-cs"/>
                        </a:rPr>
                        <a:t>Lorem ipsum</a:t>
                      </a:r>
                    </a:p>
                  </a:txBody>
                  <a:tcPr anchor="ctr">
                    <a:lnR w="12700" cap="flat" cmpd="sng" algn="ctr">
                      <a:solidFill>
                        <a:schemeClr val="tx1"/>
                      </a:solidFill>
                      <a:prstDash val="solid"/>
                      <a:round/>
                      <a:headEnd type="none" w="med" len="med"/>
                      <a:tailEnd type="none" w="med" len="med"/>
                    </a:lnR>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Inter" panose="02000503000000020004" pitchFamily="2" charset="0"/>
                          <a:ea typeface="+mn-ea"/>
                          <a:cs typeface="+mn-cs"/>
                        </a:rPr>
                        <a:t>Lorem ipsum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Inter" panose="02000503000000020004" pitchFamily="2" charset="0"/>
                          <a:ea typeface="+mn-ea"/>
                          <a:cs typeface="+mn-cs"/>
                        </a:rPr>
                        <a:t>Lorem ipsum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Inter" panose="02000503000000020004" pitchFamily="2" charset="0"/>
                          <a:ea typeface="+mn-ea"/>
                          <a:cs typeface="+mn-cs"/>
                        </a:rPr>
                        <a:t>Lorem ipsum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Inter" panose="02000503000000020004" pitchFamily="2" charset="0"/>
                          <a:ea typeface="+mn-ea"/>
                          <a:cs typeface="+mn-cs"/>
                        </a:rPr>
                        <a:t>Lorem ipsum</a:t>
                      </a:r>
                    </a:p>
                  </a:txBody>
                  <a:tcPr anchor="ctr">
                    <a:lnL w="12700" cap="flat" cmpd="sng" algn="ctr">
                      <a:solidFill>
                        <a:schemeClr val="tx1"/>
                      </a:solidFill>
                      <a:prstDash val="solid"/>
                      <a:round/>
                      <a:headEnd type="none" w="med" len="med"/>
                      <a:tailEnd type="none" w="med" len="med"/>
                    </a:lnL>
                    <a:solidFill>
                      <a:schemeClr val="accent2"/>
                    </a:solidFill>
                  </a:tcPr>
                </a:tc>
                <a:extLst>
                  <a:ext uri="{0D108BD9-81ED-4DB2-BD59-A6C34878D82A}">
                    <a16:rowId xmlns:a16="http://schemas.microsoft.com/office/drawing/2014/main" val="3324739749"/>
                  </a:ext>
                </a:extLst>
              </a:tr>
              <a:tr h="7431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Inter" panose="02000503000000020004" pitchFamily="2" charset="0"/>
                          <a:ea typeface="+mn-ea"/>
                          <a:cs typeface="+mn-cs"/>
                        </a:rPr>
                        <a:t>Lorem ipsum</a:t>
                      </a:r>
                    </a:p>
                  </a:txBody>
                  <a:tcPr anchor="ctr">
                    <a:lnR w="12700"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Inter" panose="02000503000000020004" pitchFamily="2" charset="0"/>
                          <a:ea typeface="+mn-ea"/>
                          <a:cs typeface="+mn-cs"/>
                        </a:rPr>
                        <a:t>Lorem ipsum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Inter" panose="02000503000000020004" pitchFamily="2" charset="0"/>
                          <a:ea typeface="+mn-ea"/>
                          <a:cs typeface="+mn-cs"/>
                        </a:rPr>
                        <a:t>Lorem ipsum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Inter" panose="02000503000000020004" pitchFamily="2" charset="0"/>
                          <a:ea typeface="+mn-ea"/>
                          <a:cs typeface="+mn-cs"/>
                        </a:rPr>
                        <a:t>Lorem ipsum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Inter" panose="02000503000000020004" pitchFamily="2" charset="0"/>
                          <a:ea typeface="+mn-ea"/>
                          <a:cs typeface="+mn-cs"/>
                        </a:rPr>
                        <a:t>Lorem ipsum</a:t>
                      </a:r>
                    </a:p>
                  </a:txBody>
                  <a:tcPr anchor="ctr">
                    <a:lnL w="12700" cap="flat" cmpd="sng" algn="ctr">
                      <a:solidFill>
                        <a:schemeClr val="tx1"/>
                      </a:solidFill>
                      <a:prstDash val="solid"/>
                      <a:round/>
                      <a:headEnd type="none" w="med" len="med"/>
                      <a:tailEnd type="none" w="med" len="med"/>
                    </a:lnL>
                    <a:noFill/>
                  </a:tcPr>
                </a:tc>
                <a:extLst>
                  <a:ext uri="{0D108BD9-81ED-4DB2-BD59-A6C34878D82A}">
                    <a16:rowId xmlns:a16="http://schemas.microsoft.com/office/drawing/2014/main" val="254079654"/>
                  </a:ext>
                </a:extLst>
              </a:tr>
            </a:tbl>
          </a:graphicData>
        </a:graphic>
      </p:graphicFrame>
      <p:sp>
        <p:nvSpPr>
          <p:cNvPr id="5" name="Slide Number Placeholder 4">
            <a:extLst>
              <a:ext uri="{FF2B5EF4-FFF2-40B4-BE49-F238E27FC236}">
                <a16:creationId xmlns:a16="http://schemas.microsoft.com/office/drawing/2014/main" id="{0CF5CB3A-7409-9F34-7285-778D0E507F06}"/>
              </a:ext>
            </a:extLst>
          </p:cNvPr>
          <p:cNvSpPr>
            <a:spLocks noGrp="1"/>
          </p:cNvSpPr>
          <p:nvPr>
            <p:ph type="sldNum" sz="quarter" idx="12"/>
          </p:nvPr>
        </p:nvSpPr>
        <p:spPr/>
        <p:txBody>
          <a:bodyPr/>
          <a:lstStyle/>
          <a:p>
            <a:fld id="{7A7A97EF-C944-4447-B862-B593E9B4A0FF}" type="slidenum">
              <a:rPr lang="en-US" smtClean="0"/>
              <a:pPr/>
              <a:t>24</a:t>
            </a:fld>
            <a:endParaRPr lang="en-US" dirty="0"/>
          </a:p>
        </p:txBody>
      </p:sp>
      <p:sp>
        <p:nvSpPr>
          <p:cNvPr id="3" name="Footer Placeholder 15">
            <a:extLst>
              <a:ext uri="{FF2B5EF4-FFF2-40B4-BE49-F238E27FC236}">
                <a16:creationId xmlns:a16="http://schemas.microsoft.com/office/drawing/2014/main" id="{8984288E-50CC-9FEB-834B-BEC7BA08C467}"/>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23744822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itle 34">
            <a:extLst>
              <a:ext uri="{FF2B5EF4-FFF2-40B4-BE49-F238E27FC236}">
                <a16:creationId xmlns:a16="http://schemas.microsoft.com/office/drawing/2014/main" id="{9F51804B-5410-8E49-8385-06EA65D8FD3A}"/>
              </a:ext>
            </a:extLst>
          </p:cNvPr>
          <p:cNvSpPr>
            <a:spLocks noGrp="1"/>
          </p:cNvSpPr>
          <p:nvPr>
            <p:ph type="title"/>
          </p:nvPr>
        </p:nvSpPr>
        <p:spPr/>
        <p:txBody>
          <a:bodyPr/>
          <a:lstStyle/>
          <a:p>
            <a:r>
              <a:rPr lang="en-US" dirty="0"/>
              <a:t>Agenda 1 slide</a:t>
            </a:r>
          </a:p>
        </p:txBody>
      </p:sp>
      <p:sp>
        <p:nvSpPr>
          <p:cNvPr id="36" name="Text Placeholder 35">
            <a:extLst>
              <a:ext uri="{FF2B5EF4-FFF2-40B4-BE49-F238E27FC236}">
                <a16:creationId xmlns:a16="http://schemas.microsoft.com/office/drawing/2014/main" id="{D5112DB6-59AF-6449-BD70-46F65047238B}"/>
              </a:ext>
            </a:extLst>
          </p:cNvPr>
          <p:cNvSpPr>
            <a:spLocks noGrp="1"/>
          </p:cNvSpPr>
          <p:nvPr>
            <p:ph type="body" sz="quarter" idx="13"/>
          </p:nvPr>
        </p:nvSpPr>
        <p:spPr/>
        <p:txBody>
          <a:bodyPr/>
          <a:lstStyle/>
          <a:p>
            <a:r>
              <a:rPr lang="en-US" spc="80" dirty="0"/>
              <a:t>01</a:t>
            </a:r>
          </a:p>
        </p:txBody>
      </p:sp>
      <p:sp>
        <p:nvSpPr>
          <p:cNvPr id="37" name="Text Placeholder 36">
            <a:extLst>
              <a:ext uri="{FF2B5EF4-FFF2-40B4-BE49-F238E27FC236}">
                <a16:creationId xmlns:a16="http://schemas.microsoft.com/office/drawing/2014/main" id="{7E7BF416-6C20-614A-A51B-CA4318AC49A0}"/>
              </a:ext>
            </a:extLst>
          </p:cNvPr>
          <p:cNvSpPr>
            <a:spLocks noGrp="1"/>
          </p:cNvSpPr>
          <p:nvPr>
            <p:ph type="body" sz="quarter" idx="14"/>
          </p:nvPr>
        </p:nvSpPr>
        <p:spPr/>
        <p:txBody>
          <a:bodyPr/>
          <a:lstStyle/>
          <a:p>
            <a:r>
              <a:rPr lang="en-US" spc="80"/>
              <a:t>02</a:t>
            </a:r>
          </a:p>
        </p:txBody>
      </p:sp>
      <p:sp>
        <p:nvSpPr>
          <p:cNvPr id="38" name="Text Placeholder 37">
            <a:extLst>
              <a:ext uri="{FF2B5EF4-FFF2-40B4-BE49-F238E27FC236}">
                <a16:creationId xmlns:a16="http://schemas.microsoft.com/office/drawing/2014/main" id="{DC9A38FD-90B6-C54C-BEFF-BFA1B81A22CF}"/>
              </a:ext>
            </a:extLst>
          </p:cNvPr>
          <p:cNvSpPr>
            <a:spLocks noGrp="1"/>
          </p:cNvSpPr>
          <p:nvPr>
            <p:ph type="body" sz="quarter" idx="15"/>
          </p:nvPr>
        </p:nvSpPr>
        <p:spPr/>
        <p:txBody>
          <a:bodyPr/>
          <a:lstStyle/>
          <a:p>
            <a:r>
              <a:rPr lang="en-US" spc="80"/>
              <a:t>03</a:t>
            </a:r>
          </a:p>
        </p:txBody>
      </p:sp>
      <p:sp>
        <p:nvSpPr>
          <p:cNvPr id="26" name="Text Placeholder 25">
            <a:extLst>
              <a:ext uri="{FF2B5EF4-FFF2-40B4-BE49-F238E27FC236}">
                <a16:creationId xmlns:a16="http://schemas.microsoft.com/office/drawing/2014/main" id="{1C3E63D0-3D00-69DF-B93B-8BCDBAE48A5C}"/>
              </a:ext>
            </a:extLst>
          </p:cNvPr>
          <p:cNvSpPr>
            <a:spLocks noGrp="1"/>
          </p:cNvSpPr>
          <p:nvPr>
            <p:ph type="body" sz="quarter" idx="16"/>
          </p:nvPr>
        </p:nvSpPr>
        <p:spPr/>
        <p:txBody>
          <a:bodyPr/>
          <a:lstStyle/>
          <a:p>
            <a:endParaRPr lang="en-US" spc="80"/>
          </a:p>
        </p:txBody>
      </p:sp>
      <p:sp>
        <p:nvSpPr>
          <p:cNvPr id="27" name="Text Placeholder 26">
            <a:extLst>
              <a:ext uri="{FF2B5EF4-FFF2-40B4-BE49-F238E27FC236}">
                <a16:creationId xmlns:a16="http://schemas.microsoft.com/office/drawing/2014/main" id="{73D2BC73-2AB1-B448-2FC8-CD83C70A4DA7}"/>
              </a:ext>
            </a:extLst>
          </p:cNvPr>
          <p:cNvSpPr>
            <a:spLocks noGrp="1"/>
          </p:cNvSpPr>
          <p:nvPr>
            <p:ph type="body" sz="quarter" idx="17"/>
          </p:nvPr>
        </p:nvSpPr>
        <p:spPr/>
        <p:txBody>
          <a:bodyPr/>
          <a:lstStyle/>
          <a:p>
            <a:endParaRPr lang="en-US" spc="80"/>
          </a:p>
        </p:txBody>
      </p:sp>
      <p:sp>
        <p:nvSpPr>
          <p:cNvPr id="28" name="Text Placeholder 27">
            <a:extLst>
              <a:ext uri="{FF2B5EF4-FFF2-40B4-BE49-F238E27FC236}">
                <a16:creationId xmlns:a16="http://schemas.microsoft.com/office/drawing/2014/main" id="{81384578-D987-AB07-EA21-0E86D96B2D7F}"/>
              </a:ext>
            </a:extLst>
          </p:cNvPr>
          <p:cNvSpPr>
            <a:spLocks noGrp="1"/>
          </p:cNvSpPr>
          <p:nvPr>
            <p:ph type="body" sz="quarter" idx="18"/>
          </p:nvPr>
        </p:nvSpPr>
        <p:spPr/>
        <p:txBody>
          <a:bodyPr/>
          <a:lstStyle/>
          <a:p>
            <a:endParaRPr lang="en-US" spc="80"/>
          </a:p>
        </p:txBody>
      </p:sp>
      <p:sp>
        <p:nvSpPr>
          <p:cNvPr id="29" name="Text Placeholder 28">
            <a:extLst>
              <a:ext uri="{FF2B5EF4-FFF2-40B4-BE49-F238E27FC236}">
                <a16:creationId xmlns:a16="http://schemas.microsoft.com/office/drawing/2014/main" id="{D551D3FF-9539-F0E8-E684-080E5175A630}"/>
              </a:ext>
            </a:extLst>
          </p:cNvPr>
          <p:cNvSpPr>
            <a:spLocks noGrp="1"/>
          </p:cNvSpPr>
          <p:nvPr>
            <p:ph type="body" sz="quarter" idx="19"/>
          </p:nvPr>
        </p:nvSpPr>
        <p:spPr/>
        <p:txBody>
          <a:bodyPr/>
          <a:lstStyle/>
          <a:p>
            <a:endParaRPr lang="en-US" spc="80"/>
          </a:p>
        </p:txBody>
      </p:sp>
      <p:sp>
        <p:nvSpPr>
          <p:cNvPr id="30" name="Text Placeholder 29">
            <a:extLst>
              <a:ext uri="{FF2B5EF4-FFF2-40B4-BE49-F238E27FC236}">
                <a16:creationId xmlns:a16="http://schemas.microsoft.com/office/drawing/2014/main" id="{093B31E0-3274-6FB0-5441-1ADAAEDCA2B3}"/>
              </a:ext>
            </a:extLst>
          </p:cNvPr>
          <p:cNvSpPr>
            <a:spLocks noGrp="1"/>
          </p:cNvSpPr>
          <p:nvPr>
            <p:ph type="body" sz="quarter" idx="20"/>
          </p:nvPr>
        </p:nvSpPr>
        <p:spPr/>
        <p:txBody>
          <a:bodyPr/>
          <a:lstStyle/>
          <a:p>
            <a:endParaRPr lang="en-US" spc="80"/>
          </a:p>
        </p:txBody>
      </p:sp>
      <p:sp>
        <p:nvSpPr>
          <p:cNvPr id="31" name="Text Placeholder 30">
            <a:extLst>
              <a:ext uri="{FF2B5EF4-FFF2-40B4-BE49-F238E27FC236}">
                <a16:creationId xmlns:a16="http://schemas.microsoft.com/office/drawing/2014/main" id="{17828285-061A-7414-CE63-DCD2489CBB7F}"/>
              </a:ext>
            </a:extLst>
          </p:cNvPr>
          <p:cNvSpPr>
            <a:spLocks noGrp="1"/>
          </p:cNvSpPr>
          <p:nvPr>
            <p:ph type="body" sz="quarter" idx="21"/>
          </p:nvPr>
        </p:nvSpPr>
        <p:spPr/>
        <p:txBody>
          <a:bodyPr/>
          <a:lstStyle/>
          <a:p>
            <a:endParaRPr lang="en-US" spc="80"/>
          </a:p>
        </p:txBody>
      </p:sp>
      <p:sp>
        <p:nvSpPr>
          <p:cNvPr id="32" name="Text Placeholder 31">
            <a:extLst>
              <a:ext uri="{FF2B5EF4-FFF2-40B4-BE49-F238E27FC236}">
                <a16:creationId xmlns:a16="http://schemas.microsoft.com/office/drawing/2014/main" id="{B5E726AF-5195-83C1-581E-B4AE958EE61F}"/>
              </a:ext>
            </a:extLst>
          </p:cNvPr>
          <p:cNvSpPr>
            <a:spLocks noGrp="1"/>
          </p:cNvSpPr>
          <p:nvPr>
            <p:ph type="body" sz="quarter" idx="22"/>
          </p:nvPr>
        </p:nvSpPr>
        <p:spPr/>
        <p:txBody>
          <a:bodyPr/>
          <a:lstStyle/>
          <a:p>
            <a:endParaRPr lang="en-US" spc="80"/>
          </a:p>
        </p:txBody>
      </p:sp>
      <p:sp>
        <p:nvSpPr>
          <p:cNvPr id="46" name="Text Placeholder 45">
            <a:extLst>
              <a:ext uri="{FF2B5EF4-FFF2-40B4-BE49-F238E27FC236}">
                <a16:creationId xmlns:a16="http://schemas.microsoft.com/office/drawing/2014/main" id="{CE533451-FBE8-3E44-9034-AC0E6BC575DF}"/>
              </a:ext>
            </a:extLst>
          </p:cNvPr>
          <p:cNvSpPr>
            <a:spLocks noGrp="1"/>
          </p:cNvSpPr>
          <p:nvPr>
            <p:ph type="body" sz="quarter" idx="23"/>
          </p:nvPr>
        </p:nvSpPr>
        <p:spPr/>
        <p:txBody>
          <a:bodyPr/>
          <a:lstStyle/>
          <a:p>
            <a:r>
              <a:rPr lang="en-US" dirty="0"/>
              <a:t>Agenda item</a:t>
            </a:r>
          </a:p>
          <a:p>
            <a:pPr lvl="1"/>
            <a:r>
              <a:rPr lang="en-US" dirty="0"/>
              <a:t>Description</a:t>
            </a:r>
          </a:p>
          <a:p>
            <a:pPr lvl="2"/>
            <a:r>
              <a:rPr lang="en-US" dirty="0"/>
              <a:t>Time</a:t>
            </a:r>
          </a:p>
        </p:txBody>
      </p:sp>
      <p:sp>
        <p:nvSpPr>
          <p:cNvPr id="33" name="Text Placeholder 32">
            <a:extLst>
              <a:ext uri="{FF2B5EF4-FFF2-40B4-BE49-F238E27FC236}">
                <a16:creationId xmlns:a16="http://schemas.microsoft.com/office/drawing/2014/main" id="{ED3F27E8-0E91-E00D-B021-27BA9CE23A4A}"/>
              </a:ext>
            </a:extLst>
          </p:cNvPr>
          <p:cNvSpPr>
            <a:spLocks noGrp="1"/>
          </p:cNvSpPr>
          <p:nvPr>
            <p:ph type="body" sz="quarter" idx="24"/>
          </p:nvPr>
        </p:nvSpPr>
        <p:spPr/>
        <p:txBody>
          <a:bodyPr/>
          <a:lstStyle/>
          <a:p>
            <a:endParaRPr lang="en-US"/>
          </a:p>
        </p:txBody>
      </p:sp>
      <p:sp>
        <p:nvSpPr>
          <p:cNvPr id="34" name="Text Placeholder 33">
            <a:extLst>
              <a:ext uri="{FF2B5EF4-FFF2-40B4-BE49-F238E27FC236}">
                <a16:creationId xmlns:a16="http://schemas.microsoft.com/office/drawing/2014/main" id="{5AE21BD4-63A9-CF7B-FC50-0FE7EFC4C365}"/>
              </a:ext>
            </a:extLst>
          </p:cNvPr>
          <p:cNvSpPr>
            <a:spLocks noGrp="1"/>
          </p:cNvSpPr>
          <p:nvPr>
            <p:ph type="body" sz="quarter" idx="25"/>
          </p:nvPr>
        </p:nvSpPr>
        <p:spPr/>
        <p:txBody>
          <a:bodyPr/>
          <a:lstStyle/>
          <a:p>
            <a:endParaRPr lang="en-US"/>
          </a:p>
        </p:txBody>
      </p:sp>
      <p:sp>
        <p:nvSpPr>
          <p:cNvPr id="39" name="Text Placeholder 38">
            <a:extLst>
              <a:ext uri="{FF2B5EF4-FFF2-40B4-BE49-F238E27FC236}">
                <a16:creationId xmlns:a16="http://schemas.microsoft.com/office/drawing/2014/main" id="{2F6A2368-E170-A13D-15B3-F7E944A94D8C}"/>
              </a:ext>
            </a:extLst>
          </p:cNvPr>
          <p:cNvSpPr>
            <a:spLocks noGrp="1"/>
          </p:cNvSpPr>
          <p:nvPr>
            <p:ph type="body" sz="quarter" idx="26"/>
          </p:nvPr>
        </p:nvSpPr>
        <p:spPr/>
        <p:txBody>
          <a:bodyPr/>
          <a:lstStyle/>
          <a:p>
            <a:endParaRPr lang="en-US"/>
          </a:p>
        </p:txBody>
      </p:sp>
      <p:sp>
        <p:nvSpPr>
          <p:cNvPr id="40" name="Text Placeholder 39">
            <a:extLst>
              <a:ext uri="{FF2B5EF4-FFF2-40B4-BE49-F238E27FC236}">
                <a16:creationId xmlns:a16="http://schemas.microsoft.com/office/drawing/2014/main" id="{D197A036-7E69-2E62-6BF9-8DEF9C0567EB}"/>
              </a:ext>
            </a:extLst>
          </p:cNvPr>
          <p:cNvSpPr>
            <a:spLocks noGrp="1"/>
          </p:cNvSpPr>
          <p:nvPr>
            <p:ph type="body" sz="quarter" idx="27"/>
          </p:nvPr>
        </p:nvSpPr>
        <p:spPr/>
        <p:txBody>
          <a:bodyPr/>
          <a:lstStyle/>
          <a:p>
            <a:endParaRPr lang="en-US"/>
          </a:p>
        </p:txBody>
      </p:sp>
      <p:sp>
        <p:nvSpPr>
          <p:cNvPr id="41" name="Text Placeholder 40">
            <a:extLst>
              <a:ext uri="{FF2B5EF4-FFF2-40B4-BE49-F238E27FC236}">
                <a16:creationId xmlns:a16="http://schemas.microsoft.com/office/drawing/2014/main" id="{679099AF-3BBE-221A-E638-D53AE22EC1B9}"/>
              </a:ext>
            </a:extLst>
          </p:cNvPr>
          <p:cNvSpPr>
            <a:spLocks noGrp="1"/>
          </p:cNvSpPr>
          <p:nvPr>
            <p:ph type="body" sz="quarter" idx="28"/>
          </p:nvPr>
        </p:nvSpPr>
        <p:spPr/>
        <p:txBody>
          <a:bodyPr/>
          <a:lstStyle/>
          <a:p>
            <a:endParaRPr lang="en-US" dirty="0"/>
          </a:p>
        </p:txBody>
      </p:sp>
      <p:sp>
        <p:nvSpPr>
          <p:cNvPr id="42" name="Text Placeholder 41">
            <a:extLst>
              <a:ext uri="{FF2B5EF4-FFF2-40B4-BE49-F238E27FC236}">
                <a16:creationId xmlns:a16="http://schemas.microsoft.com/office/drawing/2014/main" id="{5993AF4C-E933-251F-FF0B-19371CA24636}"/>
              </a:ext>
            </a:extLst>
          </p:cNvPr>
          <p:cNvSpPr>
            <a:spLocks noGrp="1"/>
          </p:cNvSpPr>
          <p:nvPr>
            <p:ph type="body" sz="quarter" idx="29"/>
          </p:nvPr>
        </p:nvSpPr>
        <p:spPr/>
        <p:txBody>
          <a:bodyPr/>
          <a:lstStyle/>
          <a:p>
            <a:endParaRPr lang="en-US" dirty="0"/>
          </a:p>
        </p:txBody>
      </p:sp>
      <p:sp>
        <p:nvSpPr>
          <p:cNvPr id="43" name="Text Placeholder 42">
            <a:extLst>
              <a:ext uri="{FF2B5EF4-FFF2-40B4-BE49-F238E27FC236}">
                <a16:creationId xmlns:a16="http://schemas.microsoft.com/office/drawing/2014/main" id="{D21FF788-A27D-E37C-F4F0-10D20B9944BE}"/>
              </a:ext>
            </a:extLst>
          </p:cNvPr>
          <p:cNvSpPr>
            <a:spLocks noGrp="1"/>
          </p:cNvSpPr>
          <p:nvPr>
            <p:ph type="body" sz="quarter" idx="30"/>
          </p:nvPr>
        </p:nvSpPr>
        <p:spPr/>
        <p:txBody>
          <a:bodyPr/>
          <a:lstStyle/>
          <a:p>
            <a:endParaRPr lang="en-US"/>
          </a:p>
        </p:txBody>
      </p:sp>
      <p:sp>
        <p:nvSpPr>
          <p:cNvPr id="44" name="Text Placeholder 43">
            <a:extLst>
              <a:ext uri="{FF2B5EF4-FFF2-40B4-BE49-F238E27FC236}">
                <a16:creationId xmlns:a16="http://schemas.microsoft.com/office/drawing/2014/main" id="{5B4B16EF-8BB3-1CB9-A353-F6D0B0A6B213}"/>
              </a:ext>
            </a:extLst>
          </p:cNvPr>
          <p:cNvSpPr>
            <a:spLocks noGrp="1"/>
          </p:cNvSpPr>
          <p:nvPr>
            <p:ph type="body" sz="quarter" idx="31"/>
          </p:nvPr>
        </p:nvSpPr>
        <p:spPr/>
        <p:txBody>
          <a:bodyPr/>
          <a:lstStyle/>
          <a:p>
            <a:endParaRPr lang="en-US"/>
          </a:p>
        </p:txBody>
      </p:sp>
      <p:sp>
        <p:nvSpPr>
          <p:cNvPr id="45" name="Text Placeholder 44">
            <a:extLst>
              <a:ext uri="{FF2B5EF4-FFF2-40B4-BE49-F238E27FC236}">
                <a16:creationId xmlns:a16="http://schemas.microsoft.com/office/drawing/2014/main" id="{3283074B-266C-9A52-09C8-A1361A0F466E}"/>
              </a:ext>
            </a:extLst>
          </p:cNvPr>
          <p:cNvSpPr>
            <a:spLocks noGrp="1"/>
          </p:cNvSpPr>
          <p:nvPr>
            <p:ph type="body" sz="quarter" idx="32"/>
          </p:nvPr>
        </p:nvSpPr>
        <p:spPr/>
        <p:txBody>
          <a:bodyPr/>
          <a:lstStyle/>
          <a:p>
            <a:endParaRPr lang="en-US"/>
          </a:p>
        </p:txBody>
      </p:sp>
      <p:sp>
        <p:nvSpPr>
          <p:cNvPr id="4" name="Slide Number Placeholder 3">
            <a:extLst>
              <a:ext uri="{FF2B5EF4-FFF2-40B4-BE49-F238E27FC236}">
                <a16:creationId xmlns:a16="http://schemas.microsoft.com/office/drawing/2014/main" id="{8AAF6318-23B5-5316-EF73-6D1BB78D9D20}"/>
              </a:ext>
            </a:extLst>
          </p:cNvPr>
          <p:cNvSpPr>
            <a:spLocks noGrp="1"/>
          </p:cNvSpPr>
          <p:nvPr>
            <p:ph type="sldNum" sz="quarter" idx="12"/>
          </p:nvPr>
        </p:nvSpPr>
        <p:spPr/>
        <p:txBody>
          <a:bodyPr/>
          <a:lstStyle/>
          <a:p>
            <a:fld id="{7A7A97EF-C944-4447-B862-B593E9B4A0FF}" type="slidenum">
              <a:rPr lang="en-US" smtClean="0"/>
              <a:pPr/>
              <a:t>25</a:t>
            </a:fld>
            <a:endParaRPr lang="en-US" dirty="0"/>
          </a:p>
        </p:txBody>
      </p:sp>
      <p:sp>
        <p:nvSpPr>
          <p:cNvPr id="5" name="Footer Placeholder 15">
            <a:extLst>
              <a:ext uri="{FF2B5EF4-FFF2-40B4-BE49-F238E27FC236}">
                <a16:creationId xmlns:a16="http://schemas.microsoft.com/office/drawing/2014/main" id="{F38038A6-13DD-0F96-389E-15C648CCB914}"/>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solidFill>
                  <a:schemeClr val="tx1"/>
                </a:solidFill>
                <a:ea typeface="Inter" panose="02000503000000020004" pitchFamily="2" charset="0"/>
              </a:rPr>
              <a:t>© 2026 GE Vernova and/or its affiliates. All rights reserved.</a:t>
            </a:r>
            <a:endParaRPr lang="en-US" sz="800" kern="1200" dirty="0">
              <a:solidFill>
                <a:schemeClr val="tx1"/>
              </a:solidFill>
            </a:endParaRPr>
          </a:p>
        </p:txBody>
      </p:sp>
    </p:spTree>
    <p:extLst>
      <p:ext uri="{BB962C8B-B14F-4D97-AF65-F5344CB8AC3E}">
        <p14:creationId xmlns:p14="http://schemas.microsoft.com/office/powerpoint/2010/main" val="25078189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itle 34">
            <a:extLst>
              <a:ext uri="{FF2B5EF4-FFF2-40B4-BE49-F238E27FC236}">
                <a16:creationId xmlns:a16="http://schemas.microsoft.com/office/drawing/2014/main" id="{9F51804B-5410-8E49-8385-06EA65D8FD3A}"/>
              </a:ext>
            </a:extLst>
          </p:cNvPr>
          <p:cNvSpPr>
            <a:spLocks noGrp="1"/>
          </p:cNvSpPr>
          <p:nvPr>
            <p:ph type="title"/>
          </p:nvPr>
        </p:nvSpPr>
        <p:spPr/>
        <p:txBody>
          <a:bodyPr/>
          <a:lstStyle/>
          <a:p>
            <a:r>
              <a:rPr lang="en-US" dirty="0"/>
              <a:t>Agenda 2 slide</a:t>
            </a:r>
          </a:p>
        </p:txBody>
      </p:sp>
      <p:sp>
        <p:nvSpPr>
          <p:cNvPr id="36" name="Text Placeholder 35">
            <a:extLst>
              <a:ext uri="{FF2B5EF4-FFF2-40B4-BE49-F238E27FC236}">
                <a16:creationId xmlns:a16="http://schemas.microsoft.com/office/drawing/2014/main" id="{D5112DB6-59AF-6449-BD70-46F65047238B}"/>
              </a:ext>
            </a:extLst>
          </p:cNvPr>
          <p:cNvSpPr>
            <a:spLocks noGrp="1"/>
          </p:cNvSpPr>
          <p:nvPr>
            <p:ph type="body" sz="quarter" idx="13"/>
          </p:nvPr>
        </p:nvSpPr>
        <p:spPr/>
        <p:txBody>
          <a:bodyPr/>
          <a:lstStyle/>
          <a:p>
            <a:r>
              <a:rPr lang="en-US" spc="80" dirty="0">
                <a:solidFill>
                  <a:schemeClr val="accent3"/>
                </a:solidFill>
              </a:rPr>
              <a:t>01</a:t>
            </a:r>
          </a:p>
        </p:txBody>
      </p:sp>
      <p:sp>
        <p:nvSpPr>
          <p:cNvPr id="37" name="Text Placeholder 36">
            <a:extLst>
              <a:ext uri="{FF2B5EF4-FFF2-40B4-BE49-F238E27FC236}">
                <a16:creationId xmlns:a16="http://schemas.microsoft.com/office/drawing/2014/main" id="{7E7BF416-6C20-614A-A51B-CA4318AC49A0}"/>
              </a:ext>
            </a:extLst>
          </p:cNvPr>
          <p:cNvSpPr>
            <a:spLocks noGrp="1"/>
          </p:cNvSpPr>
          <p:nvPr>
            <p:ph type="body" sz="quarter" idx="14"/>
          </p:nvPr>
        </p:nvSpPr>
        <p:spPr/>
        <p:txBody>
          <a:bodyPr/>
          <a:lstStyle/>
          <a:p>
            <a:r>
              <a:rPr lang="en-US" spc="80">
                <a:solidFill>
                  <a:schemeClr val="accent3"/>
                </a:solidFill>
              </a:rPr>
              <a:t>02</a:t>
            </a:r>
          </a:p>
        </p:txBody>
      </p:sp>
      <p:sp>
        <p:nvSpPr>
          <p:cNvPr id="38" name="Text Placeholder 37">
            <a:extLst>
              <a:ext uri="{FF2B5EF4-FFF2-40B4-BE49-F238E27FC236}">
                <a16:creationId xmlns:a16="http://schemas.microsoft.com/office/drawing/2014/main" id="{DC9A38FD-90B6-C54C-BEFF-BFA1B81A22CF}"/>
              </a:ext>
            </a:extLst>
          </p:cNvPr>
          <p:cNvSpPr>
            <a:spLocks noGrp="1"/>
          </p:cNvSpPr>
          <p:nvPr>
            <p:ph type="body" sz="quarter" idx="15"/>
          </p:nvPr>
        </p:nvSpPr>
        <p:spPr/>
        <p:txBody>
          <a:bodyPr/>
          <a:lstStyle/>
          <a:p>
            <a:r>
              <a:rPr lang="en-US" spc="80">
                <a:solidFill>
                  <a:schemeClr val="accent3"/>
                </a:solidFill>
              </a:rPr>
              <a:t>03</a:t>
            </a:r>
          </a:p>
        </p:txBody>
      </p:sp>
      <p:sp>
        <p:nvSpPr>
          <p:cNvPr id="11" name="Text Placeholder 10">
            <a:extLst>
              <a:ext uri="{FF2B5EF4-FFF2-40B4-BE49-F238E27FC236}">
                <a16:creationId xmlns:a16="http://schemas.microsoft.com/office/drawing/2014/main" id="{144CB848-795F-C800-53BD-A18C0914F486}"/>
              </a:ext>
            </a:extLst>
          </p:cNvPr>
          <p:cNvSpPr>
            <a:spLocks noGrp="1"/>
          </p:cNvSpPr>
          <p:nvPr>
            <p:ph type="body" sz="quarter" idx="16"/>
          </p:nvPr>
        </p:nvSpPr>
        <p:spPr/>
        <p:txBody>
          <a:bodyPr/>
          <a:lstStyle/>
          <a:p>
            <a:endParaRPr lang="en-US" spc="80">
              <a:solidFill>
                <a:schemeClr val="accent3"/>
              </a:solidFill>
            </a:endParaRPr>
          </a:p>
        </p:txBody>
      </p:sp>
      <p:sp>
        <p:nvSpPr>
          <p:cNvPr id="12" name="Text Placeholder 11">
            <a:extLst>
              <a:ext uri="{FF2B5EF4-FFF2-40B4-BE49-F238E27FC236}">
                <a16:creationId xmlns:a16="http://schemas.microsoft.com/office/drawing/2014/main" id="{4E3136E0-54F7-0CE5-D42B-7019058F6719}"/>
              </a:ext>
            </a:extLst>
          </p:cNvPr>
          <p:cNvSpPr>
            <a:spLocks noGrp="1"/>
          </p:cNvSpPr>
          <p:nvPr>
            <p:ph type="body" sz="quarter" idx="17"/>
          </p:nvPr>
        </p:nvSpPr>
        <p:spPr/>
        <p:txBody>
          <a:bodyPr/>
          <a:lstStyle/>
          <a:p>
            <a:endParaRPr lang="en-US" spc="80">
              <a:solidFill>
                <a:schemeClr val="accent3"/>
              </a:solidFill>
            </a:endParaRPr>
          </a:p>
        </p:txBody>
      </p:sp>
      <p:sp>
        <p:nvSpPr>
          <p:cNvPr id="13" name="Text Placeholder 12">
            <a:extLst>
              <a:ext uri="{FF2B5EF4-FFF2-40B4-BE49-F238E27FC236}">
                <a16:creationId xmlns:a16="http://schemas.microsoft.com/office/drawing/2014/main" id="{EBBD8F3A-AF38-F168-8E82-503C64620EFA}"/>
              </a:ext>
            </a:extLst>
          </p:cNvPr>
          <p:cNvSpPr>
            <a:spLocks noGrp="1"/>
          </p:cNvSpPr>
          <p:nvPr>
            <p:ph type="body" sz="quarter" idx="18"/>
          </p:nvPr>
        </p:nvSpPr>
        <p:spPr/>
        <p:txBody>
          <a:bodyPr/>
          <a:lstStyle/>
          <a:p>
            <a:endParaRPr lang="en-US" spc="80">
              <a:solidFill>
                <a:schemeClr val="accent3"/>
              </a:solidFill>
            </a:endParaRPr>
          </a:p>
        </p:txBody>
      </p:sp>
      <p:sp>
        <p:nvSpPr>
          <p:cNvPr id="14" name="Text Placeholder 13">
            <a:extLst>
              <a:ext uri="{FF2B5EF4-FFF2-40B4-BE49-F238E27FC236}">
                <a16:creationId xmlns:a16="http://schemas.microsoft.com/office/drawing/2014/main" id="{CF38D952-C5B5-E4D8-EE77-400896EE82E7}"/>
              </a:ext>
            </a:extLst>
          </p:cNvPr>
          <p:cNvSpPr>
            <a:spLocks noGrp="1"/>
          </p:cNvSpPr>
          <p:nvPr>
            <p:ph type="body" sz="quarter" idx="19"/>
          </p:nvPr>
        </p:nvSpPr>
        <p:spPr/>
        <p:txBody>
          <a:bodyPr/>
          <a:lstStyle/>
          <a:p>
            <a:endParaRPr lang="en-US" spc="80">
              <a:solidFill>
                <a:schemeClr val="accent3"/>
              </a:solidFill>
            </a:endParaRPr>
          </a:p>
        </p:txBody>
      </p:sp>
      <p:sp>
        <p:nvSpPr>
          <p:cNvPr id="15" name="Text Placeholder 14">
            <a:extLst>
              <a:ext uri="{FF2B5EF4-FFF2-40B4-BE49-F238E27FC236}">
                <a16:creationId xmlns:a16="http://schemas.microsoft.com/office/drawing/2014/main" id="{1BAFD11C-F038-E537-E88A-F243203EDA7D}"/>
              </a:ext>
            </a:extLst>
          </p:cNvPr>
          <p:cNvSpPr>
            <a:spLocks noGrp="1"/>
          </p:cNvSpPr>
          <p:nvPr>
            <p:ph type="body" sz="quarter" idx="20"/>
          </p:nvPr>
        </p:nvSpPr>
        <p:spPr/>
        <p:txBody>
          <a:bodyPr/>
          <a:lstStyle/>
          <a:p>
            <a:endParaRPr lang="en-US" spc="80">
              <a:solidFill>
                <a:schemeClr val="accent3"/>
              </a:solidFill>
            </a:endParaRPr>
          </a:p>
        </p:txBody>
      </p:sp>
      <p:sp>
        <p:nvSpPr>
          <p:cNvPr id="16" name="Text Placeholder 15">
            <a:extLst>
              <a:ext uri="{FF2B5EF4-FFF2-40B4-BE49-F238E27FC236}">
                <a16:creationId xmlns:a16="http://schemas.microsoft.com/office/drawing/2014/main" id="{933E7B48-59A8-9D7C-4D3E-666E552028AA}"/>
              </a:ext>
            </a:extLst>
          </p:cNvPr>
          <p:cNvSpPr>
            <a:spLocks noGrp="1"/>
          </p:cNvSpPr>
          <p:nvPr>
            <p:ph type="body" sz="quarter" idx="21"/>
          </p:nvPr>
        </p:nvSpPr>
        <p:spPr/>
        <p:txBody>
          <a:bodyPr/>
          <a:lstStyle/>
          <a:p>
            <a:endParaRPr lang="en-US" spc="80">
              <a:solidFill>
                <a:schemeClr val="accent3"/>
              </a:solidFill>
            </a:endParaRPr>
          </a:p>
        </p:txBody>
      </p:sp>
      <p:sp>
        <p:nvSpPr>
          <p:cNvPr id="17" name="Text Placeholder 16">
            <a:extLst>
              <a:ext uri="{FF2B5EF4-FFF2-40B4-BE49-F238E27FC236}">
                <a16:creationId xmlns:a16="http://schemas.microsoft.com/office/drawing/2014/main" id="{14CF2222-18D8-24C6-6EA1-F154BB0A5B4C}"/>
              </a:ext>
            </a:extLst>
          </p:cNvPr>
          <p:cNvSpPr>
            <a:spLocks noGrp="1"/>
          </p:cNvSpPr>
          <p:nvPr>
            <p:ph type="body" sz="quarter" idx="22"/>
          </p:nvPr>
        </p:nvSpPr>
        <p:spPr/>
        <p:txBody>
          <a:bodyPr/>
          <a:lstStyle/>
          <a:p>
            <a:endParaRPr lang="en-US" spc="80">
              <a:solidFill>
                <a:schemeClr val="accent3"/>
              </a:solidFill>
            </a:endParaRPr>
          </a:p>
        </p:txBody>
      </p:sp>
      <p:sp>
        <p:nvSpPr>
          <p:cNvPr id="46" name="Text Placeholder 45">
            <a:extLst>
              <a:ext uri="{FF2B5EF4-FFF2-40B4-BE49-F238E27FC236}">
                <a16:creationId xmlns:a16="http://schemas.microsoft.com/office/drawing/2014/main" id="{CE533451-FBE8-3E44-9034-AC0E6BC575DF}"/>
              </a:ext>
            </a:extLst>
          </p:cNvPr>
          <p:cNvSpPr>
            <a:spLocks noGrp="1"/>
          </p:cNvSpPr>
          <p:nvPr>
            <p:ph type="body" sz="quarter" idx="23"/>
          </p:nvPr>
        </p:nvSpPr>
        <p:spPr/>
        <p:txBody>
          <a:bodyPr/>
          <a:lstStyle/>
          <a:p>
            <a:r>
              <a:rPr lang="en-US" dirty="0"/>
              <a:t>Agenda item</a:t>
            </a:r>
          </a:p>
          <a:p>
            <a:pPr lvl="1"/>
            <a:r>
              <a:rPr lang="en-US" dirty="0"/>
              <a:t>Description</a:t>
            </a:r>
          </a:p>
          <a:p>
            <a:pPr lvl="2"/>
            <a:r>
              <a:rPr lang="en-US" dirty="0"/>
              <a:t>Time</a:t>
            </a:r>
          </a:p>
        </p:txBody>
      </p:sp>
      <p:sp>
        <p:nvSpPr>
          <p:cNvPr id="18" name="Text Placeholder 17">
            <a:extLst>
              <a:ext uri="{FF2B5EF4-FFF2-40B4-BE49-F238E27FC236}">
                <a16:creationId xmlns:a16="http://schemas.microsoft.com/office/drawing/2014/main" id="{0D07B286-5D48-4CAF-8E51-1200560CCA2E}"/>
              </a:ext>
            </a:extLst>
          </p:cNvPr>
          <p:cNvSpPr>
            <a:spLocks noGrp="1"/>
          </p:cNvSpPr>
          <p:nvPr>
            <p:ph type="body" sz="quarter" idx="24"/>
          </p:nvPr>
        </p:nvSpPr>
        <p:spPr/>
        <p:txBody>
          <a:bodyPr/>
          <a:lstStyle/>
          <a:p>
            <a:endParaRPr lang="en-US" dirty="0"/>
          </a:p>
        </p:txBody>
      </p:sp>
      <p:sp>
        <p:nvSpPr>
          <p:cNvPr id="19" name="Text Placeholder 18">
            <a:extLst>
              <a:ext uri="{FF2B5EF4-FFF2-40B4-BE49-F238E27FC236}">
                <a16:creationId xmlns:a16="http://schemas.microsoft.com/office/drawing/2014/main" id="{0FBF8A54-0B68-DC8B-0407-A1755F09AC33}"/>
              </a:ext>
            </a:extLst>
          </p:cNvPr>
          <p:cNvSpPr>
            <a:spLocks noGrp="1"/>
          </p:cNvSpPr>
          <p:nvPr>
            <p:ph type="body" sz="quarter" idx="25"/>
          </p:nvPr>
        </p:nvSpPr>
        <p:spPr/>
        <p:txBody>
          <a:bodyPr/>
          <a:lstStyle/>
          <a:p>
            <a:endParaRPr lang="en-US"/>
          </a:p>
        </p:txBody>
      </p:sp>
      <p:sp>
        <p:nvSpPr>
          <p:cNvPr id="20" name="Text Placeholder 19">
            <a:extLst>
              <a:ext uri="{FF2B5EF4-FFF2-40B4-BE49-F238E27FC236}">
                <a16:creationId xmlns:a16="http://schemas.microsoft.com/office/drawing/2014/main" id="{1B5F8BA0-C8BD-B780-3CB0-81FF71E70BB8}"/>
              </a:ext>
            </a:extLst>
          </p:cNvPr>
          <p:cNvSpPr>
            <a:spLocks noGrp="1"/>
          </p:cNvSpPr>
          <p:nvPr>
            <p:ph type="body" sz="quarter" idx="26"/>
          </p:nvPr>
        </p:nvSpPr>
        <p:spPr/>
        <p:txBody>
          <a:bodyPr/>
          <a:lstStyle/>
          <a:p>
            <a:endParaRPr lang="en-US"/>
          </a:p>
        </p:txBody>
      </p:sp>
      <p:sp>
        <p:nvSpPr>
          <p:cNvPr id="21" name="Text Placeholder 20">
            <a:extLst>
              <a:ext uri="{FF2B5EF4-FFF2-40B4-BE49-F238E27FC236}">
                <a16:creationId xmlns:a16="http://schemas.microsoft.com/office/drawing/2014/main" id="{6EDE7449-8F5C-CE1E-67F0-5A7201932C6B}"/>
              </a:ext>
            </a:extLst>
          </p:cNvPr>
          <p:cNvSpPr>
            <a:spLocks noGrp="1"/>
          </p:cNvSpPr>
          <p:nvPr>
            <p:ph type="body" sz="quarter" idx="27"/>
          </p:nvPr>
        </p:nvSpPr>
        <p:spPr/>
        <p:txBody>
          <a:bodyPr/>
          <a:lstStyle/>
          <a:p>
            <a:endParaRPr lang="en-US"/>
          </a:p>
        </p:txBody>
      </p:sp>
      <p:sp>
        <p:nvSpPr>
          <p:cNvPr id="22" name="Text Placeholder 21">
            <a:extLst>
              <a:ext uri="{FF2B5EF4-FFF2-40B4-BE49-F238E27FC236}">
                <a16:creationId xmlns:a16="http://schemas.microsoft.com/office/drawing/2014/main" id="{9737F963-125E-1B96-39F9-479C00B788B1}"/>
              </a:ext>
            </a:extLst>
          </p:cNvPr>
          <p:cNvSpPr>
            <a:spLocks noGrp="1"/>
          </p:cNvSpPr>
          <p:nvPr>
            <p:ph type="body" sz="quarter" idx="28"/>
          </p:nvPr>
        </p:nvSpPr>
        <p:spPr/>
        <p:txBody>
          <a:bodyPr/>
          <a:lstStyle/>
          <a:p>
            <a:endParaRPr lang="en-US"/>
          </a:p>
        </p:txBody>
      </p:sp>
      <p:sp>
        <p:nvSpPr>
          <p:cNvPr id="23" name="Text Placeholder 22">
            <a:extLst>
              <a:ext uri="{FF2B5EF4-FFF2-40B4-BE49-F238E27FC236}">
                <a16:creationId xmlns:a16="http://schemas.microsoft.com/office/drawing/2014/main" id="{F503A7C6-ED40-F7B4-84E4-010141CB03DB}"/>
              </a:ext>
            </a:extLst>
          </p:cNvPr>
          <p:cNvSpPr>
            <a:spLocks noGrp="1"/>
          </p:cNvSpPr>
          <p:nvPr>
            <p:ph type="body" sz="quarter" idx="29"/>
          </p:nvPr>
        </p:nvSpPr>
        <p:spPr/>
        <p:txBody>
          <a:bodyPr/>
          <a:lstStyle/>
          <a:p>
            <a:endParaRPr lang="en-US"/>
          </a:p>
        </p:txBody>
      </p:sp>
      <p:sp>
        <p:nvSpPr>
          <p:cNvPr id="24" name="Text Placeholder 23">
            <a:extLst>
              <a:ext uri="{FF2B5EF4-FFF2-40B4-BE49-F238E27FC236}">
                <a16:creationId xmlns:a16="http://schemas.microsoft.com/office/drawing/2014/main" id="{4A321C9F-577E-2BB7-EE16-E3D02D8131AE}"/>
              </a:ext>
            </a:extLst>
          </p:cNvPr>
          <p:cNvSpPr>
            <a:spLocks noGrp="1"/>
          </p:cNvSpPr>
          <p:nvPr>
            <p:ph type="body" sz="quarter" idx="30"/>
          </p:nvPr>
        </p:nvSpPr>
        <p:spPr/>
        <p:txBody>
          <a:bodyPr/>
          <a:lstStyle/>
          <a:p>
            <a:endParaRPr lang="en-US"/>
          </a:p>
        </p:txBody>
      </p:sp>
      <p:sp>
        <p:nvSpPr>
          <p:cNvPr id="25" name="Text Placeholder 24">
            <a:extLst>
              <a:ext uri="{FF2B5EF4-FFF2-40B4-BE49-F238E27FC236}">
                <a16:creationId xmlns:a16="http://schemas.microsoft.com/office/drawing/2014/main" id="{0BE34528-06B6-9E49-02D8-D5207E107791}"/>
              </a:ext>
            </a:extLst>
          </p:cNvPr>
          <p:cNvSpPr>
            <a:spLocks noGrp="1"/>
          </p:cNvSpPr>
          <p:nvPr>
            <p:ph type="body" sz="quarter" idx="31"/>
          </p:nvPr>
        </p:nvSpPr>
        <p:spPr/>
        <p:txBody>
          <a:bodyPr/>
          <a:lstStyle/>
          <a:p>
            <a:endParaRPr lang="en-US"/>
          </a:p>
        </p:txBody>
      </p:sp>
      <p:sp>
        <p:nvSpPr>
          <p:cNvPr id="47" name="Text Placeholder 46">
            <a:extLst>
              <a:ext uri="{FF2B5EF4-FFF2-40B4-BE49-F238E27FC236}">
                <a16:creationId xmlns:a16="http://schemas.microsoft.com/office/drawing/2014/main" id="{588F6C34-18A2-6ED9-9144-E30CE6EB22AA}"/>
              </a:ext>
            </a:extLst>
          </p:cNvPr>
          <p:cNvSpPr>
            <a:spLocks noGrp="1"/>
          </p:cNvSpPr>
          <p:nvPr>
            <p:ph type="body" sz="quarter" idx="32"/>
          </p:nvPr>
        </p:nvSpPr>
        <p:spPr/>
        <p:txBody>
          <a:bodyPr/>
          <a:lstStyle/>
          <a:p>
            <a:endParaRPr lang="en-US"/>
          </a:p>
        </p:txBody>
      </p:sp>
      <p:sp>
        <p:nvSpPr>
          <p:cNvPr id="4" name="Slide Number Placeholder 3">
            <a:extLst>
              <a:ext uri="{FF2B5EF4-FFF2-40B4-BE49-F238E27FC236}">
                <a16:creationId xmlns:a16="http://schemas.microsoft.com/office/drawing/2014/main" id="{D9D5CEB3-B5C0-8100-11A5-E3FA72F4418A}"/>
              </a:ext>
            </a:extLst>
          </p:cNvPr>
          <p:cNvSpPr>
            <a:spLocks noGrp="1"/>
          </p:cNvSpPr>
          <p:nvPr>
            <p:ph type="sldNum" sz="quarter" idx="12"/>
          </p:nvPr>
        </p:nvSpPr>
        <p:spPr/>
        <p:txBody>
          <a:bodyPr/>
          <a:lstStyle/>
          <a:p>
            <a:fld id="{7A7A97EF-C944-4447-B862-B593E9B4A0FF}" type="slidenum">
              <a:rPr lang="en-US" smtClean="0"/>
              <a:pPr/>
              <a:t>26</a:t>
            </a:fld>
            <a:endParaRPr lang="en-US" dirty="0"/>
          </a:p>
        </p:txBody>
      </p:sp>
      <p:sp>
        <p:nvSpPr>
          <p:cNvPr id="3" name="Footer Placeholder 15">
            <a:extLst>
              <a:ext uri="{FF2B5EF4-FFF2-40B4-BE49-F238E27FC236}">
                <a16:creationId xmlns:a16="http://schemas.microsoft.com/office/drawing/2014/main" id="{FC3FDEF4-EA7D-405B-1D75-8D6C287E48DB}"/>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5665656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58DBAAD-94A8-D342-A33A-DDF2238FBF66}"/>
              </a:ext>
            </a:extLst>
          </p:cNvPr>
          <p:cNvSpPr>
            <a:spLocks noGrp="1"/>
          </p:cNvSpPr>
          <p:nvPr>
            <p:ph type="title"/>
          </p:nvPr>
        </p:nvSpPr>
        <p:spPr/>
        <p:txBody>
          <a:bodyPr/>
          <a:lstStyle/>
          <a:p>
            <a:r>
              <a:rPr lang="en-US" dirty="0"/>
              <a:t>Presenters slide</a:t>
            </a:r>
          </a:p>
        </p:txBody>
      </p:sp>
      <p:sp>
        <p:nvSpPr>
          <p:cNvPr id="23" name="Picture Placeholder 22">
            <a:extLst>
              <a:ext uri="{FF2B5EF4-FFF2-40B4-BE49-F238E27FC236}">
                <a16:creationId xmlns:a16="http://schemas.microsoft.com/office/drawing/2014/main" id="{A43E45C3-85F9-69AF-3023-41E2676190A5}"/>
              </a:ext>
            </a:extLst>
          </p:cNvPr>
          <p:cNvSpPr>
            <a:spLocks noGrp="1"/>
          </p:cNvSpPr>
          <p:nvPr>
            <p:ph type="pic" sz="quarter" idx="29"/>
          </p:nvPr>
        </p:nvSpPr>
        <p:spPr/>
        <p:txBody>
          <a:bodyPr/>
          <a:lstStyle/>
          <a:p>
            <a:endParaRPr lang="en-US"/>
          </a:p>
        </p:txBody>
      </p:sp>
      <p:sp>
        <p:nvSpPr>
          <p:cNvPr id="21" name="Picture Placeholder 20">
            <a:extLst>
              <a:ext uri="{FF2B5EF4-FFF2-40B4-BE49-F238E27FC236}">
                <a16:creationId xmlns:a16="http://schemas.microsoft.com/office/drawing/2014/main" id="{A6A29184-9621-5061-602A-1C019ED30C7B}"/>
              </a:ext>
            </a:extLst>
          </p:cNvPr>
          <p:cNvSpPr>
            <a:spLocks noGrp="1"/>
          </p:cNvSpPr>
          <p:nvPr>
            <p:ph type="pic" sz="quarter" idx="27"/>
          </p:nvPr>
        </p:nvSpPr>
        <p:spPr/>
        <p:txBody>
          <a:bodyPr/>
          <a:lstStyle/>
          <a:p>
            <a:endParaRPr lang="en-US"/>
          </a:p>
        </p:txBody>
      </p:sp>
      <p:sp>
        <p:nvSpPr>
          <p:cNvPr id="17" name="Picture Placeholder 16">
            <a:extLst>
              <a:ext uri="{FF2B5EF4-FFF2-40B4-BE49-F238E27FC236}">
                <a16:creationId xmlns:a16="http://schemas.microsoft.com/office/drawing/2014/main" id="{12E026D3-82F1-6158-4F8E-FC24287F5441}"/>
              </a:ext>
            </a:extLst>
          </p:cNvPr>
          <p:cNvSpPr>
            <a:spLocks noGrp="1"/>
          </p:cNvSpPr>
          <p:nvPr>
            <p:ph type="pic" sz="quarter" idx="25"/>
          </p:nvPr>
        </p:nvSpPr>
        <p:spPr/>
        <p:txBody>
          <a:bodyPr/>
          <a:lstStyle/>
          <a:p>
            <a:endParaRPr lang="en-US"/>
          </a:p>
        </p:txBody>
      </p:sp>
      <p:sp>
        <p:nvSpPr>
          <p:cNvPr id="11" name="Text Placeholder 10">
            <a:extLst>
              <a:ext uri="{FF2B5EF4-FFF2-40B4-BE49-F238E27FC236}">
                <a16:creationId xmlns:a16="http://schemas.microsoft.com/office/drawing/2014/main" id="{1E2142AF-0623-524F-8093-81A296FC81A6}"/>
              </a:ext>
            </a:extLst>
          </p:cNvPr>
          <p:cNvSpPr>
            <a:spLocks noGrp="1"/>
          </p:cNvSpPr>
          <p:nvPr>
            <p:ph type="body" sz="quarter" idx="18"/>
          </p:nvPr>
        </p:nvSpPr>
        <p:spPr/>
        <p:txBody>
          <a:bodyPr/>
          <a:lstStyle/>
          <a:p>
            <a:r>
              <a:rPr lang="en-US" dirty="0"/>
              <a:t>Name</a:t>
            </a:r>
          </a:p>
          <a:p>
            <a:pPr lvl="1"/>
            <a:r>
              <a:rPr lang="en-US" dirty="0"/>
              <a:t>Function/Title</a:t>
            </a:r>
          </a:p>
          <a:p>
            <a:pPr lvl="2"/>
            <a:r>
              <a:rPr lang="en-US" dirty="0"/>
              <a:t>Summary of background</a:t>
            </a:r>
          </a:p>
        </p:txBody>
      </p:sp>
      <p:sp>
        <p:nvSpPr>
          <p:cNvPr id="18" name="Text Placeholder 17">
            <a:extLst>
              <a:ext uri="{FF2B5EF4-FFF2-40B4-BE49-F238E27FC236}">
                <a16:creationId xmlns:a16="http://schemas.microsoft.com/office/drawing/2014/main" id="{411579ED-7DAF-0552-AF56-C22D95BE645D}"/>
              </a:ext>
            </a:extLst>
          </p:cNvPr>
          <p:cNvSpPr>
            <a:spLocks noGrp="1"/>
          </p:cNvSpPr>
          <p:nvPr>
            <p:ph type="body" sz="quarter" idx="20"/>
          </p:nvPr>
        </p:nvSpPr>
        <p:spPr/>
        <p:txBody>
          <a:bodyPr/>
          <a:lstStyle/>
          <a:p>
            <a:r>
              <a:rPr lang="en-US" dirty="0"/>
              <a:t>Name</a:t>
            </a:r>
          </a:p>
          <a:p>
            <a:pPr lvl="1"/>
            <a:r>
              <a:rPr lang="en-US" dirty="0"/>
              <a:t>Function/Title</a:t>
            </a:r>
          </a:p>
          <a:p>
            <a:pPr lvl="2"/>
            <a:r>
              <a:rPr lang="en-US" dirty="0"/>
              <a:t>Summary of background</a:t>
            </a:r>
          </a:p>
          <a:p>
            <a:endParaRPr lang="en-US" dirty="0"/>
          </a:p>
        </p:txBody>
      </p:sp>
      <p:sp>
        <p:nvSpPr>
          <p:cNvPr id="20" name="Text Placeholder 19">
            <a:extLst>
              <a:ext uri="{FF2B5EF4-FFF2-40B4-BE49-F238E27FC236}">
                <a16:creationId xmlns:a16="http://schemas.microsoft.com/office/drawing/2014/main" id="{1FC979D8-6743-2A3F-A7EE-847CBA814F64}"/>
              </a:ext>
            </a:extLst>
          </p:cNvPr>
          <p:cNvSpPr>
            <a:spLocks noGrp="1"/>
          </p:cNvSpPr>
          <p:nvPr>
            <p:ph type="body" sz="quarter" idx="22"/>
          </p:nvPr>
        </p:nvSpPr>
        <p:spPr/>
        <p:txBody>
          <a:bodyPr/>
          <a:lstStyle/>
          <a:p>
            <a:r>
              <a:rPr lang="en-US" dirty="0"/>
              <a:t>Name</a:t>
            </a:r>
          </a:p>
          <a:p>
            <a:pPr lvl="1"/>
            <a:r>
              <a:rPr lang="en-US" dirty="0"/>
              <a:t>Function/Title</a:t>
            </a:r>
          </a:p>
          <a:p>
            <a:pPr lvl="2"/>
            <a:r>
              <a:rPr lang="en-US" dirty="0"/>
              <a:t>Summary of background</a:t>
            </a:r>
          </a:p>
          <a:p>
            <a:endParaRPr lang="en-US" dirty="0"/>
          </a:p>
        </p:txBody>
      </p:sp>
      <p:sp>
        <p:nvSpPr>
          <p:cNvPr id="14" name="Text Placeholder 13">
            <a:extLst>
              <a:ext uri="{FF2B5EF4-FFF2-40B4-BE49-F238E27FC236}">
                <a16:creationId xmlns:a16="http://schemas.microsoft.com/office/drawing/2014/main" id="{0D9BDEF2-2A0C-9648-9F76-2AAA3669012D}"/>
              </a:ext>
            </a:extLst>
          </p:cNvPr>
          <p:cNvSpPr>
            <a:spLocks noGrp="1"/>
          </p:cNvSpPr>
          <p:nvPr>
            <p:ph type="body" sz="quarter" idx="24"/>
          </p:nvPr>
        </p:nvSpPr>
        <p:spPr/>
        <p:txBody>
          <a:bodyPr/>
          <a:lstStyle/>
          <a:p>
            <a:r>
              <a:rPr lang="en-US" dirty="0"/>
              <a:t>Delete any unused picture placeholders</a:t>
            </a:r>
          </a:p>
        </p:txBody>
      </p:sp>
      <p:sp>
        <p:nvSpPr>
          <p:cNvPr id="19" name="Text Placeholder 18">
            <a:extLst>
              <a:ext uri="{FF2B5EF4-FFF2-40B4-BE49-F238E27FC236}">
                <a16:creationId xmlns:a16="http://schemas.microsoft.com/office/drawing/2014/main" id="{2C1AB32B-3B5B-F20C-3931-4829954F4897}"/>
              </a:ext>
            </a:extLst>
          </p:cNvPr>
          <p:cNvSpPr>
            <a:spLocks noGrp="1"/>
          </p:cNvSpPr>
          <p:nvPr>
            <p:ph type="body" sz="quarter" idx="26"/>
          </p:nvPr>
        </p:nvSpPr>
        <p:spPr/>
        <p:txBody>
          <a:bodyPr/>
          <a:lstStyle/>
          <a:p>
            <a:endParaRPr lang="en-US"/>
          </a:p>
        </p:txBody>
      </p:sp>
      <p:sp>
        <p:nvSpPr>
          <p:cNvPr id="22" name="Text Placeholder 21">
            <a:extLst>
              <a:ext uri="{FF2B5EF4-FFF2-40B4-BE49-F238E27FC236}">
                <a16:creationId xmlns:a16="http://schemas.microsoft.com/office/drawing/2014/main" id="{B10B5280-F720-BD69-F6E1-EA9E3AB2C238}"/>
              </a:ext>
            </a:extLst>
          </p:cNvPr>
          <p:cNvSpPr>
            <a:spLocks noGrp="1"/>
          </p:cNvSpPr>
          <p:nvPr>
            <p:ph type="body" sz="quarter" idx="28"/>
          </p:nvPr>
        </p:nvSpPr>
        <p:spPr/>
        <p:txBody>
          <a:bodyPr/>
          <a:lstStyle/>
          <a:p>
            <a:endParaRPr lang="en-US"/>
          </a:p>
        </p:txBody>
      </p:sp>
      <p:sp>
        <p:nvSpPr>
          <p:cNvPr id="30" name="Text Placeholder 18">
            <a:extLst>
              <a:ext uri="{FF2B5EF4-FFF2-40B4-BE49-F238E27FC236}">
                <a16:creationId xmlns:a16="http://schemas.microsoft.com/office/drawing/2014/main" id="{739E50D4-121B-62B7-DC29-62C3A8FA8983}"/>
              </a:ext>
            </a:extLst>
          </p:cNvPr>
          <p:cNvSpPr txBox="1">
            <a:spLocks/>
          </p:cNvSpPr>
          <p:nvPr/>
        </p:nvSpPr>
        <p:spPr>
          <a:xfrm>
            <a:off x="1737581" y="3838584"/>
            <a:ext cx="2194560" cy="1955800"/>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200"/>
              </a:spcAft>
              <a:buClr>
                <a:schemeClr val="tx1"/>
              </a:buClr>
              <a:buFont typeface="Arial" panose="020B0604020202020204" pitchFamily="34" charset="0"/>
              <a:buNone/>
              <a:defRPr sz="1400" b="1" kern="1200">
                <a:solidFill>
                  <a:srgbClr val="212121"/>
                </a:solidFill>
                <a:latin typeface="Inter" panose="02000503000000020004" pitchFamily="2" charset="0"/>
                <a:ea typeface="+mn-ea"/>
                <a:cs typeface="+mn-cs"/>
              </a:defRPr>
            </a:lvl1pPr>
            <a:lvl2pPr marL="0" indent="0" algn="l" defTabSz="914400" rtl="0" eaLnBrk="1" latinLnBrk="0" hangingPunct="1">
              <a:lnSpc>
                <a:spcPct val="100000"/>
              </a:lnSpc>
              <a:spcBef>
                <a:spcPts val="0"/>
              </a:spcBef>
              <a:spcAft>
                <a:spcPts val="600"/>
              </a:spcAft>
              <a:buClr>
                <a:schemeClr val="tx1"/>
              </a:buClr>
              <a:buFont typeface="Arial" panose="020B0604020202020204" pitchFamily="34" charset="0"/>
              <a:buNone/>
              <a:defRPr sz="1400" i="1" kern="1200">
                <a:solidFill>
                  <a:srgbClr val="212121"/>
                </a:solidFill>
                <a:latin typeface="Inter" panose="02000503000000020004" pitchFamily="2" charset="0"/>
                <a:ea typeface="+mn-ea"/>
                <a:cs typeface="+mn-cs"/>
              </a:defRPr>
            </a:lvl2pPr>
            <a:lvl3pPr marL="12700" indent="0" algn="l" defTabSz="914400" rtl="0" eaLnBrk="1" latinLnBrk="0" hangingPunct="1">
              <a:lnSpc>
                <a:spcPct val="100000"/>
              </a:lnSpc>
              <a:spcBef>
                <a:spcPts val="0"/>
              </a:spcBef>
              <a:spcAft>
                <a:spcPts val="600"/>
              </a:spcAft>
              <a:buClr>
                <a:schemeClr val="tx1"/>
              </a:buClr>
              <a:buFont typeface="Arial"/>
              <a:buNone/>
              <a:tabLst/>
              <a:defRPr sz="14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1"/>
              </a:buClr>
              <a:buFont typeface="Arial"/>
              <a:buChar char="–"/>
              <a:defRPr sz="14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1"/>
              </a:buClr>
              <a:buFont typeface="Arial"/>
              <a:buChar char="–"/>
              <a:defRPr sz="14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endParaRPr lang="en-US" dirty="0"/>
          </a:p>
        </p:txBody>
      </p:sp>
      <p:sp>
        <p:nvSpPr>
          <p:cNvPr id="5" name="Slide Number Placeholder 4">
            <a:extLst>
              <a:ext uri="{FF2B5EF4-FFF2-40B4-BE49-F238E27FC236}">
                <a16:creationId xmlns:a16="http://schemas.microsoft.com/office/drawing/2014/main" id="{104E0CE6-7958-DD3D-8086-525FE10220A7}"/>
              </a:ext>
            </a:extLst>
          </p:cNvPr>
          <p:cNvSpPr>
            <a:spLocks noGrp="1"/>
          </p:cNvSpPr>
          <p:nvPr>
            <p:ph type="sldNum" sz="quarter" idx="12"/>
          </p:nvPr>
        </p:nvSpPr>
        <p:spPr/>
        <p:txBody>
          <a:bodyPr/>
          <a:lstStyle/>
          <a:p>
            <a:fld id="{7A7A97EF-C944-4447-B862-B593E9B4A0FF}" type="slidenum">
              <a:rPr lang="en-US" smtClean="0"/>
              <a:t>27</a:t>
            </a:fld>
            <a:endParaRPr lang="en-US" dirty="0"/>
          </a:p>
        </p:txBody>
      </p:sp>
      <p:sp>
        <p:nvSpPr>
          <p:cNvPr id="6" name="Picture Placeholder 5">
            <a:extLst>
              <a:ext uri="{FF2B5EF4-FFF2-40B4-BE49-F238E27FC236}">
                <a16:creationId xmlns:a16="http://schemas.microsoft.com/office/drawing/2014/main" id="{80BA7230-3CB9-2BA4-C582-0211DA493849}"/>
              </a:ext>
            </a:extLst>
          </p:cNvPr>
          <p:cNvSpPr>
            <a:spLocks noGrp="1"/>
          </p:cNvSpPr>
          <p:nvPr>
            <p:ph type="pic" sz="quarter" idx="19"/>
          </p:nvPr>
        </p:nvSpPr>
        <p:spPr/>
        <p:txBody>
          <a:bodyPr/>
          <a:lstStyle/>
          <a:p>
            <a:endParaRPr lang="en-US"/>
          </a:p>
        </p:txBody>
      </p:sp>
      <p:sp>
        <p:nvSpPr>
          <p:cNvPr id="8" name="Picture Placeholder 7">
            <a:extLst>
              <a:ext uri="{FF2B5EF4-FFF2-40B4-BE49-F238E27FC236}">
                <a16:creationId xmlns:a16="http://schemas.microsoft.com/office/drawing/2014/main" id="{57EA625C-C8B8-1507-1728-AC3BAC919229}"/>
              </a:ext>
            </a:extLst>
          </p:cNvPr>
          <p:cNvSpPr>
            <a:spLocks noGrp="1"/>
          </p:cNvSpPr>
          <p:nvPr>
            <p:ph type="pic" sz="quarter" idx="21"/>
          </p:nvPr>
        </p:nvSpPr>
        <p:spPr/>
        <p:txBody>
          <a:bodyPr/>
          <a:lstStyle/>
          <a:p>
            <a:endParaRPr lang="en-US"/>
          </a:p>
        </p:txBody>
      </p:sp>
      <p:sp>
        <p:nvSpPr>
          <p:cNvPr id="10" name="Picture Placeholder 9">
            <a:extLst>
              <a:ext uri="{FF2B5EF4-FFF2-40B4-BE49-F238E27FC236}">
                <a16:creationId xmlns:a16="http://schemas.microsoft.com/office/drawing/2014/main" id="{CBC397FC-953A-78AE-398B-1D70D72F3359}"/>
              </a:ext>
            </a:extLst>
          </p:cNvPr>
          <p:cNvSpPr>
            <a:spLocks noGrp="1"/>
          </p:cNvSpPr>
          <p:nvPr>
            <p:ph type="pic" sz="quarter" idx="23"/>
          </p:nvPr>
        </p:nvSpPr>
        <p:spPr/>
        <p:txBody>
          <a:bodyPr/>
          <a:lstStyle/>
          <a:p>
            <a:endParaRPr lang="en-US"/>
          </a:p>
        </p:txBody>
      </p:sp>
      <p:sp>
        <p:nvSpPr>
          <p:cNvPr id="3" name="Footer Placeholder 15">
            <a:extLst>
              <a:ext uri="{FF2B5EF4-FFF2-40B4-BE49-F238E27FC236}">
                <a16:creationId xmlns:a16="http://schemas.microsoft.com/office/drawing/2014/main" id="{2FF1884B-E15B-7314-B51C-48DFC52FC7E0}"/>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12525179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2F6E07C4-A909-DDF6-307C-3BCD2E54167F}"/>
              </a:ext>
            </a:extLst>
          </p:cNvPr>
          <p:cNvSpPr>
            <a:spLocks noGrp="1"/>
          </p:cNvSpPr>
          <p:nvPr>
            <p:ph type="pic" sz="quarter" idx="13"/>
          </p:nvPr>
        </p:nvSpPr>
        <p:spPr/>
        <p:txBody>
          <a:bodyPr/>
          <a:lstStyle/>
          <a:p>
            <a:endParaRPr lang="en-US"/>
          </a:p>
        </p:txBody>
      </p:sp>
      <p:sp>
        <p:nvSpPr>
          <p:cNvPr id="5" name="Content Placeholder 4">
            <a:extLst>
              <a:ext uri="{FF2B5EF4-FFF2-40B4-BE49-F238E27FC236}">
                <a16:creationId xmlns:a16="http://schemas.microsoft.com/office/drawing/2014/main" id="{98E86B94-9A5D-9C48-906E-99C67C894C46}"/>
              </a:ext>
            </a:extLst>
          </p:cNvPr>
          <p:cNvSpPr>
            <a:spLocks noGrp="1"/>
          </p:cNvSpPr>
          <p:nvPr>
            <p:ph idx="1"/>
          </p:nvPr>
        </p:nvSpPr>
        <p:spPr/>
        <p:txBody>
          <a:bodyPr/>
          <a:lstStyle/>
          <a:p>
            <a:pPr lvl="1">
              <a:buClr>
                <a:schemeClr val="tx2"/>
              </a:buClr>
            </a:pPr>
            <a:r>
              <a:rPr lang="en-US" dirty="0"/>
              <a:t>Level 1 text</a:t>
            </a:r>
          </a:p>
          <a:p>
            <a:pPr lvl="2">
              <a:buClr>
                <a:schemeClr val="tx2"/>
              </a:buClr>
            </a:pPr>
            <a:r>
              <a:rPr lang="en-US" dirty="0"/>
              <a:t>Level 2 text</a:t>
            </a:r>
          </a:p>
          <a:p>
            <a:pPr lvl="3">
              <a:buClr>
                <a:schemeClr val="tx2"/>
              </a:buClr>
            </a:pPr>
            <a:r>
              <a:rPr lang="en-US" dirty="0"/>
              <a:t>Level 3 text</a:t>
            </a:r>
          </a:p>
          <a:p>
            <a:pPr lvl="4">
              <a:buClr>
                <a:schemeClr val="tx2"/>
              </a:buClr>
            </a:pPr>
            <a:r>
              <a:rPr lang="en-US" dirty="0"/>
              <a:t>Level 4 text</a:t>
            </a:r>
          </a:p>
          <a:p>
            <a:pPr lvl="3"/>
            <a:endParaRPr lang="en-US" dirty="0"/>
          </a:p>
        </p:txBody>
      </p:sp>
      <p:sp>
        <p:nvSpPr>
          <p:cNvPr id="4" name="Title 3">
            <a:extLst>
              <a:ext uri="{FF2B5EF4-FFF2-40B4-BE49-F238E27FC236}">
                <a16:creationId xmlns:a16="http://schemas.microsoft.com/office/drawing/2014/main" id="{FB0A869E-9FE3-F44E-9404-71E3E9C22DE4}"/>
              </a:ext>
            </a:extLst>
          </p:cNvPr>
          <p:cNvSpPr>
            <a:spLocks noGrp="1"/>
          </p:cNvSpPr>
          <p:nvPr>
            <p:ph type="title"/>
          </p:nvPr>
        </p:nvSpPr>
        <p:spPr/>
        <p:txBody>
          <a:bodyPr/>
          <a:lstStyle/>
          <a:p>
            <a:r>
              <a:rPr lang="en-US" dirty="0"/>
              <a:t>Picture right side example</a:t>
            </a:r>
          </a:p>
        </p:txBody>
      </p:sp>
      <p:sp>
        <p:nvSpPr>
          <p:cNvPr id="6" name="Slide Number Placeholder 5">
            <a:extLst>
              <a:ext uri="{FF2B5EF4-FFF2-40B4-BE49-F238E27FC236}">
                <a16:creationId xmlns:a16="http://schemas.microsoft.com/office/drawing/2014/main" id="{7F5C7C9F-6116-C170-CA15-C86831ADBAB2}"/>
              </a:ext>
            </a:extLst>
          </p:cNvPr>
          <p:cNvSpPr>
            <a:spLocks noGrp="1"/>
          </p:cNvSpPr>
          <p:nvPr>
            <p:ph type="sldNum" sz="quarter" idx="12"/>
          </p:nvPr>
        </p:nvSpPr>
        <p:spPr/>
        <p:txBody>
          <a:bodyPr/>
          <a:lstStyle/>
          <a:p>
            <a:fld id="{7A7A97EF-C944-4447-B862-B593E9B4A0FF}" type="slidenum">
              <a:rPr lang="en-US" smtClean="0"/>
              <a:t>28</a:t>
            </a:fld>
            <a:endParaRPr lang="en-US" dirty="0"/>
          </a:p>
        </p:txBody>
      </p:sp>
      <p:sp>
        <p:nvSpPr>
          <p:cNvPr id="3" name="Footer Placeholder 15">
            <a:extLst>
              <a:ext uri="{FF2B5EF4-FFF2-40B4-BE49-F238E27FC236}">
                <a16:creationId xmlns:a16="http://schemas.microsoft.com/office/drawing/2014/main" id="{FEDA6BC0-B06A-3D2D-9719-FB47B0F9E0B7}"/>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40105372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F62E5D6C-A898-6C35-3D3C-7417322E6638}"/>
              </a:ext>
            </a:extLst>
          </p:cNvPr>
          <p:cNvSpPr>
            <a:spLocks noGrp="1"/>
          </p:cNvSpPr>
          <p:nvPr>
            <p:ph type="pic" sz="quarter" idx="13"/>
          </p:nvPr>
        </p:nvSpPr>
        <p:spPr/>
        <p:txBody>
          <a:bodyPr/>
          <a:lstStyle/>
          <a:p>
            <a:endParaRPr lang="en-US"/>
          </a:p>
        </p:txBody>
      </p:sp>
      <p:sp>
        <p:nvSpPr>
          <p:cNvPr id="4" name="Title 3">
            <a:extLst>
              <a:ext uri="{FF2B5EF4-FFF2-40B4-BE49-F238E27FC236}">
                <a16:creationId xmlns:a16="http://schemas.microsoft.com/office/drawing/2014/main" id="{24715FE0-3E76-ED4A-B77E-B039EC242A0F}"/>
              </a:ext>
            </a:extLst>
          </p:cNvPr>
          <p:cNvSpPr>
            <a:spLocks noGrp="1"/>
          </p:cNvSpPr>
          <p:nvPr>
            <p:ph type="title"/>
          </p:nvPr>
        </p:nvSpPr>
        <p:spPr/>
        <p:txBody>
          <a:bodyPr/>
          <a:lstStyle/>
          <a:p>
            <a:r>
              <a:rPr lang="en-US" dirty="0"/>
              <a:t>Picture bottom example</a:t>
            </a:r>
          </a:p>
        </p:txBody>
      </p:sp>
      <p:sp>
        <p:nvSpPr>
          <p:cNvPr id="5" name="Slide Number Placeholder 4">
            <a:extLst>
              <a:ext uri="{FF2B5EF4-FFF2-40B4-BE49-F238E27FC236}">
                <a16:creationId xmlns:a16="http://schemas.microsoft.com/office/drawing/2014/main" id="{FE709C0B-7C3B-ADD7-62FB-7FEB6BBCAC07}"/>
              </a:ext>
            </a:extLst>
          </p:cNvPr>
          <p:cNvSpPr>
            <a:spLocks noGrp="1"/>
          </p:cNvSpPr>
          <p:nvPr>
            <p:ph type="sldNum" sz="quarter" idx="12"/>
          </p:nvPr>
        </p:nvSpPr>
        <p:spPr/>
        <p:txBody>
          <a:bodyPr/>
          <a:lstStyle/>
          <a:p>
            <a:fld id="{7A7A97EF-C944-4447-B862-B593E9B4A0FF}" type="slidenum">
              <a:rPr lang="en-US" smtClean="0">
                <a:solidFill>
                  <a:schemeClr val="tx2"/>
                </a:solidFill>
              </a:rPr>
              <a:t>29</a:t>
            </a:fld>
            <a:endParaRPr lang="en-US" dirty="0">
              <a:solidFill>
                <a:schemeClr val="tx2"/>
              </a:solidFill>
            </a:endParaRPr>
          </a:p>
        </p:txBody>
      </p:sp>
      <p:sp>
        <p:nvSpPr>
          <p:cNvPr id="3" name="Footer Placeholder 15">
            <a:extLst>
              <a:ext uri="{FF2B5EF4-FFF2-40B4-BE49-F238E27FC236}">
                <a16:creationId xmlns:a16="http://schemas.microsoft.com/office/drawing/2014/main" id="{C1C445B1-9393-22A2-21E6-02E9BFB83E1F}"/>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2701174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8102614-CC16-3E4B-90EA-ECBB4BA32F95}"/>
              </a:ext>
            </a:extLst>
          </p:cNvPr>
          <p:cNvSpPr>
            <a:spLocks noGrp="1"/>
          </p:cNvSpPr>
          <p:nvPr>
            <p:ph type="title"/>
          </p:nvPr>
        </p:nvSpPr>
        <p:spPr/>
        <p:txBody>
          <a:bodyPr/>
          <a:lstStyle/>
          <a:p>
            <a:r>
              <a:rPr lang="en-US" dirty="0"/>
              <a:t>Side-by-side 1 slide</a:t>
            </a:r>
          </a:p>
        </p:txBody>
      </p:sp>
      <p:sp>
        <p:nvSpPr>
          <p:cNvPr id="5" name="Content Placeholder 4">
            <a:extLst>
              <a:ext uri="{FF2B5EF4-FFF2-40B4-BE49-F238E27FC236}">
                <a16:creationId xmlns:a16="http://schemas.microsoft.com/office/drawing/2014/main" id="{5181865C-26E4-AB42-A8C3-7AFAE0DD973C}"/>
              </a:ext>
            </a:extLst>
          </p:cNvPr>
          <p:cNvSpPr>
            <a:spLocks noGrp="1"/>
          </p:cNvSpPr>
          <p:nvPr>
            <p:ph idx="1"/>
          </p:nvPr>
        </p:nvSpPr>
        <p:spPr/>
        <p:txBody>
          <a:bodyPr/>
          <a:lstStyle/>
          <a:p>
            <a:pPr lvl="1"/>
            <a:r>
              <a:rPr lang="en-US" dirty="0"/>
              <a:t>Level 1 text</a:t>
            </a:r>
          </a:p>
          <a:p>
            <a:pPr lvl="2"/>
            <a:r>
              <a:rPr lang="en-US" dirty="0"/>
              <a:t>Level 2 text</a:t>
            </a:r>
          </a:p>
          <a:p>
            <a:pPr lvl="3"/>
            <a:r>
              <a:rPr lang="en-US" dirty="0"/>
              <a:t>Level 3 text</a:t>
            </a:r>
          </a:p>
          <a:p>
            <a:pPr lvl="4"/>
            <a:r>
              <a:rPr lang="en-US" dirty="0"/>
              <a:t>Level 4 text</a:t>
            </a:r>
          </a:p>
        </p:txBody>
      </p:sp>
      <p:sp>
        <p:nvSpPr>
          <p:cNvPr id="6" name="Content Placeholder 5">
            <a:extLst>
              <a:ext uri="{FF2B5EF4-FFF2-40B4-BE49-F238E27FC236}">
                <a16:creationId xmlns:a16="http://schemas.microsoft.com/office/drawing/2014/main" id="{9D98E624-860E-2F41-927E-FCC2C231C27A}"/>
              </a:ext>
            </a:extLst>
          </p:cNvPr>
          <p:cNvSpPr>
            <a:spLocks noGrp="1"/>
          </p:cNvSpPr>
          <p:nvPr>
            <p:ph idx="13"/>
          </p:nvPr>
        </p:nvSpPr>
        <p:spPr/>
        <p:txBody>
          <a:bodyPr/>
          <a:lstStyle/>
          <a:p>
            <a:pPr lvl="1">
              <a:buClr>
                <a:schemeClr val="tx2"/>
              </a:buClr>
            </a:pPr>
            <a:r>
              <a:rPr lang="en-US" dirty="0"/>
              <a:t>Level 1 text</a:t>
            </a:r>
          </a:p>
          <a:p>
            <a:pPr lvl="2">
              <a:buClr>
                <a:schemeClr val="tx2"/>
              </a:buClr>
            </a:pPr>
            <a:r>
              <a:rPr lang="en-US" dirty="0"/>
              <a:t>Level 2 text</a:t>
            </a:r>
          </a:p>
          <a:p>
            <a:pPr lvl="3">
              <a:buClr>
                <a:schemeClr val="tx2"/>
              </a:buClr>
            </a:pPr>
            <a:r>
              <a:rPr lang="en-US" dirty="0"/>
              <a:t>Level 3 text</a:t>
            </a:r>
          </a:p>
          <a:p>
            <a:pPr lvl="4">
              <a:buClr>
                <a:schemeClr val="tx2"/>
              </a:buClr>
            </a:pPr>
            <a:r>
              <a:rPr lang="en-US" dirty="0"/>
              <a:t>Level 4 text</a:t>
            </a:r>
          </a:p>
          <a:p>
            <a:pPr lvl="3"/>
            <a:endParaRPr lang="en-US" dirty="0"/>
          </a:p>
        </p:txBody>
      </p:sp>
      <p:sp>
        <p:nvSpPr>
          <p:cNvPr id="7" name="Slide Number Placeholder 6">
            <a:extLst>
              <a:ext uri="{FF2B5EF4-FFF2-40B4-BE49-F238E27FC236}">
                <a16:creationId xmlns:a16="http://schemas.microsoft.com/office/drawing/2014/main" id="{B335711B-394C-A92B-8632-0E25F3AF24E3}"/>
              </a:ext>
            </a:extLst>
          </p:cNvPr>
          <p:cNvSpPr>
            <a:spLocks noGrp="1"/>
          </p:cNvSpPr>
          <p:nvPr>
            <p:ph type="sldNum" sz="quarter" idx="12"/>
          </p:nvPr>
        </p:nvSpPr>
        <p:spPr/>
        <p:txBody>
          <a:bodyPr/>
          <a:lstStyle/>
          <a:p>
            <a:fld id="{7A7A97EF-C944-4447-B862-B593E9B4A0FF}" type="slidenum">
              <a:rPr lang="en-US" smtClean="0"/>
              <a:pPr/>
              <a:t>30</a:t>
            </a:fld>
            <a:endParaRPr lang="en-US" dirty="0"/>
          </a:p>
        </p:txBody>
      </p:sp>
      <p:sp>
        <p:nvSpPr>
          <p:cNvPr id="3" name="Footer Placeholder 15">
            <a:extLst>
              <a:ext uri="{FF2B5EF4-FFF2-40B4-BE49-F238E27FC236}">
                <a16:creationId xmlns:a16="http://schemas.microsoft.com/office/drawing/2014/main" id="{336465D4-05E9-B5E1-B0D8-B6786FE95E85}"/>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solidFill>
                  <a:schemeClr val="bg1"/>
                </a:solidFill>
                <a:ea typeface="Inter" panose="02000503000000020004" pitchFamily="2" charset="0"/>
              </a:rPr>
              <a:t>© 2026 GE Vernova and/or its affiliates. All rights reserved.</a:t>
            </a:r>
            <a:endParaRPr lang="en-US" sz="800" kern="1200" dirty="0">
              <a:solidFill>
                <a:schemeClr val="bg1"/>
              </a:solidFill>
            </a:endParaRPr>
          </a:p>
        </p:txBody>
      </p:sp>
    </p:spTree>
    <p:extLst>
      <p:ext uri="{BB962C8B-B14F-4D97-AF65-F5344CB8AC3E}">
        <p14:creationId xmlns:p14="http://schemas.microsoft.com/office/powerpoint/2010/main" val="42149100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09D4BEF-303F-9048-BBD6-B1A6D1291861}"/>
              </a:ext>
            </a:extLst>
          </p:cNvPr>
          <p:cNvSpPr>
            <a:spLocks noGrp="1"/>
          </p:cNvSpPr>
          <p:nvPr>
            <p:ph type="title"/>
          </p:nvPr>
        </p:nvSpPr>
        <p:spPr/>
        <p:txBody>
          <a:bodyPr/>
          <a:lstStyle/>
          <a:p>
            <a:r>
              <a:rPr lang="en-US" dirty="0"/>
              <a:t>Side-by-side 2 slide</a:t>
            </a:r>
          </a:p>
        </p:txBody>
      </p:sp>
      <p:sp>
        <p:nvSpPr>
          <p:cNvPr id="5" name="Content Placeholder 4">
            <a:extLst>
              <a:ext uri="{FF2B5EF4-FFF2-40B4-BE49-F238E27FC236}">
                <a16:creationId xmlns:a16="http://schemas.microsoft.com/office/drawing/2014/main" id="{6268B3C0-8D0F-8A49-8395-EB16816C80CC}"/>
              </a:ext>
            </a:extLst>
          </p:cNvPr>
          <p:cNvSpPr>
            <a:spLocks noGrp="1"/>
          </p:cNvSpPr>
          <p:nvPr>
            <p:ph idx="1"/>
          </p:nvPr>
        </p:nvSpPr>
        <p:spPr/>
        <p:txBody>
          <a:bodyPr/>
          <a:lstStyle/>
          <a:p>
            <a:pPr lvl="1"/>
            <a:r>
              <a:rPr lang="en-US" dirty="0"/>
              <a:t>Level 1 text</a:t>
            </a:r>
          </a:p>
          <a:p>
            <a:pPr lvl="2"/>
            <a:r>
              <a:rPr lang="en-US" dirty="0"/>
              <a:t>Level 2 text</a:t>
            </a:r>
          </a:p>
          <a:p>
            <a:pPr lvl="3"/>
            <a:r>
              <a:rPr lang="en-US" dirty="0"/>
              <a:t>Level 3 text</a:t>
            </a:r>
          </a:p>
          <a:p>
            <a:pPr lvl="4"/>
            <a:r>
              <a:rPr lang="en-US" dirty="0"/>
              <a:t>Level 4 text</a:t>
            </a:r>
          </a:p>
        </p:txBody>
      </p:sp>
      <p:sp>
        <p:nvSpPr>
          <p:cNvPr id="6" name="Content Placeholder 5">
            <a:extLst>
              <a:ext uri="{FF2B5EF4-FFF2-40B4-BE49-F238E27FC236}">
                <a16:creationId xmlns:a16="http://schemas.microsoft.com/office/drawing/2014/main" id="{6A152B24-2A87-8946-980F-DE0EB9B7F784}"/>
              </a:ext>
            </a:extLst>
          </p:cNvPr>
          <p:cNvSpPr>
            <a:spLocks noGrp="1"/>
          </p:cNvSpPr>
          <p:nvPr>
            <p:ph idx="13"/>
          </p:nvPr>
        </p:nvSpPr>
        <p:spPr/>
        <p:txBody>
          <a:bodyPr/>
          <a:lstStyle/>
          <a:p>
            <a:pPr lvl="1"/>
            <a:r>
              <a:rPr lang="en-US" dirty="0"/>
              <a:t>Level 1 text</a:t>
            </a:r>
          </a:p>
          <a:p>
            <a:pPr lvl="2"/>
            <a:r>
              <a:rPr lang="en-US" dirty="0"/>
              <a:t>Level 2 text</a:t>
            </a:r>
          </a:p>
          <a:p>
            <a:pPr lvl="3"/>
            <a:r>
              <a:rPr lang="en-US" dirty="0"/>
              <a:t>Level 3 text</a:t>
            </a:r>
          </a:p>
          <a:p>
            <a:pPr lvl="4"/>
            <a:r>
              <a:rPr lang="en-US" dirty="0"/>
              <a:t>Level 4 text</a:t>
            </a:r>
          </a:p>
          <a:p>
            <a:pPr lvl="3"/>
            <a:endParaRPr lang="en-US" dirty="0"/>
          </a:p>
        </p:txBody>
      </p:sp>
      <p:sp>
        <p:nvSpPr>
          <p:cNvPr id="7" name="Slide Number Placeholder 6">
            <a:extLst>
              <a:ext uri="{FF2B5EF4-FFF2-40B4-BE49-F238E27FC236}">
                <a16:creationId xmlns:a16="http://schemas.microsoft.com/office/drawing/2014/main" id="{8CE77DC2-FD8E-490D-DD3B-CB53CE5A4127}"/>
              </a:ext>
            </a:extLst>
          </p:cNvPr>
          <p:cNvSpPr>
            <a:spLocks noGrp="1"/>
          </p:cNvSpPr>
          <p:nvPr>
            <p:ph type="sldNum" sz="quarter" idx="12"/>
          </p:nvPr>
        </p:nvSpPr>
        <p:spPr/>
        <p:txBody>
          <a:bodyPr/>
          <a:lstStyle/>
          <a:p>
            <a:fld id="{7A7A97EF-C944-4447-B862-B593E9B4A0FF}" type="slidenum">
              <a:rPr lang="en-US" smtClean="0"/>
              <a:pPr/>
              <a:t>31</a:t>
            </a:fld>
            <a:endParaRPr lang="en-US" dirty="0"/>
          </a:p>
        </p:txBody>
      </p:sp>
      <p:sp>
        <p:nvSpPr>
          <p:cNvPr id="3" name="Footer Placeholder 15">
            <a:extLst>
              <a:ext uri="{FF2B5EF4-FFF2-40B4-BE49-F238E27FC236}">
                <a16:creationId xmlns:a16="http://schemas.microsoft.com/office/drawing/2014/main" id="{F716B58C-A7DE-7094-105E-7A531C920DE9}"/>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32775189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98D3DF9-B138-FA43-8963-C5F2C046E8D6}"/>
              </a:ext>
            </a:extLst>
          </p:cNvPr>
          <p:cNvSpPr>
            <a:spLocks noGrp="1"/>
          </p:cNvSpPr>
          <p:nvPr>
            <p:ph type="body" sz="quarter" idx="12"/>
          </p:nvPr>
        </p:nvSpPr>
        <p:spPr/>
        <p:txBody>
          <a:bodyPr/>
          <a:lstStyle/>
          <a:p>
            <a:r>
              <a:rPr lang="en-US" spc="80" dirty="0"/>
              <a:t>QUOTE LOREM IPSUM DOLOR SIT AMET CONSETETUR</a:t>
            </a:r>
          </a:p>
        </p:txBody>
      </p:sp>
      <p:sp>
        <p:nvSpPr>
          <p:cNvPr id="5" name="Slide Number Placeholder 4">
            <a:extLst>
              <a:ext uri="{FF2B5EF4-FFF2-40B4-BE49-F238E27FC236}">
                <a16:creationId xmlns:a16="http://schemas.microsoft.com/office/drawing/2014/main" id="{FB2DFC29-CE60-B065-51F8-72A4759BECA2}"/>
              </a:ext>
            </a:extLst>
          </p:cNvPr>
          <p:cNvSpPr>
            <a:spLocks noGrp="1"/>
          </p:cNvSpPr>
          <p:nvPr>
            <p:ph type="sldNum" sz="quarter" idx="11"/>
          </p:nvPr>
        </p:nvSpPr>
        <p:spPr/>
        <p:txBody>
          <a:bodyPr/>
          <a:lstStyle/>
          <a:p>
            <a:fld id="{7A7A97EF-C944-4447-B862-B593E9B4A0FF}" type="slidenum">
              <a:rPr lang="en-US" smtClean="0"/>
              <a:pPr/>
              <a:t>32</a:t>
            </a:fld>
            <a:endParaRPr lang="en-US" dirty="0"/>
          </a:p>
        </p:txBody>
      </p:sp>
      <p:sp>
        <p:nvSpPr>
          <p:cNvPr id="3" name="Footer Placeholder 15">
            <a:extLst>
              <a:ext uri="{FF2B5EF4-FFF2-40B4-BE49-F238E27FC236}">
                <a16:creationId xmlns:a16="http://schemas.microsoft.com/office/drawing/2014/main" id="{49791C36-5C33-A906-9B64-E56D1DD19635}"/>
              </a:ext>
            </a:extLst>
          </p:cNvPr>
          <p:cNvSpPr txBox="1">
            <a:spLocks/>
          </p:cNvSpPr>
          <p:nvPr/>
        </p:nvSpPr>
        <p:spPr>
          <a:xfrm>
            <a:off x="419100" y="6492875"/>
            <a:ext cx="10248900" cy="244653"/>
          </a:xfrm>
          <a:prstGeom prst="rect">
            <a:avLst/>
          </a:prstGeom>
        </p:spPr>
        <p:txBody>
          <a:bodyPr vert="horz" lIns="0" tIns="0" rIns="0" bIns="0" rtlCol="0" anchor="t" anchorCtr="0"/>
          <a:lstStyle>
            <a:defPPr>
              <a:defRPr lang="en-US"/>
            </a:defPPr>
            <a:lvl1pPr marL="0" algn="r" defTabSz="914400" rtl="0" eaLnBrk="1" latinLnBrk="0" hangingPunct="1">
              <a:defRPr sz="800" kern="1200">
                <a:solidFill>
                  <a:schemeClr val="tx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defTabSz="914126"/>
            <a:r>
              <a:rPr lang="en-US" dirty="0">
                <a:ea typeface="Inter" panose="02000503000000020004" pitchFamily="2" charset="0"/>
              </a:rPr>
              <a:t>© 2026 GE Vernova and/or its affiliates. All rights reserved.</a:t>
            </a:r>
            <a:endParaRPr lang="en-US" dirty="0"/>
          </a:p>
        </p:txBody>
      </p:sp>
    </p:spTree>
    <p:extLst>
      <p:ext uri="{BB962C8B-B14F-4D97-AF65-F5344CB8AC3E}">
        <p14:creationId xmlns:p14="http://schemas.microsoft.com/office/powerpoint/2010/main" val="39741600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98D3DF9-B138-FA43-8963-C5F2C046E8D6}"/>
              </a:ext>
            </a:extLst>
          </p:cNvPr>
          <p:cNvSpPr>
            <a:spLocks noGrp="1"/>
          </p:cNvSpPr>
          <p:nvPr>
            <p:ph type="body" sz="quarter" idx="12"/>
          </p:nvPr>
        </p:nvSpPr>
        <p:spPr>
          <a:xfrm>
            <a:off x="3048000" y="615950"/>
            <a:ext cx="5715000" cy="5486400"/>
          </a:xfrm>
        </p:spPr>
        <p:txBody>
          <a:bodyPr/>
          <a:lstStyle/>
          <a:p>
            <a:r>
              <a:rPr lang="en-US" spc="80" dirty="0"/>
              <a:t>QUOTE LOREM IPSUM DOLOR SIT AMET CONSETETUR</a:t>
            </a:r>
          </a:p>
        </p:txBody>
      </p:sp>
      <p:sp>
        <p:nvSpPr>
          <p:cNvPr id="5" name="Slide Number Placeholder 4">
            <a:extLst>
              <a:ext uri="{FF2B5EF4-FFF2-40B4-BE49-F238E27FC236}">
                <a16:creationId xmlns:a16="http://schemas.microsoft.com/office/drawing/2014/main" id="{129DF5BA-2657-5E11-DE41-CDEB59A645AE}"/>
              </a:ext>
            </a:extLst>
          </p:cNvPr>
          <p:cNvSpPr>
            <a:spLocks noGrp="1"/>
          </p:cNvSpPr>
          <p:nvPr>
            <p:ph type="sldNum" sz="quarter" idx="11"/>
          </p:nvPr>
        </p:nvSpPr>
        <p:spPr/>
        <p:txBody>
          <a:bodyPr/>
          <a:lstStyle/>
          <a:p>
            <a:fld id="{7A7A97EF-C944-4447-B862-B593E9B4A0FF}" type="slidenum">
              <a:rPr lang="en-US" smtClean="0"/>
              <a:pPr/>
              <a:t>33</a:t>
            </a:fld>
            <a:endParaRPr lang="en-US" dirty="0"/>
          </a:p>
        </p:txBody>
      </p:sp>
      <p:sp>
        <p:nvSpPr>
          <p:cNvPr id="6" name="Footer Placeholder 15">
            <a:extLst>
              <a:ext uri="{FF2B5EF4-FFF2-40B4-BE49-F238E27FC236}">
                <a16:creationId xmlns:a16="http://schemas.microsoft.com/office/drawing/2014/main" id="{5B67FCCE-77B3-173A-F93E-1BE9BF2C1BA2}"/>
              </a:ext>
            </a:extLst>
          </p:cNvPr>
          <p:cNvSpPr txBox="1">
            <a:spLocks/>
          </p:cNvSpPr>
          <p:nvPr/>
        </p:nvSpPr>
        <p:spPr>
          <a:xfrm>
            <a:off x="419100" y="6492875"/>
            <a:ext cx="10248900" cy="244653"/>
          </a:xfrm>
          <a:prstGeom prst="rect">
            <a:avLst/>
          </a:prstGeom>
        </p:spPr>
        <p:txBody>
          <a:bodyPr vert="horz" lIns="0" tIns="0" rIns="0" bIns="0" rtlCol="0" anchor="t" anchorCtr="0"/>
          <a:lstStyle>
            <a:defPPr>
              <a:defRPr lang="en-US"/>
            </a:defPPr>
            <a:lvl1pPr marL="0" algn="r" defTabSz="914400" rtl="0" eaLnBrk="1" latinLnBrk="0" hangingPunct="1">
              <a:defRPr sz="8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defTabSz="914126"/>
            <a:r>
              <a:rPr lang="en-US" dirty="0">
                <a:ea typeface="Inter" panose="02000503000000020004" pitchFamily="2" charset="0"/>
              </a:rPr>
              <a:t>© 2026 GE Vernova and/or its affiliates. All rights reserved.</a:t>
            </a:r>
            <a:endParaRPr lang="en-US" dirty="0"/>
          </a:p>
        </p:txBody>
      </p:sp>
    </p:spTree>
    <p:extLst>
      <p:ext uri="{BB962C8B-B14F-4D97-AF65-F5344CB8AC3E}">
        <p14:creationId xmlns:p14="http://schemas.microsoft.com/office/powerpoint/2010/main" val="370547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98D3DF9-B138-FA43-8963-C5F2C046E8D6}"/>
              </a:ext>
            </a:extLst>
          </p:cNvPr>
          <p:cNvSpPr>
            <a:spLocks noGrp="1"/>
          </p:cNvSpPr>
          <p:nvPr>
            <p:ph type="body" sz="quarter" idx="12"/>
          </p:nvPr>
        </p:nvSpPr>
        <p:spPr/>
        <p:txBody>
          <a:bodyPr/>
          <a:lstStyle/>
          <a:p>
            <a:r>
              <a:rPr lang="en-US" spc="80" dirty="0"/>
              <a:t>QUOTE THAT SETS UP </a:t>
            </a:r>
            <a:br>
              <a:rPr lang="en-US" spc="80" dirty="0"/>
            </a:br>
            <a:r>
              <a:rPr lang="en-US" spc="80" dirty="0"/>
              <a:t>A LARGER NUMBER</a:t>
            </a:r>
          </a:p>
        </p:txBody>
      </p:sp>
      <p:sp>
        <p:nvSpPr>
          <p:cNvPr id="5" name="Text Placeholder 3">
            <a:extLst>
              <a:ext uri="{FF2B5EF4-FFF2-40B4-BE49-F238E27FC236}">
                <a16:creationId xmlns:a16="http://schemas.microsoft.com/office/drawing/2014/main" id="{3DF646AE-E7CE-A68E-1291-198F2BB2F5D3}"/>
              </a:ext>
            </a:extLst>
          </p:cNvPr>
          <p:cNvSpPr txBox="1">
            <a:spLocks/>
          </p:cNvSpPr>
          <p:nvPr/>
        </p:nvSpPr>
        <p:spPr>
          <a:xfrm>
            <a:off x="3048001" y="2530276"/>
            <a:ext cx="8724900" cy="4130297"/>
          </a:xfrm>
          <a:prstGeom prst="rect">
            <a:avLst/>
          </a:prstGeom>
        </p:spPr>
        <p:txBody>
          <a:bodyPr vert="horz" lIns="0" tIns="0" rIns="0" bIns="0" rtlCol="0" anchor="ctr" anchorCtr="0">
            <a:noAutofit/>
          </a:bodyPr>
          <a:lstStyle>
            <a:lvl1pPr marL="201168" indent="-201168" algn="l" defTabSz="914400" rtl="0" eaLnBrk="1" latinLnBrk="0" hangingPunct="1">
              <a:lnSpc>
                <a:spcPct val="85000"/>
              </a:lnSpc>
              <a:spcBef>
                <a:spcPts val="0"/>
              </a:spcBef>
              <a:spcAft>
                <a:spcPts val="1000"/>
              </a:spcAft>
              <a:buClr>
                <a:schemeClr val="tx1"/>
              </a:buClr>
              <a:buFont typeface="Arial" panose="020B0604020202020204" pitchFamily="34" charset="0"/>
              <a:buNone/>
              <a:defRPr sz="5000" kern="1200">
                <a:solidFill>
                  <a:schemeClr val="tx1"/>
                </a:solidFill>
                <a:latin typeface="Impact" panose="020B0806030902050204" pitchFamily="34" charset="0"/>
                <a:ea typeface="+mn-ea"/>
                <a:cs typeface="+mn-cs"/>
              </a:defRPr>
            </a:lvl1pPr>
            <a:lvl2pPr marL="219456" indent="0" algn="l" defTabSz="914400" rtl="0" eaLnBrk="1" latinLnBrk="0" hangingPunct="1">
              <a:lnSpc>
                <a:spcPct val="100000"/>
              </a:lnSpc>
              <a:spcBef>
                <a:spcPts val="0"/>
              </a:spcBef>
              <a:spcAft>
                <a:spcPts val="600"/>
              </a:spcAft>
              <a:buClr>
                <a:schemeClr val="tx1"/>
              </a:buClr>
              <a:buFont typeface="Arial"/>
              <a:buNone/>
              <a:defRPr sz="1800" kern="1200">
                <a:solidFill>
                  <a:schemeClr val="tx1"/>
                </a:solidFill>
                <a:latin typeface="+mn-lt"/>
                <a:ea typeface="+mn-ea"/>
                <a:cs typeface="+mn-cs"/>
              </a:defRPr>
            </a:lvl2pPr>
            <a:lvl3pPr marL="201168" indent="0" algn="l" defTabSz="914400" rtl="0" eaLnBrk="1" latinLnBrk="0" hangingPunct="1">
              <a:lnSpc>
                <a:spcPct val="85000"/>
              </a:lnSpc>
              <a:spcBef>
                <a:spcPts val="0"/>
              </a:spcBef>
              <a:spcAft>
                <a:spcPts val="600"/>
              </a:spcAft>
              <a:buClr>
                <a:schemeClr val="tx1"/>
              </a:buClr>
              <a:buFont typeface="Arial"/>
              <a:buNone/>
              <a:defRPr sz="5000" kern="1200">
                <a:solidFill>
                  <a:schemeClr val="tx1"/>
                </a:solidFill>
                <a:latin typeface="+mn-lt"/>
                <a:ea typeface="+mn-ea"/>
                <a:cs typeface="+mn-cs"/>
              </a:defRPr>
            </a:lvl3pPr>
            <a:lvl4pPr marL="201168" indent="0" algn="l" defTabSz="914400" rtl="0" eaLnBrk="1" latinLnBrk="0" hangingPunct="1">
              <a:lnSpc>
                <a:spcPct val="90000"/>
              </a:lnSpc>
              <a:spcBef>
                <a:spcPts val="0"/>
              </a:spcBef>
              <a:spcAft>
                <a:spcPts val="600"/>
              </a:spcAft>
              <a:buClr>
                <a:schemeClr val="tx1"/>
              </a:buClr>
              <a:buFont typeface="Arial"/>
              <a:buNone/>
              <a:defRPr sz="3200" kern="1200">
                <a:solidFill>
                  <a:schemeClr val="tx1"/>
                </a:solidFill>
                <a:latin typeface="+mn-lt"/>
                <a:ea typeface="+mn-ea"/>
                <a:cs typeface="+mn-cs"/>
              </a:defRPr>
            </a:lvl4pPr>
            <a:lvl5pPr marL="237744" indent="0" algn="l" defTabSz="914400" rtl="0" eaLnBrk="1" latinLnBrk="0" hangingPunct="1">
              <a:lnSpc>
                <a:spcPct val="100000"/>
              </a:lnSpc>
              <a:spcBef>
                <a:spcPts val="0"/>
              </a:spcBef>
              <a:spcAft>
                <a:spcPts val="600"/>
              </a:spcAft>
              <a:buClr>
                <a:schemeClr val="accent4"/>
              </a:buClr>
              <a:buFont typeface="Arial"/>
              <a:buNone/>
              <a:defRPr sz="14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r>
              <a:rPr lang="en-US" sz="38000" dirty="0">
                <a:latin typeface="Sons Condensed Extrabold" panose="02060906060206060203" pitchFamily="18" charset="0"/>
              </a:rPr>
              <a:t>56%</a:t>
            </a:r>
          </a:p>
        </p:txBody>
      </p:sp>
      <p:sp>
        <p:nvSpPr>
          <p:cNvPr id="6" name="Slide Number Placeholder 5">
            <a:extLst>
              <a:ext uri="{FF2B5EF4-FFF2-40B4-BE49-F238E27FC236}">
                <a16:creationId xmlns:a16="http://schemas.microsoft.com/office/drawing/2014/main" id="{62480BEE-D8AA-65BB-6942-FDB26F3BEC53}"/>
              </a:ext>
            </a:extLst>
          </p:cNvPr>
          <p:cNvSpPr>
            <a:spLocks noGrp="1"/>
          </p:cNvSpPr>
          <p:nvPr>
            <p:ph type="sldNum" sz="quarter" idx="11"/>
          </p:nvPr>
        </p:nvSpPr>
        <p:spPr/>
        <p:txBody>
          <a:bodyPr/>
          <a:lstStyle/>
          <a:p>
            <a:fld id="{7A7A97EF-C944-4447-B862-B593E9B4A0FF}" type="slidenum">
              <a:rPr lang="en-US" smtClean="0"/>
              <a:pPr/>
              <a:t>34</a:t>
            </a:fld>
            <a:endParaRPr lang="en-US" dirty="0"/>
          </a:p>
        </p:txBody>
      </p:sp>
      <p:sp>
        <p:nvSpPr>
          <p:cNvPr id="3" name="Footer Placeholder 15">
            <a:extLst>
              <a:ext uri="{FF2B5EF4-FFF2-40B4-BE49-F238E27FC236}">
                <a16:creationId xmlns:a16="http://schemas.microsoft.com/office/drawing/2014/main" id="{E58EE503-AE7E-C794-80D0-ADEAE8E124FE}"/>
              </a:ext>
            </a:extLst>
          </p:cNvPr>
          <p:cNvSpPr txBox="1">
            <a:spLocks/>
          </p:cNvSpPr>
          <p:nvPr/>
        </p:nvSpPr>
        <p:spPr>
          <a:xfrm>
            <a:off x="419100" y="6492875"/>
            <a:ext cx="10248900" cy="244653"/>
          </a:xfrm>
          <a:prstGeom prst="rect">
            <a:avLst/>
          </a:prstGeom>
        </p:spPr>
        <p:txBody>
          <a:bodyPr vert="horz" lIns="0" tIns="0" rIns="0" bIns="0" rtlCol="0" anchor="t" anchorCtr="0"/>
          <a:lstStyle>
            <a:defPPr>
              <a:defRPr lang="en-US"/>
            </a:defPPr>
            <a:lvl1pPr marL="0" algn="r" defTabSz="914400" rtl="0" eaLnBrk="1" latinLnBrk="0" hangingPunct="1">
              <a:defRPr sz="800" kern="1200">
                <a:solidFill>
                  <a:schemeClr val="tx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defTabSz="914126"/>
            <a:r>
              <a:rPr lang="en-US" dirty="0">
                <a:ea typeface="Inter" panose="02000503000000020004" pitchFamily="2" charset="0"/>
              </a:rPr>
              <a:t>© 2026 GE Vernova and/or its affiliates. All rights reserved.</a:t>
            </a:r>
            <a:endParaRPr lang="en-US" dirty="0"/>
          </a:p>
        </p:txBody>
      </p:sp>
    </p:spTree>
    <p:extLst>
      <p:ext uri="{BB962C8B-B14F-4D97-AF65-F5344CB8AC3E}">
        <p14:creationId xmlns:p14="http://schemas.microsoft.com/office/powerpoint/2010/main" val="29293272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A89CBE-5A37-6B4F-BDC0-606BF9AE034D}"/>
              </a:ext>
            </a:extLst>
          </p:cNvPr>
          <p:cNvSpPr>
            <a:spLocks noGrp="1"/>
          </p:cNvSpPr>
          <p:nvPr>
            <p:ph type="title"/>
          </p:nvPr>
        </p:nvSpPr>
        <p:spPr/>
        <p:txBody>
          <a:bodyPr/>
          <a:lstStyle/>
          <a:p>
            <a:r>
              <a:rPr lang="en-US" dirty="0"/>
              <a:t>Statistic slide 1</a:t>
            </a:r>
          </a:p>
        </p:txBody>
      </p:sp>
      <p:sp>
        <p:nvSpPr>
          <p:cNvPr id="6" name="Content Placeholder 5">
            <a:extLst>
              <a:ext uri="{FF2B5EF4-FFF2-40B4-BE49-F238E27FC236}">
                <a16:creationId xmlns:a16="http://schemas.microsoft.com/office/drawing/2014/main" id="{3BEBF9BD-2D3F-7B4B-ADD0-BF51050CA7E1}"/>
              </a:ext>
            </a:extLst>
          </p:cNvPr>
          <p:cNvSpPr>
            <a:spLocks noGrp="1"/>
          </p:cNvSpPr>
          <p:nvPr>
            <p:ph idx="1"/>
          </p:nvPr>
        </p:nvSpPr>
        <p:spPr/>
        <p:txBody>
          <a:bodyPr/>
          <a:lstStyle/>
          <a:p>
            <a:r>
              <a:rPr lang="en-US" dirty="0"/>
              <a:t>00</a:t>
            </a:r>
          </a:p>
          <a:p>
            <a:pPr lvl="1"/>
            <a:r>
              <a:rPr lang="en-US" dirty="0"/>
              <a:t>Level 1 text</a:t>
            </a:r>
          </a:p>
          <a:p>
            <a:pPr lvl="2"/>
            <a:r>
              <a:rPr lang="en-US" dirty="0"/>
              <a:t>Level 2 text</a:t>
            </a:r>
          </a:p>
          <a:p>
            <a:pPr lvl="3"/>
            <a:r>
              <a:rPr lang="en-US" dirty="0"/>
              <a:t>Level 3 text</a:t>
            </a:r>
          </a:p>
          <a:p>
            <a:pPr lvl="4"/>
            <a:r>
              <a:rPr lang="en-US" dirty="0"/>
              <a:t>Level 4 text</a:t>
            </a:r>
          </a:p>
        </p:txBody>
      </p:sp>
      <p:sp>
        <p:nvSpPr>
          <p:cNvPr id="18" name="Text Placeholder 17">
            <a:extLst>
              <a:ext uri="{FF2B5EF4-FFF2-40B4-BE49-F238E27FC236}">
                <a16:creationId xmlns:a16="http://schemas.microsoft.com/office/drawing/2014/main" id="{FBE345C5-7A26-4CA5-BE50-3948E5E2D60A}"/>
              </a:ext>
            </a:extLst>
          </p:cNvPr>
          <p:cNvSpPr>
            <a:spLocks noGrp="1"/>
          </p:cNvSpPr>
          <p:nvPr>
            <p:ph type="body" sz="quarter" idx="17"/>
          </p:nvPr>
        </p:nvSpPr>
        <p:spPr/>
        <p:txBody>
          <a:bodyPr/>
          <a:lstStyle/>
          <a:p>
            <a:r>
              <a:rPr lang="en-US" dirty="0"/>
              <a:t>Subtitle</a:t>
            </a:r>
          </a:p>
        </p:txBody>
      </p:sp>
      <p:sp>
        <p:nvSpPr>
          <p:cNvPr id="19" name="Picture Placeholder 18">
            <a:extLst>
              <a:ext uri="{FF2B5EF4-FFF2-40B4-BE49-F238E27FC236}">
                <a16:creationId xmlns:a16="http://schemas.microsoft.com/office/drawing/2014/main" id="{7B1358D8-D2CC-6EC5-9264-1BB4F9A19778}"/>
              </a:ext>
            </a:extLst>
          </p:cNvPr>
          <p:cNvSpPr>
            <a:spLocks noGrp="1"/>
          </p:cNvSpPr>
          <p:nvPr>
            <p:ph type="pic" sz="quarter" idx="13"/>
          </p:nvPr>
        </p:nvSpPr>
        <p:spPr/>
        <p:txBody>
          <a:bodyPr/>
          <a:lstStyle/>
          <a:p>
            <a:endParaRPr lang="en-US"/>
          </a:p>
        </p:txBody>
      </p:sp>
      <p:sp>
        <p:nvSpPr>
          <p:cNvPr id="5" name="Slide Number Placeholder 4">
            <a:extLst>
              <a:ext uri="{FF2B5EF4-FFF2-40B4-BE49-F238E27FC236}">
                <a16:creationId xmlns:a16="http://schemas.microsoft.com/office/drawing/2014/main" id="{7E54B63C-BF77-8C9D-475F-C3834D6938E4}"/>
              </a:ext>
            </a:extLst>
          </p:cNvPr>
          <p:cNvSpPr>
            <a:spLocks noGrp="1"/>
          </p:cNvSpPr>
          <p:nvPr>
            <p:ph type="sldNum" sz="quarter" idx="12"/>
          </p:nvPr>
        </p:nvSpPr>
        <p:spPr/>
        <p:txBody>
          <a:bodyPr/>
          <a:lstStyle/>
          <a:p>
            <a:fld id="{7A7A97EF-C944-4447-B862-B593E9B4A0FF}" type="slidenum">
              <a:rPr lang="en-US" smtClean="0"/>
              <a:pPr/>
              <a:t>35</a:t>
            </a:fld>
            <a:endParaRPr lang="en-US" dirty="0"/>
          </a:p>
        </p:txBody>
      </p:sp>
      <p:sp>
        <p:nvSpPr>
          <p:cNvPr id="3" name="Footer Placeholder 15">
            <a:extLst>
              <a:ext uri="{FF2B5EF4-FFF2-40B4-BE49-F238E27FC236}">
                <a16:creationId xmlns:a16="http://schemas.microsoft.com/office/drawing/2014/main" id="{0A7357EA-CCA7-1A1A-CF52-7AC86B631805}"/>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solidFill>
                  <a:schemeClr val="bg1"/>
                </a:solidFill>
                <a:ea typeface="Inter" panose="02000503000000020004" pitchFamily="2" charset="0"/>
              </a:rPr>
              <a:t>© 2026 GE Vernova and/or its affiliates. All rights reserved.</a:t>
            </a:r>
            <a:endParaRPr lang="en-US" sz="800" kern="1200" dirty="0">
              <a:solidFill>
                <a:schemeClr val="bg1"/>
              </a:solidFill>
            </a:endParaRPr>
          </a:p>
        </p:txBody>
      </p:sp>
    </p:spTree>
    <p:extLst>
      <p:ext uri="{BB962C8B-B14F-4D97-AF65-F5344CB8AC3E}">
        <p14:creationId xmlns:p14="http://schemas.microsoft.com/office/powerpoint/2010/main" val="38221820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A89CBE-5A37-6B4F-BDC0-606BF9AE034D}"/>
              </a:ext>
            </a:extLst>
          </p:cNvPr>
          <p:cNvSpPr>
            <a:spLocks noGrp="1"/>
          </p:cNvSpPr>
          <p:nvPr>
            <p:ph type="title"/>
          </p:nvPr>
        </p:nvSpPr>
        <p:spPr/>
        <p:txBody>
          <a:bodyPr/>
          <a:lstStyle/>
          <a:p>
            <a:r>
              <a:rPr lang="en-US" dirty="0"/>
              <a:t>Statistic slide 2</a:t>
            </a:r>
          </a:p>
        </p:txBody>
      </p:sp>
      <p:sp>
        <p:nvSpPr>
          <p:cNvPr id="6" name="Content Placeholder 5">
            <a:extLst>
              <a:ext uri="{FF2B5EF4-FFF2-40B4-BE49-F238E27FC236}">
                <a16:creationId xmlns:a16="http://schemas.microsoft.com/office/drawing/2014/main" id="{3BEBF9BD-2D3F-7B4B-ADD0-BF51050CA7E1}"/>
              </a:ext>
            </a:extLst>
          </p:cNvPr>
          <p:cNvSpPr>
            <a:spLocks noGrp="1"/>
          </p:cNvSpPr>
          <p:nvPr>
            <p:ph idx="1"/>
          </p:nvPr>
        </p:nvSpPr>
        <p:spPr/>
        <p:txBody>
          <a:bodyPr/>
          <a:lstStyle/>
          <a:p>
            <a:r>
              <a:rPr lang="en-US" dirty="0"/>
              <a:t>00</a:t>
            </a:r>
          </a:p>
          <a:p>
            <a:pPr lvl="1"/>
            <a:r>
              <a:rPr lang="en-US" dirty="0"/>
              <a:t>Level 1 text</a:t>
            </a:r>
          </a:p>
          <a:p>
            <a:pPr lvl="2"/>
            <a:r>
              <a:rPr lang="en-US" dirty="0"/>
              <a:t>Level 2 text</a:t>
            </a:r>
          </a:p>
          <a:p>
            <a:pPr lvl="3"/>
            <a:r>
              <a:rPr lang="en-US" dirty="0"/>
              <a:t>Level 3 text</a:t>
            </a:r>
          </a:p>
          <a:p>
            <a:pPr lvl="4"/>
            <a:r>
              <a:rPr lang="en-US" dirty="0"/>
              <a:t>Level 4 text</a:t>
            </a:r>
          </a:p>
        </p:txBody>
      </p:sp>
      <p:sp>
        <p:nvSpPr>
          <p:cNvPr id="5" name="Text Placeholder 4">
            <a:extLst>
              <a:ext uri="{FF2B5EF4-FFF2-40B4-BE49-F238E27FC236}">
                <a16:creationId xmlns:a16="http://schemas.microsoft.com/office/drawing/2014/main" id="{6E3EEB82-8136-434D-BD34-4BD18637AC1A}"/>
              </a:ext>
            </a:extLst>
          </p:cNvPr>
          <p:cNvSpPr>
            <a:spLocks noGrp="1"/>
          </p:cNvSpPr>
          <p:nvPr>
            <p:ph type="body" sz="quarter" idx="17"/>
          </p:nvPr>
        </p:nvSpPr>
        <p:spPr/>
        <p:txBody>
          <a:bodyPr/>
          <a:lstStyle/>
          <a:p>
            <a:r>
              <a:rPr lang="en-US" dirty="0"/>
              <a:t>Subtitle</a:t>
            </a:r>
          </a:p>
        </p:txBody>
      </p:sp>
      <p:sp>
        <p:nvSpPr>
          <p:cNvPr id="19" name="Picture Placeholder 18">
            <a:extLst>
              <a:ext uri="{FF2B5EF4-FFF2-40B4-BE49-F238E27FC236}">
                <a16:creationId xmlns:a16="http://schemas.microsoft.com/office/drawing/2014/main" id="{791E2223-E8BD-E7BE-4C68-36F443A7FB3E}"/>
              </a:ext>
            </a:extLst>
          </p:cNvPr>
          <p:cNvSpPr>
            <a:spLocks noGrp="1"/>
          </p:cNvSpPr>
          <p:nvPr>
            <p:ph type="pic" sz="quarter" idx="13"/>
          </p:nvPr>
        </p:nvSpPr>
        <p:spPr/>
        <p:txBody>
          <a:bodyPr/>
          <a:lstStyle/>
          <a:p>
            <a:endParaRPr lang="en-US"/>
          </a:p>
        </p:txBody>
      </p:sp>
      <p:sp>
        <p:nvSpPr>
          <p:cNvPr id="7" name="Slide Number Placeholder 6">
            <a:extLst>
              <a:ext uri="{FF2B5EF4-FFF2-40B4-BE49-F238E27FC236}">
                <a16:creationId xmlns:a16="http://schemas.microsoft.com/office/drawing/2014/main" id="{EAE0FD79-F519-2381-2580-B2BE404C2A5B}"/>
              </a:ext>
            </a:extLst>
          </p:cNvPr>
          <p:cNvSpPr>
            <a:spLocks noGrp="1"/>
          </p:cNvSpPr>
          <p:nvPr>
            <p:ph type="sldNum" sz="quarter" idx="12"/>
          </p:nvPr>
        </p:nvSpPr>
        <p:spPr/>
        <p:txBody>
          <a:bodyPr/>
          <a:lstStyle/>
          <a:p>
            <a:fld id="{7A7A97EF-C944-4447-B862-B593E9B4A0FF}" type="slidenum">
              <a:rPr lang="en-US" smtClean="0"/>
              <a:pPr/>
              <a:t>36</a:t>
            </a:fld>
            <a:endParaRPr lang="en-US" dirty="0"/>
          </a:p>
        </p:txBody>
      </p:sp>
      <p:sp>
        <p:nvSpPr>
          <p:cNvPr id="3" name="Footer Placeholder 15">
            <a:extLst>
              <a:ext uri="{FF2B5EF4-FFF2-40B4-BE49-F238E27FC236}">
                <a16:creationId xmlns:a16="http://schemas.microsoft.com/office/drawing/2014/main" id="{C532C01B-0C3B-7024-CDDE-116E482AEE2F}"/>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33582937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0490E16-E8BC-0543-926F-BB647BDB0755}"/>
              </a:ext>
            </a:extLst>
          </p:cNvPr>
          <p:cNvSpPr>
            <a:spLocks noGrp="1"/>
          </p:cNvSpPr>
          <p:nvPr>
            <p:ph type="title"/>
          </p:nvPr>
        </p:nvSpPr>
        <p:spPr/>
        <p:txBody>
          <a:bodyPr/>
          <a:lstStyle/>
          <a:p>
            <a:r>
              <a:rPr lang="en-US" dirty="0"/>
              <a:t>Statistics slide 3</a:t>
            </a:r>
          </a:p>
        </p:txBody>
      </p:sp>
      <p:sp>
        <p:nvSpPr>
          <p:cNvPr id="5" name="Text Placeholder 4">
            <a:extLst>
              <a:ext uri="{FF2B5EF4-FFF2-40B4-BE49-F238E27FC236}">
                <a16:creationId xmlns:a16="http://schemas.microsoft.com/office/drawing/2014/main" id="{60001E6F-D127-F34D-B716-EE50C8E1657D}"/>
              </a:ext>
            </a:extLst>
          </p:cNvPr>
          <p:cNvSpPr>
            <a:spLocks noGrp="1"/>
          </p:cNvSpPr>
          <p:nvPr>
            <p:ph type="body" sz="quarter" idx="15"/>
          </p:nvPr>
        </p:nvSpPr>
        <p:spPr/>
        <p:txBody>
          <a:bodyPr/>
          <a:lstStyle/>
          <a:p>
            <a:r>
              <a:rPr lang="en-US" dirty="0"/>
              <a:t>Subtitle</a:t>
            </a:r>
          </a:p>
        </p:txBody>
      </p:sp>
      <p:sp>
        <p:nvSpPr>
          <p:cNvPr id="6" name="Text Placeholder 5">
            <a:extLst>
              <a:ext uri="{FF2B5EF4-FFF2-40B4-BE49-F238E27FC236}">
                <a16:creationId xmlns:a16="http://schemas.microsoft.com/office/drawing/2014/main" id="{56A1A5C9-559F-AC49-9EE3-9474CD414F01}"/>
              </a:ext>
            </a:extLst>
          </p:cNvPr>
          <p:cNvSpPr>
            <a:spLocks noGrp="1"/>
          </p:cNvSpPr>
          <p:nvPr>
            <p:ph type="body" sz="quarter" idx="16"/>
          </p:nvPr>
        </p:nvSpPr>
        <p:spPr/>
        <p:txBody>
          <a:bodyPr/>
          <a:lstStyle/>
          <a:p>
            <a:r>
              <a:rPr lang="en-US" dirty="0"/>
              <a:t>Subtitle</a:t>
            </a:r>
          </a:p>
        </p:txBody>
      </p:sp>
      <p:sp>
        <p:nvSpPr>
          <p:cNvPr id="7" name="Text Placeholder 6">
            <a:extLst>
              <a:ext uri="{FF2B5EF4-FFF2-40B4-BE49-F238E27FC236}">
                <a16:creationId xmlns:a16="http://schemas.microsoft.com/office/drawing/2014/main" id="{15F7B4E0-68B6-C745-9BAC-CEA6B3472BB3}"/>
              </a:ext>
            </a:extLst>
          </p:cNvPr>
          <p:cNvSpPr>
            <a:spLocks noGrp="1"/>
          </p:cNvSpPr>
          <p:nvPr>
            <p:ph type="body" sz="quarter" idx="17"/>
          </p:nvPr>
        </p:nvSpPr>
        <p:spPr/>
        <p:txBody>
          <a:bodyPr/>
          <a:lstStyle/>
          <a:p>
            <a:r>
              <a:rPr lang="en-US" dirty="0"/>
              <a:t>Subtitle</a:t>
            </a:r>
          </a:p>
        </p:txBody>
      </p:sp>
      <p:sp>
        <p:nvSpPr>
          <p:cNvPr id="8" name="Content Placeholder 7">
            <a:extLst>
              <a:ext uri="{FF2B5EF4-FFF2-40B4-BE49-F238E27FC236}">
                <a16:creationId xmlns:a16="http://schemas.microsoft.com/office/drawing/2014/main" id="{65D74FF6-0B4D-1F48-8A34-47E2B79AB666}"/>
              </a:ext>
            </a:extLst>
          </p:cNvPr>
          <p:cNvSpPr>
            <a:spLocks noGrp="1"/>
          </p:cNvSpPr>
          <p:nvPr>
            <p:ph idx="1"/>
          </p:nvPr>
        </p:nvSpPr>
        <p:spPr/>
        <p:txBody>
          <a:bodyPr/>
          <a:lstStyle/>
          <a:p>
            <a:r>
              <a:rPr lang="en-US" dirty="0"/>
              <a:t>00</a:t>
            </a:r>
          </a:p>
          <a:p>
            <a:pPr lvl="1"/>
            <a:r>
              <a:rPr lang="en-US" dirty="0"/>
              <a:t>Level 1 text</a:t>
            </a:r>
          </a:p>
          <a:p>
            <a:pPr lvl="2"/>
            <a:r>
              <a:rPr lang="en-US" dirty="0"/>
              <a:t>Level 2 text</a:t>
            </a:r>
          </a:p>
          <a:p>
            <a:pPr lvl="3"/>
            <a:r>
              <a:rPr lang="en-US" dirty="0"/>
              <a:t>Level 3 text</a:t>
            </a:r>
          </a:p>
          <a:p>
            <a:pPr lvl="4"/>
            <a:r>
              <a:rPr lang="en-US" dirty="0"/>
              <a:t>Level 4 text</a:t>
            </a:r>
          </a:p>
        </p:txBody>
      </p:sp>
      <p:sp>
        <p:nvSpPr>
          <p:cNvPr id="9" name="Content Placeholder 8">
            <a:extLst>
              <a:ext uri="{FF2B5EF4-FFF2-40B4-BE49-F238E27FC236}">
                <a16:creationId xmlns:a16="http://schemas.microsoft.com/office/drawing/2014/main" id="{4163BD13-E42D-A54A-B2EB-DAFD5ACFFB0B}"/>
              </a:ext>
            </a:extLst>
          </p:cNvPr>
          <p:cNvSpPr>
            <a:spLocks noGrp="1"/>
          </p:cNvSpPr>
          <p:nvPr>
            <p:ph idx="18"/>
          </p:nvPr>
        </p:nvSpPr>
        <p:spPr/>
        <p:txBody>
          <a:bodyPr/>
          <a:lstStyle/>
          <a:p>
            <a:r>
              <a:rPr lang="en-US" dirty="0"/>
              <a:t>00</a:t>
            </a:r>
          </a:p>
          <a:p>
            <a:pPr lvl="1"/>
            <a:r>
              <a:rPr lang="en-US" dirty="0"/>
              <a:t>Level 1 text</a:t>
            </a:r>
          </a:p>
          <a:p>
            <a:pPr lvl="2"/>
            <a:r>
              <a:rPr lang="en-US" dirty="0"/>
              <a:t>Level 2 text</a:t>
            </a:r>
          </a:p>
          <a:p>
            <a:pPr lvl="3"/>
            <a:r>
              <a:rPr lang="en-US" dirty="0"/>
              <a:t>Level 3 text</a:t>
            </a:r>
          </a:p>
          <a:p>
            <a:pPr lvl="4"/>
            <a:r>
              <a:rPr lang="en-US" dirty="0"/>
              <a:t>Level 4 text</a:t>
            </a:r>
          </a:p>
        </p:txBody>
      </p:sp>
      <p:sp>
        <p:nvSpPr>
          <p:cNvPr id="10" name="Content Placeholder 9">
            <a:extLst>
              <a:ext uri="{FF2B5EF4-FFF2-40B4-BE49-F238E27FC236}">
                <a16:creationId xmlns:a16="http://schemas.microsoft.com/office/drawing/2014/main" id="{873C85A9-30FF-0749-A50B-AA99E41CA23B}"/>
              </a:ext>
            </a:extLst>
          </p:cNvPr>
          <p:cNvSpPr>
            <a:spLocks noGrp="1"/>
          </p:cNvSpPr>
          <p:nvPr>
            <p:ph idx="19"/>
          </p:nvPr>
        </p:nvSpPr>
        <p:spPr/>
        <p:txBody>
          <a:bodyPr/>
          <a:lstStyle/>
          <a:p>
            <a:r>
              <a:rPr lang="en-US" dirty="0"/>
              <a:t>00</a:t>
            </a:r>
          </a:p>
          <a:p>
            <a:pPr lvl="1"/>
            <a:r>
              <a:rPr lang="en-US" dirty="0"/>
              <a:t>Level 1 text</a:t>
            </a:r>
          </a:p>
          <a:p>
            <a:pPr lvl="2"/>
            <a:r>
              <a:rPr lang="en-US" dirty="0"/>
              <a:t>Level 2 text</a:t>
            </a:r>
          </a:p>
          <a:p>
            <a:pPr lvl="3"/>
            <a:r>
              <a:rPr lang="en-US" dirty="0"/>
              <a:t>Level 3 text</a:t>
            </a:r>
          </a:p>
          <a:p>
            <a:pPr lvl="4"/>
            <a:r>
              <a:rPr lang="en-US" dirty="0"/>
              <a:t>Level 4 text</a:t>
            </a:r>
          </a:p>
        </p:txBody>
      </p:sp>
      <p:sp>
        <p:nvSpPr>
          <p:cNvPr id="11" name="Slide Number Placeholder 10">
            <a:extLst>
              <a:ext uri="{FF2B5EF4-FFF2-40B4-BE49-F238E27FC236}">
                <a16:creationId xmlns:a16="http://schemas.microsoft.com/office/drawing/2014/main" id="{23A5658F-37A5-AFBD-434D-2AA0473428DF}"/>
              </a:ext>
            </a:extLst>
          </p:cNvPr>
          <p:cNvSpPr>
            <a:spLocks noGrp="1"/>
          </p:cNvSpPr>
          <p:nvPr>
            <p:ph type="sldNum" sz="quarter" idx="12"/>
          </p:nvPr>
        </p:nvSpPr>
        <p:spPr/>
        <p:txBody>
          <a:bodyPr/>
          <a:lstStyle/>
          <a:p>
            <a:fld id="{7A7A97EF-C944-4447-B862-B593E9B4A0FF}" type="slidenum">
              <a:rPr lang="en-US" smtClean="0"/>
              <a:t>37</a:t>
            </a:fld>
            <a:endParaRPr lang="en-US" dirty="0"/>
          </a:p>
        </p:txBody>
      </p:sp>
      <p:sp>
        <p:nvSpPr>
          <p:cNvPr id="3" name="Footer Placeholder 15">
            <a:extLst>
              <a:ext uri="{FF2B5EF4-FFF2-40B4-BE49-F238E27FC236}">
                <a16:creationId xmlns:a16="http://schemas.microsoft.com/office/drawing/2014/main" id="{3AAF7957-F1B0-9044-4CE7-21FF25151260}"/>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505442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3">
            <a:extLst>
              <a:ext uri="{FF2B5EF4-FFF2-40B4-BE49-F238E27FC236}">
                <a16:creationId xmlns:a16="http://schemas.microsoft.com/office/drawing/2014/main" id="{8332DF37-E9B4-BE64-5148-DC7D7C650230}"/>
              </a:ext>
            </a:extLst>
          </p:cNvPr>
          <p:cNvSpPr txBox="1">
            <a:spLocks/>
          </p:cNvSpPr>
          <p:nvPr/>
        </p:nvSpPr>
        <p:spPr>
          <a:xfrm>
            <a:off x="3928918" y="2327050"/>
            <a:ext cx="5921115" cy="2762666"/>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Clr>
                <a:schemeClr val="tx1"/>
              </a:buClr>
              <a:buFont typeface="Arial" panose="020B0604020202020204" pitchFamily="34" charset="0"/>
              <a:buNone/>
              <a:defRPr sz="1800" kern="1200">
                <a:solidFill>
                  <a:srgbClr val="212121"/>
                </a:solidFill>
                <a:latin typeface="+mn-lt"/>
                <a:ea typeface="+mn-ea"/>
                <a:cs typeface="+mn-cs"/>
              </a:defRPr>
            </a:lvl1pPr>
            <a:lvl2pPr marL="171450" indent="-171450" algn="l" defTabSz="914400" rtl="0" eaLnBrk="1" latinLnBrk="0" hangingPunct="1">
              <a:lnSpc>
                <a:spcPct val="100000"/>
              </a:lnSpc>
              <a:spcBef>
                <a:spcPts val="0"/>
              </a:spcBef>
              <a:spcAft>
                <a:spcPts val="600"/>
              </a:spcAft>
              <a:buClr>
                <a:schemeClr val="tx1"/>
              </a:buClr>
              <a:buFont typeface="Arial" panose="020B0604020202020204" pitchFamily="34" charset="0"/>
              <a:buChar char="•"/>
              <a:defRPr sz="1800" kern="1200">
                <a:solidFill>
                  <a:srgbClr val="212121"/>
                </a:solidFill>
                <a:latin typeface="+mn-lt"/>
                <a:ea typeface="+mn-ea"/>
                <a:cs typeface="+mn-cs"/>
              </a:defRPr>
            </a:lvl2pPr>
            <a:lvl3pPr marL="365760" indent="-182880" algn="l" defTabSz="914400" rtl="0" eaLnBrk="1" latinLnBrk="0" hangingPunct="1">
              <a:lnSpc>
                <a:spcPct val="100000"/>
              </a:lnSpc>
              <a:spcBef>
                <a:spcPts val="0"/>
              </a:spcBef>
              <a:spcAft>
                <a:spcPts val="600"/>
              </a:spcAft>
              <a:buClr>
                <a:schemeClr val="tx1"/>
              </a:buClr>
              <a:buFont typeface="Arial"/>
              <a:buChar char="–"/>
              <a:defRPr sz="1800" kern="1200">
                <a:solidFill>
                  <a:srgbClr val="212121"/>
                </a:solidFill>
                <a:latin typeface="+mn-lt"/>
                <a:ea typeface="+mn-ea"/>
                <a:cs typeface="+mn-cs"/>
              </a:defRPr>
            </a:lvl3pPr>
            <a:lvl4pPr marL="548640" indent="-182880" algn="l" defTabSz="914400" rtl="0" eaLnBrk="1" latinLnBrk="0" hangingPunct="1">
              <a:lnSpc>
                <a:spcPct val="100000"/>
              </a:lnSpc>
              <a:spcBef>
                <a:spcPts val="0"/>
              </a:spcBef>
              <a:spcAft>
                <a:spcPts val="600"/>
              </a:spcAft>
              <a:buClr>
                <a:schemeClr val="tx1"/>
              </a:buClr>
              <a:buFont typeface="Arial"/>
              <a:buChar char="–"/>
              <a:defRPr sz="1800" kern="1200">
                <a:solidFill>
                  <a:srgbClr val="212121"/>
                </a:solidFill>
                <a:latin typeface="+mn-lt"/>
                <a:ea typeface="+mn-ea"/>
                <a:cs typeface="+mn-cs"/>
              </a:defRPr>
            </a:lvl4pPr>
            <a:lvl5pPr marL="731520" indent="-182880" algn="l" defTabSz="914400" rtl="0" eaLnBrk="1" latinLnBrk="0" hangingPunct="1">
              <a:lnSpc>
                <a:spcPct val="100000"/>
              </a:lnSpc>
              <a:spcBef>
                <a:spcPts val="0"/>
              </a:spcBef>
              <a:spcAft>
                <a:spcPts val="600"/>
              </a:spcAft>
              <a:buClr>
                <a:schemeClr val="tx1"/>
              </a:buClr>
              <a:buFont typeface="Arial"/>
              <a:buChar char="–"/>
              <a:defRPr sz="1800" kern="1200">
                <a:solidFill>
                  <a:srgbClr val="212121"/>
                </a:solidFill>
                <a:latin typeface="+mn-lt"/>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pPr>
              <a:lnSpc>
                <a:spcPts val="7200"/>
              </a:lnSpc>
              <a:spcAft>
                <a:spcPts val="0"/>
              </a:spcAft>
            </a:pPr>
            <a:r>
              <a:rPr lang="en-US" sz="8000" cap="all" spc="80" dirty="0">
                <a:solidFill>
                  <a:schemeClr val="tx1"/>
                </a:solidFill>
                <a:latin typeface="Sons Condensed Extrabold" panose="02060906060206060203" pitchFamily="18" charset="0"/>
              </a:rPr>
              <a:t>The energy </a:t>
            </a:r>
          </a:p>
          <a:p>
            <a:pPr>
              <a:lnSpc>
                <a:spcPts val="7200"/>
              </a:lnSpc>
              <a:spcAft>
                <a:spcPts val="0"/>
              </a:spcAft>
            </a:pPr>
            <a:r>
              <a:rPr lang="en-US" sz="8000" cap="all" spc="80" dirty="0">
                <a:solidFill>
                  <a:schemeClr val="tx1"/>
                </a:solidFill>
                <a:latin typeface="Sons Condensed Extrabold" panose="02060906060206060203" pitchFamily="18" charset="0"/>
              </a:rPr>
              <a:t>to change </a:t>
            </a:r>
          </a:p>
          <a:p>
            <a:pPr>
              <a:lnSpc>
                <a:spcPts val="7200"/>
              </a:lnSpc>
              <a:spcAft>
                <a:spcPts val="0"/>
              </a:spcAft>
            </a:pPr>
            <a:r>
              <a:rPr lang="en-US" sz="8000" cap="all" spc="80" dirty="0">
                <a:solidFill>
                  <a:schemeClr val="tx1"/>
                </a:solidFill>
                <a:latin typeface="Sons Condensed Extrabold" panose="02060906060206060203" pitchFamily="18" charset="0"/>
              </a:rPr>
              <a:t>the world</a:t>
            </a:r>
            <a:endParaRPr lang="en-US" sz="5000" cap="all" spc="80" dirty="0">
              <a:solidFill>
                <a:schemeClr val="tx1"/>
              </a:solidFill>
              <a:latin typeface="Sons Condensed Extrabold" panose="02060906060206060203" pitchFamily="18" charset="0"/>
            </a:endParaRPr>
          </a:p>
        </p:txBody>
      </p:sp>
      <p:cxnSp>
        <p:nvCxnSpPr>
          <p:cNvPr id="9" name="Straight Connector 8">
            <a:extLst>
              <a:ext uri="{FF2B5EF4-FFF2-40B4-BE49-F238E27FC236}">
                <a16:creationId xmlns:a16="http://schemas.microsoft.com/office/drawing/2014/main" id="{80B6C853-0CF8-00E2-5BD8-D1DB037055BF}"/>
              </a:ext>
            </a:extLst>
          </p:cNvPr>
          <p:cNvCxnSpPr>
            <a:cxnSpLocks/>
          </p:cNvCxnSpPr>
          <p:nvPr/>
        </p:nvCxnSpPr>
        <p:spPr>
          <a:xfrm>
            <a:off x="3730955" y="2286290"/>
            <a:ext cx="0" cy="457171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DDD2E09A-7949-AB59-3926-D0423BE190FF}"/>
              </a:ext>
            </a:extLst>
          </p:cNvPr>
          <p:cNvSpPr>
            <a:spLocks noGrp="1"/>
          </p:cNvSpPr>
          <p:nvPr>
            <p:ph type="sldNum" sz="quarter" idx="12"/>
          </p:nvPr>
        </p:nvSpPr>
        <p:spPr/>
        <p:txBody>
          <a:bodyPr/>
          <a:lstStyle/>
          <a:p>
            <a:fld id="{7A7A97EF-C944-4447-B862-B593E9B4A0FF}" type="slidenum">
              <a:rPr lang="en-US" smtClean="0"/>
              <a:pPr/>
              <a:t>38</a:t>
            </a:fld>
            <a:endParaRPr lang="en-US" dirty="0"/>
          </a:p>
        </p:txBody>
      </p:sp>
      <p:sp>
        <p:nvSpPr>
          <p:cNvPr id="2" name="Footer Placeholder 15">
            <a:extLst>
              <a:ext uri="{FF2B5EF4-FFF2-40B4-BE49-F238E27FC236}">
                <a16:creationId xmlns:a16="http://schemas.microsoft.com/office/drawing/2014/main" id="{89608A4F-ECC9-654E-9155-CACE85F3F583}"/>
              </a:ext>
            </a:extLst>
          </p:cNvPr>
          <p:cNvSpPr txBox="1">
            <a:spLocks/>
          </p:cNvSpPr>
          <p:nvPr/>
        </p:nvSpPr>
        <p:spPr>
          <a:xfrm>
            <a:off x="419100" y="6492875"/>
            <a:ext cx="10248900" cy="244653"/>
          </a:xfrm>
          <a:prstGeom prst="rect">
            <a:avLst/>
          </a:prstGeom>
        </p:spPr>
        <p:txBody>
          <a:bodyPr vert="horz" lIns="0" tIns="0" rIns="0" bIns="0" rtlCol="0" anchor="t" anchorCtr="0"/>
          <a:lstStyle>
            <a:defPPr>
              <a:defRPr lang="en-US"/>
            </a:defPPr>
            <a:lvl1pPr marL="0" algn="r" defTabSz="914400" rtl="0" eaLnBrk="1" latinLnBrk="0" hangingPunct="1">
              <a:defRPr sz="800" kern="1200">
                <a:solidFill>
                  <a:schemeClr val="tx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defTabSz="914126"/>
            <a:r>
              <a:rPr lang="en-US" dirty="0">
                <a:ea typeface="Inter" panose="02000503000000020004" pitchFamily="2" charset="0"/>
              </a:rPr>
              <a:t>© 2026 GE Vernova and/or its affiliates. All rights reserved.</a:t>
            </a:r>
            <a:endParaRPr lang="en-US" dirty="0"/>
          </a:p>
        </p:txBody>
      </p:sp>
    </p:spTree>
    <p:extLst>
      <p:ext uri="{BB962C8B-B14F-4D97-AF65-F5344CB8AC3E}">
        <p14:creationId xmlns:p14="http://schemas.microsoft.com/office/powerpoint/2010/main" val="25848835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F5E0A-2473-E12B-2425-4CD70CD691D5}"/>
            </a:ext>
          </a:extLst>
        </p:cNvPr>
        <p:cNvGrpSpPr/>
        <p:nvPr/>
      </p:nvGrpSpPr>
      <p:grpSpPr>
        <a:xfrm>
          <a:off x="0" y="0"/>
          <a:ext cx="0" cy="0"/>
          <a:chOff x="0" y="0"/>
          <a:chExt cx="0" cy="0"/>
        </a:xfrm>
      </p:grpSpPr>
      <p:sp>
        <p:nvSpPr>
          <p:cNvPr id="6" name="Text Placeholder 3">
            <a:extLst>
              <a:ext uri="{FF2B5EF4-FFF2-40B4-BE49-F238E27FC236}">
                <a16:creationId xmlns:a16="http://schemas.microsoft.com/office/drawing/2014/main" id="{34E41AA2-AE52-FCC4-68A4-929FDB4B66EA}"/>
              </a:ext>
            </a:extLst>
          </p:cNvPr>
          <p:cNvSpPr txBox="1">
            <a:spLocks/>
          </p:cNvSpPr>
          <p:nvPr/>
        </p:nvSpPr>
        <p:spPr>
          <a:xfrm>
            <a:off x="3928918" y="2327050"/>
            <a:ext cx="5921115" cy="2762666"/>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Clr>
                <a:schemeClr val="tx1"/>
              </a:buClr>
              <a:buFont typeface="Arial" panose="020B0604020202020204" pitchFamily="34" charset="0"/>
              <a:buNone/>
              <a:defRPr sz="1800" kern="1200">
                <a:solidFill>
                  <a:srgbClr val="212121"/>
                </a:solidFill>
                <a:latin typeface="+mn-lt"/>
                <a:ea typeface="+mn-ea"/>
                <a:cs typeface="+mn-cs"/>
              </a:defRPr>
            </a:lvl1pPr>
            <a:lvl2pPr marL="171450" indent="-171450" algn="l" defTabSz="914400" rtl="0" eaLnBrk="1" latinLnBrk="0" hangingPunct="1">
              <a:lnSpc>
                <a:spcPct val="100000"/>
              </a:lnSpc>
              <a:spcBef>
                <a:spcPts val="0"/>
              </a:spcBef>
              <a:spcAft>
                <a:spcPts val="600"/>
              </a:spcAft>
              <a:buClr>
                <a:schemeClr val="tx1"/>
              </a:buClr>
              <a:buFont typeface="Arial" panose="020B0604020202020204" pitchFamily="34" charset="0"/>
              <a:buChar char="•"/>
              <a:defRPr sz="1800" kern="1200">
                <a:solidFill>
                  <a:srgbClr val="212121"/>
                </a:solidFill>
                <a:latin typeface="+mn-lt"/>
                <a:ea typeface="+mn-ea"/>
                <a:cs typeface="+mn-cs"/>
              </a:defRPr>
            </a:lvl2pPr>
            <a:lvl3pPr marL="365760" indent="-182880" algn="l" defTabSz="914400" rtl="0" eaLnBrk="1" latinLnBrk="0" hangingPunct="1">
              <a:lnSpc>
                <a:spcPct val="100000"/>
              </a:lnSpc>
              <a:spcBef>
                <a:spcPts val="0"/>
              </a:spcBef>
              <a:spcAft>
                <a:spcPts val="600"/>
              </a:spcAft>
              <a:buClr>
                <a:schemeClr val="tx1"/>
              </a:buClr>
              <a:buFont typeface="Arial"/>
              <a:buChar char="–"/>
              <a:defRPr sz="1800" kern="1200">
                <a:solidFill>
                  <a:srgbClr val="212121"/>
                </a:solidFill>
                <a:latin typeface="+mn-lt"/>
                <a:ea typeface="+mn-ea"/>
                <a:cs typeface="+mn-cs"/>
              </a:defRPr>
            </a:lvl3pPr>
            <a:lvl4pPr marL="548640" indent="-182880" algn="l" defTabSz="914400" rtl="0" eaLnBrk="1" latinLnBrk="0" hangingPunct="1">
              <a:lnSpc>
                <a:spcPct val="100000"/>
              </a:lnSpc>
              <a:spcBef>
                <a:spcPts val="0"/>
              </a:spcBef>
              <a:spcAft>
                <a:spcPts val="600"/>
              </a:spcAft>
              <a:buClr>
                <a:schemeClr val="tx1"/>
              </a:buClr>
              <a:buFont typeface="Arial"/>
              <a:buChar char="–"/>
              <a:defRPr sz="1800" kern="1200">
                <a:solidFill>
                  <a:srgbClr val="212121"/>
                </a:solidFill>
                <a:latin typeface="+mn-lt"/>
                <a:ea typeface="+mn-ea"/>
                <a:cs typeface="+mn-cs"/>
              </a:defRPr>
            </a:lvl4pPr>
            <a:lvl5pPr marL="731520" indent="-182880" algn="l" defTabSz="914400" rtl="0" eaLnBrk="1" latinLnBrk="0" hangingPunct="1">
              <a:lnSpc>
                <a:spcPct val="100000"/>
              </a:lnSpc>
              <a:spcBef>
                <a:spcPts val="0"/>
              </a:spcBef>
              <a:spcAft>
                <a:spcPts val="600"/>
              </a:spcAft>
              <a:buClr>
                <a:schemeClr val="tx1"/>
              </a:buClr>
              <a:buFont typeface="Arial"/>
              <a:buChar char="–"/>
              <a:defRPr sz="1800" kern="1200">
                <a:solidFill>
                  <a:srgbClr val="212121"/>
                </a:solidFill>
                <a:latin typeface="+mn-lt"/>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pPr>
              <a:lnSpc>
                <a:spcPts val="7200"/>
              </a:lnSpc>
              <a:spcAft>
                <a:spcPts val="0"/>
              </a:spcAft>
            </a:pPr>
            <a:r>
              <a:rPr lang="en-US" sz="8000" cap="all" spc="80" dirty="0">
                <a:solidFill>
                  <a:schemeClr val="tx1"/>
                </a:solidFill>
                <a:latin typeface="Sons Condensed Extrabold" panose="02060906060206060203" pitchFamily="18" charset="0"/>
              </a:rPr>
              <a:t>ELECTRIFY TO THRIVE AND DECARBONIZE</a:t>
            </a:r>
            <a:endParaRPr lang="en-US" sz="5000" cap="all" spc="80" dirty="0">
              <a:solidFill>
                <a:schemeClr val="tx1"/>
              </a:solidFill>
              <a:latin typeface="Sons Condensed Extrabold" panose="02060906060206060203" pitchFamily="18" charset="0"/>
            </a:endParaRPr>
          </a:p>
        </p:txBody>
      </p:sp>
      <p:cxnSp>
        <p:nvCxnSpPr>
          <p:cNvPr id="9" name="Straight Connector 8">
            <a:extLst>
              <a:ext uri="{FF2B5EF4-FFF2-40B4-BE49-F238E27FC236}">
                <a16:creationId xmlns:a16="http://schemas.microsoft.com/office/drawing/2014/main" id="{6393E6A0-220D-6772-0423-B5657011A690}"/>
              </a:ext>
            </a:extLst>
          </p:cNvPr>
          <p:cNvCxnSpPr>
            <a:cxnSpLocks/>
          </p:cNvCxnSpPr>
          <p:nvPr/>
        </p:nvCxnSpPr>
        <p:spPr>
          <a:xfrm>
            <a:off x="3730955" y="2286290"/>
            <a:ext cx="0" cy="457171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C955ADF6-B9E6-3700-2E78-2E25A87CBC23}"/>
              </a:ext>
            </a:extLst>
          </p:cNvPr>
          <p:cNvSpPr>
            <a:spLocks noGrp="1"/>
          </p:cNvSpPr>
          <p:nvPr>
            <p:ph type="sldNum" sz="quarter" idx="12"/>
          </p:nvPr>
        </p:nvSpPr>
        <p:spPr/>
        <p:txBody>
          <a:bodyPr/>
          <a:lstStyle/>
          <a:p>
            <a:fld id="{7A7A97EF-C944-4447-B862-B593E9B4A0FF}" type="slidenum">
              <a:rPr lang="en-US" smtClean="0"/>
              <a:pPr/>
              <a:t>39</a:t>
            </a:fld>
            <a:endParaRPr lang="en-US" dirty="0"/>
          </a:p>
        </p:txBody>
      </p:sp>
      <p:sp>
        <p:nvSpPr>
          <p:cNvPr id="2" name="Footer Placeholder 15">
            <a:extLst>
              <a:ext uri="{FF2B5EF4-FFF2-40B4-BE49-F238E27FC236}">
                <a16:creationId xmlns:a16="http://schemas.microsoft.com/office/drawing/2014/main" id="{83AEF17F-DEFC-D030-B8F3-FEBBF7F83CBE}"/>
              </a:ext>
            </a:extLst>
          </p:cNvPr>
          <p:cNvSpPr txBox="1">
            <a:spLocks/>
          </p:cNvSpPr>
          <p:nvPr/>
        </p:nvSpPr>
        <p:spPr>
          <a:xfrm>
            <a:off x="419100" y="6492875"/>
            <a:ext cx="10248900" cy="244653"/>
          </a:xfrm>
          <a:prstGeom prst="rect">
            <a:avLst/>
          </a:prstGeom>
        </p:spPr>
        <p:txBody>
          <a:bodyPr vert="horz" lIns="0" tIns="0" rIns="0" bIns="0" rtlCol="0" anchor="t" anchorCtr="0"/>
          <a:lstStyle>
            <a:defPPr>
              <a:defRPr lang="en-US"/>
            </a:defPPr>
            <a:lvl1pPr marL="0" algn="r" defTabSz="914400" rtl="0" eaLnBrk="1" latinLnBrk="0" hangingPunct="1">
              <a:defRPr sz="800" kern="1200">
                <a:solidFill>
                  <a:schemeClr val="tx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defTabSz="914126"/>
            <a:r>
              <a:rPr lang="en-US" dirty="0">
                <a:ea typeface="Inter" panose="02000503000000020004" pitchFamily="2" charset="0"/>
              </a:rPr>
              <a:t>© 2026 GE Vernova and/or its affiliates. All rights reserved.</a:t>
            </a:r>
            <a:endParaRPr lang="en-US" dirty="0"/>
          </a:p>
        </p:txBody>
      </p:sp>
    </p:spTree>
    <p:extLst>
      <p:ext uri="{BB962C8B-B14F-4D97-AF65-F5344CB8AC3E}">
        <p14:creationId xmlns:p14="http://schemas.microsoft.com/office/powerpoint/2010/main" val="32216702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29EF78B-0389-DB49-90DA-E835C12E387A}"/>
              </a:ext>
            </a:extLst>
          </p:cNvPr>
          <p:cNvSpPr>
            <a:spLocks noGrp="1"/>
          </p:cNvSpPr>
          <p:nvPr>
            <p:ph type="body" sz="quarter" idx="12"/>
          </p:nvPr>
        </p:nvSpPr>
        <p:spPr>
          <a:xfrm>
            <a:off x="3048001" y="615950"/>
            <a:ext cx="4586036" cy="5486400"/>
          </a:xfrm>
        </p:spPr>
        <p:txBody>
          <a:bodyPr/>
          <a:lstStyle/>
          <a:p>
            <a:r>
              <a:rPr lang="en-US" spc="80" dirty="0"/>
              <a:t>OUR AIM IS TO BE </a:t>
            </a:r>
            <a:r>
              <a:rPr lang="en-US" spc="80" dirty="0">
                <a:solidFill>
                  <a:schemeClr val="tx2"/>
                </a:solidFill>
              </a:rPr>
              <a:t>CARBON NEUTRAL</a:t>
            </a:r>
            <a:r>
              <a:rPr lang="en-US" spc="80" dirty="0"/>
              <a:t> ACROSS OUR GLOBAL OPERATIONS BY 2030</a:t>
            </a:r>
          </a:p>
        </p:txBody>
      </p:sp>
      <p:sp>
        <p:nvSpPr>
          <p:cNvPr id="5" name="Slide Number Placeholder 4">
            <a:extLst>
              <a:ext uri="{FF2B5EF4-FFF2-40B4-BE49-F238E27FC236}">
                <a16:creationId xmlns:a16="http://schemas.microsoft.com/office/drawing/2014/main" id="{3B543824-5790-DAA0-36FD-DA1C4289BA67}"/>
              </a:ext>
            </a:extLst>
          </p:cNvPr>
          <p:cNvSpPr>
            <a:spLocks noGrp="1"/>
          </p:cNvSpPr>
          <p:nvPr>
            <p:ph type="sldNum" sz="quarter" idx="11"/>
          </p:nvPr>
        </p:nvSpPr>
        <p:spPr/>
        <p:txBody>
          <a:bodyPr/>
          <a:lstStyle/>
          <a:p>
            <a:fld id="{7A7A97EF-C944-4447-B862-B593E9B4A0FF}" type="slidenum">
              <a:rPr lang="en-US" smtClean="0"/>
              <a:pPr/>
              <a:t>40</a:t>
            </a:fld>
            <a:endParaRPr lang="en-US" dirty="0"/>
          </a:p>
        </p:txBody>
      </p:sp>
      <p:sp>
        <p:nvSpPr>
          <p:cNvPr id="3" name="Footer Placeholder 15">
            <a:extLst>
              <a:ext uri="{FF2B5EF4-FFF2-40B4-BE49-F238E27FC236}">
                <a16:creationId xmlns:a16="http://schemas.microsoft.com/office/drawing/2014/main" id="{0F9F7965-90D2-3021-1A68-AF3731267973}"/>
              </a:ext>
            </a:extLst>
          </p:cNvPr>
          <p:cNvSpPr txBox="1">
            <a:spLocks/>
          </p:cNvSpPr>
          <p:nvPr/>
        </p:nvSpPr>
        <p:spPr>
          <a:xfrm>
            <a:off x="419100" y="6492875"/>
            <a:ext cx="10248900" cy="244653"/>
          </a:xfrm>
          <a:prstGeom prst="rect">
            <a:avLst/>
          </a:prstGeom>
        </p:spPr>
        <p:txBody>
          <a:bodyPr vert="horz" lIns="0" tIns="0" rIns="0" bIns="0" rtlCol="0" anchor="t" anchorCtr="0"/>
          <a:lstStyle>
            <a:defPPr>
              <a:defRPr lang="en-US"/>
            </a:defPPr>
            <a:lvl1pPr marL="0" algn="r" defTabSz="914400" rtl="0" eaLnBrk="1" latinLnBrk="0" hangingPunct="1">
              <a:defRPr sz="800" kern="1200">
                <a:solidFill>
                  <a:schemeClr val="tx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defTabSz="914126"/>
            <a:r>
              <a:rPr lang="en-US" dirty="0">
                <a:ea typeface="Inter" panose="02000503000000020004" pitchFamily="2" charset="0"/>
              </a:rPr>
              <a:t>© 2026 GE Vernova and/or its affiliates. All rights reserved.</a:t>
            </a:r>
            <a:endParaRPr lang="en-US" dirty="0"/>
          </a:p>
        </p:txBody>
      </p:sp>
    </p:spTree>
    <p:extLst>
      <p:ext uri="{BB962C8B-B14F-4D97-AF65-F5344CB8AC3E}">
        <p14:creationId xmlns:p14="http://schemas.microsoft.com/office/powerpoint/2010/main" val="10205956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9EBCEC18-CDC3-56B2-DF0E-072C865B3A62}"/>
              </a:ext>
            </a:extLst>
          </p:cNvPr>
          <p:cNvSpPr>
            <a:spLocks noGrp="1"/>
          </p:cNvSpPr>
          <p:nvPr>
            <p:ph type="pic" sz="quarter" idx="13"/>
          </p:nvPr>
        </p:nvSpPr>
        <p:spPr>
          <a:solidFill>
            <a:schemeClr val="accent3"/>
          </a:solidFill>
        </p:spPr>
        <p:txBody>
          <a:bodyPr/>
          <a:lstStyle/>
          <a:p>
            <a:endParaRPr lang="en-US"/>
          </a:p>
        </p:txBody>
      </p:sp>
      <p:sp>
        <p:nvSpPr>
          <p:cNvPr id="5" name="Content Placeholder 4">
            <a:extLst>
              <a:ext uri="{FF2B5EF4-FFF2-40B4-BE49-F238E27FC236}">
                <a16:creationId xmlns:a16="http://schemas.microsoft.com/office/drawing/2014/main" id="{16C11C32-77C1-C74A-8246-CA6A17722F01}"/>
              </a:ext>
            </a:extLst>
          </p:cNvPr>
          <p:cNvSpPr>
            <a:spLocks noGrp="1"/>
          </p:cNvSpPr>
          <p:nvPr>
            <p:ph idx="1"/>
          </p:nvPr>
        </p:nvSpPr>
        <p:spPr/>
        <p:txBody>
          <a:bodyPr/>
          <a:lstStyle/>
          <a:p>
            <a:pPr lvl="1"/>
            <a:r>
              <a:rPr lang="en-US" dirty="0"/>
              <a:t>Level 1 text</a:t>
            </a:r>
          </a:p>
          <a:p>
            <a:pPr lvl="2"/>
            <a:r>
              <a:rPr lang="en-US" dirty="0"/>
              <a:t>Level 2 text</a:t>
            </a:r>
          </a:p>
          <a:p>
            <a:pPr lvl="3"/>
            <a:r>
              <a:rPr lang="en-US" dirty="0"/>
              <a:t>Level 3 text</a:t>
            </a:r>
          </a:p>
          <a:p>
            <a:pPr lvl="4"/>
            <a:r>
              <a:rPr lang="en-US" dirty="0"/>
              <a:t>Level 4 text</a:t>
            </a:r>
          </a:p>
          <a:p>
            <a:pPr lvl="3"/>
            <a:endParaRPr lang="en-US" dirty="0"/>
          </a:p>
        </p:txBody>
      </p:sp>
      <p:sp>
        <p:nvSpPr>
          <p:cNvPr id="4" name="Title 3">
            <a:extLst>
              <a:ext uri="{FF2B5EF4-FFF2-40B4-BE49-F238E27FC236}">
                <a16:creationId xmlns:a16="http://schemas.microsoft.com/office/drawing/2014/main" id="{C0B2F60C-F47A-194C-BC70-22E920DC1878}"/>
              </a:ext>
            </a:extLst>
          </p:cNvPr>
          <p:cNvSpPr>
            <a:spLocks noGrp="1"/>
          </p:cNvSpPr>
          <p:nvPr>
            <p:ph type="title"/>
          </p:nvPr>
        </p:nvSpPr>
        <p:spPr/>
        <p:txBody>
          <a:bodyPr/>
          <a:lstStyle/>
          <a:p>
            <a:r>
              <a:rPr lang="en-US" dirty="0"/>
              <a:t>Picture right example slide</a:t>
            </a:r>
          </a:p>
        </p:txBody>
      </p:sp>
      <p:sp>
        <p:nvSpPr>
          <p:cNvPr id="2" name="Slide Number Placeholder 1">
            <a:extLst>
              <a:ext uri="{FF2B5EF4-FFF2-40B4-BE49-F238E27FC236}">
                <a16:creationId xmlns:a16="http://schemas.microsoft.com/office/drawing/2014/main" id="{E0B8B429-00C4-9034-A373-2D0E0C04B9C0}"/>
              </a:ext>
            </a:extLst>
          </p:cNvPr>
          <p:cNvSpPr>
            <a:spLocks noGrp="1"/>
          </p:cNvSpPr>
          <p:nvPr>
            <p:ph type="sldNum" sz="quarter" idx="12"/>
          </p:nvPr>
        </p:nvSpPr>
        <p:spPr/>
        <p:txBody>
          <a:bodyPr/>
          <a:lstStyle/>
          <a:p>
            <a:fld id="{7A7A97EF-C944-4447-B862-B593E9B4A0FF}" type="slidenum">
              <a:rPr lang="en-US" smtClean="0"/>
              <a:t>41</a:t>
            </a:fld>
            <a:endParaRPr lang="en-US" dirty="0"/>
          </a:p>
        </p:txBody>
      </p:sp>
      <p:sp>
        <p:nvSpPr>
          <p:cNvPr id="3" name="Footer Placeholder 15">
            <a:extLst>
              <a:ext uri="{FF2B5EF4-FFF2-40B4-BE49-F238E27FC236}">
                <a16:creationId xmlns:a16="http://schemas.microsoft.com/office/drawing/2014/main" id="{0937D7ED-FE21-92B9-B868-273A0BCC98E7}"/>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23229989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759753E-B825-5307-E519-B7CE816E7884}"/>
              </a:ext>
            </a:extLst>
          </p:cNvPr>
          <p:cNvSpPr/>
          <p:nvPr/>
        </p:nvSpPr>
        <p:spPr>
          <a:xfrm>
            <a:off x="10297391" y="197427"/>
            <a:ext cx="1714500" cy="7585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11" name="Picture Placeholder 10">
            <a:extLst>
              <a:ext uri="{FF2B5EF4-FFF2-40B4-BE49-F238E27FC236}">
                <a16:creationId xmlns:a16="http://schemas.microsoft.com/office/drawing/2014/main" id="{2A9653FB-FE7E-EBB9-337E-D1566D30B663}"/>
              </a:ext>
            </a:extLst>
          </p:cNvPr>
          <p:cNvSpPr>
            <a:spLocks noGrp="1"/>
          </p:cNvSpPr>
          <p:nvPr>
            <p:ph type="pic" sz="quarter" idx="13"/>
          </p:nvPr>
        </p:nvSpPr>
        <p:spPr/>
        <p:txBody>
          <a:bodyPr/>
          <a:lstStyle/>
          <a:p>
            <a:endParaRPr lang="en-US" dirty="0"/>
          </a:p>
        </p:txBody>
      </p:sp>
      <p:sp>
        <p:nvSpPr>
          <p:cNvPr id="6" name="Content Placeholder 5">
            <a:extLst>
              <a:ext uri="{FF2B5EF4-FFF2-40B4-BE49-F238E27FC236}">
                <a16:creationId xmlns:a16="http://schemas.microsoft.com/office/drawing/2014/main" id="{E722CF6A-2D7D-9A4D-8011-CA9BFB0068F6}"/>
              </a:ext>
            </a:extLst>
          </p:cNvPr>
          <p:cNvSpPr>
            <a:spLocks noGrp="1"/>
          </p:cNvSpPr>
          <p:nvPr>
            <p:ph idx="1"/>
          </p:nvPr>
        </p:nvSpPr>
        <p:spPr/>
        <p:txBody>
          <a:bodyPr/>
          <a:lstStyle/>
          <a:p>
            <a:pPr lvl="1"/>
            <a:r>
              <a:rPr lang="en-US" dirty="0"/>
              <a:t>Level 1 text</a:t>
            </a:r>
          </a:p>
          <a:p>
            <a:pPr lvl="2"/>
            <a:r>
              <a:rPr lang="en-US" dirty="0"/>
              <a:t>Level 2 text</a:t>
            </a:r>
          </a:p>
          <a:p>
            <a:pPr lvl="3"/>
            <a:r>
              <a:rPr lang="en-US" dirty="0"/>
              <a:t>Level 3 text</a:t>
            </a:r>
          </a:p>
          <a:p>
            <a:pPr lvl="4"/>
            <a:r>
              <a:rPr lang="en-US" dirty="0"/>
              <a:t>Level 4 text</a:t>
            </a:r>
          </a:p>
        </p:txBody>
      </p:sp>
      <p:sp>
        <p:nvSpPr>
          <p:cNvPr id="4" name="Title 3">
            <a:extLst>
              <a:ext uri="{FF2B5EF4-FFF2-40B4-BE49-F238E27FC236}">
                <a16:creationId xmlns:a16="http://schemas.microsoft.com/office/drawing/2014/main" id="{FC27AF0D-69C8-5241-815A-918906236E14}"/>
              </a:ext>
            </a:extLst>
          </p:cNvPr>
          <p:cNvSpPr>
            <a:spLocks noGrp="1"/>
          </p:cNvSpPr>
          <p:nvPr>
            <p:ph type="title"/>
          </p:nvPr>
        </p:nvSpPr>
        <p:spPr/>
        <p:txBody>
          <a:bodyPr/>
          <a:lstStyle/>
          <a:p>
            <a:r>
              <a:rPr lang="en-US" dirty="0"/>
              <a:t>Picture left example slide</a:t>
            </a:r>
          </a:p>
        </p:txBody>
      </p:sp>
      <p:sp>
        <p:nvSpPr>
          <p:cNvPr id="7" name="Slide Number Placeholder 6">
            <a:extLst>
              <a:ext uri="{FF2B5EF4-FFF2-40B4-BE49-F238E27FC236}">
                <a16:creationId xmlns:a16="http://schemas.microsoft.com/office/drawing/2014/main" id="{69A8D624-CBC2-1D0F-34A4-DF2695C43649}"/>
              </a:ext>
            </a:extLst>
          </p:cNvPr>
          <p:cNvSpPr>
            <a:spLocks noGrp="1"/>
          </p:cNvSpPr>
          <p:nvPr>
            <p:ph type="sldNum" sz="quarter" idx="12"/>
          </p:nvPr>
        </p:nvSpPr>
        <p:spPr/>
        <p:txBody>
          <a:bodyPr/>
          <a:lstStyle/>
          <a:p>
            <a:fld id="{7A7A97EF-C944-4447-B862-B593E9B4A0FF}" type="slidenum">
              <a:rPr lang="en-US" smtClean="0"/>
              <a:pPr/>
              <a:t>42</a:t>
            </a:fld>
            <a:endParaRPr lang="en-US" dirty="0"/>
          </a:p>
        </p:txBody>
      </p:sp>
      <p:sp>
        <p:nvSpPr>
          <p:cNvPr id="3" name="Footer Placeholder 15">
            <a:extLst>
              <a:ext uri="{FF2B5EF4-FFF2-40B4-BE49-F238E27FC236}">
                <a16:creationId xmlns:a16="http://schemas.microsoft.com/office/drawing/2014/main" id="{CD703F55-05D3-DC21-B01B-EE4A63FDCD3D}"/>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32597743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3A29452-821B-B840-9A46-37B5EE3641BC}"/>
              </a:ext>
            </a:extLst>
          </p:cNvPr>
          <p:cNvSpPr>
            <a:spLocks noGrp="1"/>
          </p:cNvSpPr>
          <p:nvPr>
            <p:ph type="title"/>
          </p:nvPr>
        </p:nvSpPr>
        <p:spPr/>
        <p:txBody>
          <a:bodyPr/>
          <a:lstStyle/>
          <a:p>
            <a:r>
              <a:rPr lang="en-US" dirty="0"/>
              <a:t>2/3 and 1/3-column content example slide</a:t>
            </a:r>
          </a:p>
        </p:txBody>
      </p:sp>
      <p:sp>
        <p:nvSpPr>
          <p:cNvPr id="16" name="Content Placeholder 15">
            <a:extLst>
              <a:ext uri="{FF2B5EF4-FFF2-40B4-BE49-F238E27FC236}">
                <a16:creationId xmlns:a16="http://schemas.microsoft.com/office/drawing/2014/main" id="{E644B3C1-A894-90DC-85E5-AB84CF87FCAB}"/>
              </a:ext>
            </a:extLst>
          </p:cNvPr>
          <p:cNvSpPr>
            <a:spLocks noGrp="1"/>
          </p:cNvSpPr>
          <p:nvPr>
            <p:ph idx="1"/>
          </p:nvPr>
        </p:nvSpPr>
        <p:spPr/>
        <p:txBody>
          <a:bodyPr/>
          <a:lstStyle/>
          <a:p>
            <a:pPr lvl="1"/>
            <a:r>
              <a:rPr lang="en-US" dirty="0"/>
              <a:t>Level 1 text</a:t>
            </a:r>
          </a:p>
          <a:p>
            <a:pPr lvl="2"/>
            <a:r>
              <a:rPr lang="en-US" dirty="0"/>
              <a:t>Level 2 text</a:t>
            </a:r>
          </a:p>
          <a:p>
            <a:pPr lvl="3"/>
            <a:r>
              <a:rPr lang="en-US" dirty="0"/>
              <a:t>Level 3 text</a:t>
            </a:r>
          </a:p>
          <a:p>
            <a:pPr lvl="4"/>
            <a:r>
              <a:rPr lang="en-US" dirty="0"/>
              <a:t>Level 4 text</a:t>
            </a:r>
          </a:p>
          <a:p>
            <a:pPr lvl="3"/>
            <a:endParaRPr lang="en-US" dirty="0"/>
          </a:p>
          <a:p>
            <a:endParaRPr lang="en-US" dirty="0"/>
          </a:p>
        </p:txBody>
      </p:sp>
      <p:sp>
        <p:nvSpPr>
          <p:cNvPr id="6" name="Content Placeholder 5">
            <a:extLst>
              <a:ext uri="{FF2B5EF4-FFF2-40B4-BE49-F238E27FC236}">
                <a16:creationId xmlns:a16="http://schemas.microsoft.com/office/drawing/2014/main" id="{6C2CAD89-3856-8C43-B6A4-D0EB176B30A5}"/>
              </a:ext>
            </a:extLst>
          </p:cNvPr>
          <p:cNvSpPr>
            <a:spLocks noGrp="1"/>
          </p:cNvSpPr>
          <p:nvPr>
            <p:ph idx="14"/>
          </p:nvPr>
        </p:nvSpPr>
        <p:spPr/>
        <p:txBody>
          <a:bodyPr/>
          <a:lstStyle/>
          <a:p>
            <a:pPr lvl="1"/>
            <a:r>
              <a:rPr lang="en-US" dirty="0"/>
              <a:t>Level 1 text</a:t>
            </a:r>
          </a:p>
          <a:p>
            <a:pPr lvl="2"/>
            <a:r>
              <a:rPr lang="en-US" dirty="0"/>
              <a:t>Level 2 text</a:t>
            </a:r>
          </a:p>
          <a:p>
            <a:pPr lvl="3"/>
            <a:r>
              <a:rPr lang="en-US" dirty="0"/>
              <a:t>Level 3 text</a:t>
            </a:r>
          </a:p>
          <a:p>
            <a:pPr lvl="4"/>
            <a:r>
              <a:rPr lang="en-US" dirty="0"/>
              <a:t>Level 4 text</a:t>
            </a:r>
          </a:p>
          <a:p>
            <a:pPr lvl="3"/>
            <a:endParaRPr lang="en-US" dirty="0"/>
          </a:p>
        </p:txBody>
      </p:sp>
      <p:sp>
        <p:nvSpPr>
          <p:cNvPr id="5" name="Slide Number Placeholder 4">
            <a:extLst>
              <a:ext uri="{FF2B5EF4-FFF2-40B4-BE49-F238E27FC236}">
                <a16:creationId xmlns:a16="http://schemas.microsoft.com/office/drawing/2014/main" id="{7A177C3D-D7A1-832E-28F2-4D19927DB7AF}"/>
              </a:ext>
            </a:extLst>
          </p:cNvPr>
          <p:cNvSpPr>
            <a:spLocks noGrp="1"/>
          </p:cNvSpPr>
          <p:nvPr>
            <p:ph type="sldNum" sz="quarter" idx="12"/>
          </p:nvPr>
        </p:nvSpPr>
        <p:spPr/>
        <p:txBody>
          <a:bodyPr/>
          <a:lstStyle/>
          <a:p>
            <a:fld id="{7A7A97EF-C944-4447-B862-B593E9B4A0FF}" type="slidenum">
              <a:rPr lang="en-US" smtClean="0"/>
              <a:pPr/>
              <a:t>43</a:t>
            </a:fld>
            <a:endParaRPr lang="en-US" dirty="0"/>
          </a:p>
        </p:txBody>
      </p:sp>
      <p:sp>
        <p:nvSpPr>
          <p:cNvPr id="3" name="Footer Placeholder 15">
            <a:extLst>
              <a:ext uri="{FF2B5EF4-FFF2-40B4-BE49-F238E27FC236}">
                <a16:creationId xmlns:a16="http://schemas.microsoft.com/office/drawing/2014/main" id="{B080081A-712A-D116-C368-A3F7943B25D6}"/>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26355207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69D298-2EAA-E646-8086-C655833D77A0}"/>
              </a:ext>
            </a:extLst>
          </p:cNvPr>
          <p:cNvSpPr>
            <a:spLocks noGrp="1"/>
          </p:cNvSpPr>
          <p:nvPr>
            <p:ph type="title"/>
          </p:nvPr>
        </p:nvSpPr>
        <p:spPr/>
        <p:txBody>
          <a:bodyPr/>
          <a:lstStyle/>
          <a:p>
            <a:r>
              <a:rPr lang="en-US" dirty="0"/>
              <a:t>Side-by-side example slide</a:t>
            </a:r>
          </a:p>
        </p:txBody>
      </p:sp>
      <p:sp>
        <p:nvSpPr>
          <p:cNvPr id="7" name="Content Placeholder 6">
            <a:extLst>
              <a:ext uri="{FF2B5EF4-FFF2-40B4-BE49-F238E27FC236}">
                <a16:creationId xmlns:a16="http://schemas.microsoft.com/office/drawing/2014/main" id="{6996907A-0A7E-38E3-2DD3-ECAD429CF3C5}"/>
              </a:ext>
            </a:extLst>
          </p:cNvPr>
          <p:cNvSpPr>
            <a:spLocks noGrp="1"/>
          </p:cNvSpPr>
          <p:nvPr>
            <p:ph idx="1"/>
          </p:nvPr>
        </p:nvSpPr>
        <p:spPr/>
        <p:txBody>
          <a:bodyPr/>
          <a:lstStyle/>
          <a:p>
            <a:pPr lvl="1"/>
            <a:r>
              <a:rPr lang="en-US" dirty="0"/>
              <a:t>Level 1 text</a:t>
            </a:r>
          </a:p>
          <a:p>
            <a:pPr lvl="2"/>
            <a:r>
              <a:rPr lang="en-US" dirty="0"/>
              <a:t>Level 2 text</a:t>
            </a:r>
          </a:p>
          <a:p>
            <a:pPr lvl="3"/>
            <a:r>
              <a:rPr lang="en-US" dirty="0"/>
              <a:t>Level 3 text</a:t>
            </a:r>
          </a:p>
          <a:p>
            <a:pPr lvl="4"/>
            <a:r>
              <a:rPr lang="en-US" dirty="0"/>
              <a:t>Level 4 text</a:t>
            </a:r>
          </a:p>
          <a:p>
            <a:endParaRPr lang="en-US" dirty="0"/>
          </a:p>
        </p:txBody>
      </p:sp>
      <p:sp>
        <p:nvSpPr>
          <p:cNvPr id="6" name="Content Placeholder 5">
            <a:extLst>
              <a:ext uri="{FF2B5EF4-FFF2-40B4-BE49-F238E27FC236}">
                <a16:creationId xmlns:a16="http://schemas.microsoft.com/office/drawing/2014/main" id="{F5780440-3F82-4244-AA83-7DD83A6E28D0}"/>
              </a:ext>
            </a:extLst>
          </p:cNvPr>
          <p:cNvSpPr>
            <a:spLocks noGrp="1"/>
          </p:cNvSpPr>
          <p:nvPr>
            <p:ph idx="13"/>
          </p:nvPr>
        </p:nvSpPr>
        <p:spPr/>
        <p:txBody>
          <a:bodyPr/>
          <a:lstStyle/>
          <a:p>
            <a:r>
              <a:rPr lang="en-GB" dirty="0"/>
              <a:t>Click to add text column.</a:t>
            </a:r>
          </a:p>
        </p:txBody>
      </p:sp>
      <p:sp>
        <p:nvSpPr>
          <p:cNvPr id="5" name="Slide Number Placeholder 4">
            <a:extLst>
              <a:ext uri="{FF2B5EF4-FFF2-40B4-BE49-F238E27FC236}">
                <a16:creationId xmlns:a16="http://schemas.microsoft.com/office/drawing/2014/main" id="{E43CC78B-42CA-A432-D029-B070882D3D19}"/>
              </a:ext>
            </a:extLst>
          </p:cNvPr>
          <p:cNvSpPr>
            <a:spLocks noGrp="1"/>
          </p:cNvSpPr>
          <p:nvPr>
            <p:ph type="sldNum" sz="quarter" idx="12"/>
          </p:nvPr>
        </p:nvSpPr>
        <p:spPr/>
        <p:txBody>
          <a:bodyPr/>
          <a:lstStyle/>
          <a:p>
            <a:fld id="{7A7A97EF-C944-4447-B862-B593E9B4A0FF}" type="slidenum">
              <a:rPr lang="en-US" smtClean="0"/>
              <a:pPr/>
              <a:t>44</a:t>
            </a:fld>
            <a:endParaRPr lang="en-US" dirty="0"/>
          </a:p>
        </p:txBody>
      </p:sp>
      <p:sp>
        <p:nvSpPr>
          <p:cNvPr id="3" name="Footer Placeholder 15">
            <a:extLst>
              <a:ext uri="{FF2B5EF4-FFF2-40B4-BE49-F238E27FC236}">
                <a16:creationId xmlns:a16="http://schemas.microsoft.com/office/drawing/2014/main" id="{D5C99EC7-5684-FEE3-2D13-A58FB2D9E0E3}"/>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38315068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071DD27-F23E-0E69-F20A-55658B5A5DCF}"/>
              </a:ext>
            </a:extLst>
          </p:cNvPr>
          <p:cNvSpPr>
            <a:spLocks noGrp="1"/>
          </p:cNvSpPr>
          <p:nvPr>
            <p:ph type="pic" sz="quarter" idx="13"/>
          </p:nvPr>
        </p:nvSpPr>
        <p:spPr/>
        <p:txBody>
          <a:bodyPr/>
          <a:lstStyle/>
          <a:p>
            <a:endParaRPr lang="en-US"/>
          </a:p>
        </p:txBody>
      </p:sp>
      <p:sp>
        <p:nvSpPr>
          <p:cNvPr id="5" name="Content Placeholder 4">
            <a:extLst>
              <a:ext uri="{FF2B5EF4-FFF2-40B4-BE49-F238E27FC236}">
                <a16:creationId xmlns:a16="http://schemas.microsoft.com/office/drawing/2014/main" id="{16C11C32-77C1-C74A-8246-CA6A17722F01}"/>
              </a:ext>
            </a:extLst>
          </p:cNvPr>
          <p:cNvSpPr>
            <a:spLocks noGrp="1"/>
          </p:cNvSpPr>
          <p:nvPr>
            <p:ph idx="1"/>
          </p:nvPr>
        </p:nvSpPr>
        <p:spPr/>
        <p:txBody>
          <a:bodyPr/>
          <a:lstStyle/>
          <a:p>
            <a:pPr lvl="1"/>
            <a:r>
              <a:rPr lang="en-US" dirty="0"/>
              <a:t>Level 1 text</a:t>
            </a:r>
          </a:p>
          <a:p>
            <a:pPr lvl="2"/>
            <a:r>
              <a:rPr lang="en-US" dirty="0"/>
              <a:t>Level 2 text</a:t>
            </a:r>
          </a:p>
          <a:p>
            <a:pPr lvl="3"/>
            <a:r>
              <a:rPr lang="en-US" dirty="0"/>
              <a:t>Level 3 text</a:t>
            </a:r>
          </a:p>
          <a:p>
            <a:pPr lvl="4"/>
            <a:r>
              <a:rPr lang="en-US" dirty="0"/>
              <a:t>Level 4 text</a:t>
            </a:r>
          </a:p>
        </p:txBody>
      </p:sp>
      <p:sp>
        <p:nvSpPr>
          <p:cNvPr id="4" name="Title 3">
            <a:extLst>
              <a:ext uri="{FF2B5EF4-FFF2-40B4-BE49-F238E27FC236}">
                <a16:creationId xmlns:a16="http://schemas.microsoft.com/office/drawing/2014/main" id="{C0B2F60C-F47A-194C-BC70-22E920DC1878}"/>
              </a:ext>
            </a:extLst>
          </p:cNvPr>
          <p:cNvSpPr>
            <a:spLocks noGrp="1"/>
          </p:cNvSpPr>
          <p:nvPr>
            <p:ph type="title"/>
          </p:nvPr>
        </p:nvSpPr>
        <p:spPr/>
        <p:txBody>
          <a:bodyPr/>
          <a:lstStyle/>
          <a:p>
            <a:r>
              <a:rPr lang="en-US" dirty="0"/>
              <a:t>Picture right with graphic text </a:t>
            </a:r>
            <a:br>
              <a:rPr lang="en-US" dirty="0"/>
            </a:br>
            <a:r>
              <a:rPr lang="en-US" dirty="0"/>
              <a:t>example</a:t>
            </a:r>
          </a:p>
        </p:txBody>
      </p:sp>
      <p:sp>
        <p:nvSpPr>
          <p:cNvPr id="14" name="Content Placeholder 4">
            <a:extLst>
              <a:ext uri="{FF2B5EF4-FFF2-40B4-BE49-F238E27FC236}">
                <a16:creationId xmlns:a16="http://schemas.microsoft.com/office/drawing/2014/main" id="{F91FCEB7-C6EB-1FB5-B218-842AE955C585}"/>
              </a:ext>
            </a:extLst>
          </p:cNvPr>
          <p:cNvSpPr txBox="1">
            <a:spLocks/>
          </p:cNvSpPr>
          <p:nvPr/>
        </p:nvSpPr>
        <p:spPr>
          <a:xfrm>
            <a:off x="5814061" y="3656968"/>
            <a:ext cx="6377940" cy="2829769"/>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Clr>
                <a:schemeClr val="tx1"/>
              </a:buClr>
              <a:buFont typeface="Arial" panose="020B0604020202020204" pitchFamily="34" charset="0"/>
              <a:buNone/>
              <a:defRPr sz="1800" kern="1200">
                <a:solidFill>
                  <a:srgbClr val="212121"/>
                </a:solidFill>
                <a:latin typeface="+mn-lt"/>
                <a:ea typeface="+mn-ea"/>
                <a:cs typeface="+mn-cs"/>
              </a:defRPr>
            </a:lvl1pPr>
            <a:lvl2pPr marL="182880" indent="-182880" algn="l" defTabSz="914400" rtl="0" eaLnBrk="1" latinLnBrk="0" hangingPunct="1">
              <a:lnSpc>
                <a:spcPct val="100000"/>
              </a:lnSpc>
              <a:spcBef>
                <a:spcPts val="0"/>
              </a:spcBef>
              <a:spcAft>
                <a:spcPts val="600"/>
              </a:spcAft>
              <a:buClr>
                <a:schemeClr val="tx1"/>
              </a:buClr>
              <a:buFont typeface="Arial"/>
              <a:buChar char="–"/>
              <a:defRPr sz="1800" kern="1200">
                <a:solidFill>
                  <a:srgbClr val="212121"/>
                </a:solidFill>
                <a:latin typeface="+mn-lt"/>
                <a:ea typeface="+mn-ea"/>
                <a:cs typeface="+mn-cs"/>
              </a:defRPr>
            </a:lvl2pPr>
            <a:lvl3pPr marL="365760" indent="-182880" algn="l" defTabSz="914400" rtl="0" eaLnBrk="1" latinLnBrk="0" hangingPunct="1">
              <a:lnSpc>
                <a:spcPct val="100000"/>
              </a:lnSpc>
              <a:spcBef>
                <a:spcPts val="0"/>
              </a:spcBef>
              <a:spcAft>
                <a:spcPts val="600"/>
              </a:spcAft>
              <a:buClr>
                <a:schemeClr val="tx1"/>
              </a:buClr>
              <a:buFont typeface="Arial"/>
              <a:buChar char="–"/>
              <a:defRPr sz="1800" kern="1200">
                <a:solidFill>
                  <a:srgbClr val="212121"/>
                </a:solidFill>
                <a:latin typeface="+mn-lt"/>
                <a:ea typeface="+mn-ea"/>
                <a:cs typeface="+mn-cs"/>
              </a:defRPr>
            </a:lvl3pPr>
            <a:lvl4pPr marL="548640" indent="-182880" algn="l" defTabSz="914400" rtl="0" eaLnBrk="1" latinLnBrk="0" hangingPunct="1">
              <a:lnSpc>
                <a:spcPct val="100000"/>
              </a:lnSpc>
              <a:spcBef>
                <a:spcPts val="0"/>
              </a:spcBef>
              <a:spcAft>
                <a:spcPts val="600"/>
              </a:spcAft>
              <a:buClr>
                <a:schemeClr val="tx1"/>
              </a:buClr>
              <a:buFont typeface="Arial"/>
              <a:buChar char="–"/>
              <a:defRPr sz="1800" kern="1200">
                <a:solidFill>
                  <a:srgbClr val="212121"/>
                </a:solidFill>
                <a:latin typeface="+mn-lt"/>
                <a:ea typeface="+mn-ea"/>
                <a:cs typeface="+mn-cs"/>
              </a:defRPr>
            </a:lvl4pPr>
            <a:lvl5pPr marL="731520" indent="-182880" algn="l" defTabSz="914400" rtl="0" eaLnBrk="1" latinLnBrk="0" hangingPunct="1">
              <a:lnSpc>
                <a:spcPct val="100000"/>
              </a:lnSpc>
              <a:spcBef>
                <a:spcPts val="0"/>
              </a:spcBef>
              <a:spcAft>
                <a:spcPts val="600"/>
              </a:spcAft>
              <a:buClr>
                <a:schemeClr val="tx1"/>
              </a:buClr>
              <a:buFont typeface="Arial"/>
              <a:buChar char="–"/>
              <a:defRPr sz="1800" kern="1200">
                <a:solidFill>
                  <a:srgbClr val="212121"/>
                </a:solidFill>
                <a:latin typeface="+mn-lt"/>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pPr algn="ctr"/>
            <a:r>
              <a:rPr lang="en-US" sz="19900" spc="80" dirty="0">
                <a:solidFill>
                  <a:schemeClr val="bg2"/>
                </a:solidFill>
                <a:latin typeface="Sons Condensed Extrabold" panose="02060906060206060203" pitchFamily="18" charset="0"/>
              </a:rPr>
              <a:t>##</a:t>
            </a:r>
          </a:p>
        </p:txBody>
      </p:sp>
      <p:sp>
        <p:nvSpPr>
          <p:cNvPr id="6" name="Slide Number Placeholder 5">
            <a:extLst>
              <a:ext uri="{FF2B5EF4-FFF2-40B4-BE49-F238E27FC236}">
                <a16:creationId xmlns:a16="http://schemas.microsoft.com/office/drawing/2014/main" id="{B877297E-9A4E-FBD6-F55C-9444A7319C7E}"/>
              </a:ext>
            </a:extLst>
          </p:cNvPr>
          <p:cNvSpPr>
            <a:spLocks noGrp="1"/>
          </p:cNvSpPr>
          <p:nvPr>
            <p:ph type="sldNum" sz="quarter" idx="12"/>
          </p:nvPr>
        </p:nvSpPr>
        <p:spPr/>
        <p:txBody>
          <a:bodyPr/>
          <a:lstStyle/>
          <a:p>
            <a:fld id="{7A7A97EF-C944-4447-B862-B593E9B4A0FF}" type="slidenum">
              <a:rPr lang="en-US" smtClean="0"/>
              <a:t>45</a:t>
            </a:fld>
            <a:endParaRPr lang="en-US" dirty="0"/>
          </a:p>
        </p:txBody>
      </p:sp>
      <p:sp>
        <p:nvSpPr>
          <p:cNvPr id="3" name="Footer Placeholder 15">
            <a:extLst>
              <a:ext uri="{FF2B5EF4-FFF2-40B4-BE49-F238E27FC236}">
                <a16:creationId xmlns:a16="http://schemas.microsoft.com/office/drawing/2014/main" id="{893D5C8E-BD15-D85B-6F51-22321BB6B019}"/>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17132945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a:extLst>
              <a:ext uri="{FF2B5EF4-FFF2-40B4-BE49-F238E27FC236}">
                <a16:creationId xmlns:a16="http://schemas.microsoft.com/office/drawing/2014/main" id="{59530C54-8F90-AC47-AAAA-C409EDE21F90}"/>
              </a:ext>
            </a:extLst>
          </p:cNvPr>
          <p:cNvGraphicFramePr>
            <a:graphicFrameLocks noGrp="1"/>
          </p:cNvGraphicFramePr>
          <p:nvPr>
            <p:ph type="pic" sz="quarter" idx="13"/>
            <p:extLst>
              <p:ext uri="{D42A27DB-BD31-4B8C-83A1-F6EECF244321}">
                <p14:modId xmlns:p14="http://schemas.microsoft.com/office/powerpoint/2010/main" val="4100885607"/>
              </p:ext>
            </p:extLst>
          </p:nvPr>
        </p:nvGraphicFramePr>
        <p:xfrm>
          <a:off x="5813425" y="0"/>
          <a:ext cx="6378575" cy="6858000"/>
        </p:xfrm>
        <a:graphic>
          <a:graphicData uri="http://schemas.openxmlformats.org/drawingml/2006/chart">
            <c:chart xmlns:c="http://schemas.openxmlformats.org/drawingml/2006/chart" xmlns:r="http://schemas.openxmlformats.org/officeDocument/2006/relationships" r:id="rId2"/>
          </a:graphicData>
        </a:graphic>
      </p:graphicFrame>
      <p:sp>
        <p:nvSpPr>
          <p:cNvPr id="7" name="Content Placeholder 6">
            <a:extLst>
              <a:ext uri="{FF2B5EF4-FFF2-40B4-BE49-F238E27FC236}">
                <a16:creationId xmlns:a16="http://schemas.microsoft.com/office/drawing/2014/main" id="{FB42671E-1F03-5241-B799-B91A274F78E4}"/>
              </a:ext>
            </a:extLst>
          </p:cNvPr>
          <p:cNvSpPr>
            <a:spLocks noGrp="1"/>
          </p:cNvSpPr>
          <p:nvPr>
            <p:ph idx="1"/>
          </p:nvPr>
        </p:nvSpPr>
        <p:spPr/>
        <p:txBody>
          <a:bodyPr/>
          <a:lstStyle/>
          <a:p>
            <a:pPr lvl="1"/>
            <a:r>
              <a:rPr lang="en-US" dirty="0"/>
              <a:t>Level 1 text</a:t>
            </a:r>
          </a:p>
          <a:p>
            <a:pPr lvl="2"/>
            <a:r>
              <a:rPr lang="en-US" dirty="0"/>
              <a:t>Level 2 text</a:t>
            </a:r>
          </a:p>
          <a:p>
            <a:pPr lvl="3"/>
            <a:r>
              <a:rPr lang="en-US" dirty="0"/>
              <a:t>Level 3 text</a:t>
            </a:r>
          </a:p>
          <a:p>
            <a:pPr lvl="4"/>
            <a:r>
              <a:rPr lang="en-US" dirty="0"/>
              <a:t>Level 4 text</a:t>
            </a:r>
          </a:p>
          <a:p>
            <a:pPr lvl="3"/>
            <a:endParaRPr lang="en-US" dirty="0"/>
          </a:p>
        </p:txBody>
      </p:sp>
      <p:sp>
        <p:nvSpPr>
          <p:cNvPr id="15" name="Title 3">
            <a:extLst>
              <a:ext uri="{FF2B5EF4-FFF2-40B4-BE49-F238E27FC236}">
                <a16:creationId xmlns:a16="http://schemas.microsoft.com/office/drawing/2014/main" id="{107F41B2-1B67-AE54-2431-64E989C788AE}"/>
              </a:ext>
            </a:extLst>
          </p:cNvPr>
          <p:cNvSpPr>
            <a:spLocks noGrp="1"/>
          </p:cNvSpPr>
          <p:nvPr>
            <p:ph type="title"/>
          </p:nvPr>
        </p:nvSpPr>
        <p:spPr/>
        <p:txBody>
          <a:bodyPr/>
          <a:lstStyle/>
          <a:p>
            <a:r>
              <a:rPr lang="en-US" dirty="0"/>
              <a:t>Pie chart example 1</a:t>
            </a:r>
          </a:p>
        </p:txBody>
      </p:sp>
      <p:sp>
        <p:nvSpPr>
          <p:cNvPr id="4" name="Slide Number Placeholder 3">
            <a:extLst>
              <a:ext uri="{FF2B5EF4-FFF2-40B4-BE49-F238E27FC236}">
                <a16:creationId xmlns:a16="http://schemas.microsoft.com/office/drawing/2014/main" id="{43C998F0-D498-0266-D4E2-7B5AC881AC75}"/>
              </a:ext>
            </a:extLst>
          </p:cNvPr>
          <p:cNvSpPr>
            <a:spLocks noGrp="1"/>
          </p:cNvSpPr>
          <p:nvPr>
            <p:ph type="sldNum" sz="quarter" idx="12"/>
          </p:nvPr>
        </p:nvSpPr>
        <p:spPr/>
        <p:txBody>
          <a:bodyPr/>
          <a:lstStyle/>
          <a:p>
            <a:fld id="{7A7A97EF-C944-4447-B862-B593E9B4A0FF}" type="slidenum">
              <a:rPr lang="en-US" smtClean="0">
                <a:solidFill>
                  <a:schemeClr val="bg1"/>
                </a:solidFill>
              </a:rPr>
              <a:t>46</a:t>
            </a:fld>
            <a:endParaRPr lang="en-US" dirty="0">
              <a:solidFill>
                <a:schemeClr val="bg1"/>
              </a:solidFill>
            </a:endParaRPr>
          </a:p>
        </p:txBody>
      </p:sp>
      <p:sp>
        <p:nvSpPr>
          <p:cNvPr id="3" name="Footer Placeholder 15">
            <a:extLst>
              <a:ext uri="{FF2B5EF4-FFF2-40B4-BE49-F238E27FC236}">
                <a16:creationId xmlns:a16="http://schemas.microsoft.com/office/drawing/2014/main" id="{1A188B59-A915-96F6-4AB4-38D6187479C4}"/>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14964558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a:extLst>
              <a:ext uri="{FF2B5EF4-FFF2-40B4-BE49-F238E27FC236}">
                <a16:creationId xmlns:a16="http://schemas.microsoft.com/office/drawing/2014/main" id="{59530C54-8F90-AC47-AAAA-C409EDE21F90}"/>
              </a:ext>
            </a:extLst>
          </p:cNvPr>
          <p:cNvGraphicFramePr>
            <a:graphicFrameLocks noGrp="1"/>
          </p:cNvGraphicFramePr>
          <p:nvPr>
            <p:ph type="pic" sz="quarter" idx="13"/>
            <p:extLst>
              <p:ext uri="{D42A27DB-BD31-4B8C-83A1-F6EECF244321}">
                <p14:modId xmlns:p14="http://schemas.microsoft.com/office/powerpoint/2010/main" val="2902026138"/>
              </p:ext>
            </p:extLst>
          </p:nvPr>
        </p:nvGraphicFramePr>
        <p:xfrm>
          <a:off x="4477920" y="0"/>
          <a:ext cx="6378575" cy="6858000"/>
        </p:xfrm>
        <a:graphic>
          <a:graphicData uri="http://schemas.openxmlformats.org/drawingml/2006/chart">
            <c:chart xmlns:c="http://schemas.openxmlformats.org/drawingml/2006/chart" xmlns:r="http://schemas.openxmlformats.org/officeDocument/2006/relationships" r:id="rId2"/>
          </a:graphicData>
        </a:graphic>
      </p:graphicFrame>
      <p:sp>
        <p:nvSpPr>
          <p:cNvPr id="7" name="Content Placeholder 6">
            <a:extLst>
              <a:ext uri="{FF2B5EF4-FFF2-40B4-BE49-F238E27FC236}">
                <a16:creationId xmlns:a16="http://schemas.microsoft.com/office/drawing/2014/main" id="{FB42671E-1F03-5241-B799-B91A274F78E4}"/>
              </a:ext>
            </a:extLst>
          </p:cNvPr>
          <p:cNvSpPr>
            <a:spLocks noGrp="1"/>
          </p:cNvSpPr>
          <p:nvPr>
            <p:ph idx="1"/>
          </p:nvPr>
        </p:nvSpPr>
        <p:spPr/>
        <p:txBody>
          <a:bodyPr/>
          <a:lstStyle/>
          <a:p>
            <a:pPr lvl="1">
              <a:buClrTx/>
            </a:pPr>
            <a:r>
              <a:rPr lang="en-US" dirty="0"/>
              <a:t>Level 1 text</a:t>
            </a:r>
          </a:p>
          <a:p>
            <a:pPr lvl="2">
              <a:buClrTx/>
            </a:pPr>
            <a:r>
              <a:rPr lang="en-US" dirty="0"/>
              <a:t>Level 2 text</a:t>
            </a:r>
          </a:p>
          <a:p>
            <a:pPr lvl="3">
              <a:buClrTx/>
            </a:pPr>
            <a:r>
              <a:rPr lang="en-US" dirty="0"/>
              <a:t>Level 3 text</a:t>
            </a:r>
          </a:p>
          <a:p>
            <a:pPr lvl="4">
              <a:buClrTx/>
            </a:pPr>
            <a:r>
              <a:rPr lang="en-US" dirty="0"/>
              <a:t>Level 4 text</a:t>
            </a:r>
          </a:p>
          <a:p>
            <a:pPr lvl="3"/>
            <a:endParaRPr lang="en-US" dirty="0"/>
          </a:p>
        </p:txBody>
      </p:sp>
      <p:sp>
        <p:nvSpPr>
          <p:cNvPr id="4" name="Title 3">
            <a:extLst>
              <a:ext uri="{FF2B5EF4-FFF2-40B4-BE49-F238E27FC236}">
                <a16:creationId xmlns:a16="http://schemas.microsoft.com/office/drawing/2014/main" id="{44150F83-0910-C541-A544-ECA9EF32B80F}"/>
              </a:ext>
            </a:extLst>
          </p:cNvPr>
          <p:cNvSpPr>
            <a:spLocks noGrp="1"/>
          </p:cNvSpPr>
          <p:nvPr>
            <p:ph type="title"/>
          </p:nvPr>
        </p:nvSpPr>
        <p:spPr/>
        <p:txBody>
          <a:bodyPr/>
          <a:lstStyle/>
          <a:p>
            <a:r>
              <a:rPr lang="en-US" dirty="0"/>
              <a:t>Pie chart example 2</a:t>
            </a:r>
          </a:p>
        </p:txBody>
      </p:sp>
      <p:sp>
        <p:nvSpPr>
          <p:cNvPr id="5" name="Slide Number Placeholder 4">
            <a:extLst>
              <a:ext uri="{FF2B5EF4-FFF2-40B4-BE49-F238E27FC236}">
                <a16:creationId xmlns:a16="http://schemas.microsoft.com/office/drawing/2014/main" id="{9CE29BEB-8405-598C-334B-11C5EDE61527}"/>
              </a:ext>
            </a:extLst>
          </p:cNvPr>
          <p:cNvSpPr>
            <a:spLocks noGrp="1"/>
          </p:cNvSpPr>
          <p:nvPr>
            <p:ph type="sldNum" sz="quarter" idx="12"/>
          </p:nvPr>
        </p:nvSpPr>
        <p:spPr/>
        <p:txBody>
          <a:bodyPr/>
          <a:lstStyle/>
          <a:p>
            <a:fld id="{7A7A97EF-C944-4447-B862-B593E9B4A0FF}" type="slidenum">
              <a:rPr lang="en-US" smtClean="0"/>
              <a:t>47</a:t>
            </a:fld>
            <a:endParaRPr lang="en-US" dirty="0"/>
          </a:p>
        </p:txBody>
      </p:sp>
      <p:sp>
        <p:nvSpPr>
          <p:cNvPr id="3" name="Footer Placeholder 15">
            <a:extLst>
              <a:ext uri="{FF2B5EF4-FFF2-40B4-BE49-F238E27FC236}">
                <a16:creationId xmlns:a16="http://schemas.microsoft.com/office/drawing/2014/main" id="{8260A0EB-2F64-58F7-EB03-CE663D98229E}"/>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152599964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36ED643-75A4-2840-B655-D6DC09004C04}"/>
              </a:ext>
            </a:extLst>
          </p:cNvPr>
          <p:cNvSpPr>
            <a:spLocks noGrp="1"/>
          </p:cNvSpPr>
          <p:nvPr>
            <p:ph type="title"/>
          </p:nvPr>
        </p:nvSpPr>
        <p:spPr/>
        <p:txBody>
          <a:bodyPr/>
          <a:lstStyle/>
          <a:p>
            <a:r>
              <a:rPr lang="en-US" dirty="0"/>
              <a:t>Column chart examples</a:t>
            </a:r>
          </a:p>
        </p:txBody>
      </p:sp>
      <p:graphicFrame>
        <p:nvGraphicFramePr>
          <p:cNvPr id="7" name="Content Placeholder 6">
            <a:extLst>
              <a:ext uri="{FF2B5EF4-FFF2-40B4-BE49-F238E27FC236}">
                <a16:creationId xmlns:a16="http://schemas.microsoft.com/office/drawing/2014/main" id="{0948C728-FFF3-8944-B909-A4E6CF303962}"/>
              </a:ext>
            </a:extLst>
          </p:cNvPr>
          <p:cNvGraphicFramePr>
            <a:graphicFrameLocks noGrp="1"/>
          </p:cNvGraphicFramePr>
          <p:nvPr>
            <p:ph idx="1"/>
            <p:extLst>
              <p:ext uri="{D42A27DB-BD31-4B8C-83A1-F6EECF244321}">
                <p14:modId xmlns:p14="http://schemas.microsoft.com/office/powerpoint/2010/main" val="2387964385"/>
              </p:ext>
            </p:extLst>
          </p:nvPr>
        </p:nvGraphicFramePr>
        <p:xfrm>
          <a:off x="419100" y="1403350"/>
          <a:ext cx="5394325" cy="480695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ontent Placeholder 12">
            <a:extLst>
              <a:ext uri="{FF2B5EF4-FFF2-40B4-BE49-F238E27FC236}">
                <a16:creationId xmlns:a16="http://schemas.microsoft.com/office/drawing/2014/main" id="{AD874A29-B43E-7342-9116-FF6B6C114AAB}"/>
              </a:ext>
            </a:extLst>
          </p:cNvPr>
          <p:cNvGraphicFramePr>
            <a:graphicFrameLocks noGrp="1"/>
          </p:cNvGraphicFramePr>
          <p:nvPr>
            <p:ph idx="13"/>
            <p:extLst>
              <p:ext uri="{D42A27DB-BD31-4B8C-83A1-F6EECF244321}">
                <p14:modId xmlns:p14="http://schemas.microsoft.com/office/powerpoint/2010/main" val="2108704817"/>
              </p:ext>
            </p:extLst>
          </p:nvPr>
        </p:nvGraphicFramePr>
        <p:xfrm>
          <a:off x="6096000" y="1403350"/>
          <a:ext cx="5394325" cy="4806950"/>
        </p:xfrm>
        <a:graphic>
          <a:graphicData uri="http://schemas.openxmlformats.org/drawingml/2006/chart">
            <c:chart xmlns:c="http://schemas.openxmlformats.org/drawingml/2006/chart" xmlns:r="http://schemas.openxmlformats.org/officeDocument/2006/relationships" r:id="rId3"/>
          </a:graphicData>
        </a:graphic>
      </p:graphicFrame>
      <p:sp>
        <p:nvSpPr>
          <p:cNvPr id="5" name="Slide Number Placeholder 4">
            <a:extLst>
              <a:ext uri="{FF2B5EF4-FFF2-40B4-BE49-F238E27FC236}">
                <a16:creationId xmlns:a16="http://schemas.microsoft.com/office/drawing/2014/main" id="{46360D36-A55F-168F-D8C2-7193C6A592DE}"/>
              </a:ext>
            </a:extLst>
          </p:cNvPr>
          <p:cNvSpPr>
            <a:spLocks noGrp="1"/>
          </p:cNvSpPr>
          <p:nvPr>
            <p:ph type="sldNum" sz="quarter" idx="12"/>
          </p:nvPr>
        </p:nvSpPr>
        <p:spPr/>
        <p:txBody>
          <a:bodyPr/>
          <a:lstStyle/>
          <a:p>
            <a:fld id="{7A7A97EF-C944-4447-B862-B593E9B4A0FF}" type="slidenum">
              <a:rPr lang="en-US" smtClean="0"/>
              <a:pPr/>
              <a:t>48</a:t>
            </a:fld>
            <a:endParaRPr lang="en-US" dirty="0"/>
          </a:p>
        </p:txBody>
      </p:sp>
      <p:sp>
        <p:nvSpPr>
          <p:cNvPr id="3" name="Footer Placeholder 15">
            <a:extLst>
              <a:ext uri="{FF2B5EF4-FFF2-40B4-BE49-F238E27FC236}">
                <a16:creationId xmlns:a16="http://schemas.microsoft.com/office/drawing/2014/main" id="{30241DDE-8871-BE43-FCE3-C83D38A30090}"/>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39681043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FD7B472-F578-B647-9763-A6E593FF6EEF}"/>
              </a:ext>
            </a:extLst>
          </p:cNvPr>
          <p:cNvSpPr>
            <a:spLocks noGrp="1"/>
          </p:cNvSpPr>
          <p:nvPr>
            <p:ph type="title"/>
          </p:nvPr>
        </p:nvSpPr>
        <p:spPr/>
        <p:txBody>
          <a:bodyPr/>
          <a:lstStyle/>
          <a:p>
            <a:r>
              <a:rPr lang="en-US"/>
              <a:t>Timeline table example</a:t>
            </a:r>
          </a:p>
        </p:txBody>
      </p:sp>
      <p:graphicFrame>
        <p:nvGraphicFramePr>
          <p:cNvPr id="6" name="Content Placeholder 2">
            <a:extLst>
              <a:ext uri="{FF2B5EF4-FFF2-40B4-BE49-F238E27FC236}">
                <a16:creationId xmlns:a16="http://schemas.microsoft.com/office/drawing/2014/main" id="{9E4BCF6F-4D5F-614B-9624-45BD219AE54F}"/>
              </a:ext>
            </a:extLst>
          </p:cNvPr>
          <p:cNvGraphicFramePr>
            <a:graphicFrameLocks noGrp="1"/>
          </p:cNvGraphicFramePr>
          <p:nvPr>
            <p:ph idx="1"/>
            <p:extLst>
              <p:ext uri="{D42A27DB-BD31-4B8C-83A1-F6EECF244321}">
                <p14:modId xmlns:p14="http://schemas.microsoft.com/office/powerpoint/2010/main" val="3730754359"/>
              </p:ext>
            </p:extLst>
          </p:nvPr>
        </p:nvGraphicFramePr>
        <p:xfrm>
          <a:off x="419100" y="1403350"/>
          <a:ext cx="11353811" cy="4161424"/>
        </p:xfrm>
        <a:graphic>
          <a:graphicData uri="http://schemas.openxmlformats.org/drawingml/2006/table">
            <a:tbl>
              <a:tblPr>
                <a:tableStyleId>{2D5ABB26-0587-4C30-8999-92F81FD0307C}</a:tableStyleId>
              </a:tblPr>
              <a:tblGrid>
                <a:gridCol w="1722374">
                  <a:extLst>
                    <a:ext uri="{9D8B030D-6E8A-4147-A177-3AD203B41FA5}">
                      <a16:colId xmlns:a16="http://schemas.microsoft.com/office/drawing/2014/main" val="20000"/>
                    </a:ext>
                  </a:extLst>
                </a:gridCol>
                <a:gridCol w="195066">
                  <a:extLst>
                    <a:ext uri="{9D8B030D-6E8A-4147-A177-3AD203B41FA5}">
                      <a16:colId xmlns:a16="http://schemas.microsoft.com/office/drawing/2014/main" val="20002"/>
                    </a:ext>
                  </a:extLst>
                </a:gridCol>
                <a:gridCol w="203784">
                  <a:extLst>
                    <a:ext uri="{9D8B030D-6E8A-4147-A177-3AD203B41FA5}">
                      <a16:colId xmlns:a16="http://schemas.microsoft.com/office/drawing/2014/main" val="20003"/>
                    </a:ext>
                  </a:extLst>
                </a:gridCol>
                <a:gridCol w="203112">
                  <a:extLst>
                    <a:ext uri="{9D8B030D-6E8A-4147-A177-3AD203B41FA5}">
                      <a16:colId xmlns:a16="http://schemas.microsoft.com/office/drawing/2014/main" val="20004"/>
                    </a:ext>
                  </a:extLst>
                </a:gridCol>
                <a:gridCol w="200655">
                  <a:extLst>
                    <a:ext uri="{9D8B030D-6E8A-4147-A177-3AD203B41FA5}">
                      <a16:colId xmlns:a16="http://schemas.microsoft.com/office/drawing/2014/main" val="20005"/>
                    </a:ext>
                  </a:extLst>
                </a:gridCol>
                <a:gridCol w="200655">
                  <a:extLst>
                    <a:ext uri="{9D8B030D-6E8A-4147-A177-3AD203B41FA5}">
                      <a16:colId xmlns:a16="http://schemas.microsoft.com/office/drawing/2014/main" val="20006"/>
                    </a:ext>
                  </a:extLst>
                </a:gridCol>
                <a:gridCol w="200655">
                  <a:extLst>
                    <a:ext uri="{9D8B030D-6E8A-4147-A177-3AD203B41FA5}">
                      <a16:colId xmlns:a16="http://schemas.microsoft.com/office/drawing/2014/main" val="20007"/>
                    </a:ext>
                  </a:extLst>
                </a:gridCol>
                <a:gridCol w="200655">
                  <a:extLst>
                    <a:ext uri="{9D8B030D-6E8A-4147-A177-3AD203B41FA5}">
                      <a16:colId xmlns:a16="http://schemas.microsoft.com/office/drawing/2014/main" val="20008"/>
                    </a:ext>
                  </a:extLst>
                </a:gridCol>
                <a:gridCol w="200655">
                  <a:extLst>
                    <a:ext uri="{9D8B030D-6E8A-4147-A177-3AD203B41FA5}">
                      <a16:colId xmlns:a16="http://schemas.microsoft.com/office/drawing/2014/main" val="20009"/>
                    </a:ext>
                  </a:extLst>
                </a:gridCol>
                <a:gridCol w="200655">
                  <a:extLst>
                    <a:ext uri="{9D8B030D-6E8A-4147-A177-3AD203B41FA5}">
                      <a16:colId xmlns:a16="http://schemas.microsoft.com/office/drawing/2014/main" val="20010"/>
                    </a:ext>
                  </a:extLst>
                </a:gridCol>
                <a:gridCol w="200655">
                  <a:extLst>
                    <a:ext uri="{9D8B030D-6E8A-4147-A177-3AD203B41FA5}">
                      <a16:colId xmlns:a16="http://schemas.microsoft.com/office/drawing/2014/main" val="20011"/>
                    </a:ext>
                  </a:extLst>
                </a:gridCol>
                <a:gridCol w="200655">
                  <a:extLst>
                    <a:ext uri="{9D8B030D-6E8A-4147-A177-3AD203B41FA5}">
                      <a16:colId xmlns:a16="http://schemas.microsoft.com/office/drawing/2014/main" val="20012"/>
                    </a:ext>
                  </a:extLst>
                </a:gridCol>
                <a:gridCol w="200655">
                  <a:extLst>
                    <a:ext uri="{9D8B030D-6E8A-4147-A177-3AD203B41FA5}">
                      <a16:colId xmlns:a16="http://schemas.microsoft.com/office/drawing/2014/main" val="20013"/>
                    </a:ext>
                  </a:extLst>
                </a:gridCol>
                <a:gridCol w="200655">
                  <a:extLst>
                    <a:ext uri="{9D8B030D-6E8A-4147-A177-3AD203B41FA5}">
                      <a16:colId xmlns:a16="http://schemas.microsoft.com/office/drawing/2014/main" val="20014"/>
                    </a:ext>
                  </a:extLst>
                </a:gridCol>
                <a:gridCol w="200655">
                  <a:extLst>
                    <a:ext uri="{9D8B030D-6E8A-4147-A177-3AD203B41FA5}">
                      <a16:colId xmlns:a16="http://schemas.microsoft.com/office/drawing/2014/main" val="20015"/>
                    </a:ext>
                  </a:extLst>
                </a:gridCol>
                <a:gridCol w="200655">
                  <a:extLst>
                    <a:ext uri="{9D8B030D-6E8A-4147-A177-3AD203B41FA5}">
                      <a16:colId xmlns:a16="http://schemas.microsoft.com/office/drawing/2014/main" val="20016"/>
                    </a:ext>
                  </a:extLst>
                </a:gridCol>
                <a:gridCol w="200655">
                  <a:extLst>
                    <a:ext uri="{9D8B030D-6E8A-4147-A177-3AD203B41FA5}">
                      <a16:colId xmlns:a16="http://schemas.microsoft.com/office/drawing/2014/main" val="20017"/>
                    </a:ext>
                  </a:extLst>
                </a:gridCol>
                <a:gridCol w="200655">
                  <a:extLst>
                    <a:ext uri="{9D8B030D-6E8A-4147-A177-3AD203B41FA5}">
                      <a16:colId xmlns:a16="http://schemas.microsoft.com/office/drawing/2014/main" val="20018"/>
                    </a:ext>
                  </a:extLst>
                </a:gridCol>
                <a:gridCol w="200655">
                  <a:extLst>
                    <a:ext uri="{9D8B030D-6E8A-4147-A177-3AD203B41FA5}">
                      <a16:colId xmlns:a16="http://schemas.microsoft.com/office/drawing/2014/main" val="20019"/>
                    </a:ext>
                  </a:extLst>
                </a:gridCol>
                <a:gridCol w="200655">
                  <a:extLst>
                    <a:ext uri="{9D8B030D-6E8A-4147-A177-3AD203B41FA5}">
                      <a16:colId xmlns:a16="http://schemas.microsoft.com/office/drawing/2014/main" val="20020"/>
                    </a:ext>
                  </a:extLst>
                </a:gridCol>
                <a:gridCol w="200655">
                  <a:extLst>
                    <a:ext uri="{9D8B030D-6E8A-4147-A177-3AD203B41FA5}">
                      <a16:colId xmlns:a16="http://schemas.microsoft.com/office/drawing/2014/main" val="20021"/>
                    </a:ext>
                  </a:extLst>
                </a:gridCol>
                <a:gridCol w="200655">
                  <a:extLst>
                    <a:ext uri="{9D8B030D-6E8A-4147-A177-3AD203B41FA5}">
                      <a16:colId xmlns:a16="http://schemas.microsoft.com/office/drawing/2014/main" val="20022"/>
                    </a:ext>
                  </a:extLst>
                </a:gridCol>
                <a:gridCol w="200655">
                  <a:extLst>
                    <a:ext uri="{9D8B030D-6E8A-4147-A177-3AD203B41FA5}">
                      <a16:colId xmlns:a16="http://schemas.microsoft.com/office/drawing/2014/main" val="20023"/>
                    </a:ext>
                  </a:extLst>
                </a:gridCol>
                <a:gridCol w="200655">
                  <a:extLst>
                    <a:ext uri="{9D8B030D-6E8A-4147-A177-3AD203B41FA5}">
                      <a16:colId xmlns:a16="http://schemas.microsoft.com/office/drawing/2014/main" val="20024"/>
                    </a:ext>
                  </a:extLst>
                </a:gridCol>
                <a:gridCol w="200655">
                  <a:extLst>
                    <a:ext uri="{9D8B030D-6E8A-4147-A177-3AD203B41FA5}">
                      <a16:colId xmlns:a16="http://schemas.microsoft.com/office/drawing/2014/main" val="20025"/>
                    </a:ext>
                  </a:extLst>
                </a:gridCol>
                <a:gridCol w="200655">
                  <a:extLst>
                    <a:ext uri="{9D8B030D-6E8A-4147-A177-3AD203B41FA5}">
                      <a16:colId xmlns:a16="http://schemas.microsoft.com/office/drawing/2014/main" val="20026"/>
                    </a:ext>
                  </a:extLst>
                </a:gridCol>
                <a:gridCol w="200655">
                  <a:extLst>
                    <a:ext uri="{9D8B030D-6E8A-4147-A177-3AD203B41FA5}">
                      <a16:colId xmlns:a16="http://schemas.microsoft.com/office/drawing/2014/main" val="20027"/>
                    </a:ext>
                  </a:extLst>
                </a:gridCol>
                <a:gridCol w="200655">
                  <a:extLst>
                    <a:ext uri="{9D8B030D-6E8A-4147-A177-3AD203B41FA5}">
                      <a16:colId xmlns:a16="http://schemas.microsoft.com/office/drawing/2014/main" val="20028"/>
                    </a:ext>
                  </a:extLst>
                </a:gridCol>
                <a:gridCol w="200655">
                  <a:extLst>
                    <a:ext uri="{9D8B030D-6E8A-4147-A177-3AD203B41FA5}">
                      <a16:colId xmlns:a16="http://schemas.microsoft.com/office/drawing/2014/main" val="20029"/>
                    </a:ext>
                  </a:extLst>
                </a:gridCol>
                <a:gridCol w="200655">
                  <a:extLst>
                    <a:ext uri="{9D8B030D-6E8A-4147-A177-3AD203B41FA5}">
                      <a16:colId xmlns:a16="http://schemas.microsoft.com/office/drawing/2014/main" val="20030"/>
                    </a:ext>
                  </a:extLst>
                </a:gridCol>
                <a:gridCol w="200655">
                  <a:extLst>
                    <a:ext uri="{9D8B030D-6E8A-4147-A177-3AD203B41FA5}">
                      <a16:colId xmlns:a16="http://schemas.microsoft.com/office/drawing/2014/main" val="20031"/>
                    </a:ext>
                  </a:extLst>
                </a:gridCol>
                <a:gridCol w="200655">
                  <a:extLst>
                    <a:ext uri="{9D8B030D-6E8A-4147-A177-3AD203B41FA5}">
                      <a16:colId xmlns:a16="http://schemas.microsoft.com/office/drawing/2014/main" val="20032"/>
                    </a:ext>
                  </a:extLst>
                </a:gridCol>
                <a:gridCol w="200655">
                  <a:extLst>
                    <a:ext uri="{9D8B030D-6E8A-4147-A177-3AD203B41FA5}">
                      <a16:colId xmlns:a16="http://schemas.microsoft.com/office/drawing/2014/main" val="20033"/>
                    </a:ext>
                  </a:extLst>
                </a:gridCol>
                <a:gridCol w="200655">
                  <a:extLst>
                    <a:ext uri="{9D8B030D-6E8A-4147-A177-3AD203B41FA5}">
                      <a16:colId xmlns:a16="http://schemas.microsoft.com/office/drawing/2014/main" val="20034"/>
                    </a:ext>
                  </a:extLst>
                </a:gridCol>
                <a:gridCol w="200655">
                  <a:extLst>
                    <a:ext uri="{9D8B030D-6E8A-4147-A177-3AD203B41FA5}">
                      <a16:colId xmlns:a16="http://schemas.microsoft.com/office/drawing/2014/main" val="20035"/>
                    </a:ext>
                  </a:extLst>
                </a:gridCol>
                <a:gridCol w="200655">
                  <a:extLst>
                    <a:ext uri="{9D8B030D-6E8A-4147-A177-3AD203B41FA5}">
                      <a16:colId xmlns:a16="http://schemas.microsoft.com/office/drawing/2014/main" val="20036"/>
                    </a:ext>
                  </a:extLst>
                </a:gridCol>
                <a:gridCol w="200655">
                  <a:extLst>
                    <a:ext uri="{9D8B030D-6E8A-4147-A177-3AD203B41FA5}">
                      <a16:colId xmlns:a16="http://schemas.microsoft.com/office/drawing/2014/main" val="20037"/>
                    </a:ext>
                  </a:extLst>
                </a:gridCol>
                <a:gridCol w="200655">
                  <a:extLst>
                    <a:ext uri="{9D8B030D-6E8A-4147-A177-3AD203B41FA5}">
                      <a16:colId xmlns:a16="http://schemas.microsoft.com/office/drawing/2014/main" val="20038"/>
                    </a:ext>
                  </a:extLst>
                </a:gridCol>
                <a:gridCol w="200655">
                  <a:extLst>
                    <a:ext uri="{9D8B030D-6E8A-4147-A177-3AD203B41FA5}">
                      <a16:colId xmlns:a16="http://schemas.microsoft.com/office/drawing/2014/main" val="20039"/>
                    </a:ext>
                  </a:extLst>
                </a:gridCol>
                <a:gridCol w="200655">
                  <a:extLst>
                    <a:ext uri="{9D8B030D-6E8A-4147-A177-3AD203B41FA5}">
                      <a16:colId xmlns:a16="http://schemas.microsoft.com/office/drawing/2014/main" val="20040"/>
                    </a:ext>
                  </a:extLst>
                </a:gridCol>
                <a:gridCol w="200655">
                  <a:extLst>
                    <a:ext uri="{9D8B030D-6E8A-4147-A177-3AD203B41FA5}">
                      <a16:colId xmlns:a16="http://schemas.microsoft.com/office/drawing/2014/main" val="20041"/>
                    </a:ext>
                  </a:extLst>
                </a:gridCol>
                <a:gridCol w="200655">
                  <a:extLst>
                    <a:ext uri="{9D8B030D-6E8A-4147-A177-3AD203B41FA5}">
                      <a16:colId xmlns:a16="http://schemas.microsoft.com/office/drawing/2014/main" val="20042"/>
                    </a:ext>
                  </a:extLst>
                </a:gridCol>
                <a:gridCol w="200655">
                  <a:extLst>
                    <a:ext uri="{9D8B030D-6E8A-4147-A177-3AD203B41FA5}">
                      <a16:colId xmlns:a16="http://schemas.microsoft.com/office/drawing/2014/main" val="20043"/>
                    </a:ext>
                  </a:extLst>
                </a:gridCol>
                <a:gridCol w="200655">
                  <a:extLst>
                    <a:ext uri="{9D8B030D-6E8A-4147-A177-3AD203B41FA5}">
                      <a16:colId xmlns:a16="http://schemas.microsoft.com/office/drawing/2014/main" val="20044"/>
                    </a:ext>
                  </a:extLst>
                </a:gridCol>
                <a:gridCol w="200655">
                  <a:extLst>
                    <a:ext uri="{9D8B030D-6E8A-4147-A177-3AD203B41FA5}">
                      <a16:colId xmlns:a16="http://schemas.microsoft.com/office/drawing/2014/main" val="20045"/>
                    </a:ext>
                  </a:extLst>
                </a:gridCol>
                <a:gridCol w="200655">
                  <a:extLst>
                    <a:ext uri="{9D8B030D-6E8A-4147-A177-3AD203B41FA5}">
                      <a16:colId xmlns:a16="http://schemas.microsoft.com/office/drawing/2014/main" val="20046"/>
                    </a:ext>
                  </a:extLst>
                </a:gridCol>
                <a:gridCol w="200655">
                  <a:extLst>
                    <a:ext uri="{9D8B030D-6E8A-4147-A177-3AD203B41FA5}">
                      <a16:colId xmlns:a16="http://schemas.microsoft.com/office/drawing/2014/main" val="20047"/>
                    </a:ext>
                  </a:extLst>
                </a:gridCol>
                <a:gridCol w="200655">
                  <a:extLst>
                    <a:ext uri="{9D8B030D-6E8A-4147-A177-3AD203B41FA5}">
                      <a16:colId xmlns:a16="http://schemas.microsoft.com/office/drawing/2014/main" val="20048"/>
                    </a:ext>
                  </a:extLst>
                </a:gridCol>
                <a:gridCol w="200655">
                  <a:extLst>
                    <a:ext uri="{9D8B030D-6E8A-4147-A177-3AD203B41FA5}">
                      <a16:colId xmlns:a16="http://schemas.microsoft.com/office/drawing/2014/main" val="20049"/>
                    </a:ext>
                  </a:extLst>
                </a:gridCol>
              </a:tblGrid>
              <a:tr h="423094">
                <a:tc>
                  <a:txBody>
                    <a:bodyPr/>
                    <a:lstStyle/>
                    <a:p>
                      <a:r>
                        <a:rPr lang="en-US" sz="1200" b="0" dirty="0">
                          <a:solidFill>
                            <a:schemeClr val="tx2"/>
                          </a:solidFill>
                          <a:latin typeface="Inter Semi Bold" panose="02000703000000020004" pitchFamily="50" charset="0"/>
                          <a:ea typeface="Inter Semi Bold" panose="02000703000000020004" pitchFamily="50" charset="0"/>
                          <a:cs typeface="Inter Semi Bold" panose="02000703000000020004" pitchFamily="50" charset="0"/>
                        </a:rPr>
                        <a:t>Text</a:t>
                      </a:r>
                    </a:p>
                  </a:txBody>
                  <a:tcPr marL="0" marR="0" marT="0" marB="0" anchor="ctr">
                    <a:lnB w="19050" cap="flat" cmpd="sng" algn="ctr">
                      <a:solidFill>
                        <a:schemeClr val="accent1"/>
                      </a:solidFill>
                      <a:prstDash val="solid"/>
                      <a:round/>
                      <a:headEnd type="none" w="med" len="med"/>
                      <a:tailEnd type="none" w="med" len="med"/>
                    </a:lnB>
                  </a:tcPr>
                </a:tc>
                <a:tc gridSpan="4">
                  <a:txBody>
                    <a:bodyPr/>
                    <a:lstStyle/>
                    <a:p>
                      <a:pPr algn="ctr"/>
                      <a:r>
                        <a:rPr lang="en-US" sz="1200" b="0" dirty="0">
                          <a:solidFill>
                            <a:schemeClr val="tx2"/>
                          </a:solidFill>
                          <a:latin typeface="Inter Semi Bold" panose="02000703000000020004" pitchFamily="50" charset="0"/>
                          <a:ea typeface="Inter Semi Bold" panose="02000703000000020004" pitchFamily="50" charset="0"/>
                          <a:cs typeface="Inter Semi Bold" panose="02000703000000020004" pitchFamily="50" charset="0"/>
                        </a:rPr>
                        <a:t>Jan</a:t>
                      </a:r>
                    </a:p>
                  </a:txBody>
                  <a:tcPr marL="0" marR="0" marT="0" marB="0" anchor="ctr">
                    <a:lnB w="1905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1200" b="0" dirty="0">
                          <a:solidFill>
                            <a:schemeClr val="tx2"/>
                          </a:solidFill>
                          <a:latin typeface="Inter Semi Bold" panose="02000703000000020004" pitchFamily="50" charset="0"/>
                          <a:ea typeface="Inter Semi Bold" panose="02000703000000020004" pitchFamily="50" charset="0"/>
                          <a:cs typeface="Inter Semi Bold" panose="02000703000000020004" pitchFamily="50" charset="0"/>
                        </a:rPr>
                        <a:t>Feb</a:t>
                      </a:r>
                    </a:p>
                  </a:txBody>
                  <a:tcPr marL="0" marR="0" marT="0" marB="0" anchor="ctr">
                    <a:lnB w="1905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1200" b="0" dirty="0">
                          <a:solidFill>
                            <a:schemeClr val="tx2"/>
                          </a:solidFill>
                          <a:latin typeface="Inter Semi Bold" panose="02000703000000020004" pitchFamily="50" charset="0"/>
                          <a:ea typeface="Inter Semi Bold" panose="02000703000000020004" pitchFamily="50" charset="0"/>
                          <a:cs typeface="Inter Semi Bold" panose="02000703000000020004" pitchFamily="50" charset="0"/>
                        </a:rPr>
                        <a:t>Mar</a:t>
                      </a:r>
                    </a:p>
                  </a:txBody>
                  <a:tcPr marL="0" marR="0" marT="0" marB="0" anchor="ctr">
                    <a:lnB w="1905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1200" b="0" dirty="0">
                          <a:solidFill>
                            <a:schemeClr val="tx2"/>
                          </a:solidFill>
                          <a:latin typeface="Inter Semi Bold" panose="02000703000000020004" pitchFamily="50" charset="0"/>
                          <a:ea typeface="Inter Semi Bold" panose="02000703000000020004" pitchFamily="50" charset="0"/>
                          <a:cs typeface="Inter Semi Bold" panose="02000703000000020004" pitchFamily="50" charset="0"/>
                        </a:rPr>
                        <a:t>Apr</a:t>
                      </a:r>
                    </a:p>
                  </a:txBody>
                  <a:tcPr marL="0" marR="0" marT="0" marB="0" anchor="ctr">
                    <a:lnB w="1905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1200" b="0" dirty="0">
                          <a:solidFill>
                            <a:schemeClr val="tx2"/>
                          </a:solidFill>
                          <a:latin typeface="Inter Semi Bold" panose="02000703000000020004" pitchFamily="50" charset="0"/>
                          <a:ea typeface="Inter Semi Bold" panose="02000703000000020004" pitchFamily="50" charset="0"/>
                          <a:cs typeface="Inter Semi Bold" panose="02000703000000020004" pitchFamily="50" charset="0"/>
                        </a:rPr>
                        <a:t>May</a:t>
                      </a:r>
                    </a:p>
                  </a:txBody>
                  <a:tcPr marL="0" marR="0" marT="0" marB="0" anchor="ctr">
                    <a:lnB w="1905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1200" b="0" dirty="0">
                          <a:solidFill>
                            <a:schemeClr val="tx2"/>
                          </a:solidFill>
                          <a:latin typeface="Inter Semi Bold" panose="02000703000000020004" pitchFamily="50" charset="0"/>
                          <a:ea typeface="Inter Semi Bold" panose="02000703000000020004" pitchFamily="50" charset="0"/>
                          <a:cs typeface="Inter Semi Bold" panose="02000703000000020004" pitchFamily="50" charset="0"/>
                        </a:rPr>
                        <a:t>Jun</a:t>
                      </a:r>
                    </a:p>
                  </a:txBody>
                  <a:tcPr marL="0" marR="0" marT="0" marB="0" anchor="ctr">
                    <a:lnB w="1905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1200" b="0" dirty="0">
                          <a:solidFill>
                            <a:schemeClr val="tx2"/>
                          </a:solidFill>
                          <a:latin typeface="Inter Semi Bold" panose="02000703000000020004" pitchFamily="50" charset="0"/>
                          <a:ea typeface="Inter Semi Bold" panose="02000703000000020004" pitchFamily="50" charset="0"/>
                          <a:cs typeface="Inter Semi Bold" panose="02000703000000020004" pitchFamily="50" charset="0"/>
                        </a:rPr>
                        <a:t>Jul</a:t>
                      </a:r>
                    </a:p>
                  </a:txBody>
                  <a:tcPr marL="0" marR="0" marT="0" marB="0" anchor="ctr">
                    <a:lnB w="1905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1200" b="0" dirty="0">
                          <a:solidFill>
                            <a:schemeClr val="tx2"/>
                          </a:solidFill>
                          <a:latin typeface="Inter Semi Bold" panose="02000703000000020004" pitchFamily="50" charset="0"/>
                          <a:ea typeface="Inter Semi Bold" panose="02000703000000020004" pitchFamily="50" charset="0"/>
                          <a:cs typeface="Inter Semi Bold" panose="02000703000000020004" pitchFamily="50" charset="0"/>
                        </a:rPr>
                        <a:t>Aug</a:t>
                      </a:r>
                    </a:p>
                  </a:txBody>
                  <a:tcPr marL="0" marR="0" marT="0" marB="0" anchor="ctr">
                    <a:lnB w="1905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1200" b="0" dirty="0">
                          <a:solidFill>
                            <a:schemeClr val="tx2"/>
                          </a:solidFill>
                          <a:latin typeface="Inter Semi Bold" panose="02000703000000020004" pitchFamily="50" charset="0"/>
                          <a:ea typeface="Inter Semi Bold" panose="02000703000000020004" pitchFamily="50" charset="0"/>
                          <a:cs typeface="Inter Semi Bold" panose="02000703000000020004" pitchFamily="50" charset="0"/>
                        </a:rPr>
                        <a:t>Sep</a:t>
                      </a:r>
                    </a:p>
                  </a:txBody>
                  <a:tcPr marL="0" marR="0" marT="0" marB="0" anchor="ctr">
                    <a:lnB w="1905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1200" b="0" dirty="0">
                          <a:solidFill>
                            <a:schemeClr val="tx2"/>
                          </a:solidFill>
                          <a:latin typeface="Inter Semi Bold" panose="02000703000000020004" pitchFamily="50" charset="0"/>
                          <a:ea typeface="Inter Semi Bold" panose="02000703000000020004" pitchFamily="50" charset="0"/>
                          <a:cs typeface="Inter Semi Bold" panose="02000703000000020004" pitchFamily="50" charset="0"/>
                        </a:rPr>
                        <a:t>Oct</a:t>
                      </a:r>
                    </a:p>
                  </a:txBody>
                  <a:tcPr marL="0" marR="0" marT="0" marB="0" anchor="ctr">
                    <a:lnB w="1905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1200" b="0" dirty="0">
                          <a:solidFill>
                            <a:schemeClr val="tx2"/>
                          </a:solidFill>
                          <a:latin typeface="Inter Semi Bold" panose="02000703000000020004" pitchFamily="50" charset="0"/>
                          <a:ea typeface="Inter Semi Bold" panose="02000703000000020004" pitchFamily="50" charset="0"/>
                          <a:cs typeface="Inter Semi Bold" panose="02000703000000020004" pitchFamily="50" charset="0"/>
                        </a:rPr>
                        <a:t>Nov</a:t>
                      </a:r>
                    </a:p>
                  </a:txBody>
                  <a:tcPr marL="0" marR="0" marT="0" marB="0" anchor="ctr">
                    <a:lnB w="1905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1200" b="0" dirty="0">
                          <a:solidFill>
                            <a:schemeClr val="tx2"/>
                          </a:solidFill>
                          <a:latin typeface="Inter Semi Bold" panose="02000703000000020004" pitchFamily="50" charset="0"/>
                          <a:ea typeface="Inter Semi Bold" panose="02000703000000020004" pitchFamily="50" charset="0"/>
                          <a:cs typeface="Inter Semi Bold" panose="02000703000000020004" pitchFamily="50" charset="0"/>
                        </a:rPr>
                        <a:t>Dec</a:t>
                      </a:r>
                    </a:p>
                  </a:txBody>
                  <a:tcPr marL="0" marR="0" marT="0" marB="0" anchor="ctr">
                    <a:lnB w="1905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9420">
                <a:tc>
                  <a:txBody>
                    <a:bodyPr/>
                    <a:lstStyle/>
                    <a:p>
                      <a:endParaRPr lang="en-US" sz="100" dirty="0">
                        <a:latin typeface="Inter" panose="02000503000000020004" pitchFamily="2" charset="0"/>
                      </a:endParaRPr>
                    </a:p>
                  </a:txBody>
                  <a:tcPr marL="0" marR="0" marT="0" marB="0" anchor="ctr">
                    <a:lnT w="19050" cap="flat" cmpd="sng" algn="ctr">
                      <a:solidFill>
                        <a:schemeClr val="accent1"/>
                      </a:solidFill>
                      <a:prstDash val="solid"/>
                      <a:round/>
                      <a:headEnd type="none" w="med" len="med"/>
                      <a:tailEnd type="none" w="med" len="med"/>
                    </a:lnT>
                  </a:tcPr>
                </a:tc>
                <a:tc>
                  <a:txBody>
                    <a:bodyPr/>
                    <a:lstStyle/>
                    <a:p>
                      <a:endParaRPr lang="en-US" sz="100" dirty="0">
                        <a:latin typeface="Inter" panose="02000503000000020004" pitchFamily="2" charset="0"/>
                      </a:endParaRPr>
                    </a:p>
                  </a:txBody>
                  <a:tcPr marL="0" marR="0" marT="0" marB="0" anchor="ctr">
                    <a:lnT w="19050" cap="flat" cmpd="sng" algn="ctr">
                      <a:solidFill>
                        <a:schemeClr val="accent1"/>
                      </a:solidFill>
                      <a:prstDash val="solid"/>
                      <a:round/>
                      <a:headEnd type="none" w="med" len="med"/>
                      <a:tailEnd type="none" w="med" len="med"/>
                    </a:lnT>
                  </a:tcPr>
                </a:tc>
                <a:tc>
                  <a:txBody>
                    <a:bodyPr/>
                    <a:lstStyle/>
                    <a:p>
                      <a:endParaRPr lang="en-US" sz="100" dirty="0">
                        <a:latin typeface="Inter" panose="02000503000000020004" pitchFamily="2" charset="0"/>
                      </a:endParaRPr>
                    </a:p>
                  </a:txBody>
                  <a:tcPr marL="0" marR="0" marT="0" marB="0" anchor="ctr">
                    <a:lnT w="19050" cap="flat" cmpd="sng" algn="ctr">
                      <a:solidFill>
                        <a:schemeClr val="accent1"/>
                      </a:solidFill>
                      <a:prstDash val="solid"/>
                      <a:round/>
                      <a:headEnd type="none" w="med" len="med"/>
                      <a:tailEnd type="none" w="med" len="med"/>
                    </a:lnT>
                  </a:tcPr>
                </a:tc>
                <a:tc>
                  <a:txBody>
                    <a:bodyPr/>
                    <a:lstStyle/>
                    <a:p>
                      <a:endParaRPr lang="en-US" sz="100" dirty="0">
                        <a:latin typeface="Inter" panose="02000503000000020004" pitchFamily="2" charset="0"/>
                      </a:endParaRPr>
                    </a:p>
                  </a:txBody>
                  <a:tcPr marL="0" marR="0" marT="0" marB="0" anchor="ctr">
                    <a:lnT w="19050" cap="flat" cmpd="sng" algn="ctr">
                      <a:solidFill>
                        <a:schemeClr val="accent1"/>
                      </a:solidFill>
                      <a:prstDash val="solid"/>
                      <a:round/>
                      <a:headEnd type="none" w="med" len="med"/>
                      <a:tailEnd type="none" w="med" len="med"/>
                    </a:lnT>
                  </a:tcPr>
                </a:tc>
                <a:tc>
                  <a:txBody>
                    <a:bodyPr/>
                    <a:lstStyle/>
                    <a:p>
                      <a:endParaRPr lang="en-US" sz="100" dirty="0">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19050" cap="flat" cmpd="sng" algn="ctr">
                      <a:solidFill>
                        <a:schemeClr val="accent1"/>
                      </a:solidFill>
                      <a:prstDash val="solid"/>
                      <a:round/>
                      <a:headEnd type="none" w="med" len="med"/>
                      <a:tailEnd type="none" w="med" len="med"/>
                    </a:lnT>
                  </a:tcPr>
                </a:tc>
                <a:tc>
                  <a:txBody>
                    <a:bodyPr/>
                    <a:lstStyle/>
                    <a:p>
                      <a:endParaRPr lang="en-US" sz="100" dirty="0">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19050" cap="flat" cmpd="sng" algn="ctr">
                      <a:solidFill>
                        <a:schemeClr val="accent1"/>
                      </a:solidFill>
                      <a:prstDash val="solid"/>
                      <a:round/>
                      <a:headEnd type="none" w="med" len="med"/>
                      <a:tailEnd type="none" w="med" len="med"/>
                    </a:lnT>
                  </a:tcPr>
                </a:tc>
                <a:tc>
                  <a:txBody>
                    <a:bodyPr/>
                    <a:lstStyle/>
                    <a:p>
                      <a:endParaRPr lang="en-US" sz="100" dirty="0">
                        <a:latin typeface="Inter" panose="02000503000000020004" pitchFamily="2" charset="0"/>
                      </a:endParaRPr>
                    </a:p>
                  </a:txBody>
                  <a:tcPr marL="0" marR="0" marT="0" marB="0" anchor="ctr">
                    <a:lnT w="19050" cap="flat" cmpd="sng" algn="ctr">
                      <a:solidFill>
                        <a:schemeClr val="accent1"/>
                      </a:solidFill>
                      <a:prstDash val="solid"/>
                      <a:round/>
                      <a:headEnd type="none" w="med" len="med"/>
                      <a:tailEnd type="none" w="med" len="med"/>
                    </a:lnT>
                  </a:tcPr>
                </a:tc>
                <a:tc>
                  <a:txBody>
                    <a:bodyPr/>
                    <a:lstStyle/>
                    <a:p>
                      <a:endParaRPr lang="en-US" sz="100" dirty="0">
                        <a:latin typeface="Inter" panose="02000503000000020004" pitchFamily="2" charset="0"/>
                      </a:endParaRPr>
                    </a:p>
                  </a:txBody>
                  <a:tcPr marL="0" marR="0" marT="0" marB="0" anchor="ctr">
                    <a:lnT w="19050" cap="flat" cmpd="sng" algn="ctr">
                      <a:solidFill>
                        <a:schemeClr val="accent1"/>
                      </a:solidFill>
                      <a:prstDash val="solid"/>
                      <a:round/>
                      <a:headEnd type="none" w="med" len="med"/>
                      <a:tailEnd type="none" w="med" len="med"/>
                    </a:lnT>
                  </a:tcPr>
                </a:tc>
                <a:tc>
                  <a:txBody>
                    <a:bodyPr/>
                    <a:lstStyle/>
                    <a:p>
                      <a:endParaRPr lang="en-US" sz="100" dirty="0">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19050" cap="flat" cmpd="sng" algn="ctr">
                      <a:solidFill>
                        <a:schemeClr val="accent1"/>
                      </a:solidFill>
                      <a:prstDash val="solid"/>
                      <a:round/>
                      <a:headEnd type="none" w="med" len="med"/>
                      <a:tailEnd type="none" w="med" len="med"/>
                    </a:lnT>
                  </a:tcPr>
                </a:tc>
                <a:tc>
                  <a:txBody>
                    <a:bodyPr/>
                    <a:lstStyle/>
                    <a:p>
                      <a:endParaRPr lang="en-US" sz="100" dirty="0">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19050" cap="flat" cmpd="sng" algn="ctr">
                      <a:solidFill>
                        <a:schemeClr val="accent1"/>
                      </a:solidFill>
                      <a:prstDash val="solid"/>
                      <a:round/>
                      <a:headEnd type="none" w="med" len="med"/>
                      <a:tailEnd type="none" w="med" len="med"/>
                    </a:lnT>
                  </a:tcPr>
                </a:tc>
                <a:tc>
                  <a:txBody>
                    <a:bodyPr/>
                    <a:lstStyle/>
                    <a:p>
                      <a:endParaRPr lang="en-US" sz="100" dirty="0">
                        <a:latin typeface="Inter" panose="02000503000000020004" pitchFamily="2" charset="0"/>
                      </a:endParaRPr>
                    </a:p>
                  </a:txBody>
                  <a:tcPr marL="0" marR="0" marT="0" marB="0" anchor="ctr">
                    <a:lnT w="19050" cap="flat" cmpd="sng" algn="ctr">
                      <a:solidFill>
                        <a:schemeClr val="accent1"/>
                      </a:solidFill>
                      <a:prstDash val="solid"/>
                      <a:round/>
                      <a:headEnd type="none" w="med" len="med"/>
                      <a:tailEnd type="none" w="med" len="med"/>
                    </a:lnT>
                  </a:tcPr>
                </a:tc>
                <a:tc>
                  <a:txBody>
                    <a:bodyPr/>
                    <a:lstStyle/>
                    <a:p>
                      <a:endParaRPr lang="en-US" sz="100" dirty="0">
                        <a:latin typeface="Inter" panose="02000503000000020004" pitchFamily="2" charset="0"/>
                      </a:endParaRPr>
                    </a:p>
                  </a:txBody>
                  <a:tcPr marL="0" marR="0" marT="0" marB="0" anchor="ctr">
                    <a:lnT w="19050" cap="flat" cmpd="sng" algn="ctr">
                      <a:solidFill>
                        <a:schemeClr val="accent1"/>
                      </a:solidFill>
                      <a:prstDash val="solid"/>
                      <a:round/>
                      <a:headEnd type="none" w="med" len="med"/>
                      <a:tailEnd type="none" w="med" len="med"/>
                    </a:lnT>
                  </a:tcPr>
                </a:tc>
                <a:tc>
                  <a:txBody>
                    <a:bodyPr/>
                    <a:lstStyle/>
                    <a:p>
                      <a:endParaRPr lang="en-US" sz="100" dirty="0">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19050" cap="flat" cmpd="sng" algn="ctr">
                      <a:solidFill>
                        <a:schemeClr val="accent1"/>
                      </a:solidFill>
                      <a:prstDash val="solid"/>
                      <a:round/>
                      <a:headEnd type="none" w="med" len="med"/>
                      <a:tailEnd type="none" w="med" len="med"/>
                    </a:lnT>
                  </a:tcPr>
                </a:tc>
                <a:tc>
                  <a:txBody>
                    <a:bodyPr/>
                    <a:lstStyle/>
                    <a:p>
                      <a:endParaRPr lang="en-US" sz="100" dirty="0">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19050" cap="flat" cmpd="sng" algn="ctr">
                      <a:solidFill>
                        <a:schemeClr val="accent1"/>
                      </a:solidFill>
                      <a:prstDash val="solid"/>
                      <a:round/>
                      <a:headEnd type="none" w="med" len="med"/>
                      <a:tailEnd type="none" w="med" len="med"/>
                    </a:lnT>
                  </a:tcPr>
                </a:tc>
                <a:tc>
                  <a:txBody>
                    <a:bodyPr/>
                    <a:lstStyle/>
                    <a:p>
                      <a:endParaRPr lang="en-US" sz="100" dirty="0">
                        <a:latin typeface="Inter" panose="02000503000000020004" pitchFamily="2" charset="0"/>
                      </a:endParaRPr>
                    </a:p>
                  </a:txBody>
                  <a:tcPr marL="0" marR="0" marT="0" marB="0" anchor="ctr">
                    <a:lnT w="19050" cap="flat" cmpd="sng" algn="ctr">
                      <a:solidFill>
                        <a:schemeClr val="accent1"/>
                      </a:solidFill>
                      <a:prstDash val="solid"/>
                      <a:round/>
                      <a:headEnd type="none" w="med" len="med"/>
                      <a:tailEnd type="none" w="med" len="med"/>
                    </a:lnT>
                  </a:tcPr>
                </a:tc>
                <a:tc>
                  <a:txBody>
                    <a:bodyPr/>
                    <a:lstStyle/>
                    <a:p>
                      <a:endParaRPr lang="en-US" sz="100" dirty="0">
                        <a:latin typeface="Inter" panose="02000503000000020004" pitchFamily="2" charset="0"/>
                      </a:endParaRPr>
                    </a:p>
                  </a:txBody>
                  <a:tcPr marL="0" marR="0" marT="0" marB="0" anchor="ctr">
                    <a:lnT w="19050" cap="flat" cmpd="sng" algn="ctr">
                      <a:solidFill>
                        <a:schemeClr val="accent1"/>
                      </a:solidFill>
                      <a:prstDash val="solid"/>
                      <a:round/>
                      <a:headEnd type="none" w="med" len="med"/>
                      <a:tailEnd type="none" w="med" len="med"/>
                    </a:lnT>
                  </a:tcPr>
                </a:tc>
                <a:tc>
                  <a:txBody>
                    <a:bodyPr/>
                    <a:lstStyle/>
                    <a:p>
                      <a:endParaRPr lang="en-US" sz="100" dirty="0">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19050" cap="flat" cmpd="sng" algn="ctr">
                      <a:solidFill>
                        <a:schemeClr val="accent1"/>
                      </a:solidFill>
                      <a:prstDash val="solid"/>
                      <a:round/>
                      <a:headEnd type="none" w="med" len="med"/>
                      <a:tailEnd type="none" w="med" len="med"/>
                    </a:lnT>
                  </a:tcPr>
                </a:tc>
                <a:tc>
                  <a:txBody>
                    <a:bodyPr/>
                    <a:lstStyle/>
                    <a:p>
                      <a:endParaRPr lang="en-US" sz="100" dirty="0">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19050" cap="flat" cmpd="sng" algn="ctr">
                      <a:solidFill>
                        <a:schemeClr val="accent1"/>
                      </a:solidFill>
                      <a:prstDash val="solid"/>
                      <a:round/>
                      <a:headEnd type="none" w="med" len="med"/>
                      <a:tailEnd type="none" w="med" len="med"/>
                    </a:lnT>
                  </a:tcPr>
                </a:tc>
                <a:tc>
                  <a:txBody>
                    <a:bodyPr/>
                    <a:lstStyle/>
                    <a:p>
                      <a:endParaRPr lang="en-US" sz="100" dirty="0">
                        <a:latin typeface="Inter" panose="02000503000000020004" pitchFamily="2" charset="0"/>
                      </a:endParaRPr>
                    </a:p>
                  </a:txBody>
                  <a:tcPr marL="0" marR="0" marT="0" marB="0" anchor="ctr">
                    <a:lnT w="19050" cap="flat" cmpd="sng" algn="ctr">
                      <a:solidFill>
                        <a:schemeClr val="accent1"/>
                      </a:solidFill>
                      <a:prstDash val="solid"/>
                      <a:round/>
                      <a:headEnd type="none" w="med" len="med"/>
                      <a:tailEnd type="none" w="med" len="med"/>
                    </a:lnT>
                  </a:tcPr>
                </a:tc>
                <a:tc>
                  <a:txBody>
                    <a:bodyPr/>
                    <a:lstStyle/>
                    <a:p>
                      <a:endParaRPr lang="en-US" sz="100" dirty="0">
                        <a:latin typeface="Inter" panose="02000503000000020004" pitchFamily="2" charset="0"/>
                      </a:endParaRPr>
                    </a:p>
                  </a:txBody>
                  <a:tcPr marL="0" marR="0" marT="0" marB="0" anchor="ctr">
                    <a:lnT w="19050" cap="flat" cmpd="sng" algn="ctr">
                      <a:solidFill>
                        <a:schemeClr val="accent1"/>
                      </a:solidFill>
                      <a:prstDash val="solid"/>
                      <a:round/>
                      <a:headEnd type="none" w="med" len="med"/>
                      <a:tailEnd type="none" w="med" len="med"/>
                    </a:lnT>
                  </a:tcPr>
                </a:tc>
                <a:tc>
                  <a:txBody>
                    <a:bodyPr/>
                    <a:lstStyle/>
                    <a:p>
                      <a:endParaRPr lang="en-US" sz="100" dirty="0">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19050" cap="flat" cmpd="sng" algn="ctr">
                      <a:solidFill>
                        <a:schemeClr val="accent1"/>
                      </a:solidFill>
                      <a:prstDash val="solid"/>
                      <a:round/>
                      <a:headEnd type="none" w="med" len="med"/>
                      <a:tailEnd type="none" w="med" len="med"/>
                    </a:lnT>
                  </a:tcPr>
                </a:tc>
                <a:tc>
                  <a:txBody>
                    <a:bodyPr/>
                    <a:lstStyle/>
                    <a:p>
                      <a:endParaRPr lang="en-US" sz="100" dirty="0">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19050" cap="flat" cmpd="sng" algn="ctr">
                      <a:solidFill>
                        <a:schemeClr val="accent1"/>
                      </a:solidFill>
                      <a:prstDash val="solid"/>
                      <a:round/>
                      <a:headEnd type="none" w="med" len="med"/>
                      <a:tailEnd type="none" w="med" len="med"/>
                    </a:lnT>
                  </a:tcPr>
                </a:tc>
                <a:tc>
                  <a:txBody>
                    <a:bodyPr/>
                    <a:lstStyle/>
                    <a:p>
                      <a:endParaRPr lang="en-US" sz="100" dirty="0">
                        <a:latin typeface="Inter" panose="02000503000000020004" pitchFamily="2" charset="0"/>
                      </a:endParaRPr>
                    </a:p>
                  </a:txBody>
                  <a:tcPr marL="0" marR="0" marT="0" marB="0" anchor="ctr">
                    <a:lnT w="19050" cap="flat" cmpd="sng" algn="ctr">
                      <a:solidFill>
                        <a:schemeClr val="accent1"/>
                      </a:solidFill>
                      <a:prstDash val="solid"/>
                      <a:round/>
                      <a:headEnd type="none" w="med" len="med"/>
                      <a:tailEnd type="none" w="med" len="med"/>
                    </a:lnT>
                  </a:tcPr>
                </a:tc>
                <a:tc>
                  <a:txBody>
                    <a:bodyPr/>
                    <a:lstStyle/>
                    <a:p>
                      <a:endParaRPr lang="en-US" sz="100" dirty="0">
                        <a:latin typeface="Inter" panose="02000503000000020004" pitchFamily="2" charset="0"/>
                      </a:endParaRPr>
                    </a:p>
                  </a:txBody>
                  <a:tcPr marL="0" marR="0" marT="0" marB="0" anchor="ctr">
                    <a:lnT w="19050" cap="flat" cmpd="sng" algn="ctr">
                      <a:solidFill>
                        <a:schemeClr val="accent1"/>
                      </a:solidFill>
                      <a:prstDash val="solid"/>
                      <a:round/>
                      <a:headEnd type="none" w="med" len="med"/>
                      <a:tailEnd type="none" w="med" len="med"/>
                    </a:lnT>
                  </a:tcPr>
                </a:tc>
                <a:tc>
                  <a:txBody>
                    <a:bodyPr/>
                    <a:lstStyle/>
                    <a:p>
                      <a:endParaRPr lang="en-US" sz="100" dirty="0">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19050" cap="flat" cmpd="sng" algn="ctr">
                      <a:solidFill>
                        <a:schemeClr val="accent1"/>
                      </a:solidFill>
                      <a:prstDash val="solid"/>
                      <a:round/>
                      <a:headEnd type="none" w="med" len="med"/>
                      <a:tailEnd type="none" w="med" len="med"/>
                    </a:lnT>
                  </a:tcPr>
                </a:tc>
                <a:tc>
                  <a:txBody>
                    <a:bodyPr/>
                    <a:lstStyle/>
                    <a:p>
                      <a:endParaRPr lang="en-US" sz="100" dirty="0">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19050" cap="flat" cmpd="sng" algn="ctr">
                      <a:solidFill>
                        <a:schemeClr val="accent1"/>
                      </a:solidFill>
                      <a:prstDash val="solid"/>
                      <a:round/>
                      <a:headEnd type="none" w="med" len="med"/>
                      <a:tailEnd type="none" w="med" len="med"/>
                    </a:lnT>
                  </a:tcPr>
                </a:tc>
                <a:tc>
                  <a:txBody>
                    <a:bodyPr/>
                    <a:lstStyle/>
                    <a:p>
                      <a:endParaRPr lang="en-US" sz="100" dirty="0">
                        <a:latin typeface="Inter" panose="02000503000000020004" pitchFamily="2" charset="0"/>
                      </a:endParaRPr>
                    </a:p>
                  </a:txBody>
                  <a:tcPr marL="0" marR="0" marT="0" marB="0" anchor="ctr">
                    <a:lnT w="19050" cap="flat" cmpd="sng" algn="ctr">
                      <a:solidFill>
                        <a:schemeClr val="accent1"/>
                      </a:solidFill>
                      <a:prstDash val="solid"/>
                      <a:round/>
                      <a:headEnd type="none" w="med" len="med"/>
                      <a:tailEnd type="none" w="med" len="med"/>
                    </a:lnT>
                  </a:tcPr>
                </a:tc>
                <a:tc>
                  <a:txBody>
                    <a:bodyPr/>
                    <a:lstStyle/>
                    <a:p>
                      <a:endParaRPr lang="en-US" sz="100" dirty="0">
                        <a:latin typeface="Inter" panose="02000503000000020004" pitchFamily="2" charset="0"/>
                      </a:endParaRPr>
                    </a:p>
                  </a:txBody>
                  <a:tcPr marL="0" marR="0" marT="0" marB="0" anchor="ctr">
                    <a:lnT w="19050" cap="flat" cmpd="sng" algn="ctr">
                      <a:solidFill>
                        <a:schemeClr val="accent1"/>
                      </a:solidFill>
                      <a:prstDash val="solid"/>
                      <a:round/>
                      <a:headEnd type="none" w="med" len="med"/>
                      <a:tailEnd type="none" w="med" len="med"/>
                    </a:lnT>
                  </a:tcPr>
                </a:tc>
                <a:tc>
                  <a:txBody>
                    <a:bodyPr/>
                    <a:lstStyle/>
                    <a:p>
                      <a:endParaRPr lang="en-US" sz="100" dirty="0">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19050" cap="flat" cmpd="sng" algn="ctr">
                      <a:solidFill>
                        <a:schemeClr val="accent1"/>
                      </a:solidFill>
                      <a:prstDash val="solid"/>
                      <a:round/>
                      <a:headEnd type="none" w="med" len="med"/>
                      <a:tailEnd type="none" w="med" len="med"/>
                    </a:lnT>
                  </a:tcPr>
                </a:tc>
                <a:tc>
                  <a:txBody>
                    <a:bodyPr/>
                    <a:lstStyle/>
                    <a:p>
                      <a:endParaRPr lang="en-US" sz="100" dirty="0">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19050" cap="flat" cmpd="sng" algn="ctr">
                      <a:solidFill>
                        <a:schemeClr val="accent1"/>
                      </a:solidFill>
                      <a:prstDash val="solid"/>
                      <a:round/>
                      <a:headEnd type="none" w="med" len="med"/>
                      <a:tailEnd type="none" w="med" len="med"/>
                    </a:lnT>
                  </a:tcPr>
                </a:tc>
                <a:tc>
                  <a:txBody>
                    <a:bodyPr/>
                    <a:lstStyle/>
                    <a:p>
                      <a:endParaRPr lang="en-US" sz="100" dirty="0">
                        <a:latin typeface="Inter" panose="02000503000000020004" pitchFamily="2" charset="0"/>
                      </a:endParaRPr>
                    </a:p>
                  </a:txBody>
                  <a:tcPr marL="0" marR="0" marT="0" marB="0" anchor="ctr">
                    <a:lnT w="19050" cap="flat" cmpd="sng" algn="ctr">
                      <a:solidFill>
                        <a:schemeClr val="accent1"/>
                      </a:solidFill>
                      <a:prstDash val="solid"/>
                      <a:round/>
                      <a:headEnd type="none" w="med" len="med"/>
                      <a:tailEnd type="none" w="med" len="med"/>
                    </a:lnT>
                  </a:tcPr>
                </a:tc>
                <a:tc>
                  <a:txBody>
                    <a:bodyPr/>
                    <a:lstStyle/>
                    <a:p>
                      <a:endParaRPr lang="en-US" sz="100" dirty="0">
                        <a:latin typeface="Inter" panose="02000503000000020004" pitchFamily="2" charset="0"/>
                      </a:endParaRPr>
                    </a:p>
                  </a:txBody>
                  <a:tcPr marL="0" marR="0" marT="0" marB="0" anchor="ctr">
                    <a:lnT w="19050" cap="flat" cmpd="sng" algn="ctr">
                      <a:solidFill>
                        <a:schemeClr val="accent1"/>
                      </a:solidFill>
                      <a:prstDash val="solid"/>
                      <a:round/>
                      <a:headEnd type="none" w="med" len="med"/>
                      <a:tailEnd type="none" w="med" len="med"/>
                    </a:lnT>
                  </a:tcPr>
                </a:tc>
                <a:tc>
                  <a:txBody>
                    <a:bodyPr/>
                    <a:lstStyle/>
                    <a:p>
                      <a:endParaRPr lang="en-US" sz="100" dirty="0">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19050" cap="flat" cmpd="sng" algn="ctr">
                      <a:solidFill>
                        <a:schemeClr val="accent1"/>
                      </a:solidFill>
                      <a:prstDash val="solid"/>
                      <a:round/>
                      <a:headEnd type="none" w="med" len="med"/>
                      <a:tailEnd type="none" w="med" len="med"/>
                    </a:lnT>
                  </a:tcPr>
                </a:tc>
                <a:tc>
                  <a:txBody>
                    <a:bodyPr/>
                    <a:lstStyle/>
                    <a:p>
                      <a:endParaRPr lang="en-US" sz="100" dirty="0">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19050" cap="flat" cmpd="sng" algn="ctr">
                      <a:solidFill>
                        <a:schemeClr val="accent1"/>
                      </a:solidFill>
                      <a:prstDash val="solid"/>
                      <a:round/>
                      <a:headEnd type="none" w="med" len="med"/>
                      <a:tailEnd type="none" w="med" len="med"/>
                    </a:lnT>
                  </a:tcPr>
                </a:tc>
                <a:tc>
                  <a:txBody>
                    <a:bodyPr/>
                    <a:lstStyle/>
                    <a:p>
                      <a:endParaRPr lang="en-US" sz="100" dirty="0">
                        <a:latin typeface="Inter" panose="02000503000000020004" pitchFamily="2" charset="0"/>
                      </a:endParaRPr>
                    </a:p>
                  </a:txBody>
                  <a:tcPr marL="0" marR="0" marT="0" marB="0" anchor="ctr">
                    <a:lnT w="19050" cap="flat" cmpd="sng" algn="ctr">
                      <a:solidFill>
                        <a:schemeClr val="accent1"/>
                      </a:solidFill>
                      <a:prstDash val="solid"/>
                      <a:round/>
                      <a:headEnd type="none" w="med" len="med"/>
                      <a:tailEnd type="none" w="med" len="med"/>
                    </a:lnT>
                  </a:tcPr>
                </a:tc>
                <a:tc>
                  <a:txBody>
                    <a:bodyPr/>
                    <a:lstStyle/>
                    <a:p>
                      <a:endParaRPr lang="en-US" sz="100" dirty="0">
                        <a:latin typeface="Inter" panose="02000503000000020004" pitchFamily="2" charset="0"/>
                      </a:endParaRPr>
                    </a:p>
                  </a:txBody>
                  <a:tcPr marL="0" marR="0" marT="0" marB="0" anchor="ctr">
                    <a:lnT w="19050" cap="flat" cmpd="sng" algn="ctr">
                      <a:solidFill>
                        <a:schemeClr val="accent1"/>
                      </a:solidFill>
                      <a:prstDash val="solid"/>
                      <a:round/>
                      <a:headEnd type="none" w="med" len="med"/>
                      <a:tailEnd type="none" w="med" len="med"/>
                    </a:lnT>
                  </a:tcPr>
                </a:tc>
                <a:tc>
                  <a:txBody>
                    <a:bodyPr/>
                    <a:lstStyle/>
                    <a:p>
                      <a:endParaRPr lang="en-US" sz="100" dirty="0">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19050" cap="flat" cmpd="sng" algn="ctr">
                      <a:solidFill>
                        <a:schemeClr val="accent1"/>
                      </a:solidFill>
                      <a:prstDash val="solid"/>
                      <a:round/>
                      <a:headEnd type="none" w="med" len="med"/>
                      <a:tailEnd type="none" w="med" len="med"/>
                    </a:lnT>
                  </a:tcPr>
                </a:tc>
                <a:tc>
                  <a:txBody>
                    <a:bodyPr/>
                    <a:lstStyle/>
                    <a:p>
                      <a:endParaRPr lang="en-US" sz="100" dirty="0">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19050" cap="flat" cmpd="sng" algn="ctr">
                      <a:solidFill>
                        <a:schemeClr val="accent1"/>
                      </a:solidFill>
                      <a:prstDash val="solid"/>
                      <a:round/>
                      <a:headEnd type="none" w="med" len="med"/>
                      <a:tailEnd type="none" w="med" len="med"/>
                    </a:lnT>
                  </a:tcPr>
                </a:tc>
                <a:tc>
                  <a:txBody>
                    <a:bodyPr/>
                    <a:lstStyle/>
                    <a:p>
                      <a:endParaRPr lang="en-US" sz="100" dirty="0">
                        <a:latin typeface="Inter" panose="02000503000000020004" pitchFamily="2" charset="0"/>
                      </a:endParaRPr>
                    </a:p>
                  </a:txBody>
                  <a:tcPr marL="0" marR="0" marT="0" marB="0" anchor="ctr">
                    <a:lnT w="19050" cap="flat" cmpd="sng" algn="ctr">
                      <a:solidFill>
                        <a:schemeClr val="accent1"/>
                      </a:solidFill>
                      <a:prstDash val="solid"/>
                      <a:round/>
                      <a:headEnd type="none" w="med" len="med"/>
                      <a:tailEnd type="none" w="med" len="med"/>
                    </a:lnT>
                  </a:tcPr>
                </a:tc>
                <a:tc>
                  <a:txBody>
                    <a:bodyPr/>
                    <a:lstStyle/>
                    <a:p>
                      <a:endParaRPr lang="en-US" sz="100" dirty="0">
                        <a:latin typeface="Inter" panose="02000503000000020004" pitchFamily="2" charset="0"/>
                      </a:endParaRPr>
                    </a:p>
                  </a:txBody>
                  <a:tcPr marL="0" marR="0" marT="0" marB="0" anchor="ctr">
                    <a:lnT w="19050" cap="flat" cmpd="sng" algn="ctr">
                      <a:solidFill>
                        <a:schemeClr val="accent1"/>
                      </a:solidFill>
                      <a:prstDash val="solid"/>
                      <a:round/>
                      <a:headEnd type="none" w="med" len="med"/>
                      <a:tailEnd type="none" w="med" len="med"/>
                    </a:lnT>
                  </a:tcPr>
                </a:tc>
                <a:tc>
                  <a:txBody>
                    <a:bodyPr/>
                    <a:lstStyle/>
                    <a:p>
                      <a:endParaRPr lang="en-US" sz="100" dirty="0">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19050" cap="flat" cmpd="sng" algn="ctr">
                      <a:solidFill>
                        <a:schemeClr val="accent1"/>
                      </a:solidFill>
                      <a:prstDash val="solid"/>
                      <a:round/>
                      <a:headEnd type="none" w="med" len="med"/>
                      <a:tailEnd type="none" w="med" len="med"/>
                    </a:lnT>
                  </a:tcPr>
                </a:tc>
                <a:tc>
                  <a:txBody>
                    <a:bodyPr/>
                    <a:lstStyle/>
                    <a:p>
                      <a:endParaRPr lang="en-US" sz="100" dirty="0">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19050" cap="flat" cmpd="sng" algn="ctr">
                      <a:solidFill>
                        <a:schemeClr val="accent1"/>
                      </a:solidFill>
                      <a:prstDash val="solid"/>
                      <a:round/>
                      <a:headEnd type="none" w="med" len="med"/>
                      <a:tailEnd type="none" w="med" len="med"/>
                    </a:lnT>
                  </a:tcPr>
                </a:tc>
                <a:tc>
                  <a:txBody>
                    <a:bodyPr/>
                    <a:lstStyle/>
                    <a:p>
                      <a:endParaRPr lang="en-US" sz="100" dirty="0">
                        <a:latin typeface="Inter" panose="02000503000000020004" pitchFamily="2" charset="0"/>
                      </a:endParaRPr>
                    </a:p>
                  </a:txBody>
                  <a:tcPr marL="0" marR="0" marT="0" marB="0" anchor="ctr">
                    <a:lnT w="19050" cap="flat" cmpd="sng" algn="ctr">
                      <a:solidFill>
                        <a:schemeClr val="accent1"/>
                      </a:solidFill>
                      <a:prstDash val="solid"/>
                      <a:round/>
                      <a:headEnd type="none" w="med" len="med"/>
                      <a:tailEnd type="none" w="med" len="med"/>
                    </a:lnT>
                  </a:tcPr>
                </a:tc>
                <a:tc>
                  <a:txBody>
                    <a:bodyPr/>
                    <a:lstStyle/>
                    <a:p>
                      <a:endParaRPr lang="en-US" sz="100" dirty="0">
                        <a:latin typeface="Inter" panose="02000503000000020004" pitchFamily="2" charset="0"/>
                      </a:endParaRPr>
                    </a:p>
                  </a:txBody>
                  <a:tcPr marL="0" marR="0" marT="0" marB="0" anchor="ctr">
                    <a:lnT w="19050" cap="flat" cmpd="sng" algn="ctr">
                      <a:solidFill>
                        <a:schemeClr val="accent1"/>
                      </a:solidFill>
                      <a:prstDash val="solid"/>
                      <a:round/>
                      <a:headEnd type="none" w="med" len="med"/>
                      <a:tailEnd type="none" w="med" len="med"/>
                    </a:lnT>
                  </a:tcPr>
                </a:tc>
                <a:tc>
                  <a:txBody>
                    <a:bodyPr/>
                    <a:lstStyle/>
                    <a:p>
                      <a:endParaRPr lang="en-US" sz="100" dirty="0">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19050" cap="flat" cmpd="sng" algn="ctr">
                      <a:solidFill>
                        <a:schemeClr val="accent1"/>
                      </a:solidFill>
                      <a:prstDash val="solid"/>
                      <a:round/>
                      <a:headEnd type="none" w="med" len="med"/>
                      <a:tailEnd type="none" w="med" len="med"/>
                    </a:lnT>
                  </a:tcPr>
                </a:tc>
                <a:tc>
                  <a:txBody>
                    <a:bodyPr/>
                    <a:lstStyle/>
                    <a:p>
                      <a:endParaRPr lang="en-US" sz="100" dirty="0">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19050" cap="flat" cmpd="sng" algn="ctr">
                      <a:solidFill>
                        <a:schemeClr val="accent1"/>
                      </a:solidFill>
                      <a:prstDash val="solid"/>
                      <a:round/>
                      <a:headEnd type="none" w="med" len="med"/>
                      <a:tailEnd type="none" w="med" len="med"/>
                    </a:lnT>
                  </a:tcPr>
                </a:tc>
                <a:tc>
                  <a:txBody>
                    <a:bodyPr/>
                    <a:lstStyle/>
                    <a:p>
                      <a:endParaRPr lang="en-US" sz="100" dirty="0">
                        <a:latin typeface="Inter" panose="02000503000000020004" pitchFamily="2" charset="0"/>
                      </a:endParaRPr>
                    </a:p>
                  </a:txBody>
                  <a:tcPr marL="0" marR="0" marT="0" marB="0" anchor="ctr">
                    <a:lnT w="19050" cap="flat" cmpd="sng" algn="ctr">
                      <a:solidFill>
                        <a:schemeClr val="accent1"/>
                      </a:solidFill>
                      <a:prstDash val="solid"/>
                      <a:round/>
                      <a:headEnd type="none" w="med" len="med"/>
                      <a:tailEnd type="none" w="med" len="med"/>
                    </a:lnT>
                  </a:tcPr>
                </a:tc>
                <a:tc>
                  <a:txBody>
                    <a:bodyPr/>
                    <a:lstStyle/>
                    <a:p>
                      <a:endParaRPr lang="en-US" sz="100" dirty="0">
                        <a:latin typeface="Inter" panose="02000503000000020004" pitchFamily="2" charset="0"/>
                      </a:endParaRPr>
                    </a:p>
                  </a:txBody>
                  <a:tcPr marL="0" marR="0" marT="0" marB="0" anchor="ctr">
                    <a:lnT w="19050" cap="flat" cmpd="sng" algn="ctr">
                      <a:solidFill>
                        <a:schemeClr val="accent1"/>
                      </a:solidFill>
                      <a:prstDash val="solid"/>
                      <a:round/>
                      <a:headEnd type="none" w="med" len="med"/>
                      <a:tailEnd type="none" w="med" len="med"/>
                    </a:lnT>
                  </a:tcPr>
                </a:tc>
                <a:tc>
                  <a:txBody>
                    <a:bodyPr/>
                    <a:lstStyle/>
                    <a:p>
                      <a:endParaRPr lang="en-US" sz="100" dirty="0">
                        <a:latin typeface="Inter" panose="02000503000000020004" pitchFamily="2" charset="0"/>
                      </a:endParaRPr>
                    </a:p>
                  </a:txBody>
                  <a:tcPr marL="0" marR="0" marT="0" marB="0" anchor="ctr">
                    <a:lnT w="19050" cap="flat" cmpd="sng" algn="ctr">
                      <a:solidFill>
                        <a:schemeClr val="accent1"/>
                      </a:solidFill>
                      <a:prstDash val="solid"/>
                      <a:round/>
                      <a:headEnd type="none" w="med" len="med"/>
                      <a:tailEnd type="none" w="med" len="med"/>
                    </a:lnT>
                  </a:tcPr>
                </a:tc>
                <a:extLst>
                  <a:ext uri="{0D108BD9-81ED-4DB2-BD59-A6C34878D82A}">
                    <a16:rowId xmlns:a16="http://schemas.microsoft.com/office/drawing/2014/main" val="10001"/>
                  </a:ext>
                </a:extLst>
              </a:tr>
              <a:tr h="368891">
                <a:tc>
                  <a:txBody>
                    <a:bodyPr/>
                    <a:lstStyle/>
                    <a:p>
                      <a:r>
                        <a:rPr lang="en-US" sz="1200" dirty="0">
                          <a:solidFill>
                            <a:schemeClr val="tx2"/>
                          </a:solidFill>
                          <a:latin typeface="Inter" panose="02000503000000020004" pitchFamily="2" charset="0"/>
                        </a:rPr>
                        <a:t>Text</a:t>
                      </a:r>
                    </a:p>
                  </a:txBody>
                  <a:tcPr marL="0" marR="0" marT="0" marB="0" anchor="ctr">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B w="9525" cap="flat" cmpd="sng" algn="ctr">
                      <a:solidFill>
                        <a:schemeClr val="accent6"/>
                      </a:solidFill>
                      <a:prstDash val="solid"/>
                      <a:round/>
                      <a:headEnd type="none" w="med" len="med"/>
                      <a:tailEnd type="none" w="med" len="med"/>
                    </a:lnB>
                    <a:solidFill>
                      <a:schemeClr val="tx1"/>
                    </a:solidFill>
                  </a:tcPr>
                </a:tc>
                <a:tc>
                  <a:txBody>
                    <a:bodyPr/>
                    <a:lstStyle/>
                    <a:p>
                      <a:endParaRPr lang="en-US" sz="1400" dirty="0">
                        <a:solidFill>
                          <a:schemeClr val="tx1"/>
                        </a:solidFill>
                        <a:latin typeface="Inter" panose="02000503000000020004" pitchFamily="2" charset="0"/>
                      </a:endParaRPr>
                    </a:p>
                  </a:txBody>
                  <a:tcPr marL="0" marR="0" marT="0" marB="0" anchor="ctr">
                    <a:lnB w="9525" cap="flat" cmpd="sng" algn="ctr">
                      <a:solidFill>
                        <a:schemeClr val="accent6"/>
                      </a:solidFill>
                      <a:prstDash val="solid"/>
                      <a:round/>
                      <a:headEnd type="none" w="med" len="med"/>
                      <a:tailEnd type="none" w="med" len="med"/>
                    </a:lnB>
                    <a:solidFill>
                      <a:schemeClr val="tx1"/>
                    </a:solidFill>
                  </a:tcPr>
                </a:tc>
                <a:tc>
                  <a:txBody>
                    <a:bodyPr/>
                    <a:lstStyle/>
                    <a:p>
                      <a:endParaRPr lang="en-US" sz="1400" dirty="0">
                        <a:solidFill>
                          <a:schemeClr val="tx1"/>
                        </a:solidFill>
                        <a:latin typeface="Inter" panose="02000503000000020004" pitchFamily="2" charset="0"/>
                      </a:endParaRPr>
                    </a:p>
                  </a:txBody>
                  <a:tcPr marL="0" marR="0" marT="0" marB="0" anchor="ctr">
                    <a:lnB w="9525" cap="flat" cmpd="sng" algn="ctr">
                      <a:solidFill>
                        <a:schemeClr val="accent6"/>
                      </a:solidFill>
                      <a:prstDash val="solid"/>
                      <a:round/>
                      <a:headEnd type="none" w="med" len="med"/>
                      <a:tailEnd type="none" w="med" len="med"/>
                    </a:lnB>
                    <a:solidFill>
                      <a:schemeClr val="tx1"/>
                    </a:solid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B w="9525" cap="flat" cmpd="sng" algn="ctr">
                      <a:solidFill>
                        <a:schemeClr val="accent6"/>
                      </a:solidFill>
                      <a:prstDash val="solid"/>
                      <a:round/>
                      <a:headEnd type="none" w="med" len="med"/>
                      <a:tailEnd type="none" w="med" len="med"/>
                    </a:lnB>
                    <a:solidFill>
                      <a:schemeClr val="tx1"/>
                    </a:solid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B w="9525" cap="flat" cmpd="sng" algn="ctr">
                      <a:solidFill>
                        <a:schemeClr val="accent6"/>
                      </a:solidFill>
                      <a:prstDash val="solid"/>
                      <a:round/>
                      <a:headEnd type="none" w="med" len="med"/>
                      <a:tailEnd type="none" w="med" len="med"/>
                    </a:lnB>
                    <a:solidFill>
                      <a:schemeClr val="tx1"/>
                    </a:solidFill>
                  </a:tcPr>
                </a:tc>
                <a:tc>
                  <a:txBody>
                    <a:bodyPr/>
                    <a:lstStyle/>
                    <a:p>
                      <a:endParaRPr lang="en-US" sz="1400" dirty="0">
                        <a:solidFill>
                          <a:schemeClr val="tx1"/>
                        </a:solidFill>
                        <a:latin typeface="Inter" panose="02000503000000020004" pitchFamily="2" charset="0"/>
                      </a:endParaRPr>
                    </a:p>
                  </a:txBody>
                  <a:tcPr marL="0" marR="0" marT="0" marB="0" anchor="ctr">
                    <a:lnB w="9525" cap="flat" cmpd="sng" algn="ctr">
                      <a:solidFill>
                        <a:schemeClr val="accent6"/>
                      </a:solidFill>
                      <a:prstDash val="solid"/>
                      <a:round/>
                      <a:headEnd type="none" w="med" len="med"/>
                      <a:tailEnd type="none" w="med" len="med"/>
                    </a:lnB>
                    <a:solidFill>
                      <a:schemeClr val="tx1"/>
                    </a:solidFill>
                  </a:tcPr>
                </a:tc>
                <a:tc>
                  <a:txBody>
                    <a:bodyPr/>
                    <a:lstStyle/>
                    <a:p>
                      <a:endParaRPr lang="en-US" sz="1400" dirty="0">
                        <a:solidFill>
                          <a:schemeClr val="tx1"/>
                        </a:solidFill>
                        <a:latin typeface="Inter" panose="02000503000000020004" pitchFamily="2" charset="0"/>
                      </a:endParaRPr>
                    </a:p>
                  </a:txBody>
                  <a:tcPr marL="0" marR="0" marT="0" marB="0" anchor="ctr">
                    <a:lnB w="9525" cap="flat" cmpd="sng" algn="ctr">
                      <a:solidFill>
                        <a:schemeClr val="accent6"/>
                      </a:solidFill>
                      <a:prstDash val="solid"/>
                      <a:round/>
                      <a:headEnd type="none" w="med" len="med"/>
                      <a:tailEnd type="none" w="med" len="med"/>
                    </a:lnB>
                    <a:solidFill>
                      <a:schemeClr val="tx1"/>
                    </a:solid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B w="9525" cap="flat" cmpd="sng" algn="ctr">
                      <a:solidFill>
                        <a:schemeClr val="accent6"/>
                      </a:solidFill>
                      <a:prstDash val="solid"/>
                      <a:round/>
                      <a:headEnd type="none" w="med" len="med"/>
                      <a:tailEnd type="none" w="med" len="med"/>
                    </a:lnB>
                    <a:solidFill>
                      <a:schemeClr val="tx1"/>
                    </a:solid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B w="9525" cap="flat" cmpd="sng" algn="ctr">
                      <a:solidFill>
                        <a:schemeClr val="accent6"/>
                      </a:solidFill>
                      <a:prstDash val="solid"/>
                      <a:round/>
                      <a:headEnd type="none" w="med" len="med"/>
                      <a:tailEnd type="none" w="med" len="med"/>
                    </a:lnB>
                    <a:solidFill>
                      <a:schemeClr val="tx1"/>
                    </a:solidFill>
                  </a:tcPr>
                </a:tc>
                <a:tc>
                  <a:txBody>
                    <a:bodyPr/>
                    <a:lstStyle/>
                    <a:p>
                      <a:endParaRPr lang="en-US" sz="1400" dirty="0">
                        <a:solidFill>
                          <a:schemeClr val="tx1"/>
                        </a:solidFill>
                        <a:latin typeface="Inter" panose="02000503000000020004" pitchFamily="2" charset="0"/>
                      </a:endParaRPr>
                    </a:p>
                  </a:txBody>
                  <a:tcPr marL="0" marR="0" marT="0" marB="0" anchor="ctr">
                    <a:lnB w="9525" cap="flat" cmpd="sng" algn="ctr">
                      <a:solidFill>
                        <a:schemeClr val="accent6"/>
                      </a:solidFill>
                      <a:prstDash val="solid"/>
                      <a:round/>
                      <a:headEnd type="none" w="med" len="med"/>
                      <a:tailEnd type="none" w="med" len="med"/>
                    </a:lnB>
                    <a:solidFill>
                      <a:schemeClr val="tx1"/>
                    </a:solidFill>
                  </a:tcPr>
                </a:tc>
                <a:tc>
                  <a:txBody>
                    <a:bodyPr/>
                    <a:lstStyle/>
                    <a:p>
                      <a:endParaRPr lang="en-US" sz="1400" dirty="0">
                        <a:solidFill>
                          <a:schemeClr val="tx1"/>
                        </a:solidFill>
                        <a:latin typeface="Inter" panose="02000503000000020004" pitchFamily="2" charset="0"/>
                      </a:endParaRPr>
                    </a:p>
                  </a:txBody>
                  <a:tcPr marL="0" marR="0" marT="0" marB="0" anchor="ctr">
                    <a:lnB w="9525" cap="flat" cmpd="sng" algn="ctr">
                      <a:solidFill>
                        <a:schemeClr val="accent6"/>
                      </a:solidFill>
                      <a:prstDash val="solid"/>
                      <a:round/>
                      <a:headEnd type="none" w="med" len="med"/>
                      <a:tailEnd type="none" w="med" len="med"/>
                    </a:lnB>
                    <a:solidFill>
                      <a:schemeClr val="tx1"/>
                    </a:solid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B w="9525" cap="flat" cmpd="sng" algn="ctr">
                      <a:solidFill>
                        <a:schemeClr val="accent6"/>
                      </a:solidFill>
                      <a:prstDash val="solid"/>
                      <a:round/>
                      <a:headEnd type="none" w="med" len="med"/>
                      <a:tailEnd type="none" w="med" len="med"/>
                    </a:lnB>
                    <a:solidFill>
                      <a:schemeClr val="tx1"/>
                    </a:solid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B w="9525" cap="flat" cmpd="sng" algn="ctr">
                      <a:solidFill>
                        <a:schemeClr val="accent6"/>
                      </a:solidFill>
                      <a:prstDash val="solid"/>
                      <a:round/>
                      <a:headEnd type="none" w="med" len="med"/>
                      <a:tailEnd type="none" w="med" len="med"/>
                    </a:lnB>
                    <a:solidFill>
                      <a:schemeClr val="tx1"/>
                    </a:solidFill>
                  </a:tcPr>
                </a:tc>
                <a:tc>
                  <a:txBody>
                    <a:bodyPr/>
                    <a:lstStyle/>
                    <a:p>
                      <a:endParaRPr lang="en-US" sz="1400" dirty="0">
                        <a:solidFill>
                          <a:schemeClr val="tx1"/>
                        </a:solidFill>
                        <a:latin typeface="Inter" panose="02000503000000020004" pitchFamily="2" charset="0"/>
                      </a:endParaRPr>
                    </a:p>
                  </a:txBody>
                  <a:tcPr marL="0" marR="0" marT="0" marB="0" anchor="ctr">
                    <a:lnB w="9525" cap="flat" cmpd="sng" algn="ctr">
                      <a:solidFill>
                        <a:schemeClr val="accent6"/>
                      </a:solidFill>
                      <a:prstDash val="solid"/>
                      <a:round/>
                      <a:headEnd type="none" w="med" len="med"/>
                      <a:tailEnd type="none" w="med" len="med"/>
                    </a:lnB>
                    <a:solidFill>
                      <a:schemeClr val="tx1"/>
                    </a:solidFill>
                  </a:tcPr>
                </a:tc>
                <a:tc>
                  <a:txBody>
                    <a:bodyPr/>
                    <a:lstStyle/>
                    <a:p>
                      <a:endParaRPr lang="en-US" sz="1400" dirty="0">
                        <a:solidFill>
                          <a:schemeClr val="tx1"/>
                        </a:solidFill>
                        <a:latin typeface="Inter" panose="02000503000000020004" pitchFamily="2" charset="0"/>
                      </a:endParaRPr>
                    </a:p>
                  </a:txBody>
                  <a:tcPr marL="0" marR="0" marT="0" marB="0" anchor="ctr">
                    <a:lnB w="9525" cap="flat" cmpd="sng" algn="ctr">
                      <a:solidFill>
                        <a:schemeClr val="accent6"/>
                      </a:solidFill>
                      <a:prstDash val="solid"/>
                      <a:round/>
                      <a:headEnd type="none" w="med" len="med"/>
                      <a:tailEnd type="none" w="med" len="med"/>
                    </a:lnB>
                    <a:solidFill>
                      <a:schemeClr val="tx1"/>
                    </a:solid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B w="9525" cap="flat" cmpd="sng" algn="ctr">
                      <a:solidFill>
                        <a:schemeClr val="accent6"/>
                      </a:solidFill>
                      <a:prstDash val="solid"/>
                      <a:round/>
                      <a:headEnd type="none" w="med" len="med"/>
                      <a:tailEnd type="none" w="med" len="med"/>
                    </a:lnB>
                    <a:solidFill>
                      <a:schemeClr val="tx1"/>
                    </a:solid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B w="9525" cap="flat" cmpd="sng" algn="ctr">
                      <a:solidFill>
                        <a:schemeClr val="accent6"/>
                      </a:solidFill>
                      <a:prstDash val="solid"/>
                      <a:round/>
                      <a:headEnd type="none" w="med" len="med"/>
                      <a:tailEnd type="none" w="med" len="med"/>
                    </a:lnB>
                    <a:solidFill>
                      <a:schemeClr val="tx1"/>
                    </a:solidFill>
                  </a:tcPr>
                </a:tc>
                <a:tc>
                  <a:txBody>
                    <a:bodyPr/>
                    <a:lstStyle/>
                    <a:p>
                      <a:endParaRPr lang="en-US" sz="1400" dirty="0">
                        <a:solidFill>
                          <a:schemeClr val="tx1"/>
                        </a:solidFill>
                        <a:latin typeface="Inter" panose="02000503000000020004" pitchFamily="2" charset="0"/>
                      </a:endParaRPr>
                    </a:p>
                  </a:txBody>
                  <a:tcPr marL="0" marR="0" marT="0" marB="0" anchor="ctr">
                    <a:lnB w="9525" cap="flat" cmpd="sng" algn="ctr">
                      <a:solidFill>
                        <a:schemeClr val="accent6"/>
                      </a:solidFill>
                      <a:prstDash val="solid"/>
                      <a:round/>
                      <a:headEnd type="none" w="med" len="med"/>
                      <a:tailEnd type="none" w="med" len="med"/>
                    </a:lnB>
                    <a:solidFill>
                      <a:schemeClr val="tx1"/>
                    </a:solidFill>
                  </a:tcPr>
                </a:tc>
                <a:tc>
                  <a:txBody>
                    <a:bodyPr/>
                    <a:lstStyle/>
                    <a:p>
                      <a:endParaRPr lang="en-US" sz="1400" dirty="0">
                        <a:solidFill>
                          <a:schemeClr val="tx1"/>
                        </a:solidFill>
                        <a:latin typeface="Inter" panose="02000503000000020004" pitchFamily="2" charset="0"/>
                      </a:endParaRPr>
                    </a:p>
                  </a:txBody>
                  <a:tcPr marL="0" marR="0" marT="0" marB="0" anchor="ctr">
                    <a:lnB w="9525" cap="flat" cmpd="sng" algn="ctr">
                      <a:solidFill>
                        <a:schemeClr val="accent6"/>
                      </a:solidFill>
                      <a:prstDash val="solid"/>
                      <a:round/>
                      <a:headEnd type="none" w="med" len="med"/>
                      <a:tailEnd type="none" w="med" len="med"/>
                    </a:lnB>
                    <a:solidFill>
                      <a:schemeClr val="tx1"/>
                    </a:solid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B w="9525" cap="flat" cmpd="sng" algn="ctr">
                      <a:solidFill>
                        <a:schemeClr val="accent6"/>
                      </a:solidFill>
                      <a:prstDash val="solid"/>
                      <a:round/>
                      <a:headEnd type="none" w="med" len="med"/>
                      <a:tailEnd type="none" w="med" len="med"/>
                    </a:lnB>
                    <a:solidFill>
                      <a:schemeClr val="tx1"/>
                    </a:solid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B w="9525" cap="flat" cmpd="sng" algn="ctr">
                      <a:solidFill>
                        <a:schemeClr val="accent6"/>
                      </a:solidFill>
                      <a:prstDash val="solid"/>
                      <a:round/>
                      <a:headEnd type="none" w="med" len="med"/>
                      <a:tailEnd type="none" w="med" len="med"/>
                    </a:lnB>
                    <a:solidFill>
                      <a:schemeClr val="tx1"/>
                    </a:solidFill>
                  </a:tcPr>
                </a:tc>
                <a:tc>
                  <a:txBody>
                    <a:bodyPr/>
                    <a:lstStyle/>
                    <a:p>
                      <a:endParaRPr lang="en-US" sz="1400" dirty="0">
                        <a:solidFill>
                          <a:schemeClr val="tx1"/>
                        </a:solidFill>
                        <a:latin typeface="Inter" panose="02000503000000020004" pitchFamily="2" charset="0"/>
                      </a:endParaRPr>
                    </a:p>
                  </a:txBody>
                  <a:tcPr marL="0" marR="0" marT="0" marB="0" anchor="ctr">
                    <a:lnB w="9525" cap="flat" cmpd="sng" algn="ctr">
                      <a:solidFill>
                        <a:schemeClr val="accent6"/>
                      </a:solidFill>
                      <a:prstDash val="solid"/>
                      <a:round/>
                      <a:headEnd type="none" w="med" len="med"/>
                      <a:tailEnd type="none" w="med" len="med"/>
                    </a:lnB>
                    <a:solidFill>
                      <a:schemeClr val="tx1"/>
                    </a:solidFill>
                  </a:tcPr>
                </a:tc>
                <a:tc>
                  <a:txBody>
                    <a:bodyPr/>
                    <a:lstStyle/>
                    <a:p>
                      <a:endParaRPr lang="en-US" sz="1400" dirty="0">
                        <a:solidFill>
                          <a:schemeClr val="tx1"/>
                        </a:solidFill>
                        <a:latin typeface="Inter" panose="02000503000000020004" pitchFamily="2" charset="0"/>
                      </a:endParaRPr>
                    </a:p>
                  </a:txBody>
                  <a:tcPr marL="0" marR="0" marT="0" marB="0" anchor="ctr">
                    <a:lnB w="9525" cap="flat" cmpd="sng" algn="ctr">
                      <a:solidFill>
                        <a:schemeClr val="accent6"/>
                      </a:solidFill>
                      <a:prstDash val="solid"/>
                      <a:round/>
                      <a:headEnd type="none" w="med" len="med"/>
                      <a:tailEnd type="none" w="med" len="med"/>
                    </a:lnB>
                    <a:solidFill>
                      <a:schemeClr val="tx1"/>
                    </a:solid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B w="9525" cap="flat" cmpd="sng" algn="ctr">
                      <a:solidFill>
                        <a:schemeClr val="accent6"/>
                      </a:solidFill>
                      <a:prstDash val="solid"/>
                      <a:round/>
                      <a:headEnd type="none" w="med" len="med"/>
                      <a:tailEnd type="none" w="med" len="med"/>
                    </a:lnB>
                    <a:solidFill>
                      <a:schemeClr val="tx1"/>
                    </a:solid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B w="9525" cap="flat" cmpd="sng" algn="ctr">
                      <a:solidFill>
                        <a:schemeClr val="accent6"/>
                      </a:solidFill>
                      <a:prstDash val="solid"/>
                      <a:round/>
                      <a:headEnd type="none" w="med" len="med"/>
                      <a:tailEnd type="none" w="med" len="med"/>
                    </a:lnB>
                    <a:solidFill>
                      <a:schemeClr val="tx1"/>
                    </a:solidFill>
                  </a:tcPr>
                </a:tc>
                <a:tc>
                  <a:txBody>
                    <a:bodyPr/>
                    <a:lstStyle/>
                    <a:p>
                      <a:endParaRPr lang="en-US" sz="1400" dirty="0">
                        <a:solidFill>
                          <a:schemeClr val="tx1"/>
                        </a:solidFill>
                        <a:latin typeface="Inter" panose="02000503000000020004" pitchFamily="2" charset="0"/>
                      </a:endParaRPr>
                    </a:p>
                  </a:txBody>
                  <a:tcPr marL="0" marR="0" marT="0" marB="0" anchor="ctr">
                    <a:lnB w="9525" cap="flat" cmpd="sng" algn="ctr">
                      <a:solidFill>
                        <a:schemeClr val="accent6"/>
                      </a:solidFill>
                      <a:prstDash val="solid"/>
                      <a:round/>
                      <a:headEnd type="none" w="med" len="med"/>
                      <a:tailEnd type="none" w="med" len="med"/>
                    </a:lnB>
                    <a:solidFill>
                      <a:schemeClr val="tx1"/>
                    </a:solidFill>
                  </a:tcPr>
                </a:tc>
                <a:tc>
                  <a:txBody>
                    <a:bodyPr/>
                    <a:lstStyle/>
                    <a:p>
                      <a:endParaRPr lang="en-US" sz="1400" dirty="0">
                        <a:solidFill>
                          <a:schemeClr val="tx1"/>
                        </a:solidFill>
                        <a:latin typeface="Inter" panose="02000503000000020004" pitchFamily="2" charset="0"/>
                      </a:endParaRPr>
                    </a:p>
                  </a:txBody>
                  <a:tcPr marL="0" marR="0" marT="0" marB="0" anchor="ctr">
                    <a:lnB w="9525" cap="flat" cmpd="sng" algn="ctr">
                      <a:solidFill>
                        <a:schemeClr val="accent6"/>
                      </a:solidFill>
                      <a:prstDash val="solid"/>
                      <a:round/>
                      <a:headEnd type="none" w="med" len="med"/>
                      <a:tailEnd type="none" w="med" len="med"/>
                    </a:lnB>
                    <a:solidFill>
                      <a:schemeClr val="tx1"/>
                    </a:solid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B w="9525" cap="flat" cmpd="sng" algn="ctr">
                      <a:solidFill>
                        <a:schemeClr val="accent6"/>
                      </a:solidFill>
                      <a:prstDash val="solid"/>
                      <a:round/>
                      <a:headEnd type="none" w="med" len="med"/>
                      <a:tailEnd type="none" w="med" len="med"/>
                    </a:lnB>
                    <a:solidFill>
                      <a:schemeClr val="tx1"/>
                    </a:solid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B w="9525" cap="flat" cmpd="sng" algn="ctr">
                      <a:solidFill>
                        <a:schemeClr val="accent6"/>
                      </a:solidFill>
                      <a:prstDash val="solid"/>
                      <a:round/>
                      <a:headEnd type="none" w="med" len="med"/>
                      <a:tailEnd type="none" w="med" len="med"/>
                    </a:lnB>
                    <a:solidFill>
                      <a:schemeClr val="tx1"/>
                    </a:solidFill>
                  </a:tcPr>
                </a:tc>
                <a:tc>
                  <a:txBody>
                    <a:bodyPr/>
                    <a:lstStyle/>
                    <a:p>
                      <a:endParaRPr lang="en-US" sz="1400" dirty="0">
                        <a:solidFill>
                          <a:schemeClr val="tx1"/>
                        </a:solidFill>
                        <a:latin typeface="Inter" panose="02000503000000020004" pitchFamily="2" charset="0"/>
                      </a:endParaRPr>
                    </a:p>
                  </a:txBody>
                  <a:tcPr marL="0" marR="0" marT="0" marB="0" anchor="ctr">
                    <a:lnB w="9525" cap="flat" cmpd="sng" algn="ctr">
                      <a:solidFill>
                        <a:schemeClr val="accent6"/>
                      </a:solidFill>
                      <a:prstDash val="solid"/>
                      <a:round/>
                      <a:headEnd type="none" w="med" len="med"/>
                      <a:tailEnd type="none" w="med" len="med"/>
                    </a:lnB>
                    <a:solidFill>
                      <a:schemeClr val="tx1"/>
                    </a:solidFill>
                  </a:tcPr>
                </a:tc>
                <a:tc>
                  <a:txBody>
                    <a:bodyPr/>
                    <a:lstStyle/>
                    <a:p>
                      <a:endParaRPr lang="en-US" sz="1400" dirty="0">
                        <a:solidFill>
                          <a:schemeClr val="tx1"/>
                        </a:solidFill>
                        <a:latin typeface="Inter" panose="02000503000000020004" pitchFamily="2" charset="0"/>
                      </a:endParaRPr>
                    </a:p>
                  </a:txBody>
                  <a:tcPr marL="0" marR="0" marT="0" marB="0" anchor="ctr">
                    <a:lnB w="9525" cap="flat" cmpd="sng" algn="ctr">
                      <a:solidFill>
                        <a:schemeClr val="accent6"/>
                      </a:solidFill>
                      <a:prstDash val="solid"/>
                      <a:round/>
                      <a:headEnd type="none" w="med" len="med"/>
                      <a:tailEnd type="none" w="med" len="med"/>
                    </a:lnB>
                    <a:solidFill>
                      <a:schemeClr val="tx1"/>
                    </a:solid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B w="9525" cap="flat" cmpd="sng" algn="ctr">
                      <a:solidFill>
                        <a:schemeClr val="accent6"/>
                      </a:solidFill>
                      <a:prstDash val="solid"/>
                      <a:round/>
                      <a:headEnd type="none" w="med" len="med"/>
                      <a:tailEnd type="none" w="med" len="med"/>
                    </a:lnB>
                  </a:tcPr>
                </a:tc>
                <a:extLst>
                  <a:ext uri="{0D108BD9-81ED-4DB2-BD59-A6C34878D82A}">
                    <a16:rowId xmlns:a16="http://schemas.microsoft.com/office/drawing/2014/main" val="10002"/>
                  </a:ext>
                </a:extLst>
              </a:tr>
              <a:tr h="368891">
                <a:tc>
                  <a:txBody>
                    <a:bodyPr/>
                    <a:lstStyle/>
                    <a:p>
                      <a:r>
                        <a:rPr lang="en-US" sz="1200" dirty="0">
                          <a:solidFill>
                            <a:schemeClr val="tx2"/>
                          </a:solidFill>
                          <a:latin typeface="Inter" panose="02000503000000020004" pitchFamily="2" charset="0"/>
                        </a:rPr>
                        <a:t>Text</a:t>
                      </a: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extLst>
                  <a:ext uri="{0D108BD9-81ED-4DB2-BD59-A6C34878D82A}">
                    <a16:rowId xmlns:a16="http://schemas.microsoft.com/office/drawing/2014/main" val="10003"/>
                  </a:ext>
                </a:extLst>
              </a:tr>
              <a:tr h="368891">
                <a:tc>
                  <a:txBody>
                    <a:bodyPr/>
                    <a:lstStyle/>
                    <a:p>
                      <a:r>
                        <a:rPr lang="en-US" sz="1200" dirty="0">
                          <a:solidFill>
                            <a:schemeClr val="tx2"/>
                          </a:solidFill>
                          <a:latin typeface="Inter" panose="02000503000000020004" pitchFamily="2" charset="0"/>
                        </a:rPr>
                        <a:t>Text</a:t>
                      </a: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tx2"/>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tx2"/>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tx2"/>
                    </a:solid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tx2"/>
                    </a:solid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tx2"/>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tx2"/>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tx2"/>
                    </a:solid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tx2"/>
                    </a:solid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tx2"/>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tx2"/>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tx2"/>
                    </a:solid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tx2"/>
                    </a:solid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tx2"/>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tx2"/>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tx2"/>
                    </a:solid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10004"/>
                  </a:ext>
                </a:extLst>
              </a:tr>
              <a:tr h="368891">
                <a:tc>
                  <a:txBody>
                    <a:bodyPr/>
                    <a:lstStyle/>
                    <a:p>
                      <a:r>
                        <a:rPr lang="en-US" sz="1200" dirty="0">
                          <a:solidFill>
                            <a:schemeClr val="tx2"/>
                          </a:solidFill>
                          <a:latin typeface="Inter" panose="02000503000000020004" pitchFamily="2" charset="0"/>
                        </a:rPr>
                        <a:t>Text</a:t>
                      </a: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1"/>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1"/>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1"/>
                    </a:solid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1"/>
                    </a:solid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1"/>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1"/>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1"/>
                    </a:solid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10005"/>
                  </a:ext>
                </a:extLst>
              </a:tr>
              <a:tr h="368891">
                <a:tc>
                  <a:txBody>
                    <a:bodyPr/>
                    <a:lstStyle/>
                    <a:p>
                      <a:r>
                        <a:rPr lang="en-US" sz="1200" dirty="0">
                          <a:solidFill>
                            <a:schemeClr val="tx2"/>
                          </a:solidFill>
                          <a:latin typeface="Inter" panose="02000503000000020004" pitchFamily="2" charset="0"/>
                        </a:rPr>
                        <a:t>Text</a:t>
                      </a: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458A8A"/>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458A8A"/>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458A8A"/>
                    </a:solid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458A8A"/>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458A8A"/>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458A8A"/>
                    </a:solid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458A8A"/>
                    </a:solid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458A8A"/>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458A8A"/>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458A8A"/>
                    </a:solid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458A8A"/>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458A8A"/>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458A8A"/>
                    </a:solid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extLst>
                  <a:ext uri="{0D108BD9-81ED-4DB2-BD59-A6C34878D82A}">
                    <a16:rowId xmlns:a16="http://schemas.microsoft.com/office/drawing/2014/main" val="10006"/>
                  </a:ext>
                </a:extLst>
              </a:tr>
              <a:tr h="368891">
                <a:tc>
                  <a:txBody>
                    <a:bodyPr/>
                    <a:lstStyle/>
                    <a:p>
                      <a:r>
                        <a:rPr lang="en-US" sz="1200" dirty="0">
                          <a:solidFill>
                            <a:schemeClr val="tx2"/>
                          </a:solidFill>
                          <a:latin typeface="Inter" panose="02000503000000020004" pitchFamily="2" charset="0"/>
                        </a:rPr>
                        <a:t>Text</a:t>
                      </a: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96BDBD"/>
                    </a:solid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96BDBD"/>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96BDBD"/>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96BDBD"/>
                    </a:solid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96BDBD"/>
                    </a:solid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96BDBD"/>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96BDBD"/>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96BDBD"/>
                    </a:solid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96BDBD"/>
                    </a:solid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96BDBD"/>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96BDBD"/>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96BDBD"/>
                    </a:solid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96BDBD"/>
                    </a:solid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96BDBD"/>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96BDBD"/>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10007"/>
                  </a:ext>
                </a:extLst>
              </a:tr>
              <a:tr h="368891">
                <a:tc>
                  <a:txBody>
                    <a:bodyPr/>
                    <a:lstStyle/>
                    <a:p>
                      <a:r>
                        <a:rPr lang="en-US" sz="1200" dirty="0">
                          <a:solidFill>
                            <a:schemeClr val="tx2"/>
                          </a:solidFill>
                          <a:latin typeface="Inter" panose="02000503000000020004" pitchFamily="2" charset="0"/>
                        </a:rPr>
                        <a:t>Text</a:t>
                      </a: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C7DBDB"/>
                    </a:solid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C7DBDB"/>
                    </a:solid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C7DBDB"/>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C7DBDB"/>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C7DBDB"/>
                    </a:solid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C7DBDB"/>
                    </a:solid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C7DBDB"/>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C7DBDB"/>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C7DBDB"/>
                    </a:solid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C7DBDB"/>
                    </a:solid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C7DBDB"/>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C7DBDB"/>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C7DBDB"/>
                    </a:solid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C7DBDB"/>
                    </a:solid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C7DBDB"/>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C7DBDB"/>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C7DBDB"/>
                    </a:solid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C7DBDB"/>
                    </a:solid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C7DBDB"/>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C7DBDB"/>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C7DBDB"/>
                    </a:solid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C7DBDB"/>
                    </a:solid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C7DBDB"/>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10008"/>
                  </a:ext>
                </a:extLst>
              </a:tr>
              <a:tr h="368891">
                <a:tc>
                  <a:txBody>
                    <a:bodyPr/>
                    <a:lstStyle/>
                    <a:p>
                      <a:r>
                        <a:rPr lang="en-US" sz="1200" dirty="0">
                          <a:solidFill>
                            <a:schemeClr val="tx2"/>
                          </a:solidFill>
                          <a:latin typeface="Inter" panose="02000503000000020004" pitchFamily="2" charset="0"/>
                        </a:rPr>
                        <a:t>Text</a:t>
                      </a: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5FB7FF"/>
                    </a:solid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5FB7FF"/>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5FB7FF"/>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5FB7FF"/>
                    </a:solid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5FB7FF"/>
                    </a:solid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5FB7FF"/>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5FB7FF"/>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5FB7FF"/>
                    </a:solid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5FB7FF"/>
                    </a:solid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5FB7FF"/>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5FB7FF"/>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10009"/>
                  </a:ext>
                </a:extLst>
              </a:tr>
              <a:tr h="368891">
                <a:tc>
                  <a:txBody>
                    <a:bodyPr/>
                    <a:lstStyle/>
                    <a:p>
                      <a:r>
                        <a:rPr lang="en-US" sz="1200" dirty="0">
                          <a:solidFill>
                            <a:schemeClr val="tx2"/>
                          </a:solidFill>
                          <a:latin typeface="Inter" panose="02000503000000020004" pitchFamily="2" charset="0"/>
                        </a:rPr>
                        <a:t>Text</a:t>
                      </a: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7BDD3C"/>
                    </a:solid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7BDD3C"/>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7BDD3C"/>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7BDD3C"/>
                    </a:solid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7BDD3C"/>
                    </a:solid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7BDD3C"/>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7BDD3C"/>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7BDD3C"/>
                    </a:solid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7BDD3C"/>
                    </a:solid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7BDD3C"/>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7BDD3C"/>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7BDD3C"/>
                    </a:solid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7BDD3C"/>
                    </a:solid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rgbClr val="7BDD3C"/>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extLst>
                  <a:ext uri="{0D108BD9-81ED-4DB2-BD59-A6C34878D82A}">
                    <a16:rowId xmlns:a16="http://schemas.microsoft.com/office/drawing/2014/main" val="10010"/>
                  </a:ext>
                </a:extLst>
              </a:tr>
              <a:tr h="368891">
                <a:tc>
                  <a:txBody>
                    <a:bodyPr/>
                    <a:lstStyle/>
                    <a:p>
                      <a:r>
                        <a:rPr lang="en-US" sz="1200" dirty="0">
                          <a:solidFill>
                            <a:schemeClr val="tx2"/>
                          </a:solidFill>
                          <a:latin typeface="Inter" panose="02000503000000020004" pitchFamily="2" charset="0"/>
                        </a:rPr>
                        <a:t>Text</a:t>
                      </a:r>
                    </a:p>
                  </a:txBody>
                  <a:tcPr marL="0" marR="0" marT="0" marB="0" anchor="ctr">
                    <a:lnT w="9525"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endParaRPr lang="en-US" sz="1400" dirty="0">
                        <a:solidFill>
                          <a:schemeClr val="tx1"/>
                        </a:solidFill>
                        <a:latin typeface="Inter" panose="02000503000000020004" pitchFamily="2" charset="0"/>
                      </a:endParaRPr>
                    </a:p>
                  </a:txBody>
                  <a:tcPr marL="0" marR="0" marT="0" marB="0" anchor="ctr">
                    <a:lnR w="12700" cap="flat" cmpd="sng" algn="ctr">
                      <a:solidFill>
                        <a:schemeClr val="bg1"/>
                      </a:solidFill>
                      <a:prstDash val="solid"/>
                      <a:round/>
                      <a:headEnd type="none" w="med" len="med"/>
                      <a:tailEnd type="none" w="med" len="med"/>
                    </a:lnR>
                    <a:lnT w="9525"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rgbClr val="774936"/>
                    </a:solidFill>
                  </a:tcPr>
                </a:tc>
                <a:tc>
                  <a:txBody>
                    <a:bodyPr/>
                    <a:lstStyle/>
                    <a:p>
                      <a:endParaRPr lang="en-US" sz="1400" dirty="0">
                        <a:solidFill>
                          <a:schemeClr val="tx1"/>
                        </a:solidFill>
                        <a:latin typeface="Inter" panose="02000503000000020004" pitchFamily="2" charset="0"/>
                      </a:endParaRPr>
                    </a:p>
                  </a:txBody>
                  <a:tcPr marL="0" marR="0" marT="0" marB="0" anchor="ctr">
                    <a:lnL w="12700" cap="flat" cmpd="sng" algn="ctr">
                      <a:solidFill>
                        <a:schemeClr val="bg1"/>
                      </a:solidFill>
                      <a:prstDash val="solid"/>
                      <a:round/>
                      <a:headEnd type="none" w="med" len="med"/>
                      <a:tailEnd type="none" w="med" len="med"/>
                    </a:lnL>
                    <a:lnT w="9525"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rgbClr val="774936"/>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rgbClr val="774936"/>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rgbClr val="774936"/>
                    </a:solidFill>
                  </a:tcPr>
                </a:tc>
                <a:tc>
                  <a:txBody>
                    <a:bodyPr/>
                    <a:lstStyle/>
                    <a:p>
                      <a:endParaRPr lang="en-US" sz="1400" dirty="0">
                        <a:solidFill>
                          <a:schemeClr val="tx1"/>
                        </a:solidFill>
                        <a:latin typeface="Inter" panose="02000503000000020004" pitchFamily="2" charset="0"/>
                      </a:endParaRPr>
                    </a:p>
                  </a:txBody>
                  <a:tcPr marL="0" marR="0" marT="0" marB="0" anchor="ctr">
                    <a:lnT w="9525"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rgbClr val="774936"/>
                    </a:solidFill>
                  </a:tcPr>
                </a:tc>
                <a:extLst>
                  <a:ext uri="{0D108BD9-81ED-4DB2-BD59-A6C34878D82A}">
                    <a16:rowId xmlns:a16="http://schemas.microsoft.com/office/drawing/2014/main" val="10011"/>
                  </a:ext>
                </a:extLst>
              </a:tr>
            </a:tbl>
          </a:graphicData>
        </a:graphic>
      </p:graphicFrame>
      <p:sp>
        <p:nvSpPr>
          <p:cNvPr id="5" name="Slide Number Placeholder 4">
            <a:extLst>
              <a:ext uri="{FF2B5EF4-FFF2-40B4-BE49-F238E27FC236}">
                <a16:creationId xmlns:a16="http://schemas.microsoft.com/office/drawing/2014/main" id="{B9ACC249-ACAE-6C0F-7ADE-899B9A5E7401}"/>
              </a:ext>
            </a:extLst>
          </p:cNvPr>
          <p:cNvSpPr>
            <a:spLocks noGrp="1"/>
          </p:cNvSpPr>
          <p:nvPr>
            <p:ph type="sldNum" sz="quarter" idx="12"/>
          </p:nvPr>
        </p:nvSpPr>
        <p:spPr/>
        <p:txBody>
          <a:bodyPr/>
          <a:lstStyle/>
          <a:p>
            <a:fld id="{7A7A97EF-C944-4447-B862-B593E9B4A0FF}" type="slidenum">
              <a:rPr lang="en-US" smtClean="0"/>
              <a:pPr/>
              <a:t>49</a:t>
            </a:fld>
            <a:endParaRPr lang="en-US" dirty="0"/>
          </a:p>
        </p:txBody>
      </p:sp>
      <p:sp>
        <p:nvSpPr>
          <p:cNvPr id="3" name="Footer Placeholder 15">
            <a:extLst>
              <a:ext uri="{FF2B5EF4-FFF2-40B4-BE49-F238E27FC236}">
                <a16:creationId xmlns:a16="http://schemas.microsoft.com/office/drawing/2014/main" id="{2919E8B7-3E57-F397-E9F8-D07DB0E3A0B2}"/>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11729207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D74DF6C-D8B1-3248-B13B-72F1AF78F613}"/>
              </a:ext>
            </a:extLst>
          </p:cNvPr>
          <p:cNvSpPr>
            <a:spLocks noGrp="1"/>
          </p:cNvSpPr>
          <p:nvPr>
            <p:ph type="title"/>
          </p:nvPr>
        </p:nvSpPr>
        <p:spPr/>
        <p:txBody>
          <a:bodyPr/>
          <a:lstStyle/>
          <a:p>
            <a:r>
              <a:rPr lang="en-US" dirty="0"/>
              <a:t>Donut and line chart examples</a:t>
            </a:r>
          </a:p>
        </p:txBody>
      </p:sp>
      <p:graphicFrame>
        <p:nvGraphicFramePr>
          <p:cNvPr id="8" name="Content Placeholder 7">
            <a:extLst>
              <a:ext uri="{FF2B5EF4-FFF2-40B4-BE49-F238E27FC236}">
                <a16:creationId xmlns:a16="http://schemas.microsoft.com/office/drawing/2014/main" id="{20A1C3BF-FEEF-4749-B0E2-B522146246F8}"/>
              </a:ext>
            </a:extLst>
          </p:cNvPr>
          <p:cNvGraphicFramePr>
            <a:graphicFrameLocks noGrp="1"/>
          </p:cNvGraphicFramePr>
          <p:nvPr>
            <p:ph idx="1"/>
            <p:extLst>
              <p:ext uri="{D42A27DB-BD31-4B8C-83A1-F6EECF244321}">
                <p14:modId xmlns:p14="http://schemas.microsoft.com/office/powerpoint/2010/main" val="2523431170"/>
              </p:ext>
            </p:extLst>
          </p:nvPr>
        </p:nvGraphicFramePr>
        <p:xfrm>
          <a:off x="419100" y="1403350"/>
          <a:ext cx="5394325" cy="480695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ontent Placeholder 12">
            <a:extLst>
              <a:ext uri="{FF2B5EF4-FFF2-40B4-BE49-F238E27FC236}">
                <a16:creationId xmlns:a16="http://schemas.microsoft.com/office/drawing/2014/main" id="{FD935EA2-5CB6-1847-861D-B338A067CECF}"/>
              </a:ext>
            </a:extLst>
          </p:cNvPr>
          <p:cNvGraphicFramePr>
            <a:graphicFrameLocks noGrp="1"/>
          </p:cNvGraphicFramePr>
          <p:nvPr>
            <p:ph idx="13"/>
            <p:extLst>
              <p:ext uri="{D42A27DB-BD31-4B8C-83A1-F6EECF244321}">
                <p14:modId xmlns:p14="http://schemas.microsoft.com/office/powerpoint/2010/main" val="133292517"/>
              </p:ext>
            </p:extLst>
          </p:nvPr>
        </p:nvGraphicFramePr>
        <p:xfrm>
          <a:off x="6096000" y="1403350"/>
          <a:ext cx="5394325" cy="480695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a:extLst>
              <a:ext uri="{FF2B5EF4-FFF2-40B4-BE49-F238E27FC236}">
                <a16:creationId xmlns:a16="http://schemas.microsoft.com/office/drawing/2014/main" id="{D9883E1F-60C0-3347-9D21-B0B56E597F20}"/>
              </a:ext>
            </a:extLst>
          </p:cNvPr>
          <p:cNvSpPr txBox="1"/>
          <p:nvPr/>
        </p:nvSpPr>
        <p:spPr>
          <a:xfrm>
            <a:off x="2528341" y="2844934"/>
            <a:ext cx="1280160" cy="841248"/>
          </a:xfrm>
          <a:prstGeom prst="rect">
            <a:avLst/>
          </a:prstGeom>
          <a:noFill/>
        </p:spPr>
        <p:txBody>
          <a:bodyPr wrap="square" lIns="0" tIns="0" rIns="0" bIns="0" rtlCol="0">
            <a:noAutofit/>
          </a:bodyPr>
          <a:lstStyle/>
          <a:p>
            <a:pPr algn="ctr">
              <a:lnSpc>
                <a:spcPct val="90000"/>
              </a:lnSpc>
            </a:pPr>
            <a:r>
              <a:rPr lang="en-US" sz="3600" dirty="0">
                <a:solidFill>
                  <a:srgbClr val="212121"/>
                </a:solidFill>
                <a:latin typeface="Inter" panose="02000503000000020004" pitchFamily="2" charset="0"/>
              </a:rPr>
              <a:t>38</a:t>
            </a:r>
            <a:r>
              <a:rPr lang="en-US" sz="2800" dirty="0">
                <a:solidFill>
                  <a:srgbClr val="212121"/>
                </a:solidFill>
                <a:latin typeface="Inter" panose="02000503000000020004" pitchFamily="2" charset="0"/>
              </a:rPr>
              <a:t>%</a:t>
            </a:r>
            <a:br>
              <a:rPr lang="en-US" sz="2800" dirty="0">
                <a:solidFill>
                  <a:srgbClr val="212121"/>
                </a:solidFill>
                <a:latin typeface="Inter" panose="02000503000000020004" pitchFamily="2" charset="0"/>
              </a:rPr>
            </a:br>
            <a:r>
              <a:rPr lang="en-US" dirty="0">
                <a:solidFill>
                  <a:srgbClr val="212121"/>
                </a:solidFill>
                <a:latin typeface="Inter" panose="02000503000000020004" pitchFamily="2" charset="0"/>
              </a:rPr>
              <a:t>increase</a:t>
            </a:r>
          </a:p>
        </p:txBody>
      </p:sp>
      <p:sp>
        <p:nvSpPr>
          <p:cNvPr id="6" name="Slide Number Placeholder 5">
            <a:extLst>
              <a:ext uri="{FF2B5EF4-FFF2-40B4-BE49-F238E27FC236}">
                <a16:creationId xmlns:a16="http://schemas.microsoft.com/office/drawing/2014/main" id="{7C5D7A19-C926-0653-7E76-B2354EC46FA5}"/>
              </a:ext>
            </a:extLst>
          </p:cNvPr>
          <p:cNvSpPr>
            <a:spLocks noGrp="1"/>
          </p:cNvSpPr>
          <p:nvPr>
            <p:ph type="sldNum" sz="quarter" idx="12"/>
          </p:nvPr>
        </p:nvSpPr>
        <p:spPr/>
        <p:txBody>
          <a:bodyPr/>
          <a:lstStyle/>
          <a:p>
            <a:fld id="{7A7A97EF-C944-4447-B862-B593E9B4A0FF}" type="slidenum">
              <a:rPr lang="en-US" smtClean="0"/>
              <a:pPr/>
              <a:t>50</a:t>
            </a:fld>
            <a:endParaRPr lang="en-US" dirty="0"/>
          </a:p>
        </p:txBody>
      </p:sp>
      <p:sp>
        <p:nvSpPr>
          <p:cNvPr id="3" name="Footer Placeholder 15">
            <a:extLst>
              <a:ext uri="{FF2B5EF4-FFF2-40B4-BE49-F238E27FC236}">
                <a16:creationId xmlns:a16="http://schemas.microsoft.com/office/drawing/2014/main" id="{836F3AB5-998E-EC1E-DF4D-B430FF549B36}"/>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97469379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C278B4B-8345-E29B-EA75-AE6F95557495}"/>
              </a:ext>
            </a:extLst>
          </p:cNvPr>
          <p:cNvSpPr>
            <a:spLocks noGrp="1" noRot="1" noMove="1" noResize="1" noEditPoints="1" noAdjustHandles="1" noChangeArrowheads="1" noChangeShapeType="1"/>
          </p:cNvSpPr>
          <p:nvPr/>
        </p:nvSpPr>
        <p:spPr>
          <a:xfrm>
            <a:off x="10233660" y="281940"/>
            <a:ext cx="1668780" cy="464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a:solidFill>
                <a:schemeClr val="tx1"/>
              </a:solidFill>
            </a:endParaRPr>
          </a:p>
        </p:txBody>
      </p:sp>
      <p:sp>
        <p:nvSpPr>
          <p:cNvPr id="14" name="object 14"/>
          <p:cNvSpPr txBox="1">
            <a:spLocks noGrp="1"/>
          </p:cNvSpPr>
          <p:nvPr>
            <p:ph type="title" idx="4294967295"/>
          </p:nvPr>
        </p:nvSpPr>
        <p:spPr>
          <a:xfrm>
            <a:off x="419099" y="523240"/>
            <a:ext cx="9578915" cy="265340"/>
          </a:xfrm>
        </p:spPr>
        <p:txBody>
          <a:bodyPr/>
          <a:lstStyle/>
          <a:p>
            <a:r>
              <a:rPr lang="en-US" sz="1600" dirty="0">
                <a:solidFill>
                  <a:schemeClr val="tx2"/>
                </a:solidFill>
              </a:rPr>
              <a:t>Primary color palette</a:t>
            </a:r>
          </a:p>
        </p:txBody>
      </p:sp>
      <p:sp>
        <p:nvSpPr>
          <p:cNvPr id="62" name="object 6">
            <a:extLst>
              <a:ext uri="{FF2B5EF4-FFF2-40B4-BE49-F238E27FC236}">
                <a16:creationId xmlns:a16="http://schemas.microsoft.com/office/drawing/2014/main" id="{6FB5BE95-51F0-F255-DDAF-3DB48EABFA6B}"/>
              </a:ext>
            </a:extLst>
          </p:cNvPr>
          <p:cNvSpPr/>
          <p:nvPr/>
        </p:nvSpPr>
        <p:spPr>
          <a:xfrm>
            <a:off x="419100" y="813980"/>
            <a:ext cx="5676900" cy="3637370"/>
          </a:xfrm>
          <a:custGeom>
            <a:avLst/>
            <a:gdLst/>
            <a:ahLst/>
            <a:cxnLst/>
            <a:rect l="l" t="t" r="r" b="b"/>
            <a:pathLst>
              <a:path w="3660140" h="8293100">
                <a:moveTo>
                  <a:pt x="3659574" y="0"/>
                </a:moveTo>
                <a:lnTo>
                  <a:pt x="0" y="0"/>
                </a:lnTo>
                <a:lnTo>
                  <a:pt x="0" y="8292941"/>
                </a:lnTo>
                <a:lnTo>
                  <a:pt x="3659574" y="8292941"/>
                </a:lnTo>
                <a:lnTo>
                  <a:pt x="3659574" y="0"/>
                </a:lnTo>
                <a:close/>
              </a:path>
            </a:pathLst>
          </a:custGeom>
          <a:solidFill>
            <a:srgbClr val="005E60"/>
          </a:solidFill>
        </p:spPr>
        <p:txBody>
          <a:bodyPr wrap="square" lIns="91440" tIns="91440" rIns="0" bIns="182880" rtlCol="0"/>
          <a:lstStyle/>
          <a:p>
            <a:pPr marL="7701" marR="771283" defTabSz="554492">
              <a:spcAft>
                <a:spcPts val="1200"/>
              </a:spcAft>
            </a:pPr>
            <a:r>
              <a:rPr lang="en-US" sz="1600" kern="0" dirty="0">
                <a:solidFill>
                  <a:schemeClr val="bg1"/>
                </a:solidFill>
                <a:latin typeface="Inter Semi Bold" panose="02000703000000020004" pitchFamily="50" charset="0"/>
                <a:ea typeface="Inter Semi Bold" panose="02000703000000020004" pitchFamily="50" charset="0"/>
                <a:cs typeface="Inter Semi Bold" panose="02000703000000020004" pitchFamily="50" charset="0"/>
              </a:rPr>
              <a:t>Evergreen</a:t>
            </a:r>
          </a:p>
          <a:p>
            <a:pPr marL="7701" marR="771283" defTabSz="554492">
              <a:spcAft>
                <a:spcPts val="600"/>
              </a:spcAft>
            </a:pPr>
            <a:r>
              <a:rPr lang="en-US" sz="1000" kern="0" dirty="0">
                <a:solidFill>
                  <a:srgbClr val="FFFFFF"/>
                </a:solidFill>
                <a:latin typeface="Inter" panose="02000503000000020004" pitchFamily="2" charset="0"/>
                <a:ea typeface="Inter" panose="02000503000000020004" pitchFamily="2" charset="0"/>
                <a:cs typeface="Arial" panose="020B0604020202020204" pitchFamily="34" charset="0"/>
              </a:rPr>
              <a:t>Pantone </a:t>
            </a:r>
            <a:br>
              <a:rPr lang="en-US" sz="1000" kern="0" dirty="0">
                <a:solidFill>
                  <a:srgbClr val="FFFFFF"/>
                </a:solidFill>
                <a:latin typeface="Inter" panose="02000503000000020004" pitchFamily="2" charset="0"/>
                <a:ea typeface="Inter" panose="02000503000000020004" pitchFamily="2" charset="0"/>
                <a:cs typeface="Arial" panose="020B0604020202020204" pitchFamily="34" charset="0"/>
              </a:rPr>
            </a:br>
            <a:r>
              <a:rPr lang="en-US" sz="1000" kern="0" dirty="0">
                <a:solidFill>
                  <a:srgbClr val="FFFFFF"/>
                </a:solidFill>
                <a:latin typeface="Inter" panose="02000503000000020004" pitchFamily="2" charset="0"/>
                <a:ea typeface="Inter" panose="02000503000000020004" pitchFamily="2" charset="0"/>
                <a:cs typeface="Arial" panose="020B0604020202020204" pitchFamily="34" charset="0"/>
              </a:rPr>
              <a:t>7721 C</a:t>
            </a:r>
            <a:endParaRPr lang="en-US" sz="1000" kern="0" dirty="0">
              <a:solidFill>
                <a:sysClr val="windowText" lastClr="000000"/>
              </a:solidFill>
              <a:latin typeface="Inter" panose="02000503000000020004" pitchFamily="2" charset="0"/>
              <a:ea typeface="Inter" panose="02000503000000020004" pitchFamily="2" charset="0"/>
              <a:cs typeface="Arial" panose="020B0604020202020204" pitchFamily="34" charset="0"/>
            </a:endParaRPr>
          </a:p>
          <a:p>
            <a:pPr marL="7701" marR="537934" defTabSz="554492">
              <a:spcAft>
                <a:spcPts val="600"/>
              </a:spcAft>
            </a:pPr>
            <a:r>
              <a:rPr lang="en-US" sz="1000" kern="0" dirty="0">
                <a:solidFill>
                  <a:srgbClr val="FFFFFF"/>
                </a:solidFill>
                <a:latin typeface="Inter" panose="02000503000000020004" pitchFamily="2" charset="0"/>
                <a:ea typeface="Inter" panose="02000503000000020004" pitchFamily="2" charset="0"/>
                <a:cs typeface="Arial" panose="020B0604020202020204" pitchFamily="34" charset="0"/>
              </a:rPr>
              <a:t>CMYK </a:t>
            </a:r>
            <a:br>
              <a:rPr lang="en-US" sz="1000" kern="0" dirty="0">
                <a:solidFill>
                  <a:srgbClr val="FFFFFF"/>
                </a:solidFill>
                <a:latin typeface="Inter" panose="02000503000000020004" pitchFamily="2" charset="0"/>
                <a:ea typeface="Inter" panose="02000503000000020004" pitchFamily="2" charset="0"/>
                <a:cs typeface="Arial" panose="020B0604020202020204" pitchFamily="34" charset="0"/>
              </a:rPr>
            </a:br>
            <a:r>
              <a:rPr lang="en-US" sz="1000" kern="0" dirty="0">
                <a:solidFill>
                  <a:srgbClr val="FFFFFF"/>
                </a:solidFill>
                <a:latin typeface="Inter" panose="02000503000000020004" pitchFamily="2" charset="0"/>
                <a:ea typeface="Inter" panose="02000503000000020004" pitchFamily="2" charset="0"/>
                <a:cs typeface="Arial" panose="020B0604020202020204" pitchFamily="34" charset="0"/>
              </a:rPr>
              <a:t>94/12/43/49</a:t>
            </a:r>
            <a:endParaRPr lang="en-US" sz="1000" kern="0" dirty="0">
              <a:solidFill>
                <a:sysClr val="windowText" lastClr="000000"/>
              </a:solidFill>
              <a:latin typeface="Inter" panose="02000503000000020004" pitchFamily="2" charset="0"/>
              <a:ea typeface="Inter" panose="02000503000000020004" pitchFamily="2" charset="0"/>
              <a:cs typeface="Arial" panose="020B0604020202020204" pitchFamily="34" charset="0"/>
            </a:endParaRPr>
          </a:p>
          <a:p>
            <a:pPr marL="7701" marR="777444" defTabSz="554492">
              <a:spcAft>
                <a:spcPts val="600"/>
              </a:spcAft>
            </a:pPr>
            <a:r>
              <a:rPr lang="en-US" sz="1000" kern="0" dirty="0">
                <a:solidFill>
                  <a:srgbClr val="FFFFFF"/>
                </a:solidFill>
                <a:latin typeface="Inter" panose="02000503000000020004" pitchFamily="2" charset="0"/>
                <a:ea typeface="Inter" panose="02000503000000020004" pitchFamily="2" charset="0"/>
                <a:cs typeface="Arial" panose="020B0604020202020204" pitchFamily="34" charset="0"/>
              </a:rPr>
              <a:t>RGB </a:t>
            </a:r>
            <a:br>
              <a:rPr lang="en-US" sz="1000" kern="0" dirty="0">
                <a:solidFill>
                  <a:srgbClr val="FFFFFF"/>
                </a:solidFill>
                <a:latin typeface="Inter" panose="02000503000000020004" pitchFamily="2" charset="0"/>
                <a:ea typeface="Inter" panose="02000503000000020004" pitchFamily="2" charset="0"/>
                <a:cs typeface="Arial" panose="020B0604020202020204" pitchFamily="34" charset="0"/>
              </a:rPr>
            </a:br>
            <a:r>
              <a:rPr lang="en-US" sz="1000" kern="0" dirty="0">
                <a:solidFill>
                  <a:srgbClr val="FFFFFF"/>
                </a:solidFill>
                <a:latin typeface="Inter" panose="02000503000000020004" pitchFamily="2" charset="0"/>
                <a:ea typeface="Inter" panose="02000503000000020004" pitchFamily="2" charset="0"/>
                <a:cs typeface="Arial" panose="020B0604020202020204" pitchFamily="34" charset="0"/>
              </a:rPr>
              <a:t>0/94/96</a:t>
            </a:r>
            <a:endParaRPr lang="en-US" sz="1000" kern="0" dirty="0">
              <a:solidFill>
                <a:sysClr val="windowText" lastClr="000000"/>
              </a:solidFill>
              <a:latin typeface="Inter" panose="02000503000000020004" pitchFamily="2" charset="0"/>
              <a:ea typeface="Inter" panose="02000503000000020004" pitchFamily="2" charset="0"/>
              <a:cs typeface="Arial" panose="020B0604020202020204" pitchFamily="34" charset="0"/>
            </a:endParaRPr>
          </a:p>
          <a:p>
            <a:pPr marL="7701" marR="721995" defTabSz="554492">
              <a:spcAft>
                <a:spcPts val="600"/>
              </a:spcAft>
            </a:pPr>
            <a:r>
              <a:rPr lang="en-US" sz="1000" kern="0" dirty="0">
                <a:solidFill>
                  <a:srgbClr val="FFFFFF"/>
                </a:solidFill>
                <a:latin typeface="Inter" panose="02000503000000020004" pitchFamily="2" charset="0"/>
                <a:ea typeface="Inter" panose="02000503000000020004" pitchFamily="2" charset="0"/>
                <a:cs typeface="Arial" panose="020B0604020202020204" pitchFamily="34" charset="0"/>
              </a:rPr>
              <a:t>HEX </a:t>
            </a:r>
            <a:br>
              <a:rPr lang="en-US" sz="1000" kern="0" dirty="0">
                <a:solidFill>
                  <a:srgbClr val="FFFFFF"/>
                </a:solidFill>
                <a:latin typeface="Inter" panose="02000503000000020004" pitchFamily="2" charset="0"/>
                <a:ea typeface="Inter" panose="02000503000000020004" pitchFamily="2" charset="0"/>
                <a:cs typeface="Arial" panose="020B0604020202020204" pitchFamily="34" charset="0"/>
              </a:rPr>
            </a:br>
            <a:r>
              <a:rPr lang="en-US" sz="1000" kern="0" dirty="0">
                <a:solidFill>
                  <a:srgbClr val="FFFFFF"/>
                </a:solidFill>
                <a:latin typeface="Inter" panose="02000503000000020004" pitchFamily="2" charset="0"/>
                <a:ea typeface="Inter" panose="02000503000000020004" pitchFamily="2" charset="0"/>
                <a:cs typeface="Arial" panose="020B0604020202020204" pitchFamily="34" charset="0"/>
              </a:rPr>
              <a:t>#005E60</a:t>
            </a:r>
            <a:endParaRPr lang="en-US" sz="1000" kern="0" dirty="0">
              <a:solidFill>
                <a:sysClr val="windowText" lastClr="000000"/>
              </a:solidFill>
              <a:latin typeface="Inter" panose="02000503000000020004" pitchFamily="2" charset="0"/>
              <a:ea typeface="Inter" panose="02000503000000020004" pitchFamily="2" charset="0"/>
              <a:cs typeface="Arial" panose="020B0604020202020204" pitchFamily="34" charset="0"/>
            </a:endParaRPr>
          </a:p>
        </p:txBody>
      </p:sp>
      <p:sp>
        <p:nvSpPr>
          <p:cNvPr id="63" name="object 7">
            <a:extLst>
              <a:ext uri="{FF2B5EF4-FFF2-40B4-BE49-F238E27FC236}">
                <a16:creationId xmlns:a16="http://schemas.microsoft.com/office/drawing/2014/main" id="{A73A53ED-659A-F3A8-F5D1-A56F13FCB9A2}"/>
              </a:ext>
            </a:extLst>
          </p:cNvPr>
          <p:cNvSpPr/>
          <p:nvPr/>
        </p:nvSpPr>
        <p:spPr>
          <a:xfrm>
            <a:off x="419099" y="4954180"/>
            <a:ext cx="5676901" cy="1262380"/>
          </a:xfrm>
          <a:custGeom>
            <a:avLst/>
            <a:gdLst/>
            <a:ahLst/>
            <a:cxnLst/>
            <a:rect l="l" t="t" r="r" b="b"/>
            <a:pathLst>
              <a:path w="3660140" h="8293100">
                <a:moveTo>
                  <a:pt x="3659584" y="0"/>
                </a:moveTo>
                <a:lnTo>
                  <a:pt x="0" y="0"/>
                </a:lnTo>
                <a:lnTo>
                  <a:pt x="0" y="8292941"/>
                </a:lnTo>
                <a:lnTo>
                  <a:pt x="3659584" y="8292941"/>
                </a:lnTo>
                <a:lnTo>
                  <a:pt x="3659584" y="0"/>
                </a:lnTo>
                <a:close/>
              </a:path>
            </a:pathLst>
          </a:custGeom>
          <a:solidFill>
            <a:srgbClr val="C8FF08"/>
          </a:solidFill>
        </p:spPr>
        <p:txBody>
          <a:bodyPr wrap="square" lIns="91440" tIns="91440" rIns="0" bIns="182880" rtlCol="0"/>
          <a:lstStyle/>
          <a:p>
            <a:pPr marL="7701" marR="771283" defTabSz="2290763">
              <a:spcAft>
                <a:spcPts val="1200"/>
              </a:spcAft>
            </a:pPr>
            <a:r>
              <a:rPr lang="en-US" sz="1600" kern="0" dirty="0">
                <a:solidFill>
                  <a:schemeClr val="tx2"/>
                </a:solidFill>
                <a:latin typeface="Inter Semi Bold" panose="02000703000000020004" pitchFamily="50" charset="0"/>
                <a:ea typeface="Inter Semi Bold" panose="02000703000000020004" pitchFamily="50" charset="0"/>
                <a:cs typeface="Inter Semi Bold" panose="02000703000000020004" pitchFamily="50" charset="0"/>
              </a:rPr>
              <a:t>Urgency green</a:t>
            </a:r>
          </a:p>
          <a:p>
            <a:pPr marL="7701" marR="822497" defTabSz="554492">
              <a:spcAft>
                <a:spcPts val="600"/>
              </a:spcAft>
            </a:pPr>
            <a:r>
              <a:rPr lang="en-US" sz="1000" kern="0" dirty="0">
                <a:solidFill>
                  <a:prstClr val="black"/>
                </a:solidFill>
                <a:latin typeface="Inter" panose="02000503000000020004" pitchFamily="2" charset="0"/>
                <a:ea typeface="Inter" panose="02000503000000020004" pitchFamily="2" charset="0"/>
                <a:cs typeface="Arial" panose="020B0604020202020204" pitchFamily="34" charset="0"/>
              </a:rPr>
              <a:t>Pantone </a:t>
            </a:r>
            <a:br>
              <a:rPr lang="en-US" sz="1000" kern="0" dirty="0">
                <a:solidFill>
                  <a:prstClr val="black"/>
                </a:solidFill>
                <a:latin typeface="Inter" panose="02000503000000020004" pitchFamily="2" charset="0"/>
                <a:ea typeface="Inter" panose="02000503000000020004" pitchFamily="2" charset="0"/>
                <a:cs typeface="Arial" panose="020B0604020202020204" pitchFamily="34" charset="0"/>
              </a:rPr>
            </a:br>
            <a:r>
              <a:rPr lang="en-US" sz="1000" kern="0" dirty="0">
                <a:solidFill>
                  <a:prstClr val="black"/>
                </a:solidFill>
                <a:latin typeface="Inter" panose="02000503000000020004" pitchFamily="2" charset="0"/>
                <a:ea typeface="Inter" panose="02000503000000020004" pitchFamily="2" charset="0"/>
                <a:cs typeface="Arial" panose="020B0604020202020204" pitchFamily="34" charset="0"/>
              </a:rPr>
              <a:t>2290 C</a:t>
            </a:r>
          </a:p>
          <a:p>
            <a:pPr marL="7701" defTabSz="554492">
              <a:spcAft>
                <a:spcPts val="600"/>
              </a:spcAft>
            </a:pPr>
            <a:r>
              <a:rPr lang="en-US" sz="1000" kern="0" dirty="0">
                <a:solidFill>
                  <a:prstClr val="black"/>
                </a:solidFill>
                <a:latin typeface="Inter" panose="02000503000000020004" pitchFamily="2" charset="0"/>
                <a:ea typeface="Inter" panose="02000503000000020004" pitchFamily="2" charset="0"/>
                <a:cs typeface="Arial" panose="020B0604020202020204" pitchFamily="34" charset="0"/>
              </a:rPr>
              <a:t>CMYK </a:t>
            </a:r>
            <a:br>
              <a:rPr lang="en-US" sz="1000" kern="0" dirty="0">
                <a:solidFill>
                  <a:prstClr val="black"/>
                </a:solidFill>
                <a:latin typeface="Inter" panose="02000503000000020004" pitchFamily="2" charset="0"/>
                <a:ea typeface="Inter" panose="02000503000000020004" pitchFamily="2" charset="0"/>
                <a:cs typeface="Arial" panose="020B0604020202020204" pitchFamily="34" charset="0"/>
              </a:rPr>
            </a:br>
            <a:r>
              <a:rPr lang="en-US" sz="1000" kern="0" dirty="0">
                <a:solidFill>
                  <a:prstClr val="black"/>
                </a:solidFill>
                <a:latin typeface="Inter" panose="02000503000000020004" pitchFamily="2" charset="0"/>
                <a:ea typeface="Inter" panose="02000503000000020004" pitchFamily="2" charset="0"/>
                <a:cs typeface="Arial" panose="020B0604020202020204" pitchFamily="34" charset="0"/>
              </a:rPr>
              <a:t>34/0/95/0</a:t>
            </a:r>
            <a:endParaRPr sz="1000" kern="0" dirty="0">
              <a:solidFill>
                <a:sysClr val="windowText" lastClr="000000"/>
              </a:solidFill>
              <a:latin typeface="Inter" panose="02000503000000020004" pitchFamily="2" charset="0"/>
              <a:ea typeface="Inter" panose="02000503000000020004" pitchFamily="2" charset="0"/>
            </a:endParaRPr>
          </a:p>
        </p:txBody>
      </p:sp>
      <p:sp>
        <p:nvSpPr>
          <p:cNvPr id="7" name="Slide Number Placeholder 6">
            <a:extLst>
              <a:ext uri="{FF2B5EF4-FFF2-40B4-BE49-F238E27FC236}">
                <a16:creationId xmlns:a16="http://schemas.microsoft.com/office/drawing/2014/main" id="{A5AC61AA-F801-FAD7-05C7-678BA1BA2846}"/>
              </a:ext>
            </a:extLst>
          </p:cNvPr>
          <p:cNvSpPr>
            <a:spLocks noGrp="1"/>
          </p:cNvSpPr>
          <p:nvPr>
            <p:ph type="sldNum" sz="quarter" idx="12"/>
          </p:nvPr>
        </p:nvSpPr>
        <p:spPr/>
        <p:txBody>
          <a:bodyPr/>
          <a:lstStyle/>
          <a:p>
            <a:fld id="{7A7A97EF-C944-4447-B862-B593E9B4A0FF}" type="slidenum">
              <a:rPr lang="en-US" smtClean="0"/>
              <a:t>51</a:t>
            </a:fld>
            <a:endParaRPr lang="en-US" dirty="0"/>
          </a:p>
        </p:txBody>
      </p:sp>
      <p:sp>
        <p:nvSpPr>
          <p:cNvPr id="61" name="object 8">
            <a:extLst>
              <a:ext uri="{FF2B5EF4-FFF2-40B4-BE49-F238E27FC236}">
                <a16:creationId xmlns:a16="http://schemas.microsoft.com/office/drawing/2014/main" id="{F4C3E376-5EE7-2211-DC3D-D1C341525565}"/>
              </a:ext>
            </a:extLst>
          </p:cNvPr>
          <p:cNvSpPr/>
          <p:nvPr/>
        </p:nvSpPr>
        <p:spPr>
          <a:xfrm>
            <a:off x="6096001" y="813980"/>
            <a:ext cx="5676900" cy="3637370"/>
          </a:xfrm>
          <a:custGeom>
            <a:avLst/>
            <a:gdLst/>
            <a:ahLst/>
            <a:cxnLst/>
            <a:rect l="l" t="t" r="r" b="b"/>
            <a:pathLst>
              <a:path w="2927984" h="3937634">
                <a:moveTo>
                  <a:pt x="2927659" y="0"/>
                </a:moveTo>
                <a:lnTo>
                  <a:pt x="0" y="0"/>
                </a:lnTo>
                <a:lnTo>
                  <a:pt x="0" y="3937052"/>
                </a:lnTo>
                <a:lnTo>
                  <a:pt x="2927659" y="3937052"/>
                </a:lnTo>
                <a:lnTo>
                  <a:pt x="2927659" y="0"/>
                </a:lnTo>
                <a:close/>
              </a:path>
            </a:pathLst>
          </a:custGeom>
          <a:solidFill>
            <a:srgbClr val="FFFFFF"/>
          </a:solidFill>
          <a:ln w="9525">
            <a:solidFill>
              <a:schemeClr val="accent2"/>
            </a:solidFill>
          </a:ln>
        </p:spPr>
        <p:txBody>
          <a:bodyPr wrap="square" lIns="91440" tIns="91440" rIns="0" bIns="182880" rtlCol="0"/>
          <a:lstStyle/>
          <a:p>
            <a:pPr marL="7701" defTabSz="554492">
              <a:spcAft>
                <a:spcPts val="1200"/>
              </a:spcAft>
            </a:pPr>
            <a:r>
              <a:rPr lang="en-US" sz="1600" kern="0" dirty="0">
                <a:solidFill>
                  <a:schemeClr val="tx2"/>
                </a:solidFill>
                <a:latin typeface="Inter Semi Bold" panose="02000703000000020004" pitchFamily="50" charset="0"/>
                <a:ea typeface="Inter Semi Bold" panose="02000703000000020004" pitchFamily="50" charset="0"/>
                <a:cs typeface="Inter Semi Bold" panose="02000703000000020004" pitchFamily="50" charset="0"/>
              </a:rPr>
              <a:t>Day</a:t>
            </a:r>
          </a:p>
          <a:p>
            <a:pPr marL="7701" marR="261844" defTabSz="554492">
              <a:spcAft>
                <a:spcPts val="600"/>
              </a:spcAft>
            </a:pPr>
            <a:r>
              <a:rPr lang="en-US" sz="1000" kern="0" dirty="0">
                <a:solidFill>
                  <a:prstClr val="black"/>
                </a:solidFill>
                <a:latin typeface="Inter" panose="02000503000000020004" pitchFamily="2" charset="0"/>
                <a:ea typeface="Inter" panose="02000503000000020004" pitchFamily="2" charset="0"/>
                <a:cs typeface="Arial" panose="020B0604020202020204" pitchFamily="34" charset="0"/>
              </a:rPr>
              <a:t>Pantone </a:t>
            </a:r>
            <a:br>
              <a:rPr lang="en-US" sz="1000" kern="0" dirty="0">
                <a:solidFill>
                  <a:prstClr val="black"/>
                </a:solidFill>
                <a:latin typeface="Inter" panose="02000503000000020004" pitchFamily="2" charset="0"/>
                <a:ea typeface="Inter" panose="02000503000000020004" pitchFamily="2" charset="0"/>
                <a:cs typeface="Arial" panose="020B0604020202020204" pitchFamily="34" charset="0"/>
              </a:rPr>
            </a:br>
            <a:r>
              <a:rPr lang="en-US" sz="1000" kern="0" dirty="0">
                <a:solidFill>
                  <a:prstClr val="black"/>
                </a:solidFill>
                <a:latin typeface="Inter" panose="02000503000000020004" pitchFamily="2" charset="0"/>
                <a:ea typeface="Inter" panose="02000503000000020004" pitchFamily="2" charset="0"/>
                <a:cs typeface="Arial" panose="020B0604020202020204" pitchFamily="34" charset="0"/>
              </a:rPr>
              <a:t>N/A</a:t>
            </a:r>
          </a:p>
          <a:p>
            <a:pPr marL="7701" defTabSz="554492">
              <a:spcAft>
                <a:spcPts val="600"/>
              </a:spcAft>
            </a:pPr>
            <a:r>
              <a:rPr lang="en-US" sz="1000" kern="0" dirty="0">
                <a:solidFill>
                  <a:prstClr val="black"/>
                </a:solidFill>
                <a:latin typeface="Inter" panose="02000503000000020004" pitchFamily="2" charset="0"/>
                <a:ea typeface="Inter" panose="02000503000000020004" pitchFamily="2" charset="0"/>
                <a:cs typeface="Arial" panose="020B0604020202020204" pitchFamily="34" charset="0"/>
              </a:rPr>
              <a:t>CMYK </a:t>
            </a:r>
            <a:br>
              <a:rPr lang="en-US" sz="1000" kern="0" dirty="0">
                <a:solidFill>
                  <a:prstClr val="black"/>
                </a:solidFill>
                <a:latin typeface="Inter" panose="02000503000000020004" pitchFamily="2" charset="0"/>
                <a:ea typeface="Inter" panose="02000503000000020004" pitchFamily="2" charset="0"/>
                <a:cs typeface="Arial" panose="020B0604020202020204" pitchFamily="34" charset="0"/>
              </a:rPr>
            </a:br>
            <a:r>
              <a:rPr lang="en-US" sz="1000" kern="0" dirty="0">
                <a:solidFill>
                  <a:prstClr val="black"/>
                </a:solidFill>
                <a:latin typeface="Inter" panose="02000503000000020004" pitchFamily="2" charset="0"/>
                <a:ea typeface="Inter" panose="02000503000000020004" pitchFamily="2" charset="0"/>
                <a:cs typeface="Arial" panose="020B0604020202020204" pitchFamily="34" charset="0"/>
              </a:rPr>
              <a:t>0/0/0/0</a:t>
            </a:r>
          </a:p>
          <a:p>
            <a:pPr marL="7701" marR="3081" defTabSz="554492">
              <a:spcAft>
                <a:spcPts val="600"/>
              </a:spcAft>
            </a:pPr>
            <a:r>
              <a:rPr lang="en-US" sz="1000" kern="0" dirty="0">
                <a:solidFill>
                  <a:prstClr val="black"/>
                </a:solidFill>
                <a:latin typeface="Inter" panose="02000503000000020004" pitchFamily="2" charset="0"/>
                <a:ea typeface="Inter" panose="02000503000000020004" pitchFamily="2" charset="0"/>
                <a:cs typeface="Arial" panose="020B0604020202020204" pitchFamily="34" charset="0"/>
              </a:rPr>
              <a:t>RGB </a:t>
            </a:r>
            <a:br>
              <a:rPr lang="en-US" sz="1000" kern="0" dirty="0">
                <a:solidFill>
                  <a:prstClr val="black"/>
                </a:solidFill>
                <a:latin typeface="Inter" panose="02000503000000020004" pitchFamily="2" charset="0"/>
                <a:ea typeface="Inter" panose="02000503000000020004" pitchFamily="2" charset="0"/>
                <a:cs typeface="Arial" panose="020B0604020202020204" pitchFamily="34" charset="0"/>
              </a:rPr>
            </a:br>
            <a:r>
              <a:rPr lang="en-US" sz="1000" kern="0" dirty="0">
                <a:solidFill>
                  <a:prstClr val="black"/>
                </a:solidFill>
                <a:latin typeface="Inter" panose="02000503000000020004" pitchFamily="2" charset="0"/>
                <a:ea typeface="Inter" panose="02000503000000020004" pitchFamily="2" charset="0"/>
                <a:cs typeface="Arial" panose="020B0604020202020204" pitchFamily="34" charset="0"/>
              </a:rPr>
              <a:t>255/255/255</a:t>
            </a:r>
          </a:p>
          <a:p>
            <a:pPr marL="7701" marR="233734" defTabSz="554492">
              <a:spcAft>
                <a:spcPts val="600"/>
              </a:spcAft>
            </a:pPr>
            <a:r>
              <a:rPr lang="en-US" sz="1000" kern="0" dirty="0">
                <a:solidFill>
                  <a:prstClr val="black"/>
                </a:solidFill>
                <a:latin typeface="Inter" panose="02000503000000020004" pitchFamily="2" charset="0"/>
                <a:ea typeface="Inter" panose="02000503000000020004" pitchFamily="2" charset="0"/>
                <a:cs typeface="Arial" panose="020B0604020202020204" pitchFamily="34" charset="0"/>
              </a:rPr>
              <a:t>HEX </a:t>
            </a:r>
            <a:br>
              <a:rPr lang="en-US" sz="1000" kern="0" dirty="0">
                <a:solidFill>
                  <a:prstClr val="black"/>
                </a:solidFill>
                <a:latin typeface="Inter" panose="02000503000000020004" pitchFamily="2" charset="0"/>
                <a:ea typeface="Inter" panose="02000503000000020004" pitchFamily="2" charset="0"/>
                <a:cs typeface="Arial" panose="020B0604020202020204" pitchFamily="34" charset="0"/>
              </a:rPr>
            </a:br>
            <a:r>
              <a:rPr lang="en-US" sz="1000" kern="0" dirty="0">
                <a:solidFill>
                  <a:prstClr val="black"/>
                </a:solidFill>
                <a:latin typeface="Inter" panose="02000503000000020004" pitchFamily="2" charset="0"/>
                <a:ea typeface="Inter" panose="02000503000000020004" pitchFamily="2" charset="0"/>
                <a:cs typeface="Arial" panose="020B0604020202020204" pitchFamily="34" charset="0"/>
              </a:rPr>
              <a:t>#FFFFFF</a:t>
            </a:r>
          </a:p>
          <a:p>
            <a:pPr defTabSz="554492">
              <a:spcAft>
                <a:spcPts val="600"/>
              </a:spcAft>
            </a:pPr>
            <a:endParaRPr sz="1000" kern="0" dirty="0">
              <a:solidFill>
                <a:sysClr val="windowText" lastClr="000000"/>
              </a:solidFill>
              <a:latin typeface="Inter" panose="02000503000000020004" pitchFamily="2" charset="0"/>
              <a:ea typeface="Inter" panose="02000503000000020004" pitchFamily="2" charset="0"/>
            </a:endParaRPr>
          </a:p>
        </p:txBody>
      </p:sp>
      <p:sp>
        <p:nvSpPr>
          <p:cNvPr id="64" name="object 11">
            <a:extLst>
              <a:ext uri="{FF2B5EF4-FFF2-40B4-BE49-F238E27FC236}">
                <a16:creationId xmlns:a16="http://schemas.microsoft.com/office/drawing/2014/main" id="{F6BDB247-7106-1DC2-AA4C-02145CDB84B7}"/>
              </a:ext>
            </a:extLst>
          </p:cNvPr>
          <p:cNvSpPr/>
          <p:nvPr/>
        </p:nvSpPr>
        <p:spPr>
          <a:xfrm>
            <a:off x="6095999" y="4954180"/>
            <a:ext cx="5676901" cy="1262380"/>
          </a:xfrm>
          <a:custGeom>
            <a:avLst/>
            <a:gdLst/>
            <a:ahLst/>
            <a:cxnLst/>
            <a:rect l="l" t="t" r="r" b="b"/>
            <a:pathLst>
              <a:path w="3660140" h="8293100">
                <a:moveTo>
                  <a:pt x="3659574" y="0"/>
                </a:moveTo>
                <a:lnTo>
                  <a:pt x="0" y="0"/>
                </a:lnTo>
                <a:lnTo>
                  <a:pt x="0" y="8292941"/>
                </a:lnTo>
                <a:lnTo>
                  <a:pt x="3659574" y="8292941"/>
                </a:lnTo>
                <a:lnTo>
                  <a:pt x="3659574" y="0"/>
                </a:lnTo>
                <a:close/>
              </a:path>
            </a:pathLst>
          </a:custGeom>
          <a:solidFill>
            <a:srgbClr val="212121"/>
          </a:solidFill>
        </p:spPr>
        <p:txBody>
          <a:bodyPr wrap="square" lIns="91440" tIns="91440" rIns="0" bIns="182880" rtlCol="0"/>
          <a:lstStyle/>
          <a:p>
            <a:pPr marL="7701" defTabSz="554492">
              <a:spcAft>
                <a:spcPts val="1200"/>
              </a:spcAft>
            </a:pPr>
            <a:r>
              <a:rPr lang="en-US" sz="1600" kern="0" dirty="0">
                <a:solidFill>
                  <a:schemeClr val="bg1"/>
                </a:solidFill>
                <a:latin typeface="Inter Semi Bold" panose="02000703000000020004" pitchFamily="50" charset="0"/>
                <a:ea typeface="Inter Semi Bold" panose="02000703000000020004" pitchFamily="50" charset="0"/>
                <a:cs typeface="Inter Semi Bold" panose="02000703000000020004" pitchFamily="50" charset="0"/>
              </a:rPr>
              <a:t>Night </a:t>
            </a:r>
          </a:p>
          <a:p>
            <a:pPr marL="7701" defTabSz="554492">
              <a:spcAft>
                <a:spcPts val="600"/>
              </a:spcAft>
            </a:pPr>
            <a:r>
              <a:rPr lang="en-US" sz="1000" kern="0" dirty="0">
                <a:solidFill>
                  <a:prstClr val="white"/>
                </a:solidFill>
                <a:latin typeface="Inter" panose="02000503000000020004" pitchFamily="2" charset="0"/>
                <a:ea typeface="Inter" panose="02000503000000020004" pitchFamily="2" charset="0"/>
                <a:cs typeface="Arial" panose="020B0604020202020204" pitchFamily="34" charset="0"/>
              </a:rPr>
              <a:t>Pantone </a:t>
            </a:r>
            <a:br>
              <a:rPr lang="en-US" sz="1000" kern="0" dirty="0">
                <a:solidFill>
                  <a:prstClr val="white"/>
                </a:solidFill>
                <a:latin typeface="Inter" panose="02000503000000020004" pitchFamily="2" charset="0"/>
                <a:ea typeface="Inter" panose="02000503000000020004" pitchFamily="2" charset="0"/>
                <a:cs typeface="Arial" panose="020B0604020202020204" pitchFamily="34" charset="0"/>
              </a:rPr>
            </a:br>
            <a:r>
              <a:rPr lang="en-US" sz="1000" kern="0" dirty="0">
                <a:solidFill>
                  <a:prstClr val="white"/>
                </a:solidFill>
                <a:latin typeface="Inter" panose="02000503000000020004" pitchFamily="2" charset="0"/>
                <a:ea typeface="Inter" panose="02000503000000020004" pitchFamily="2" charset="0"/>
                <a:cs typeface="Arial" panose="020B0604020202020204" pitchFamily="34" charset="0"/>
              </a:rPr>
              <a:t>Black 6 C</a:t>
            </a:r>
          </a:p>
          <a:p>
            <a:pPr marL="7701" defTabSz="554492">
              <a:spcAft>
                <a:spcPts val="600"/>
              </a:spcAft>
            </a:pPr>
            <a:r>
              <a:rPr lang="en-US" sz="1000" kern="0" dirty="0">
                <a:solidFill>
                  <a:prstClr val="white"/>
                </a:solidFill>
                <a:latin typeface="Inter" panose="02000503000000020004" pitchFamily="2" charset="0"/>
                <a:ea typeface="Inter" panose="02000503000000020004" pitchFamily="2" charset="0"/>
                <a:cs typeface="Arial" panose="020B0604020202020204" pitchFamily="34" charset="0"/>
              </a:rPr>
              <a:t>CMYK </a:t>
            </a:r>
            <a:br>
              <a:rPr lang="en-US" sz="1000" kern="0" dirty="0">
                <a:solidFill>
                  <a:prstClr val="white"/>
                </a:solidFill>
                <a:latin typeface="Inter" panose="02000503000000020004" pitchFamily="2" charset="0"/>
                <a:ea typeface="Inter" panose="02000503000000020004" pitchFamily="2" charset="0"/>
                <a:cs typeface="Arial" panose="020B0604020202020204" pitchFamily="34" charset="0"/>
              </a:rPr>
            </a:br>
            <a:r>
              <a:rPr lang="en-US" sz="1000" kern="0" dirty="0">
                <a:solidFill>
                  <a:prstClr val="white"/>
                </a:solidFill>
                <a:latin typeface="Inter" panose="02000503000000020004" pitchFamily="2" charset="0"/>
                <a:ea typeface="Inter" panose="02000503000000020004" pitchFamily="2" charset="0"/>
                <a:cs typeface="Arial" panose="020B0604020202020204" pitchFamily="34" charset="0"/>
              </a:rPr>
              <a:t>0/0/0/100</a:t>
            </a:r>
            <a:endParaRPr sz="1000" kern="0" dirty="0">
              <a:solidFill>
                <a:sysClr val="windowText" lastClr="000000"/>
              </a:solidFill>
              <a:latin typeface="Inter" panose="02000503000000020004" pitchFamily="2" charset="0"/>
              <a:ea typeface="Inter" panose="02000503000000020004" pitchFamily="2" charset="0"/>
            </a:endParaRPr>
          </a:p>
        </p:txBody>
      </p:sp>
      <p:sp>
        <p:nvSpPr>
          <p:cNvPr id="2" name="Footer Placeholder 15">
            <a:extLst>
              <a:ext uri="{FF2B5EF4-FFF2-40B4-BE49-F238E27FC236}">
                <a16:creationId xmlns:a16="http://schemas.microsoft.com/office/drawing/2014/main" id="{2FABDAA9-F643-3BFA-4828-B61320433B3E}"/>
              </a:ext>
            </a:extLst>
          </p:cNvPr>
          <p:cNvSpPr>
            <a:spLocks noGrp="1"/>
          </p:cNvSpPr>
          <p:nvPr>
            <p:ph type="ftr" sz="quarter" idx="4294967295"/>
          </p:nvPr>
        </p:nvSpPr>
        <p:spPr>
          <a:xfrm>
            <a:off x="419099"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
        <p:nvSpPr>
          <p:cNvPr id="8" name="object 14">
            <a:extLst>
              <a:ext uri="{FF2B5EF4-FFF2-40B4-BE49-F238E27FC236}">
                <a16:creationId xmlns:a16="http://schemas.microsoft.com/office/drawing/2014/main" id="{DFE5BE33-1986-7E2F-BAA1-20BBE1957F9E}"/>
              </a:ext>
            </a:extLst>
          </p:cNvPr>
          <p:cNvSpPr txBox="1">
            <a:spLocks/>
          </p:cNvSpPr>
          <p:nvPr/>
        </p:nvSpPr>
        <p:spPr>
          <a:xfrm>
            <a:off x="419099" y="4668610"/>
            <a:ext cx="9578915" cy="26017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800" kern="1200">
                <a:solidFill>
                  <a:schemeClr val="tx1"/>
                </a:solidFill>
                <a:latin typeface="Inter" panose="02000503000000020004" pitchFamily="2" charset="0"/>
                <a:ea typeface="+mj-ea"/>
                <a:cs typeface="+mj-cs"/>
              </a:defRPr>
            </a:lvl1pPr>
          </a:lstStyle>
          <a:p>
            <a:r>
              <a:rPr lang="en-US" sz="1600" dirty="0">
                <a:solidFill>
                  <a:schemeClr val="tx2"/>
                </a:solidFill>
              </a:rPr>
              <a:t>Primary accent color palette</a:t>
            </a:r>
          </a:p>
        </p:txBody>
      </p:sp>
      <p:sp>
        <p:nvSpPr>
          <p:cNvPr id="10" name="TextBox 9">
            <a:extLst>
              <a:ext uri="{FF2B5EF4-FFF2-40B4-BE49-F238E27FC236}">
                <a16:creationId xmlns:a16="http://schemas.microsoft.com/office/drawing/2014/main" id="{284F3D60-E97B-74F1-B41C-15A068EFE3DD}"/>
              </a:ext>
            </a:extLst>
          </p:cNvPr>
          <p:cNvSpPr txBox="1"/>
          <p:nvPr/>
        </p:nvSpPr>
        <p:spPr>
          <a:xfrm>
            <a:off x="1472851" y="5396708"/>
            <a:ext cx="4442173" cy="784830"/>
          </a:xfrm>
          <a:prstGeom prst="rect">
            <a:avLst/>
          </a:prstGeom>
          <a:noFill/>
        </p:spPr>
        <p:txBody>
          <a:bodyPr wrap="square">
            <a:spAutoFit/>
          </a:bodyPr>
          <a:lstStyle/>
          <a:p>
            <a:pPr marL="7701" marR="697351" defTabSz="554492">
              <a:spcAft>
                <a:spcPts val="600"/>
              </a:spcAft>
            </a:pPr>
            <a:r>
              <a:rPr lang="en-US" sz="1000" kern="0" spc="-6" dirty="0">
                <a:solidFill>
                  <a:prstClr val="black"/>
                </a:solidFill>
                <a:latin typeface="Inter" panose="02000503000000020004" pitchFamily="2" charset="0"/>
                <a:ea typeface="Inter" panose="02000503000000020004" pitchFamily="2" charset="0"/>
                <a:cs typeface="Arial" panose="020B0604020202020204" pitchFamily="34" charset="0"/>
              </a:rPr>
              <a:t>RGB </a:t>
            </a:r>
            <a:br>
              <a:rPr lang="en-US" sz="1000" kern="0" spc="-6" dirty="0">
                <a:solidFill>
                  <a:prstClr val="black"/>
                </a:solidFill>
                <a:latin typeface="Inter" panose="02000503000000020004" pitchFamily="2" charset="0"/>
                <a:ea typeface="Inter" panose="02000503000000020004" pitchFamily="2" charset="0"/>
                <a:cs typeface="Arial" panose="020B0604020202020204" pitchFamily="34" charset="0"/>
              </a:rPr>
            </a:br>
            <a:r>
              <a:rPr lang="en-US" sz="1000" kern="0" spc="-6" dirty="0">
                <a:solidFill>
                  <a:prstClr val="black"/>
                </a:solidFill>
                <a:latin typeface="Inter" panose="02000503000000020004" pitchFamily="2" charset="0"/>
                <a:ea typeface="Inter" panose="02000503000000020004" pitchFamily="2" charset="0"/>
                <a:cs typeface="Arial" panose="020B0604020202020204" pitchFamily="34" charset="0"/>
              </a:rPr>
              <a:t>200/255/8</a:t>
            </a:r>
          </a:p>
          <a:p>
            <a:pPr marL="7701" marR="767047" defTabSz="554492">
              <a:spcAft>
                <a:spcPts val="600"/>
              </a:spcAft>
            </a:pPr>
            <a:r>
              <a:rPr lang="en-US" sz="1000" kern="0" spc="-6" dirty="0">
                <a:solidFill>
                  <a:prstClr val="black"/>
                </a:solidFill>
                <a:latin typeface="Inter" panose="02000503000000020004" pitchFamily="2" charset="0"/>
                <a:ea typeface="Inter" panose="02000503000000020004" pitchFamily="2" charset="0"/>
                <a:cs typeface="Arial" panose="020B0604020202020204" pitchFamily="34" charset="0"/>
              </a:rPr>
              <a:t>HEX </a:t>
            </a:r>
            <a:br>
              <a:rPr lang="en-US" sz="1000" kern="0" spc="-6" dirty="0">
                <a:solidFill>
                  <a:prstClr val="black"/>
                </a:solidFill>
                <a:latin typeface="Inter" panose="02000503000000020004" pitchFamily="2" charset="0"/>
                <a:ea typeface="Inter" panose="02000503000000020004" pitchFamily="2" charset="0"/>
                <a:cs typeface="Arial" panose="020B0604020202020204" pitchFamily="34" charset="0"/>
              </a:rPr>
            </a:br>
            <a:r>
              <a:rPr lang="en-US" sz="1000" kern="0" spc="-6" dirty="0">
                <a:solidFill>
                  <a:prstClr val="black"/>
                </a:solidFill>
                <a:latin typeface="Inter" panose="02000503000000020004" pitchFamily="2" charset="0"/>
                <a:ea typeface="Inter" panose="02000503000000020004" pitchFamily="2" charset="0"/>
                <a:cs typeface="Arial" panose="020B0604020202020204" pitchFamily="34" charset="0"/>
              </a:rPr>
              <a:t>#C8FF08</a:t>
            </a:r>
          </a:p>
        </p:txBody>
      </p:sp>
      <p:sp>
        <p:nvSpPr>
          <p:cNvPr id="11" name="TextBox 10">
            <a:extLst>
              <a:ext uri="{FF2B5EF4-FFF2-40B4-BE49-F238E27FC236}">
                <a16:creationId xmlns:a16="http://schemas.microsoft.com/office/drawing/2014/main" id="{ED0C8BA4-B0DE-A89D-6F5B-288535806E0E}"/>
              </a:ext>
            </a:extLst>
          </p:cNvPr>
          <p:cNvSpPr txBox="1"/>
          <p:nvPr/>
        </p:nvSpPr>
        <p:spPr>
          <a:xfrm>
            <a:off x="7055368" y="5402460"/>
            <a:ext cx="4442173" cy="784830"/>
          </a:xfrm>
          <a:prstGeom prst="rect">
            <a:avLst/>
          </a:prstGeom>
          <a:noFill/>
        </p:spPr>
        <p:txBody>
          <a:bodyPr wrap="square">
            <a:spAutoFit/>
          </a:bodyPr>
          <a:lstStyle/>
          <a:p>
            <a:pPr marL="7701" marR="697351" defTabSz="554492">
              <a:spcAft>
                <a:spcPts val="600"/>
              </a:spcAft>
            </a:pPr>
            <a:r>
              <a:rPr lang="en-US" sz="1000" kern="0" spc="-6" dirty="0">
                <a:solidFill>
                  <a:schemeClr val="bg1"/>
                </a:solidFill>
                <a:latin typeface="Inter" panose="02000503000000020004" pitchFamily="2" charset="0"/>
                <a:ea typeface="Inter" panose="02000503000000020004" pitchFamily="2" charset="0"/>
                <a:cs typeface="Arial" panose="020B0604020202020204" pitchFamily="34" charset="0"/>
              </a:rPr>
              <a:t>RGB </a:t>
            </a:r>
            <a:br>
              <a:rPr lang="en-US" sz="1000" kern="0" spc="-6" dirty="0">
                <a:solidFill>
                  <a:schemeClr val="bg1"/>
                </a:solidFill>
                <a:latin typeface="Inter" panose="02000503000000020004" pitchFamily="2" charset="0"/>
                <a:ea typeface="Inter" panose="02000503000000020004" pitchFamily="2" charset="0"/>
                <a:cs typeface="Arial" panose="020B0604020202020204" pitchFamily="34" charset="0"/>
              </a:rPr>
            </a:br>
            <a:r>
              <a:rPr lang="en-US" sz="1000" kern="0" spc="-6" dirty="0">
                <a:solidFill>
                  <a:schemeClr val="bg1"/>
                </a:solidFill>
                <a:latin typeface="Inter" panose="02000503000000020004" pitchFamily="2" charset="0"/>
                <a:ea typeface="Inter" panose="02000503000000020004" pitchFamily="2" charset="0"/>
                <a:cs typeface="Arial" panose="020B0604020202020204" pitchFamily="34" charset="0"/>
              </a:rPr>
              <a:t>33/33/33</a:t>
            </a:r>
          </a:p>
          <a:p>
            <a:pPr marL="7701" marR="767047" defTabSz="554492">
              <a:spcAft>
                <a:spcPts val="600"/>
              </a:spcAft>
            </a:pPr>
            <a:r>
              <a:rPr lang="en-US" sz="1000" kern="0" spc="-6" dirty="0">
                <a:solidFill>
                  <a:schemeClr val="bg1"/>
                </a:solidFill>
                <a:latin typeface="Inter" panose="02000503000000020004" pitchFamily="2" charset="0"/>
                <a:ea typeface="Inter" panose="02000503000000020004" pitchFamily="2" charset="0"/>
                <a:cs typeface="Arial" panose="020B0604020202020204" pitchFamily="34" charset="0"/>
              </a:rPr>
              <a:t>HEX </a:t>
            </a:r>
            <a:br>
              <a:rPr lang="en-US" sz="1000" kern="0" spc="-6" dirty="0">
                <a:solidFill>
                  <a:schemeClr val="bg1"/>
                </a:solidFill>
                <a:latin typeface="Inter" panose="02000503000000020004" pitchFamily="2" charset="0"/>
                <a:ea typeface="Inter" panose="02000503000000020004" pitchFamily="2" charset="0"/>
                <a:cs typeface="Arial" panose="020B0604020202020204" pitchFamily="34" charset="0"/>
              </a:rPr>
            </a:br>
            <a:r>
              <a:rPr lang="en-US" sz="1000" kern="0" spc="-6" dirty="0">
                <a:solidFill>
                  <a:schemeClr val="bg1"/>
                </a:solidFill>
                <a:latin typeface="Inter" panose="02000503000000020004" pitchFamily="2" charset="0"/>
                <a:ea typeface="Inter" panose="02000503000000020004" pitchFamily="2" charset="0"/>
                <a:cs typeface="Arial" panose="020B0604020202020204" pitchFamily="34" charset="0"/>
              </a:rPr>
              <a:t>#212121</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3FDD9CC-A529-C063-8E38-B573E439286D}"/>
              </a:ext>
            </a:extLst>
          </p:cNvPr>
          <p:cNvSpPr>
            <a:spLocks noGrp="1" noRot="1" noMove="1" noResize="1" noEditPoints="1" noAdjustHandles="1" noChangeArrowheads="1" noChangeShapeType="1"/>
          </p:cNvSpPr>
          <p:nvPr/>
        </p:nvSpPr>
        <p:spPr>
          <a:xfrm>
            <a:off x="10233660" y="281940"/>
            <a:ext cx="1668780" cy="464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a:solidFill>
                <a:schemeClr val="tx1"/>
              </a:solidFill>
            </a:endParaRPr>
          </a:p>
        </p:txBody>
      </p:sp>
      <p:sp>
        <p:nvSpPr>
          <p:cNvPr id="7" name="Slide Number Placeholder 6">
            <a:extLst>
              <a:ext uri="{FF2B5EF4-FFF2-40B4-BE49-F238E27FC236}">
                <a16:creationId xmlns:a16="http://schemas.microsoft.com/office/drawing/2014/main" id="{A5AC61AA-F801-FAD7-05C7-678BA1BA2846}"/>
              </a:ext>
            </a:extLst>
          </p:cNvPr>
          <p:cNvSpPr>
            <a:spLocks noGrp="1"/>
          </p:cNvSpPr>
          <p:nvPr>
            <p:ph type="sldNum" sz="quarter" idx="12"/>
          </p:nvPr>
        </p:nvSpPr>
        <p:spPr/>
        <p:txBody>
          <a:bodyPr/>
          <a:lstStyle/>
          <a:p>
            <a:fld id="{7A7A97EF-C944-4447-B862-B593E9B4A0FF}" type="slidenum">
              <a:rPr lang="en-US" smtClean="0"/>
              <a:t>52</a:t>
            </a:fld>
            <a:endParaRPr lang="en-US" dirty="0"/>
          </a:p>
        </p:txBody>
      </p:sp>
      <p:sp>
        <p:nvSpPr>
          <p:cNvPr id="17" name="Avionics Green">
            <a:extLst>
              <a:ext uri="{FF2B5EF4-FFF2-40B4-BE49-F238E27FC236}">
                <a16:creationId xmlns:a16="http://schemas.microsoft.com/office/drawing/2014/main" id="{DA95517F-CBDB-0078-B3CF-389A2948CFE3}"/>
              </a:ext>
            </a:extLst>
          </p:cNvPr>
          <p:cNvSpPr/>
          <p:nvPr/>
        </p:nvSpPr>
        <p:spPr>
          <a:xfrm>
            <a:off x="8929116" y="699376"/>
            <a:ext cx="2843784" cy="1578378"/>
          </a:xfrm>
          <a:prstGeom prst="rect">
            <a:avLst/>
          </a:prstGeom>
          <a:solidFill>
            <a:srgbClr val="C7DBDB"/>
          </a:solidFill>
          <a:ln w="12700" cap="flat" cmpd="sng" algn="ctr">
            <a:noFill/>
            <a:prstDash val="solid"/>
            <a:miter lim="800000"/>
          </a:ln>
          <a:effectLst/>
        </p:spPr>
        <p:txBody>
          <a:bodyPr rtlCol="0" anchor="t" anchorCtr="0"/>
          <a:lstStyle/>
          <a:p>
            <a:pPr>
              <a:spcAft>
                <a:spcPts val="1200"/>
              </a:spcAft>
              <a:defRPr/>
            </a:pPr>
            <a:r>
              <a:rPr lang="en-US" sz="1600" kern="0" dirty="0">
                <a:solidFill>
                  <a:schemeClr val="tx2"/>
                </a:solidFill>
                <a:latin typeface="Inter Semi Bold" panose="02000703000000020004" pitchFamily="50" charset="0"/>
                <a:ea typeface="Inter Semi Bold" panose="02000703000000020004" pitchFamily="50" charset="0"/>
                <a:cs typeface="Inter Semi Bold" panose="02000703000000020004" pitchFamily="50" charset="0"/>
              </a:rPr>
              <a:t>Evergreen Tint 3</a:t>
            </a:r>
          </a:p>
          <a:p>
            <a:pPr>
              <a:spcBef>
                <a:spcPts val="600"/>
              </a:spcBef>
              <a:defRPr/>
            </a:pPr>
            <a:r>
              <a:rPr lang="en-US" sz="900" dirty="0">
                <a:solidFill>
                  <a:schemeClr val="tx2"/>
                </a:solidFill>
                <a:latin typeface="Inter" panose="02000503000000020004" pitchFamily="2" charset="0"/>
              </a:rPr>
              <a:t>RGB</a:t>
            </a:r>
            <a:br>
              <a:rPr lang="en-US" sz="900" dirty="0">
                <a:solidFill>
                  <a:schemeClr val="tx2"/>
                </a:solidFill>
                <a:latin typeface="Inter" panose="02000503000000020004" pitchFamily="2" charset="0"/>
              </a:rPr>
            </a:br>
            <a:r>
              <a:rPr lang="en-US" sz="900" kern="0" dirty="0">
                <a:solidFill>
                  <a:schemeClr val="tx2"/>
                </a:solidFill>
                <a:latin typeface="Inter" panose="02000503000000020004" pitchFamily="2" charset="0"/>
              </a:rPr>
              <a:t>199/219/219</a:t>
            </a:r>
          </a:p>
          <a:p>
            <a:pPr>
              <a:spcBef>
                <a:spcPts val="600"/>
              </a:spcBef>
              <a:defRPr/>
            </a:pPr>
            <a:r>
              <a:rPr lang="en-US" sz="900" dirty="0">
                <a:solidFill>
                  <a:schemeClr val="tx2"/>
                </a:solidFill>
                <a:latin typeface="Inter" panose="02000503000000020004" pitchFamily="2" charset="0"/>
              </a:rPr>
              <a:t>HEX</a:t>
            </a:r>
            <a:br>
              <a:rPr lang="en-US" sz="900" dirty="0">
                <a:solidFill>
                  <a:schemeClr val="tx2"/>
                </a:solidFill>
                <a:latin typeface="Inter" panose="02000503000000020004" pitchFamily="2" charset="0"/>
              </a:rPr>
            </a:br>
            <a:r>
              <a:rPr lang="en-US" sz="900" dirty="0">
                <a:solidFill>
                  <a:schemeClr val="tx2"/>
                </a:solidFill>
                <a:latin typeface="Inter" panose="02000503000000020004" pitchFamily="2" charset="0"/>
              </a:rPr>
              <a:t>#C7DBDB</a:t>
            </a:r>
          </a:p>
          <a:p>
            <a:pPr>
              <a:spcBef>
                <a:spcPts val="600"/>
              </a:spcBef>
              <a:defRPr/>
            </a:pPr>
            <a:endParaRPr lang="en-US" sz="1050" kern="0" dirty="0">
              <a:solidFill>
                <a:schemeClr val="tx2"/>
              </a:solidFill>
              <a:latin typeface="Inter" panose="02000503000000020004" pitchFamily="2" charset="0"/>
            </a:endParaRPr>
          </a:p>
        </p:txBody>
      </p:sp>
      <p:sp>
        <p:nvSpPr>
          <p:cNvPr id="18" name="Avionics Green">
            <a:extLst>
              <a:ext uri="{FF2B5EF4-FFF2-40B4-BE49-F238E27FC236}">
                <a16:creationId xmlns:a16="http://schemas.microsoft.com/office/drawing/2014/main" id="{803DA2AE-92B3-8173-10CA-214C64803A04}"/>
              </a:ext>
            </a:extLst>
          </p:cNvPr>
          <p:cNvSpPr/>
          <p:nvPr/>
        </p:nvSpPr>
        <p:spPr>
          <a:xfrm>
            <a:off x="6092444" y="699376"/>
            <a:ext cx="2843784" cy="1578378"/>
          </a:xfrm>
          <a:prstGeom prst="rect">
            <a:avLst/>
          </a:prstGeom>
          <a:solidFill>
            <a:srgbClr val="96BDBD"/>
          </a:solidFill>
          <a:ln w="12700" cap="flat" cmpd="sng" algn="ctr">
            <a:noFill/>
            <a:prstDash val="solid"/>
            <a:miter lim="800000"/>
          </a:ln>
          <a:effectLst/>
        </p:spPr>
        <p:txBody>
          <a:bodyPr rtlCol="0" anchor="t" anchorCtr="0"/>
          <a:lstStyle/>
          <a:p>
            <a:pPr>
              <a:spcAft>
                <a:spcPts val="1200"/>
              </a:spcAft>
              <a:defRPr/>
            </a:pPr>
            <a:r>
              <a:rPr lang="en-US" sz="1600" kern="0" dirty="0">
                <a:solidFill>
                  <a:schemeClr val="tx2"/>
                </a:solidFill>
                <a:latin typeface="Inter Semi Bold" panose="02000703000000020004" pitchFamily="50" charset="0"/>
                <a:ea typeface="Inter Semi Bold" panose="02000703000000020004" pitchFamily="50" charset="0"/>
                <a:cs typeface="Inter Semi Bold" panose="02000703000000020004" pitchFamily="50" charset="0"/>
              </a:rPr>
              <a:t>Evergreen Tint 2</a:t>
            </a:r>
          </a:p>
          <a:p>
            <a:pPr>
              <a:spcBef>
                <a:spcPts val="600"/>
              </a:spcBef>
              <a:defRPr/>
            </a:pPr>
            <a:r>
              <a:rPr lang="en-US" sz="900" kern="0" dirty="0">
                <a:solidFill>
                  <a:schemeClr val="tx2"/>
                </a:solidFill>
                <a:latin typeface="Inter" panose="02000503000000020004" pitchFamily="2" charset="0"/>
              </a:rPr>
              <a:t>RGB</a:t>
            </a:r>
            <a:br>
              <a:rPr lang="en-US" sz="900" kern="0" dirty="0">
                <a:solidFill>
                  <a:schemeClr val="tx2"/>
                </a:solidFill>
                <a:latin typeface="Inter" panose="02000503000000020004" pitchFamily="2" charset="0"/>
              </a:rPr>
            </a:br>
            <a:r>
              <a:rPr lang="en-US" sz="900" kern="0" dirty="0">
                <a:solidFill>
                  <a:schemeClr val="tx2"/>
                </a:solidFill>
                <a:latin typeface="Inter" panose="02000503000000020004" pitchFamily="2" charset="0"/>
              </a:rPr>
              <a:t>150/189/189</a:t>
            </a:r>
          </a:p>
          <a:p>
            <a:pPr>
              <a:spcBef>
                <a:spcPts val="600"/>
              </a:spcBef>
              <a:defRPr/>
            </a:pPr>
            <a:r>
              <a:rPr lang="en-US" sz="900" kern="0" dirty="0">
                <a:solidFill>
                  <a:schemeClr val="tx2"/>
                </a:solidFill>
                <a:latin typeface="Inter" panose="02000503000000020004" pitchFamily="2" charset="0"/>
              </a:rPr>
              <a:t>HEX</a:t>
            </a:r>
            <a:br>
              <a:rPr lang="en-US" sz="900" kern="0" dirty="0">
                <a:solidFill>
                  <a:schemeClr val="tx2"/>
                </a:solidFill>
                <a:latin typeface="Inter" panose="02000503000000020004" pitchFamily="2" charset="0"/>
              </a:rPr>
            </a:br>
            <a:r>
              <a:rPr lang="en-US" sz="900" kern="0" dirty="0">
                <a:solidFill>
                  <a:schemeClr val="tx2"/>
                </a:solidFill>
                <a:latin typeface="Inter" panose="02000503000000020004" pitchFamily="2" charset="0"/>
              </a:rPr>
              <a:t>#96BDBD</a:t>
            </a:r>
          </a:p>
          <a:p>
            <a:pPr>
              <a:spcBef>
                <a:spcPts val="600"/>
              </a:spcBef>
              <a:defRPr/>
            </a:pPr>
            <a:endParaRPr lang="en-US" sz="1050" kern="0" dirty="0">
              <a:solidFill>
                <a:schemeClr val="tx2"/>
              </a:solidFill>
              <a:latin typeface="Inter" panose="02000503000000020004" pitchFamily="2" charset="0"/>
            </a:endParaRPr>
          </a:p>
        </p:txBody>
      </p:sp>
      <p:sp>
        <p:nvSpPr>
          <p:cNvPr id="19" name="Avionics Green">
            <a:extLst>
              <a:ext uri="{FF2B5EF4-FFF2-40B4-BE49-F238E27FC236}">
                <a16:creationId xmlns:a16="http://schemas.microsoft.com/office/drawing/2014/main" id="{0363C93D-B3AA-105E-1075-7FD9C336C76C}"/>
              </a:ext>
            </a:extLst>
          </p:cNvPr>
          <p:cNvSpPr/>
          <p:nvPr/>
        </p:nvSpPr>
        <p:spPr>
          <a:xfrm>
            <a:off x="3255772" y="699376"/>
            <a:ext cx="2843784" cy="1578378"/>
          </a:xfrm>
          <a:prstGeom prst="rect">
            <a:avLst/>
          </a:prstGeom>
          <a:solidFill>
            <a:srgbClr val="458A8A"/>
          </a:solidFill>
          <a:ln w="12700" cap="flat" cmpd="sng" algn="ctr">
            <a:noFill/>
            <a:prstDash val="solid"/>
            <a:miter lim="800000"/>
          </a:ln>
          <a:effectLst/>
        </p:spPr>
        <p:txBody>
          <a:bodyPr rtlCol="0" anchor="t" anchorCtr="0"/>
          <a:lstStyle/>
          <a:p>
            <a:pPr>
              <a:spcAft>
                <a:spcPts val="1200"/>
              </a:spcAft>
              <a:defRPr/>
            </a:pPr>
            <a:r>
              <a:rPr lang="en-US" sz="1600" kern="0" dirty="0">
                <a:solidFill>
                  <a:srgbClr val="FFFFFF"/>
                </a:solidFill>
                <a:latin typeface="Inter Semi Bold" panose="02000703000000020004" pitchFamily="50" charset="0"/>
                <a:ea typeface="Inter Semi Bold" panose="02000703000000020004" pitchFamily="50" charset="0"/>
                <a:cs typeface="Inter Semi Bold" panose="02000703000000020004" pitchFamily="50" charset="0"/>
              </a:rPr>
              <a:t>Evergreen Tint 1</a:t>
            </a:r>
          </a:p>
          <a:p>
            <a:pPr>
              <a:spcBef>
                <a:spcPts val="600"/>
              </a:spcBef>
              <a:defRPr/>
            </a:pPr>
            <a:r>
              <a:rPr lang="en-US" sz="900" dirty="0">
                <a:solidFill>
                  <a:srgbClr val="FFFFFF"/>
                </a:solidFill>
                <a:latin typeface="Inter" panose="02000503000000020004" pitchFamily="2" charset="0"/>
              </a:rPr>
              <a:t>RGB</a:t>
            </a:r>
            <a:br>
              <a:rPr lang="en-US" sz="900" dirty="0">
                <a:solidFill>
                  <a:srgbClr val="FFFFFF"/>
                </a:solidFill>
                <a:latin typeface="Inter" panose="02000503000000020004" pitchFamily="2" charset="0"/>
              </a:rPr>
            </a:br>
            <a:r>
              <a:rPr lang="en-US" sz="900" dirty="0">
                <a:solidFill>
                  <a:srgbClr val="FFFFFF"/>
                </a:solidFill>
                <a:latin typeface="Inter" panose="02000503000000020004" pitchFamily="2" charset="0"/>
              </a:rPr>
              <a:t>69/138/138</a:t>
            </a:r>
            <a:endParaRPr lang="en-US" sz="900" kern="0" dirty="0">
              <a:solidFill>
                <a:srgbClr val="FFFFFF"/>
              </a:solidFill>
              <a:latin typeface="Inter" panose="02000503000000020004" pitchFamily="2" charset="0"/>
            </a:endParaRPr>
          </a:p>
          <a:p>
            <a:pPr>
              <a:spcBef>
                <a:spcPts val="600"/>
              </a:spcBef>
              <a:defRPr/>
            </a:pPr>
            <a:r>
              <a:rPr lang="en-US" sz="900" dirty="0">
                <a:solidFill>
                  <a:srgbClr val="FFFFFF"/>
                </a:solidFill>
                <a:latin typeface="Inter" panose="02000503000000020004" pitchFamily="2" charset="0"/>
              </a:rPr>
              <a:t>HEX</a:t>
            </a:r>
            <a:br>
              <a:rPr lang="en-US" sz="900" dirty="0">
                <a:solidFill>
                  <a:srgbClr val="FFFFFF"/>
                </a:solidFill>
                <a:latin typeface="Inter" panose="02000503000000020004" pitchFamily="2" charset="0"/>
              </a:rPr>
            </a:br>
            <a:r>
              <a:rPr lang="en-US" sz="900" dirty="0">
                <a:solidFill>
                  <a:srgbClr val="FFFFFF"/>
                </a:solidFill>
                <a:latin typeface="Inter" panose="02000503000000020004" pitchFamily="2" charset="0"/>
              </a:rPr>
              <a:t>#458A8A</a:t>
            </a:r>
          </a:p>
        </p:txBody>
      </p:sp>
      <p:sp>
        <p:nvSpPr>
          <p:cNvPr id="4" name="Footer Placeholder 15">
            <a:extLst>
              <a:ext uri="{FF2B5EF4-FFF2-40B4-BE49-F238E27FC236}">
                <a16:creationId xmlns:a16="http://schemas.microsoft.com/office/drawing/2014/main" id="{19B959F2-AFDD-7AE7-D3F3-9E3DE181D293}"/>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
        <p:nvSpPr>
          <p:cNvPr id="5" name="object 8">
            <a:extLst>
              <a:ext uri="{FF2B5EF4-FFF2-40B4-BE49-F238E27FC236}">
                <a16:creationId xmlns:a16="http://schemas.microsoft.com/office/drawing/2014/main" id="{28818061-410F-FDDB-123E-8101877D4DEB}"/>
              </a:ext>
            </a:extLst>
          </p:cNvPr>
          <p:cNvSpPr/>
          <p:nvPr/>
        </p:nvSpPr>
        <p:spPr>
          <a:xfrm>
            <a:off x="419099" y="2800367"/>
            <a:ext cx="2267711" cy="1665323"/>
          </a:xfrm>
          <a:custGeom>
            <a:avLst/>
            <a:gdLst/>
            <a:ahLst/>
            <a:cxnLst/>
            <a:rect l="l" t="t" r="r" b="b"/>
            <a:pathLst>
              <a:path w="2927984" h="3937634">
                <a:moveTo>
                  <a:pt x="2927659" y="0"/>
                </a:moveTo>
                <a:lnTo>
                  <a:pt x="0" y="0"/>
                </a:lnTo>
                <a:lnTo>
                  <a:pt x="0" y="3937052"/>
                </a:lnTo>
                <a:lnTo>
                  <a:pt x="2927659" y="3937052"/>
                </a:lnTo>
                <a:lnTo>
                  <a:pt x="2927659" y="0"/>
                </a:lnTo>
                <a:close/>
              </a:path>
            </a:pathLst>
          </a:custGeom>
          <a:solidFill>
            <a:srgbClr val="FAFAFA"/>
          </a:solidFill>
          <a:ln>
            <a:solidFill>
              <a:schemeClr val="accent2"/>
            </a:solidFill>
          </a:ln>
        </p:spPr>
        <p:txBody>
          <a:bodyPr wrap="square" lIns="91440" tIns="91440" rIns="0" bIns="182880" rtlCol="0"/>
          <a:lstStyle/>
          <a:p>
            <a:pPr marL="7701" defTabSz="554492">
              <a:spcAft>
                <a:spcPts val="1200"/>
              </a:spcAft>
            </a:pPr>
            <a:r>
              <a:rPr lang="en-US" sz="1600" kern="0" dirty="0">
                <a:solidFill>
                  <a:schemeClr val="tx2"/>
                </a:solidFill>
                <a:latin typeface="Inter Semi Bold" panose="02000703000000020004" pitchFamily="50" charset="0"/>
                <a:ea typeface="Inter Semi Bold" panose="02000703000000020004" pitchFamily="50" charset="0"/>
                <a:cs typeface="Inter Semi Bold" panose="02000703000000020004" pitchFamily="50" charset="0"/>
              </a:rPr>
              <a:t>Gray 1</a:t>
            </a:r>
          </a:p>
          <a:p>
            <a:pPr marL="7701" defTabSz="554492">
              <a:spcAft>
                <a:spcPts val="600"/>
              </a:spcAft>
            </a:pPr>
            <a:r>
              <a:rPr lang="en-US" sz="1000" kern="0" dirty="0">
                <a:solidFill>
                  <a:prstClr val="black"/>
                </a:solidFill>
                <a:ea typeface="Inter" panose="02000503000000020004" pitchFamily="2" charset="0"/>
                <a:cs typeface="Arial" panose="020B0604020202020204" pitchFamily="34" charset="0"/>
              </a:rPr>
              <a:t>CMYK </a:t>
            </a:r>
            <a:br>
              <a:rPr lang="en-US" sz="1000" kern="0" dirty="0">
                <a:solidFill>
                  <a:prstClr val="black"/>
                </a:solidFill>
                <a:ea typeface="Inter" panose="02000503000000020004" pitchFamily="2" charset="0"/>
                <a:cs typeface="Arial" panose="020B0604020202020204" pitchFamily="34" charset="0"/>
              </a:rPr>
            </a:br>
            <a:r>
              <a:rPr lang="en-US" sz="1000" kern="0" dirty="0">
                <a:solidFill>
                  <a:prstClr val="black"/>
                </a:solidFill>
                <a:ea typeface="Inter" panose="02000503000000020004" pitchFamily="2" charset="0"/>
                <a:cs typeface="Arial" panose="020B0604020202020204" pitchFamily="34" charset="0"/>
              </a:rPr>
              <a:t>0/0/0/2</a:t>
            </a:r>
          </a:p>
          <a:p>
            <a:pPr marL="7701" marR="3081" defTabSz="554492">
              <a:spcAft>
                <a:spcPts val="600"/>
              </a:spcAft>
            </a:pPr>
            <a:r>
              <a:rPr lang="en-US" sz="1000" kern="0" dirty="0">
                <a:solidFill>
                  <a:prstClr val="black"/>
                </a:solidFill>
                <a:ea typeface="Inter" panose="02000503000000020004" pitchFamily="2" charset="0"/>
                <a:cs typeface="Arial" panose="020B0604020202020204" pitchFamily="34" charset="0"/>
              </a:rPr>
              <a:t>RGB </a:t>
            </a:r>
            <a:br>
              <a:rPr lang="en-US" sz="1000" kern="0" dirty="0">
                <a:solidFill>
                  <a:prstClr val="black"/>
                </a:solidFill>
                <a:ea typeface="Inter" panose="02000503000000020004" pitchFamily="2" charset="0"/>
                <a:cs typeface="Arial" panose="020B0604020202020204" pitchFamily="34" charset="0"/>
              </a:rPr>
            </a:br>
            <a:r>
              <a:rPr lang="en-US" sz="1000" kern="0" dirty="0">
                <a:solidFill>
                  <a:prstClr val="black"/>
                </a:solidFill>
                <a:ea typeface="Inter" panose="02000503000000020004" pitchFamily="2" charset="0"/>
                <a:cs typeface="Arial" panose="020B0604020202020204" pitchFamily="34" charset="0"/>
              </a:rPr>
              <a:t>250/250/250</a:t>
            </a:r>
          </a:p>
          <a:p>
            <a:pPr defTabSz="554492">
              <a:spcAft>
                <a:spcPts val="600"/>
              </a:spcAft>
            </a:pPr>
            <a:r>
              <a:rPr lang="en-US" sz="1000" kern="0" dirty="0">
                <a:solidFill>
                  <a:srgbClr val="212121"/>
                </a:solidFill>
                <a:ea typeface="Inter" panose="02000503000000020004" pitchFamily="2" charset="0"/>
                <a:cs typeface="Arial" panose="020B0604020202020204" pitchFamily="34" charset="0"/>
              </a:rPr>
              <a:t>HEX </a:t>
            </a:r>
            <a:br>
              <a:rPr lang="en-US" sz="1000" kern="0" dirty="0">
                <a:solidFill>
                  <a:srgbClr val="212121"/>
                </a:solidFill>
                <a:ea typeface="Inter" panose="02000503000000020004" pitchFamily="2" charset="0"/>
                <a:cs typeface="Arial" panose="020B0604020202020204" pitchFamily="34" charset="0"/>
              </a:rPr>
            </a:br>
            <a:r>
              <a:rPr lang="en-US" sz="1000" kern="0" dirty="0">
                <a:solidFill>
                  <a:srgbClr val="212121"/>
                </a:solidFill>
                <a:ea typeface="Inter" panose="02000503000000020004" pitchFamily="2" charset="0"/>
                <a:cs typeface="Arial" panose="020B0604020202020204" pitchFamily="34" charset="0"/>
              </a:rPr>
              <a:t>#FAFAFA</a:t>
            </a:r>
            <a:endParaRPr lang="en-US" sz="1000" kern="0" dirty="0">
              <a:solidFill>
                <a:sysClr val="windowText" lastClr="000000"/>
              </a:solidFill>
              <a:ea typeface="Inter" panose="02000503000000020004" pitchFamily="2" charset="0"/>
              <a:cs typeface="Arial" panose="020B0604020202020204" pitchFamily="34" charset="0"/>
            </a:endParaRPr>
          </a:p>
        </p:txBody>
      </p:sp>
      <p:sp>
        <p:nvSpPr>
          <p:cNvPr id="6" name="object 9">
            <a:extLst>
              <a:ext uri="{FF2B5EF4-FFF2-40B4-BE49-F238E27FC236}">
                <a16:creationId xmlns:a16="http://schemas.microsoft.com/office/drawing/2014/main" id="{69E5241C-A084-9566-A94C-89673298C319}"/>
              </a:ext>
            </a:extLst>
          </p:cNvPr>
          <p:cNvSpPr/>
          <p:nvPr/>
        </p:nvSpPr>
        <p:spPr>
          <a:xfrm>
            <a:off x="2690620" y="2800367"/>
            <a:ext cx="2267712" cy="1665323"/>
          </a:xfrm>
          <a:custGeom>
            <a:avLst/>
            <a:gdLst/>
            <a:ahLst/>
            <a:cxnLst/>
            <a:rect l="l" t="t" r="r" b="b"/>
            <a:pathLst>
              <a:path w="2927984" h="3937634">
                <a:moveTo>
                  <a:pt x="2927659" y="0"/>
                </a:moveTo>
                <a:lnTo>
                  <a:pt x="0" y="0"/>
                </a:lnTo>
                <a:lnTo>
                  <a:pt x="0" y="3937052"/>
                </a:lnTo>
                <a:lnTo>
                  <a:pt x="2927659" y="3937052"/>
                </a:lnTo>
                <a:lnTo>
                  <a:pt x="2927659" y="0"/>
                </a:lnTo>
                <a:close/>
              </a:path>
            </a:pathLst>
          </a:custGeom>
          <a:solidFill>
            <a:srgbClr val="E3E3E3"/>
          </a:solidFill>
        </p:spPr>
        <p:txBody>
          <a:bodyPr wrap="square" lIns="91440" tIns="91440" rIns="0" bIns="182880" rtlCol="0"/>
          <a:lstStyle/>
          <a:p>
            <a:pPr defTabSz="554492">
              <a:spcAft>
                <a:spcPts val="1200"/>
              </a:spcAft>
            </a:pPr>
            <a:r>
              <a:rPr lang="en-US" sz="1600" kern="0" dirty="0">
                <a:solidFill>
                  <a:schemeClr val="tx2"/>
                </a:solidFill>
                <a:latin typeface="Inter Semi Bold" panose="02000703000000020004" pitchFamily="50" charset="0"/>
                <a:ea typeface="Inter Semi Bold" panose="02000703000000020004" pitchFamily="50" charset="0"/>
                <a:cs typeface="Inter Semi Bold" panose="02000703000000020004" pitchFamily="50" charset="0"/>
              </a:rPr>
              <a:t>Gray 2</a:t>
            </a:r>
          </a:p>
          <a:p>
            <a:pPr defTabSz="554492">
              <a:spcAft>
                <a:spcPts val="600"/>
              </a:spcAft>
            </a:pPr>
            <a:r>
              <a:rPr lang="en-US" sz="1000" kern="0" dirty="0">
                <a:solidFill>
                  <a:prstClr val="black"/>
                </a:solidFill>
                <a:ea typeface="Inter" panose="02000503000000020004" pitchFamily="2" charset="0"/>
                <a:cs typeface="Arial" panose="020B0604020202020204" pitchFamily="34" charset="0"/>
              </a:rPr>
              <a:t>CMYK </a:t>
            </a:r>
            <a:br>
              <a:rPr lang="en-US" sz="1000" kern="0" dirty="0">
                <a:solidFill>
                  <a:prstClr val="black"/>
                </a:solidFill>
                <a:ea typeface="Inter" panose="02000503000000020004" pitchFamily="2" charset="0"/>
                <a:cs typeface="Arial" panose="020B0604020202020204" pitchFamily="34" charset="0"/>
              </a:rPr>
            </a:br>
            <a:r>
              <a:rPr lang="en-US" sz="1000" kern="0" dirty="0">
                <a:solidFill>
                  <a:prstClr val="black"/>
                </a:solidFill>
                <a:ea typeface="Inter" panose="02000503000000020004" pitchFamily="2" charset="0"/>
                <a:cs typeface="Arial" panose="020B0604020202020204" pitchFamily="34" charset="0"/>
              </a:rPr>
              <a:t>0/0/0/11</a:t>
            </a:r>
          </a:p>
          <a:p>
            <a:pPr defTabSz="554492">
              <a:spcAft>
                <a:spcPts val="600"/>
              </a:spcAft>
            </a:pPr>
            <a:r>
              <a:rPr lang="en-US" sz="1000" kern="0" dirty="0">
                <a:solidFill>
                  <a:prstClr val="black"/>
                </a:solidFill>
                <a:ea typeface="Inter" panose="02000503000000020004" pitchFamily="2" charset="0"/>
                <a:cs typeface="Arial" panose="020B0604020202020204" pitchFamily="34" charset="0"/>
              </a:rPr>
              <a:t>RGB </a:t>
            </a:r>
            <a:br>
              <a:rPr lang="en-US" sz="1000" kern="0" dirty="0">
                <a:solidFill>
                  <a:prstClr val="black"/>
                </a:solidFill>
                <a:ea typeface="Inter" panose="02000503000000020004" pitchFamily="2" charset="0"/>
                <a:cs typeface="Arial" panose="020B0604020202020204" pitchFamily="34" charset="0"/>
              </a:rPr>
            </a:br>
            <a:r>
              <a:rPr lang="en-US" sz="1000" kern="0" dirty="0">
                <a:solidFill>
                  <a:srgbClr val="212121"/>
                </a:solidFill>
                <a:ea typeface="Inter" panose="02000503000000020004" pitchFamily="2" charset="0"/>
                <a:cs typeface="Arial" panose="020B0604020202020204" pitchFamily="34" charset="0"/>
              </a:rPr>
              <a:t>227/227/227</a:t>
            </a:r>
          </a:p>
          <a:p>
            <a:pPr defTabSz="554492">
              <a:spcAft>
                <a:spcPts val="600"/>
              </a:spcAft>
            </a:pPr>
            <a:r>
              <a:rPr lang="en-US" sz="1000" kern="0" dirty="0">
                <a:solidFill>
                  <a:srgbClr val="212121"/>
                </a:solidFill>
                <a:ea typeface="Inter" panose="02000503000000020004" pitchFamily="2" charset="0"/>
                <a:cs typeface="Arial" panose="020B0604020202020204" pitchFamily="34" charset="0"/>
              </a:rPr>
              <a:t>HEX </a:t>
            </a:r>
            <a:br>
              <a:rPr lang="en-US" sz="1000" kern="0" dirty="0">
                <a:solidFill>
                  <a:srgbClr val="212121"/>
                </a:solidFill>
                <a:ea typeface="Inter" panose="02000503000000020004" pitchFamily="2" charset="0"/>
                <a:cs typeface="Arial" panose="020B0604020202020204" pitchFamily="34" charset="0"/>
              </a:rPr>
            </a:br>
            <a:r>
              <a:rPr lang="en-US" sz="1000" kern="0" dirty="0">
                <a:solidFill>
                  <a:srgbClr val="212121"/>
                </a:solidFill>
                <a:ea typeface="Inter" panose="02000503000000020004" pitchFamily="2" charset="0"/>
                <a:cs typeface="Arial" panose="020B0604020202020204" pitchFamily="34" charset="0"/>
              </a:rPr>
              <a:t>#E3E3E3</a:t>
            </a:r>
            <a:endParaRPr lang="en-US" sz="1000" kern="0" dirty="0">
              <a:solidFill>
                <a:sysClr val="windowText" lastClr="000000"/>
              </a:solidFill>
              <a:ea typeface="Inter" panose="02000503000000020004" pitchFamily="2" charset="0"/>
              <a:cs typeface="Arial" panose="020B0604020202020204" pitchFamily="34" charset="0"/>
            </a:endParaRPr>
          </a:p>
          <a:p>
            <a:pPr defTabSz="554492">
              <a:spcAft>
                <a:spcPts val="600"/>
              </a:spcAft>
            </a:pPr>
            <a:endParaRPr lang="en-US" sz="1000" kern="0" dirty="0">
              <a:solidFill>
                <a:prstClr val="black"/>
              </a:solidFill>
              <a:ea typeface="Inter" panose="02000503000000020004" pitchFamily="2" charset="0"/>
              <a:cs typeface="Arial" panose="020B0604020202020204" pitchFamily="34" charset="0"/>
            </a:endParaRPr>
          </a:p>
          <a:p>
            <a:pPr defTabSz="554492"/>
            <a:endParaRPr lang="en-US" sz="1000" kern="0" dirty="0">
              <a:solidFill>
                <a:srgbClr val="212121"/>
              </a:solidFill>
              <a:ea typeface="Inter" panose="02000503000000020004" pitchFamily="2" charset="0"/>
            </a:endParaRPr>
          </a:p>
        </p:txBody>
      </p:sp>
      <p:sp>
        <p:nvSpPr>
          <p:cNvPr id="8" name="object 10">
            <a:extLst>
              <a:ext uri="{FF2B5EF4-FFF2-40B4-BE49-F238E27FC236}">
                <a16:creationId xmlns:a16="http://schemas.microsoft.com/office/drawing/2014/main" id="{1F6D136E-B18C-3730-6F47-2A2C7A77C312}"/>
              </a:ext>
            </a:extLst>
          </p:cNvPr>
          <p:cNvSpPr/>
          <p:nvPr/>
        </p:nvSpPr>
        <p:spPr>
          <a:xfrm>
            <a:off x="4958328" y="2800367"/>
            <a:ext cx="2271526" cy="1665323"/>
          </a:xfrm>
          <a:custGeom>
            <a:avLst/>
            <a:gdLst/>
            <a:ahLst/>
            <a:cxnLst/>
            <a:rect l="l" t="t" r="r" b="b"/>
            <a:pathLst>
              <a:path w="2927984" h="3937634">
                <a:moveTo>
                  <a:pt x="2927659" y="0"/>
                </a:moveTo>
                <a:lnTo>
                  <a:pt x="0" y="0"/>
                </a:lnTo>
                <a:lnTo>
                  <a:pt x="0" y="3937052"/>
                </a:lnTo>
                <a:lnTo>
                  <a:pt x="2927659" y="3937052"/>
                </a:lnTo>
                <a:lnTo>
                  <a:pt x="2927659" y="0"/>
                </a:lnTo>
                <a:close/>
              </a:path>
            </a:pathLst>
          </a:custGeom>
          <a:solidFill>
            <a:srgbClr val="CCCCCC"/>
          </a:solidFill>
        </p:spPr>
        <p:txBody>
          <a:bodyPr wrap="square" lIns="91440" tIns="91440" rIns="0" bIns="182880" rtlCol="0"/>
          <a:lstStyle/>
          <a:p>
            <a:pPr marL="7701" defTabSz="554492">
              <a:spcAft>
                <a:spcPts val="1200"/>
              </a:spcAft>
            </a:pPr>
            <a:r>
              <a:rPr lang="en-US" sz="1600" kern="0" dirty="0">
                <a:solidFill>
                  <a:schemeClr val="tx2"/>
                </a:solidFill>
                <a:latin typeface="Inter Semi Bold" panose="02000703000000020004" pitchFamily="50" charset="0"/>
                <a:ea typeface="Inter Semi Bold" panose="02000703000000020004" pitchFamily="50" charset="0"/>
                <a:cs typeface="Inter Semi Bold" panose="02000703000000020004" pitchFamily="50" charset="0"/>
              </a:rPr>
              <a:t>Gray 3</a:t>
            </a:r>
          </a:p>
          <a:p>
            <a:pPr marL="7701" defTabSz="554492">
              <a:spcAft>
                <a:spcPts val="600"/>
              </a:spcAft>
            </a:pPr>
            <a:r>
              <a:rPr lang="en-US" sz="1000" kern="0" dirty="0">
                <a:solidFill>
                  <a:srgbClr val="212121"/>
                </a:solidFill>
                <a:ea typeface="Inter" panose="02000503000000020004" pitchFamily="2" charset="0"/>
                <a:cs typeface="Arial" panose="020B0604020202020204" pitchFamily="34" charset="0"/>
              </a:rPr>
              <a:t>CMYK</a:t>
            </a:r>
            <a:r>
              <a:rPr lang="en-US" sz="1000" kern="0" dirty="0">
                <a:solidFill>
                  <a:sysClr val="windowText" lastClr="000000"/>
                </a:solidFill>
                <a:ea typeface="Inter" panose="02000503000000020004" pitchFamily="2" charset="0"/>
                <a:cs typeface="Arial" panose="020B0604020202020204" pitchFamily="34" charset="0"/>
              </a:rPr>
              <a:t> </a:t>
            </a:r>
            <a:br>
              <a:rPr lang="en-US" sz="1000" kern="0" dirty="0">
                <a:solidFill>
                  <a:sysClr val="windowText" lastClr="000000"/>
                </a:solidFill>
                <a:ea typeface="Inter" panose="02000503000000020004" pitchFamily="2" charset="0"/>
                <a:cs typeface="Arial" panose="020B0604020202020204" pitchFamily="34" charset="0"/>
              </a:rPr>
            </a:br>
            <a:r>
              <a:rPr lang="en-US" sz="1000" kern="0" dirty="0">
                <a:solidFill>
                  <a:srgbClr val="212121"/>
                </a:solidFill>
                <a:ea typeface="Inter" panose="02000503000000020004" pitchFamily="2" charset="0"/>
                <a:cs typeface="Arial" panose="020B0604020202020204" pitchFamily="34" charset="0"/>
              </a:rPr>
              <a:t>0/0/0/20</a:t>
            </a:r>
            <a:endParaRPr lang="en-US" sz="1000" kern="0" dirty="0">
              <a:solidFill>
                <a:sysClr val="windowText" lastClr="000000"/>
              </a:solidFill>
              <a:ea typeface="Inter" panose="02000503000000020004" pitchFamily="2" charset="0"/>
              <a:cs typeface="Arial" panose="020B0604020202020204" pitchFamily="34" charset="0"/>
            </a:endParaRPr>
          </a:p>
          <a:p>
            <a:pPr defTabSz="554492">
              <a:spcAft>
                <a:spcPts val="600"/>
              </a:spcAft>
            </a:pPr>
            <a:r>
              <a:rPr lang="en-US" sz="1000" kern="0" dirty="0">
                <a:solidFill>
                  <a:sysClr val="windowText" lastClr="000000"/>
                </a:solidFill>
                <a:ea typeface="Inter" panose="02000503000000020004" pitchFamily="2" charset="0"/>
              </a:rPr>
              <a:t>RGB </a:t>
            </a:r>
            <a:br>
              <a:rPr lang="en-US" sz="1000" kern="0" dirty="0">
                <a:solidFill>
                  <a:sysClr val="windowText" lastClr="000000"/>
                </a:solidFill>
                <a:ea typeface="Inter" panose="02000503000000020004" pitchFamily="2" charset="0"/>
              </a:rPr>
            </a:br>
            <a:r>
              <a:rPr lang="en-US" sz="1000" kern="0" dirty="0">
                <a:solidFill>
                  <a:srgbClr val="212121"/>
                </a:solidFill>
                <a:ea typeface="Inter" panose="02000503000000020004" pitchFamily="2" charset="0"/>
                <a:cs typeface="Arial" panose="020B0604020202020204" pitchFamily="34" charset="0"/>
              </a:rPr>
              <a:t>204/204/204</a:t>
            </a:r>
            <a:endParaRPr lang="en-US" sz="1000" kern="0" dirty="0">
              <a:solidFill>
                <a:sysClr val="windowText" lastClr="000000"/>
              </a:solidFill>
              <a:ea typeface="Inter" panose="02000503000000020004" pitchFamily="2" charset="0"/>
              <a:cs typeface="Arial" panose="020B0604020202020204" pitchFamily="34" charset="0"/>
            </a:endParaRPr>
          </a:p>
          <a:p>
            <a:pPr defTabSz="554492">
              <a:spcAft>
                <a:spcPts val="600"/>
              </a:spcAft>
            </a:pPr>
            <a:r>
              <a:rPr lang="en-US" sz="1000" kern="0" dirty="0">
                <a:solidFill>
                  <a:srgbClr val="212121"/>
                </a:solidFill>
                <a:ea typeface="Inter" panose="02000503000000020004" pitchFamily="2" charset="0"/>
                <a:cs typeface="Arial" panose="020B0604020202020204" pitchFamily="34" charset="0"/>
              </a:rPr>
              <a:t>HEX </a:t>
            </a:r>
            <a:br>
              <a:rPr lang="en-US" sz="1000" kern="0" dirty="0">
                <a:solidFill>
                  <a:srgbClr val="212121"/>
                </a:solidFill>
                <a:ea typeface="Inter" panose="02000503000000020004" pitchFamily="2" charset="0"/>
                <a:cs typeface="Arial" panose="020B0604020202020204" pitchFamily="34" charset="0"/>
              </a:rPr>
            </a:br>
            <a:r>
              <a:rPr lang="en-US" sz="1000" kern="0" dirty="0">
                <a:solidFill>
                  <a:srgbClr val="212121"/>
                </a:solidFill>
                <a:ea typeface="Inter" panose="02000503000000020004" pitchFamily="2" charset="0"/>
                <a:cs typeface="Arial" panose="020B0604020202020204" pitchFamily="34" charset="0"/>
              </a:rPr>
              <a:t>#CCCCCC</a:t>
            </a:r>
            <a:endParaRPr lang="en-US" sz="1000" kern="0" dirty="0">
              <a:solidFill>
                <a:sysClr val="windowText" lastClr="000000"/>
              </a:solidFill>
              <a:ea typeface="Inter" panose="02000503000000020004" pitchFamily="2" charset="0"/>
              <a:cs typeface="Arial" panose="020B0604020202020204" pitchFamily="34" charset="0"/>
            </a:endParaRPr>
          </a:p>
        </p:txBody>
      </p:sp>
      <p:sp>
        <p:nvSpPr>
          <p:cNvPr id="23" name="object 12">
            <a:extLst>
              <a:ext uri="{FF2B5EF4-FFF2-40B4-BE49-F238E27FC236}">
                <a16:creationId xmlns:a16="http://schemas.microsoft.com/office/drawing/2014/main" id="{E1C4B965-2A21-CB0A-E90D-942EB4288CD0}"/>
              </a:ext>
            </a:extLst>
          </p:cNvPr>
          <p:cNvSpPr/>
          <p:nvPr/>
        </p:nvSpPr>
        <p:spPr>
          <a:xfrm>
            <a:off x="7229852" y="2800367"/>
            <a:ext cx="2271524" cy="1665323"/>
          </a:xfrm>
          <a:custGeom>
            <a:avLst/>
            <a:gdLst/>
            <a:ahLst/>
            <a:cxnLst/>
            <a:rect l="l" t="t" r="r" b="b"/>
            <a:pathLst>
              <a:path w="2927984" h="3937634">
                <a:moveTo>
                  <a:pt x="2927659" y="0"/>
                </a:moveTo>
                <a:lnTo>
                  <a:pt x="0" y="0"/>
                </a:lnTo>
                <a:lnTo>
                  <a:pt x="0" y="3937052"/>
                </a:lnTo>
                <a:lnTo>
                  <a:pt x="2927659" y="3937052"/>
                </a:lnTo>
                <a:lnTo>
                  <a:pt x="2927659" y="0"/>
                </a:lnTo>
                <a:close/>
              </a:path>
            </a:pathLst>
          </a:custGeom>
          <a:solidFill>
            <a:srgbClr val="696969"/>
          </a:solidFill>
        </p:spPr>
        <p:txBody>
          <a:bodyPr wrap="square" lIns="91440" tIns="91440" rIns="0" bIns="182880" rtlCol="0"/>
          <a:lstStyle/>
          <a:p>
            <a:pPr marL="7701" defTabSz="554492">
              <a:spcAft>
                <a:spcPts val="1200"/>
              </a:spcAft>
            </a:pPr>
            <a:r>
              <a:rPr lang="en-US" sz="1600" kern="0" dirty="0">
                <a:solidFill>
                  <a:schemeClr val="bg1"/>
                </a:solidFill>
                <a:latin typeface="Inter Semi Bold" panose="02000703000000020004" pitchFamily="50" charset="0"/>
                <a:ea typeface="Inter Semi Bold" panose="02000703000000020004" pitchFamily="50" charset="0"/>
                <a:cs typeface="Inter Semi Bold" panose="02000703000000020004" pitchFamily="50" charset="0"/>
              </a:rPr>
              <a:t>Gray 4</a:t>
            </a:r>
          </a:p>
          <a:p>
            <a:pPr marL="7701" defTabSz="554492">
              <a:spcAft>
                <a:spcPts val="600"/>
              </a:spcAft>
            </a:pPr>
            <a:r>
              <a:rPr lang="en-US" sz="1000" kern="0" dirty="0">
                <a:solidFill>
                  <a:srgbClr val="FFFFFF"/>
                </a:solidFill>
                <a:ea typeface="Inter" panose="02000503000000020004" pitchFamily="2" charset="0"/>
                <a:cs typeface="Arial" panose="020B0604020202020204" pitchFamily="34" charset="0"/>
              </a:rPr>
              <a:t>CMYK</a:t>
            </a:r>
            <a:r>
              <a:rPr lang="en-US" sz="1000" kern="0" dirty="0">
                <a:solidFill>
                  <a:sysClr val="windowText" lastClr="000000"/>
                </a:solidFill>
                <a:ea typeface="Inter" panose="02000503000000020004" pitchFamily="2" charset="0"/>
                <a:cs typeface="Arial" panose="020B0604020202020204" pitchFamily="34" charset="0"/>
              </a:rPr>
              <a:t> </a:t>
            </a:r>
            <a:br>
              <a:rPr lang="en-US" sz="1000" kern="0" dirty="0">
                <a:solidFill>
                  <a:sysClr val="windowText" lastClr="000000"/>
                </a:solidFill>
                <a:ea typeface="Inter" panose="02000503000000020004" pitchFamily="2" charset="0"/>
                <a:cs typeface="Arial" panose="020B0604020202020204" pitchFamily="34" charset="0"/>
              </a:rPr>
            </a:br>
            <a:r>
              <a:rPr lang="en-US" sz="1000" kern="0" dirty="0">
                <a:solidFill>
                  <a:srgbClr val="FFFFFF"/>
                </a:solidFill>
                <a:ea typeface="Inter" panose="02000503000000020004" pitchFamily="2" charset="0"/>
                <a:cs typeface="Arial" panose="020B0604020202020204" pitchFamily="34" charset="0"/>
              </a:rPr>
              <a:t>0/0/0/59</a:t>
            </a:r>
            <a:endParaRPr lang="en-US" sz="1000" kern="0" dirty="0">
              <a:solidFill>
                <a:sysClr val="windowText" lastClr="000000"/>
              </a:solidFill>
              <a:ea typeface="Inter" panose="02000503000000020004" pitchFamily="2" charset="0"/>
              <a:cs typeface="Arial" panose="020B0604020202020204" pitchFamily="34" charset="0"/>
            </a:endParaRPr>
          </a:p>
          <a:p>
            <a:pPr marL="7701" marR="3081" defTabSz="554492">
              <a:spcAft>
                <a:spcPts val="600"/>
              </a:spcAft>
            </a:pPr>
            <a:r>
              <a:rPr lang="en-US" sz="1000" kern="0" dirty="0">
                <a:solidFill>
                  <a:srgbClr val="FFFFFF"/>
                </a:solidFill>
                <a:ea typeface="Inter" panose="02000503000000020004" pitchFamily="2" charset="0"/>
                <a:cs typeface="Arial" panose="020B0604020202020204" pitchFamily="34" charset="0"/>
              </a:rPr>
              <a:t>RGB </a:t>
            </a:r>
            <a:br>
              <a:rPr lang="en-US" sz="1000" kern="0" dirty="0">
                <a:solidFill>
                  <a:srgbClr val="FFFFFF"/>
                </a:solidFill>
                <a:ea typeface="Inter" panose="02000503000000020004" pitchFamily="2" charset="0"/>
                <a:cs typeface="Arial" panose="020B0604020202020204" pitchFamily="34" charset="0"/>
              </a:rPr>
            </a:br>
            <a:r>
              <a:rPr lang="en-US" sz="1000" kern="0" dirty="0">
                <a:solidFill>
                  <a:srgbClr val="FFFFFF"/>
                </a:solidFill>
                <a:ea typeface="Inter" panose="02000503000000020004" pitchFamily="2" charset="0"/>
                <a:cs typeface="Arial" panose="020B0604020202020204" pitchFamily="34" charset="0"/>
              </a:rPr>
              <a:t>105/105/105</a:t>
            </a:r>
            <a:endParaRPr lang="en-US" sz="1000" kern="0" dirty="0">
              <a:solidFill>
                <a:sysClr val="windowText" lastClr="000000"/>
              </a:solidFill>
              <a:ea typeface="Inter" panose="02000503000000020004" pitchFamily="2" charset="0"/>
              <a:cs typeface="Arial" panose="020B0604020202020204" pitchFamily="34" charset="0"/>
            </a:endParaRPr>
          </a:p>
          <a:p>
            <a:pPr marL="7701" marR="165963" defTabSz="554492">
              <a:spcAft>
                <a:spcPts val="600"/>
              </a:spcAft>
            </a:pPr>
            <a:r>
              <a:rPr lang="en-US" sz="1000" kern="0" dirty="0">
                <a:solidFill>
                  <a:srgbClr val="FFFFFF"/>
                </a:solidFill>
                <a:ea typeface="Inter" panose="02000503000000020004" pitchFamily="2" charset="0"/>
                <a:cs typeface="Arial" panose="020B0604020202020204" pitchFamily="34" charset="0"/>
              </a:rPr>
              <a:t>HEX </a:t>
            </a:r>
            <a:br>
              <a:rPr lang="en-US" sz="1000" kern="0" dirty="0">
                <a:solidFill>
                  <a:srgbClr val="FFFFFF"/>
                </a:solidFill>
                <a:ea typeface="Inter" panose="02000503000000020004" pitchFamily="2" charset="0"/>
                <a:cs typeface="Arial" panose="020B0604020202020204" pitchFamily="34" charset="0"/>
              </a:rPr>
            </a:br>
            <a:r>
              <a:rPr lang="en-US" sz="1000" kern="0" dirty="0">
                <a:solidFill>
                  <a:srgbClr val="FFFFFF"/>
                </a:solidFill>
                <a:ea typeface="Inter" panose="02000503000000020004" pitchFamily="2" charset="0"/>
                <a:cs typeface="Arial" panose="020B0604020202020204" pitchFamily="34" charset="0"/>
              </a:rPr>
              <a:t>#696969</a:t>
            </a:r>
            <a:endParaRPr lang="en-US" sz="1000" kern="0" dirty="0">
              <a:solidFill>
                <a:sysClr val="windowText" lastClr="000000"/>
              </a:solidFill>
              <a:ea typeface="Inter" panose="02000503000000020004" pitchFamily="2" charset="0"/>
              <a:cs typeface="Arial" panose="020B0604020202020204" pitchFamily="34" charset="0"/>
            </a:endParaRPr>
          </a:p>
        </p:txBody>
      </p:sp>
      <p:sp>
        <p:nvSpPr>
          <p:cNvPr id="24" name="object 13">
            <a:extLst>
              <a:ext uri="{FF2B5EF4-FFF2-40B4-BE49-F238E27FC236}">
                <a16:creationId xmlns:a16="http://schemas.microsoft.com/office/drawing/2014/main" id="{E482CB99-6EB8-E7BC-663A-FE13D396E7D5}"/>
              </a:ext>
            </a:extLst>
          </p:cNvPr>
          <p:cNvSpPr/>
          <p:nvPr/>
        </p:nvSpPr>
        <p:spPr>
          <a:xfrm>
            <a:off x="9501376" y="2800367"/>
            <a:ext cx="2271524" cy="1665323"/>
          </a:xfrm>
          <a:custGeom>
            <a:avLst/>
            <a:gdLst/>
            <a:ahLst/>
            <a:cxnLst/>
            <a:rect l="l" t="t" r="r" b="b"/>
            <a:pathLst>
              <a:path w="2927984" h="3937634">
                <a:moveTo>
                  <a:pt x="2927649" y="0"/>
                </a:moveTo>
                <a:lnTo>
                  <a:pt x="0" y="0"/>
                </a:lnTo>
                <a:lnTo>
                  <a:pt x="0" y="3937052"/>
                </a:lnTo>
                <a:lnTo>
                  <a:pt x="2927649" y="3937052"/>
                </a:lnTo>
                <a:lnTo>
                  <a:pt x="2927649" y="0"/>
                </a:lnTo>
                <a:close/>
              </a:path>
            </a:pathLst>
          </a:custGeom>
          <a:solidFill>
            <a:srgbClr val="484848"/>
          </a:solidFill>
        </p:spPr>
        <p:txBody>
          <a:bodyPr wrap="square" lIns="91440" tIns="91440" rIns="0" bIns="182880" rtlCol="0"/>
          <a:lstStyle/>
          <a:p>
            <a:pPr marL="7701" defTabSz="554492">
              <a:spcAft>
                <a:spcPts val="1200"/>
              </a:spcAft>
            </a:pPr>
            <a:r>
              <a:rPr lang="en-US" sz="1600" kern="0" dirty="0">
                <a:solidFill>
                  <a:schemeClr val="bg1"/>
                </a:solidFill>
                <a:latin typeface="Inter Semi Bold" panose="02000703000000020004" pitchFamily="50" charset="0"/>
                <a:ea typeface="Inter Semi Bold" panose="02000703000000020004" pitchFamily="50" charset="0"/>
                <a:cs typeface="Inter Semi Bold" panose="02000703000000020004" pitchFamily="50" charset="0"/>
              </a:rPr>
              <a:t>Gray 5</a:t>
            </a:r>
          </a:p>
          <a:p>
            <a:pPr marL="7701" defTabSz="554492">
              <a:spcAft>
                <a:spcPts val="600"/>
              </a:spcAft>
            </a:pPr>
            <a:r>
              <a:rPr lang="en-US" sz="1000" kern="0" dirty="0">
                <a:solidFill>
                  <a:srgbClr val="FFFFFF"/>
                </a:solidFill>
                <a:ea typeface="Inter" panose="02000503000000020004" pitchFamily="2" charset="0"/>
                <a:cs typeface="Arial" panose="020B0604020202020204" pitchFamily="34" charset="0"/>
              </a:rPr>
              <a:t>CMYK</a:t>
            </a:r>
            <a:r>
              <a:rPr lang="en-US" sz="1000" kern="0" dirty="0">
                <a:solidFill>
                  <a:sysClr val="windowText" lastClr="000000"/>
                </a:solidFill>
                <a:ea typeface="Inter" panose="02000503000000020004" pitchFamily="2" charset="0"/>
                <a:cs typeface="Arial" panose="020B0604020202020204" pitchFamily="34" charset="0"/>
              </a:rPr>
              <a:t> </a:t>
            </a:r>
            <a:br>
              <a:rPr lang="en-US" sz="1000" kern="0" dirty="0">
                <a:solidFill>
                  <a:sysClr val="windowText" lastClr="000000"/>
                </a:solidFill>
                <a:ea typeface="Inter" panose="02000503000000020004" pitchFamily="2" charset="0"/>
                <a:cs typeface="Arial" panose="020B0604020202020204" pitchFamily="34" charset="0"/>
              </a:rPr>
            </a:br>
            <a:r>
              <a:rPr lang="en-US" sz="1000" kern="0" dirty="0">
                <a:solidFill>
                  <a:srgbClr val="FFFFFF"/>
                </a:solidFill>
                <a:ea typeface="Inter" panose="02000503000000020004" pitchFamily="2" charset="0"/>
                <a:cs typeface="Arial" panose="020B0604020202020204" pitchFamily="34" charset="0"/>
              </a:rPr>
              <a:t>0/0/0/72</a:t>
            </a:r>
            <a:endParaRPr lang="en-US" sz="1000" kern="0" dirty="0">
              <a:solidFill>
                <a:sysClr val="windowText" lastClr="000000"/>
              </a:solidFill>
              <a:ea typeface="Inter" panose="02000503000000020004" pitchFamily="2" charset="0"/>
              <a:cs typeface="Arial" panose="020B0604020202020204" pitchFamily="34" charset="0"/>
            </a:endParaRPr>
          </a:p>
          <a:p>
            <a:pPr marL="7701" marR="3081" defTabSz="554492">
              <a:spcAft>
                <a:spcPts val="600"/>
              </a:spcAft>
            </a:pPr>
            <a:r>
              <a:rPr lang="en-US" sz="1000" kern="0" dirty="0">
                <a:solidFill>
                  <a:srgbClr val="FFFFFF"/>
                </a:solidFill>
                <a:ea typeface="Inter" panose="02000503000000020004" pitchFamily="2" charset="0"/>
                <a:cs typeface="Arial" panose="020B0604020202020204" pitchFamily="34" charset="0"/>
              </a:rPr>
              <a:t>RGB </a:t>
            </a:r>
            <a:br>
              <a:rPr lang="en-US" sz="1000" kern="0" dirty="0">
                <a:solidFill>
                  <a:srgbClr val="FFFFFF"/>
                </a:solidFill>
                <a:ea typeface="Inter" panose="02000503000000020004" pitchFamily="2" charset="0"/>
                <a:cs typeface="Arial" panose="020B0604020202020204" pitchFamily="34" charset="0"/>
              </a:rPr>
            </a:br>
            <a:r>
              <a:rPr lang="en-US" sz="1000" kern="0" dirty="0">
                <a:solidFill>
                  <a:srgbClr val="FFFFFF"/>
                </a:solidFill>
                <a:ea typeface="Inter" panose="02000503000000020004" pitchFamily="2" charset="0"/>
                <a:cs typeface="Arial" panose="020B0604020202020204" pitchFamily="34" charset="0"/>
              </a:rPr>
              <a:t>72/72/72</a:t>
            </a:r>
          </a:p>
          <a:p>
            <a:pPr marL="7701" marR="3081" defTabSz="554492">
              <a:spcAft>
                <a:spcPts val="600"/>
              </a:spcAft>
            </a:pPr>
            <a:r>
              <a:rPr lang="en-US" sz="1000" kern="0" dirty="0">
                <a:solidFill>
                  <a:srgbClr val="FFFFFF"/>
                </a:solidFill>
                <a:ea typeface="Inter" panose="02000503000000020004" pitchFamily="2" charset="0"/>
                <a:cs typeface="Arial" panose="020B0604020202020204" pitchFamily="34" charset="0"/>
              </a:rPr>
              <a:t>HEX </a:t>
            </a:r>
            <a:br>
              <a:rPr lang="en-US" sz="1000" kern="0" dirty="0">
                <a:solidFill>
                  <a:srgbClr val="FFFFFF"/>
                </a:solidFill>
                <a:ea typeface="Inter" panose="02000503000000020004" pitchFamily="2" charset="0"/>
                <a:cs typeface="Arial" panose="020B0604020202020204" pitchFamily="34" charset="0"/>
              </a:rPr>
            </a:br>
            <a:r>
              <a:rPr lang="en-US" sz="1000" kern="0" dirty="0">
                <a:solidFill>
                  <a:srgbClr val="FFFFFF"/>
                </a:solidFill>
                <a:ea typeface="Inter" panose="02000503000000020004" pitchFamily="2" charset="0"/>
                <a:cs typeface="Arial" panose="020B0604020202020204" pitchFamily="34" charset="0"/>
              </a:rPr>
              <a:t>#484848</a:t>
            </a:r>
            <a:endParaRPr lang="en-US" sz="1000" kern="0" dirty="0">
              <a:solidFill>
                <a:sysClr val="windowText" lastClr="000000"/>
              </a:solidFill>
              <a:ea typeface="Inter" panose="02000503000000020004" pitchFamily="2" charset="0"/>
              <a:cs typeface="Arial" panose="020B0604020202020204" pitchFamily="34" charset="0"/>
            </a:endParaRPr>
          </a:p>
        </p:txBody>
      </p:sp>
      <p:sp>
        <p:nvSpPr>
          <p:cNvPr id="28" name="Avionics Green">
            <a:extLst>
              <a:ext uri="{FF2B5EF4-FFF2-40B4-BE49-F238E27FC236}">
                <a16:creationId xmlns:a16="http://schemas.microsoft.com/office/drawing/2014/main" id="{E75376F8-14B2-AD2A-1FC0-CA640890B455}"/>
              </a:ext>
            </a:extLst>
          </p:cNvPr>
          <p:cNvSpPr/>
          <p:nvPr/>
        </p:nvSpPr>
        <p:spPr>
          <a:xfrm>
            <a:off x="419100" y="699376"/>
            <a:ext cx="2843784" cy="1578378"/>
          </a:xfrm>
          <a:prstGeom prst="rect">
            <a:avLst/>
          </a:prstGeom>
          <a:solidFill>
            <a:srgbClr val="004745"/>
          </a:solidFill>
          <a:ln w="12700" cap="flat" cmpd="sng" algn="ctr">
            <a:noFill/>
            <a:prstDash val="solid"/>
            <a:miter lim="800000"/>
          </a:ln>
          <a:effectLst/>
        </p:spPr>
        <p:txBody>
          <a:bodyPr rtlCol="0" anchor="t" anchorCtr="0"/>
          <a:lstStyle/>
          <a:p>
            <a:pPr>
              <a:spcAft>
                <a:spcPts val="1200"/>
              </a:spcAft>
              <a:defRPr/>
            </a:pPr>
            <a:r>
              <a:rPr lang="en-US" sz="1600" kern="0" dirty="0">
                <a:solidFill>
                  <a:srgbClr val="FFFFFF"/>
                </a:solidFill>
                <a:latin typeface="Inter Semi Bold" panose="02000703000000020004" pitchFamily="50" charset="0"/>
                <a:ea typeface="Inter Semi Bold" panose="02000703000000020004" pitchFamily="50" charset="0"/>
                <a:cs typeface="Inter Semi Bold" panose="02000703000000020004" pitchFamily="50" charset="0"/>
              </a:rPr>
              <a:t>Dark Evergreen</a:t>
            </a:r>
          </a:p>
          <a:p>
            <a:pPr>
              <a:spcBef>
                <a:spcPts val="600"/>
              </a:spcBef>
              <a:defRPr/>
            </a:pPr>
            <a:r>
              <a:rPr lang="en-US" sz="900" dirty="0">
                <a:solidFill>
                  <a:srgbClr val="FFFFFF"/>
                </a:solidFill>
                <a:latin typeface="Inter" panose="02000503000000020004" pitchFamily="2" charset="0"/>
              </a:rPr>
              <a:t>CMYK</a:t>
            </a:r>
            <a:br>
              <a:rPr lang="en-US" sz="900" dirty="0">
                <a:solidFill>
                  <a:srgbClr val="FFFFFF"/>
                </a:solidFill>
                <a:latin typeface="Inter" panose="02000503000000020004" pitchFamily="2" charset="0"/>
              </a:rPr>
            </a:br>
            <a:r>
              <a:rPr lang="en-US" sz="900" dirty="0">
                <a:solidFill>
                  <a:srgbClr val="FFFFFF"/>
                </a:solidFill>
                <a:latin typeface="Inter" panose="02000503000000020004" pitchFamily="2" charset="0"/>
              </a:rPr>
              <a:t>100/48/65/43</a:t>
            </a:r>
          </a:p>
          <a:p>
            <a:pPr>
              <a:spcBef>
                <a:spcPts val="600"/>
              </a:spcBef>
              <a:defRPr/>
            </a:pPr>
            <a:r>
              <a:rPr lang="en-US" sz="900" dirty="0">
                <a:solidFill>
                  <a:srgbClr val="FFFFFF"/>
                </a:solidFill>
                <a:latin typeface="Inter" panose="02000503000000020004" pitchFamily="2" charset="0"/>
              </a:rPr>
              <a:t>RGB</a:t>
            </a:r>
            <a:br>
              <a:rPr lang="en-US" sz="900" dirty="0">
                <a:solidFill>
                  <a:srgbClr val="FFFFFF"/>
                </a:solidFill>
                <a:latin typeface="Inter" panose="02000503000000020004" pitchFamily="2" charset="0"/>
              </a:rPr>
            </a:br>
            <a:r>
              <a:rPr lang="en-US" sz="900" dirty="0">
                <a:solidFill>
                  <a:srgbClr val="FFFFFF"/>
                </a:solidFill>
                <a:latin typeface="Inter" panose="02000503000000020004" pitchFamily="2" charset="0"/>
              </a:rPr>
              <a:t>0/71/69</a:t>
            </a:r>
          </a:p>
          <a:p>
            <a:pPr>
              <a:spcBef>
                <a:spcPts val="600"/>
              </a:spcBef>
              <a:defRPr/>
            </a:pPr>
            <a:r>
              <a:rPr lang="en-US" sz="900" dirty="0">
                <a:solidFill>
                  <a:srgbClr val="FFFFFF"/>
                </a:solidFill>
                <a:latin typeface="Inter" panose="02000503000000020004" pitchFamily="2" charset="0"/>
              </a:rPr>
              <a:t>Hex</a:t>
            </a:r>
            <a:br>
              <a:rPr lang="en-US" sz="900" dirty="0">
                <a:solidFill>
                  <a:srgbClr val="FFFFFF"/>
                </a:solidFill>
                <a:latin typeface="Inter" panose="02000503000000020004" pitchFamily="2" charset="0"/>
              </a:rPr>
            </a:br>
            <a:r>
              <a:rPr lang="en-US" sz="900" dirty="0">
                <a:solidFill>
                  <a:srgbClr val="FFFFFF"/>
                </a:solidFill>
                <a:latin typeface="Inter" panose="02000503000000020004" pitchFamily="2" charset="0"/>
              </a:rPr>
              <a:t>#004745</a:t>
            </a:r>
          </a:p>
        </p:txBody>
      </p:sp>
      <p:sp>
        <p:nvSpPr>
          <p:cNvPr id="2" name="object 14">
            <a:extLst>
              <a:ext uri="{FF2B5EF4-FFF2-40B4-BE49-F238E27FC236}">
                <a16:creationId xmlns:a16="http://schemas.microsoft.com/office/drawing/2014/main" id="{BC30E708-F67A-6D9A-C60B-E391D5905227}"/>
              </a:ext>
            </a:extLst>
          </p:cNvPr>
          <p:cNvSpPr txBox="1">
            <a:spLocks/>
          </p:cNvSpPr>
          <p:nvPr/>
        </p:nvSpPr>
        <p:spPr>
          <a:xfrm>
            <a:off x="422909" y="402376"/>
            <a:ext cx="9578915" cy="2970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800" kern="1200">
                <a:solidFill>
                  <a:schemeClr val="tx1"/>
                </a:solidFill>
                <a:latin typeface="Inter" panose="02000503000000020004" pitchFamily="2" charset="0"/>
                <a:ea typeface="+mj-ea"/>
                <a:cs typeface="+mj-cs"/>
              </a:defRPr>
            </a:lvl1pPr>
          </a:lstStyle>
          <a:p>
            <a:r>
              <a:rPr lang="en-US" sz="1600" dirty="0">
                <a:solidFill>
                  <a:schemeClr val="tx2"/>
                </a:solidFill>
              </a:rPr>
              <a:t>Evergreen tint palette</a:t>
            </a:r>
          </a:p>
        </p:txBody>
      </p:sp>
      <p:sp>
        <p:nvSpPr>
          <p:cNvPr id="9" name="object 14">
            <a:extLst>
              <a:ext uri="{FF2B5EF4-FFF2-40B4-BE49-F238E27FC236}">
                <a16:creationId xmlns:a16="http://schemas.microsoft.com/office/drawing/2014/main" id="{068A621D-5685-F322-F085-CDE83D4F524E}"/>
              </a:ext>
            </a:extLst>
          </p:cNvPr>
          <p:cNvSpPr txBox="1">
            <a:spLocks/>
          </p:cNvSpPr>
          <p:nvPr/>
        </p:nvSpPr>
        <p:spPr>
          <a:xfrm>
            <a:off x="419099" y="2499860"/>
            <a:ext cx="9578915" cy="2970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800" kern="1200">
                <a:solidFill>
                  <a:schemeClr val="tx1"/>
                </a:solidFill>
                <a:latin typeface="Inter" panose="02000503000000020004" pitchFamily="2" charset="0"/>
                <a:ea typeface="+mj-ea"/>
                <a:cs typeface="+mj-cs"/>
              </a:defRPr>
            </a:lvl1pPr>
          </a:lstStyle>
          <a:p>
            <a:r>
              <a:rPr lang="en-US" sz="1600" dirty="0">
                <a:solidFill>
                  <a:schemeClr val="tx2"/>
                </a:solidFill>
              </a:rPr>
              <a:t>Secondary palette</a:t>
            </a:r>
          </a:p>
        </p:txBody>
      </p:sp>
      <p:sp>
        <p:nvSpPr>
          <p:cNvPr id="10" name="object 14">
            <a:extLst>
              <a:ext uri="{FF2B5EF4-FFF2-40B4-BE49-F238E27FC236}">
                <a16:creationId xmlns:a16="http://schemas.microsoft.com/office/drawing/2014/main" id="{3854AA37-B47A-17F9-8DE5-D279989ED9A0}"/>
              </a:ext>
            </a:extLst>
          </p:cNvPr>
          <p:cNvSpPr txBox="1">
            <a:spLocks/>
          </p:cNvSpPr>
          <p:nvPr/>
        </p:nvSpPr>
        <p:spPr>
          <a:xfrm>
            <a:off x="422909" y="4692100"/>
            <a:ext cx="9578915" cy="2970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800" kern="1200">
                <a:solidFill>
                  <a:schemeClr val="tx1"/>
                </a:solidFill>
                <a:latin typeface="Inter" panose="02000503000000020004" pitchFamily="2" charset="0"/>
                <a:ea typeface="+mj-ea"/>
                <a:cs typeface="+mj-cs"/>
              </a:defRPr>
            </a:lvl1pPr>
          </a:lstStyle>
          <a:p>
            <a:r>
              <a:rPr lang="en-US" sz="1600" dirty="0">
                <a:solidFill>
                  <a:schemeClr val="tx2"/>
                </a:solidFill>
              </a:rPr>
              <a:t>Tertiary palette</a:t>
            </a:r>
          </a:p>
        </p:txBody>
      </p:sp>
      <p:sp>
        <p:nvSpPr>
          <p:cNvPr id="11" name="object 8">
            <a:extLst>
              <a:ext uri="{FF2B5EF4-FFF2-40B4-BE49-F238E27FC236}">
                <a16:creationId xmlns:a16="http://schemas.microsoft.com/office/drawing/2014/main" id="{CB43A6C0-9766-EE3D-29E7-E516F8F8C198}"/>
              </a:ext>
            </a:extLst>
          </p:cNvPr>
          <p:cNvSpPr/>
          <p:nvPr/>
        </p:nvSpPr>
        <p:spPr>
          <a:xfrm>
            <a:off x="422909" y="4987506"/>
            <a:ext cx="1892808" cy="1287140"/>
          </a:xfrm>
          <a:custGeom>
            <a:avLst/>
            <a:gdLst/>
            <a:ahLst/>
            <a:cxnLst/>
            <a:rect l="l" t="t" r="r" b="b"/>
            <a:pathLst>
              <a:path w="2927984" h="3937634">
                <a:moveTo>
                  <a:pt x="2927659" y="0"/>
                </a:moveTo>
                <a:lnTo>
                  <a:pt x="0" y="0"/>
                </a:lnTo>
                <a:lnTo>
                  <a:pt x="0" y="3937052"/>
                </a:lnTo>
                <a:lnTo>
                  <a:pt x="2927659" y="3937052"/>
                </a:lnTo>
                <a:lnTo>
                  <a:pt x="2927659" y="0"/>
                </a:lnTo>
                <a:close/>
              </a:path>
            </a:pathLst>
          </a:custGeom>
          <a:solidFill>
            <a:srgbClr val="2176FF"/>
          </a:solidFill>
          <a:ln>
            <a:noFill/>
          </a:ln>
        </p:spPr>
        <p:txBody>
          <a:bodyPr wrap="square" lIns="91440" tIns="91440" rIns="0" bIns="182880" rtlCol="0"/>
          <a:lstStyle/>
          <a:p>
            <a:pPr marL="7701" defTabSz="554492">
              <a:spcAft>
                <a:spcPts val="1200"/>
              </a:spcAft>
            </a:pPr>
            <a:r>
              <a:rPr lang="en-US" sz="1600" kern="0" dirty="0">
                <a:solidFill>
                  <a:schemeClr val="bg1"/>
                </a:solidFill>
                <a:latin typeface="Inter Semi Bold" panose="02000703000000020004" pitchFamily="50" charset="0"/>
                <a:ea typeface="Inter Semi Bold" panose="02000703000000020004" pitchFamily="50" charset="0"/>
                <a:cs typeface="Inter Semi Bold" panose="02000703000000020004" pitchFamily="50" charset="0"/>
              </a:rPr>
              <a:t>Dark Sky</a:t>
            </a:r>
          </a:p>
          <a:p>
            <a:pPr marL="7701" marR="3081" defTabSz="554492">
              <a:spcAft>
                <a:spcPts val="600"/>
              </a:spcAft>
            </a:pPr>
            <a:r>
              <a:rPr lang="en-US" sz="1000" kern="0" dirty="0">
                <a:solidFill>
                  <a:schemeClr val="bg1"/>
                </a:solidFill>
                <a:ea typeface="Inter" panose="02000503000000020004" pitchFamily="2" charset="0"/>
                <a:cs typeface="Arial" panose="020B0604020202020204" pitchFamily="34" charset="0"/>
              </a:rPr>
              <a:t>RGB </a:t>
            </a:r>
            <a:br>
              <a:rPr lang="en-US" sz="1000" kern="0" dirty="0">
                <a:solidFill>
                  <a:schemeClr val="bg1"/>
                </a:solidFill>
                <a:ea typeface="Inter" panose="02000503000000020004" pitchFamily="2" charset="0"/>
                <a:cs typeface="Arial" panose="020B0604020202020204" pitchFamily="34" charset="0"/>
              </a:rPr>
            </a:br>
            <a:r>
              <a:rPr lang="en-US" sz="1000" kern="0" dirty="0">
                <a:solidFill>
                  <a:schemeClr val="bg1"/>
                </a:solidFill>
                <a:ea typeface="Inter" panose="02000503000000020004" pitchFamily="2" charset="0"/>
                <a:cs typeface="Arial" panose="020B0604020202020204" pitchFamily="34" charset="0"/>
              </a:rPr>
              <a:t>33/118/255</a:t>
            </a:r>
          </a:p>
          <a:p>
            <a:pPr defTabSz="554492">
              <a:spcAft>
                <a:spcPts val="600"/>
              </a:spcAft>
            </a:pPr>
            <a:r>
              <a:rPr lang="en-US" sz="1000" kern="0" dirty="0">
                <a:solidFill>
                  <a:schemeClr val="bg1"/>
                </a:solidFill>
                <a:ea typeface="Inter" panose="02000503000000020004" pitchFamily="2" charset="0"/>
                <a:cs typeface="Arial" panose="020B0604020202020204" pitchFamily="34" charset="0"/>
              </a:rPr>
              <a:t>HEX </a:t>
            </a:r>
            <a:br>
              <a:rPr lang="en-US" sz="1000" kern="0" dirty="0">
                <a:solidFill>
                  <a:schemeClr val="bg1"/>
                </a:solidFill>
                <a:ea typeface="Inter" panose="02000503000000020004" pitchFamily="2" charset="0"/>
                <a:cs typeface="Arial" panose="020B0604020202020204" pitchFamily="34" charset="0"/>
              </a:rPr>
            </a:br>
            <a:r>
              <a:rPr lang="en-US" sz="1000" kern="0" dirty="0">
                <a:solidFill>
                  <a:schemeClr val="bg1"/>
                </a:solidFill>
                <a:ea typeface="Inter" panose="02000503000000020004" pitchFamily="2" charset="0"/>
                <a:cs typeface="Arial" panose="020B0604020202020204" pitchFamily="34" charset="0"/>
              </a:rPr>
              <a:t>#2176FF</a:t>
            </a:r>
          </a:p>
        </p:txBody>
      </p:sp>
      <p:sp>
        <p:nvSpPr>
          <p:cNvPr id="12" name="object 8">
            <a:extLst>
              <a:ext uri="{FF2B5EF4-FFF2-40B4-BE49-F238E27FC236}">
                <a16:creationId xmlns:a16="http://schemas.microsoft.com/office/drawing/2014/main" id="{D9B215A4-DCC1-0F7C-9388-5AE1829486B8}"/>
              </a:ext>
            </a:extLst>
          </p:cNvPr>
          <p:cNvSpPr/>
          <p:nvPr/>
        </p:nvSpPr>
        <p:spPr>
          <a:xfrm>
            <a:off x="2316480" y="4987506"/>
            <a:ext cx="1892808" cy="1287140"/>
          </a:xfrm>
          <a:custGeom>
            <a:avLst/>
            <a:gdLst/>
            <a:ahLst/>
            <a:cxnLst/>
            <a:rect l="l" t="t" r="r" b="b"/>
            <a:pathLst>
              <a:path w="2927984" h="3937634">
                <a:moveTo>
                  <a:pt x="2927659" y="0"/>
                </a:moveTo>
                <a:lnTo>
                  <a:pt x="0" y="0"/>
                </a:lnTo>
                <a:lnTo>
                  <a:pt x="0" y="3937052"/>
                </a:lnTo>
                <a:lnTo>
                  <a:pt x="2927659" y="3937052"/>
                </a:lnTo>
                <a:lnTo>
                  <a:pt x="2927659" y="0"/>
                </a:lnTo>
                <a:close/>
              </a:path>
            </a:pathLst>
          </a:custGeom>
          <a:solidFill>
            <a:srgbClr val="5FB7FF"/>
          </a:solidFill>
          <a:ln>
            <a:noFill/>
          </a:ln>
        </p:spPr>
        <p:txBody>
          <a:bodyPr wrap="square" lIns="91440" tIns="91440" rIns="0" bIns="182880" rtlCol="0"/>
          <a:lstStyle/>
          <a:p>
            <a:pPr marL="7701" defTabSz="554492">
              <a:spcAft>
                <a:spcPts val="1200"/>
              </a:spcAft>
            </a:pPr>
            <a:r>
              <a:rPr lang="en-US" sz="1600" kern="0" dirty="0">
                <a:solidFill>
                  <a:schemeClr val="tx2"/>
                </a:solidFill>
                <a:latin typeface="Inter Semi Bold" panose="02000703000000020004" pitchFamily="50" charset="0"/>
                <a:ea typeface="Inter Semi Bold" panose="02000703000000020004" pitchFamily="50" charset="0"/>
                <a:cs typeface="Inter Semi Bold" panose="02000703000000020004" pitchFamily="50" charset="0"/>
              </a:rPr>
              <a:t>Sky</a:t>
            </a:r>
          </a:p>
          <a:p>
            <a:pPr marL="7701" marR="3081" defTabSz="554492">
              <a:spcAft>
                <a:spcPts val="600"/>
              </a:spcAft>
            </a:pPr>
            <a:r>
              <a:rPr lang="en-US" sz="1000" kern="0" dirty="0">
                <a:solidFill>
                  <a:schemeClr val="tx2"/>
                </a:solidFill>
                <a:ea typeface="Inter" panose="02000503000000020004" pitchFamily="2" charset="0"/>
                <a:cs typeface="Arial" panose="020B0604020202020204" pitchFamily="34" charset="0"/>
              </a:rPr>
              <a:t>RGB </a:t>
            </a:r>
            <a:br>
              <a:rPr lang="en-US" sz="1000" kern="0" dirty="0">
                <a:solidFill>
                  <a:schemeClr val="tx2"/>
                </a:solidFill>
                <a:ea typeface="Inter" panose="02000503000000020004" pitchFamily="2" charset="0"/>
                <a:cs typeface="Arial" panose="020B0604020202020204" pitchFamily="34" charset="0"/>
              </a:rPr>
            </a:br>
            <a:r>
              <a:rPr lang="en-US" sz="1000" kern="0" dirty="0">
                <a:solidFill>
                  <a:schemeClr val="tx2"/>
                </a:solidFill>
                <a:ea typeface="Inter" panose="02000503000000020004" pitchFamily="2" charset="0"/>
                <a:cs typeface="Arial" panose="020B0604020202020204" pitchFamily="34" charset="0"/>
              </a:rPr>
              <a:t>95/183/255</a:t>
            </a:r>
          </a:p>
          <a:p>
            <a:pPr defTabSz="554492">
              <a:spcAft>
                <a:spcPts val="600"/>
              </a:spcAft>
            </a:pPr>
            <a:r>
              <a:rPr lang="en-US" sz="1000" kern="0" dirty="0">
                <a:solidFill>
                  <a:schemeClr val="tx2"/>
                </a:solidFill>
                <a:ea typeface="Inter" panose="02000503000000020004" pitchFamily="2" charset="0"/>
                <a:cs typeface="Arial" panose="020B0604020202020204" pitchFamily="34" charset="0"/>
              </a:rPr>
              <a:t>HEX </a:t>
            </a:r>
            <a:br>
              <a:rPr lang="en-US" sz="1000" kern="0" dirty="0">
                <a:solidFill>
                  <a:schemeClr val="tx2"/>
                </a:solidFill>
                <a:ea typeface="Inter" panose="02000503000000020004" pitchFamily="2" charset="0"/>
                <a:cs typeface="Arial" panose="020B0604020202020204" pitchFamily="34" charset="0"/>
              </a:rPr>
            </a:br>
            <a:r>
              <a:rPr lang="en-US" sz="1000" kern="0" dirty="0">
                <a:solidFill>
                  <a:schemeClr val="tx2"/>
                </a:solidFill>
                <a:ea typeface="Inter" panose="02000503000000020004" pitchFamily="2" charset="0"/>
                <a:cs typeface="Arial" panose="020B0604020202020204" pitchFamily="34" charset="0"/>
              </a:rPr>
              <a:t>#5FB7FF</a:t>
            </a:r>
          </a:p>
        </p:txBody>
      </p:sp>
      <p:sp>
        <p:nvSpPr>
          <p:cNvPr id="13" name="object 8">
            <a:extLst>
              <a:ext uri="{FF2B5EF4-FFF2-40B4-BE49-F238E27FC236}">
                <a16:creationId xmlns:a16="http://schemas.microsoft.com/office/drawing/2014/main" id="{2FFDAAAF-BD18-1B0A-0C4B-971E126A0A9D}"/>
              </a:ext>
            </a:extLst>
          </p:cNvPr>
          <p:cNvSpPr/>
          <p:nvPr/>
        </p:nvSpPr>
        <p:spPr>
          <a:xfrm>
            <a:off x="4209288" y="4987506"/>
            <a:ext cx="1892808" cy="1287140"/>
          </a:xfrm>
          <a:custGeom>
            <a:avLst/>
            <a:gdLst/>
            <a:ahLst/>
            <a:cxnLst/>
            <a:rect l="l" t="t" r="r" b="b"/>
            <a:pathLst>
              <a:path w="2927984" h="3937634">
                <a:moveTo>
                  <a:pt x="2927659" y="0"/>
                </a:moveTo>
                <a:lnTo>
                  <a:pt x="0" y="0"/>
                </a:lnTo>
                <a:lnTo>
                  <a:pt x="0" y="3937052"/>
                </a:lnTo>
                <a:lnTo>
                  <a:pt x="2927659" y="3937052"/>
                </a:lnTo>
                <a:lnTo>
                  <a:pt x="2927659" y="0"/>
                </a:lnTo>
                <a:close/>
              </a:path>
            </a:pathLst>
          </a:custGeom>
          <a:solidFill>
            <a:srgbClr val="3E9E00"/>
          </a:solidFill>
          <a:ln>
            <a:noFill/>
          </a:ln>
        </p:spPr>
        <p:txBody>
          <a:bodyPr wrap="square" lIns="91440" tIns="91440" rIns="0" bIns="182880" rtlCol="0"/>
          <a:lstStyle/>
          <a:p>
            <a:pPr marL="7701" defTabSz="554492">
              <a:spcAft>
                <a:spcPts val="1200"/>
              </a:spcAft>
            </a:pPr>
            <a:r>
              <a:rPr lang="en-US" sz="1600" kern="0" dirty="0">
                <a:solidFill>
                  <a:schemeClr val="bg1"/>
                </a:solidFill>
                <a:latin typeface="Inter Semi Bold" panose="02000703000000020004" pitchFamily="50" charset="0"/>
                <a:ea typeface="Inter Semi Bold" panose="02000703000000020004" pitchFamily="50" charset="0"/>
                <a:cs typeface="Inter Semi Bold" panose="02000703000000020004" pitchFamily="50" charset="0"/>
              </a:rPr>
              <a:t>Dark Forest</a:t>
            </a:r>
          </a:p>
          <a:p>
            <a:pPr marL="7701" marR="3081" defTabSz="554492">
              <a:spcAft>
                <a:spcPts val="600"/>
              </a:spcAft>
            </a:pPr>
            <a:r>
              <a:rPr lang="en-US" sz="1000" kern="0" dirty="0">
                <a:solidFill>
                  <a:schemeClr val="bg1"/>
                </a:solidFill>
                <a:ea typeface="Inter" panose="02000503000000020004" pitchFamily="2" charset="0"/>
                <a:cs typeface="Arial" panose="020B0604020202020204" pitchFamily="34" charset="0"/>
              </a:rPr>
              <a:t>RGB </a:t>
            </a:r>
            <a:br>
              <a:rPr lang="en-US" sz="1000" kern="0" dirty="0">
                <a:solidFill>
                  <a:schemeClr val="bg1"/>
                </a:solidFill>
                <a:ea typeface="Inter" panose="02000503000000020004" pitchFamily="2" charset="0"/>
                <a:cs typeface="Arial" panose="020B0604020202020204" pitchFamily="34" charset="0"/>
              </a:rPr>
            </a:br>
            <a:r>
              <a:rPr lang="en-US" sz="1000" kern="0" dirty="0">
                <a:solidFill>
                  <a:schemeClr val="bg1"/>
                </a:solidFill>
                <a:ea typeface="Inter" panose="02000503000000020004" pitchFamily="2" charset="0"/>
                <a:cs typeface="Arial" panose="020B0604020202020204" pitchFamily="34" charset="0"/>
              </a:rPr>
              <a:t>62/158/0</a:t>
            </a:r>
          </a:p>
          <a:p>
            <a:pPr defTabSz="554492">
              <a:spcAft>
                <a:spcPts val="600"/>
              </a:spcAft>
            </a:pPr>
            <a:r>
              <a:rPr lang="en-US" sz="1000" kern="0" dirty="0">
                <a:solidFill>
                  <a:schemeClr val="bg1"/>
                </a:solidFill>
                <a:ea typeface="Inter" panose="02000503000000020004" pitchFamily="2" charset="0"/>
                <a:cs typeface="Arial" panose="020B0604020202020204" pitchFamily="34" charset="0"/>
              </a:rPr>
              <a:t>HEX </a:t>
            </a:r>
            <a:br>
              <a:rPr lang="en-US" sz="1000" kern="0" dirty="0">
                <a:solidFill>
                  <a:schemeClr val="bg1"/>
                </a:solidFill>
                <a:ea typeface="Inter" panose="02000503000000020004" pitchFamily="2" charset="0"/>
                <a:cs typeface="Arial" panose="020B0604020202020204" pitchFamily="34" charset="0"/>
              </a:rPr>
            </a:br>
            <a:r>
              <a:rPr lang="en-US" sz="1000" kern="0" dirty="0">
                <a:solidFill>
                  <a:schemeClr val="bg1"/>
                </a:solidFill>
                <a:ea typeface="Inter" panose="02000503000000020004" pitchFamily="2" charset="0"/>
                <a:cs typeface="Arial" panose="020B0604020202020204" pitchFamily="34" charset="0"/>
              </a:rPr>
              <a:t>#3E9E00</a:t>
            </a:r>
          </a:p>
        </p:txBody>
      </p:sp>
      <p:sp>
        <p:nvSpPr>
          <p:cNvPr id="14" name="object 8">
            <a:extLst>
              <a:ext uri="{FF2B5EF4-FFF2-40B4-BE49-F238E27FC236}">
                <a16:creationId xmlns:a16="http://schemas.microsoft.com/office/drawing/2014/main" id="{F39CCFC5-4E4E-8078-01CE-5FA167ECD426}"/>
              </a:ext>
            </a:extLst>
          </p:cNvPr>
          <p:cNvSpPr/>
          <p:nvPr/>
        </p:nvSpPr>
        <p:spPr>
          <a:xfrm>
            <a:off x="6099556" y="4987506"/>
            <a:ext cx="1892808" cy="1287140"/>
          </a:xfrm>
          <a:custGeom>
            <a:avLst/>
            <a:gdLst/>
            <a:ahLst/>
            <a:cxnLst/>
            <a:rect l="l" t="t" r="r" b="b"/>
            <a:pathLst>
              <a:path w="2927984" h="3937634">
                <a:moveTo>
                  <a:pt x="2927659" y="0"/>
                </a:moveTo>
                <a:lnTo>
                  <a:pt x="0" y="0"/>
                </a:lnTo>
                <a:lnTo>
                  <a:pt x="0" y="3937052"/>
                </a:lnTo>
                <a:lnTo>
                  <a:pt x="2927659" y="3937052"/>
                </a:lnTo>
                <a:lnTo>
                  <a:pt x="2927659" y="0"/>
                </a:lnTo>
                <a:close/>
              </a:path>
            </a:pathLst>
          </a:custGeom>
          <a:solidFill>
            <a:srgbClr val="7BDD3C"/>
          </a:solidFill>
          <a:ln>
            <a:noFill/>
          </a:ln>
        </p:spPr>
        <p:txBody>
          <a:bodyPr wrap="square" lIns="91440" tIns="91440" rIns="0" bIns="182880" rtlCol="0"/>
          <a:lstStyle/>
          <a:p>
            <a:pPr marL="7701" defTabSz="554492">
              <a:spcAft>
                <a:spcPts val="1200"/>
              </a:spcAft>
            </a:pPr>
            <a:r>
              <a:rPr lang="en-US" sz="1600" kern="0" dirty="0">
                <a:solidFill>
                  <a:schemeClr val="tx2"/>
                </a:solidFill>
                <a:latin typeface="Inter Semi Bold" panose="02000703000000020004" pitchFamily="50" charset="0"/>
                <a:ea typeface="Inter Semi Bold" panose="02000703000000020004" pitchFamily="50" charset="0"/>
                <a:cs typeface="Inter Semi Bold" panose="02000703000000020004" pitchFamily="50" charset="0"/>
              </a:rPr>
              <a:t>Forest</a:t>
            </a:r>
          </a:p>
          <a:p>
            <a:pPr marL="7701" marR="3081" defTabSz="554492">
              <a:spcAft>
                <a:spcPts val="600"/>
              </a:spcAft>
            </a:pPr>
            <a:r>
              <a:rPr lang="en-US" sz="1000" kern="0" dirty="0">
                <a:solidFill>
                  <a:schemeClr val="tx2"/>
                </a:solidFill>
                <a:ea typeface="Inter" panose="02000503000000020004" pitchFamily="2" charset="0"/>
                <a:cs typeface="Arial" panose="020B0604020202020204" pitchFamily="34" charset="0"/>
              </a:rPr>
              <a:t>RGB </a:t>
            </a:r>
            <a:br>
              <a:rPr lang="en-US" sz="1000" kern="0" dirty="0">
                <a:solidFill>
                  <a:schemeClr val="tx2"/>
                </a:solidFill>
                <a:ea typeface="Inter" panose="02000503000000020004" pitchFamily="2" charset="0"/>
                <a:cs typeface="Arial" panose="020B0604020202020204" pitchFamily="34" charset="0"/>
              </a:rPr>
            </a:br>
            <a:r>
              <a:rPr lang="en-US" sz="1000" kern="0" dirty="0">
                <a:solidFill>
                  <a:schemeClr val="tx2"/>
                </a:solidFill>
                <a:ea typeface="Inter" panose="02000503000000020004" pitchFamily="2" charset="0"/>
                <a:cs typeface="Arial" panose="020B0604020202020204" pitchFamily="34" charset="0"/>
              </a:rPr>
              <a:t>123/221/60</a:t>
            </a:r>
          </a:p>
          <a:p>
            <a:pPr defTabSz="554492">
              <a:spcAft>
                <a:spcPts val="600"/>
              </a:spcAft>
            </a:pPr>
            <a:r>
              <a:rPr lang="en-US" sz="1000" kern="0" dirty="0">
                <a:solidFill>
                  <a:schemeClr val="tx2"/>
                </a:solidFill>
                <a:ea typeface="Inter" panose="02000503000000020004" pitchFamily="2" charset="0"/>
                <a:cs typeface="Arial" panose="020B0604020202020204" pitchFamily="34" charset="0"/>
              </a:rPr>
              <a:t>HEX </a:t>
            </a:r>
            <a:br>
              <a:rPr lang="en-US" sz="1000" kern="0" dirty="0">
                <a:solidFill>
                  <a:schemeClr val="tx2"/>
                </a:solidFill>
                <a:ea typeface="Inter" panose="02000503000000020004" pitchFamily="2" charset="0"/>
                <a:cs typeface="Arial" panose="020B0604020202020204" pitchFamily="34" charset="0"/>
              </a:rPr>
            </a:br>
            <a:r>
              <a:rPr lang="en-US" sz="1000" kern="0" dirty="0">
                <a:solidFill>
                  <a:schemeClr val="tx2"/>
                </a:solidFill>
                <a:ea typeface="Inter" panose="02000503000000020004" pitchFamily="2" charset="0"/>
                <a:cs typeface="Arial" panose="020B0604020202020204" pitchFamily="34" charset="0"/>
              </a:rPr>
              <a:t>#7BDD3C</a:t>
            </a:r>
          </a:p>
        </p:txBody>
      </p:sp>
      <p:sp>
        <p:nvSpPr>
          <p:cNvPr id="15" name="object 8">
            <a:extLst>
              <a:ext uri="{FF2B5EF4-FFF2-40B4-BE49-F238E27FC236}">
                <a16:creationId xmlns:a16="http://schemas.microsoft.com/office/drawing/2014/main" id="{0C86CF84-5292-E46B-62B0-EB870B7C3D3A}"/>
              </a:ext>
            </a:extLst>
          </p:cNvPr>
          <p:cNvSpPr/>
          <p:nvPr/>
        </p:nvSpPr>
        <p:spPr>
          <a:xfrm>
            <a:off x="7989824" y="4987506"/>
            <a:ext cx="1892808" cy="1287140"/>
          </a:xfrm>
          <a:custGeom>
            <a:avLst/>
            <a:gdLst/>
            <a:ahLst/>
            <a:cxnLst/>
            <a:rect l="l" t="t" r="r" b="b"/>
            <a:pathLst>
              <a:path w="2927984" h="3937634">
                <a:moveTo>
                  <a:pt x="2927659" y="0"/>
                </a:moveTo>
                <a:lnTo>
                  <a:pt x="0" y="0"/>
                </a:lnTo>
                <a:lnTo>
                  <a:pt x="0" y="3937052"/>
                </a:lnTo>
                <a:lnTo>
                  <a:pt x="2927659" y="3937052"/>
                </a:lnTo>
                <a:lnTo>
                  <a:pt x="2927659" y="0"/>
                </a:lnTo>
                <a:close/>
              </a:path>
            </a:pathLst>
          </a:custGeom>
          <a:solidFill>
            <a:srgbClr val="4A2419"/>
          </a:solidFill>
          <a:ln>
            <a:noFill/>
          </a:ln>
        </p:spPr>
        <p:txBody>
          <a:bodyPr wrap="square" lIns="91440" tIns="91440" rIns="0" bIns="182880" rtlCol="0"/>
          <a:lstStyle/>
          <a:p>
            <a:pPr marL="7701" defTabSz="554492">
              <a:spcAft>
                <a:spcPts val="1200"/>
              </a:spcAft>
            </a:pPr>
            <a:r>
              <a:rPr lang="en-US" sz="1600" kern="0" dirty="0">
                <a:solidFill>
                  <a:schemeClr val="bg1"/>
                </a:solidFill>
                <a:latin typeface="Inter Semi Bold" panose="02000703000000020004" pitchFamily="50" charset="0"/>
                <a:ea typeface="Inter Semi Bold" panose="02000703000000020004" pitchFamily="50" charset="0"/>
                <a:cs typeface="Inter Semi Bold" panose="02000703000000020004" pitchFamily="50" charset="0"/>
              </a:rPr>
              <a:t>Dark Earth</a:t>
            </a:r>
          </a:p>
          <a:p>
            <a:pPr marL="7701" marR="3081" defTabSz="554492">
              <a:spcAft>
                <a:spcPts val="600"/>
              </a:spcAft>
            </a:pPr>
            <a:r>
              <a:rPr lang="en-US" sz="1000" kern="0" dirty="0">
                <a:solidFill>
                  <a:schemeClr val="bg1"/>
                </a:solidFill>
                <a:ea typeface="Inter" panose="02000503000000020004" pitchFamily="2" charset="0"/>
                <a:cs typeface="Arial" panose="020B0604020202020204" pitchFamily="34" charset="0"/>
              </a:rPr>
              <a:t>RGB </a:t>
            </a:r>
            <a:br>
              <a:rPr lang="en-US" sz="1000" kern="0" dirty="0">
                <a:solidFill>
                  <a:schemeClr val="bg1"/>
                </a:solidFill>
                <a:ea typeface="Inter" panose="02000503000000020004" pitchFamily="2" charset="0"/>
                <a:cs typeface="Arial" panose="020B0604020202020204" pitchFamily="34" charset="0"/>
              </a:rPr>
            </a:br>
            <a:r>
              <a:rPr lang="en-US" sz="1000" kern="0" dirty="0">
                <a:solidFill>
                  <a:schemeClr val="bg1"/>
                </a:solidFill>
                <a:ea typeface="Inter" panose="02000503000000020004" pitchFamily="2" charset="0"/>
                <a:cs typeface="Arial" panose="020B0604020202020204" pitchFamily="34" charset="0"/>
              </a:rPr>
              <a:t>74/36/25</a:t>
            </a:r>
          </a:p>
          <a:p>
            <a:pPr defTabSz="554492">
              <a:spcAft>
                <a:spcPts val="600"/>
              </a:spcAft>
            </a:pPr>
            <a:r>
              <a:rPr lang="en-US" sz="1000" kern="0" dirty="0">
                <a:solidFill>
                  <a:schemeClr val="bg1"/>
                </a:solidFill>
                <a:ea typeface="Inter" panose="02000503000000020004" pitchFamily="2" charset="0"/>
                <a:cs typeface="Arial" panose="020B0604020202020204" pitchFamily="34" charset="0"/>
              </a:rPr>
              <a:t>HEX </a:t>
            </a:r>
            <a:br>
              <a:rPr lang="en-US" sz="1000" kern="0" dirty="0">
                <a:solidFill>
                  <a:schemeClr val="bg1"/>
                </a:solidFill>
                <a:ea typeface="Inter" panose="02000503000000020004" pitchFamily="2" charset="0"/>
                <a:cs typeface="Arial" panose="020B0604020202020204" pitchFamily="34" charset="0"/>
              </a:rPr>
            </a:br>
            <a:r>
              <a:rPr lang="en-US" sz="1000" kern="0" dirty="0">
                <a:solidFill>
                  <a:schemeClr val="bg1"/>
                </a:solidFill>
                <a:ea typeface="Inter" panose="02000503000000020004" pitchFamily="2" charset="0"/>
                <a:cs typeface="Arial" panose="020B0604020202020204" pitchFamily="34" charset="0"/>
              </a:rPr>
              <a:t>#4A2419</a:t>
            </a:r>
          </a:p>
        </p:txBody>
      </p:sp>
      <p:sp>
        <p:nvSpPr>
          <p:cNvPr id="16" name="object 8">
            <a:extLst>
              <a:ext uri="{FF2B5EF4-FFF2-40B4-BE49-F238E27FC236}">
                <a16:creationId xmlns:a16="http://schemas.microsoft.com/office/drawing/2014/main" id="{B777BD78-D7BF-F5D0-FD15-7098D72751F6}"/>
              </a:ext>
            </a:extLst>
          </p:cNvPr>
          <p:cNvSpPr/>
          <p:nvPr/>
        </p:nvSpPr>
        <p:spPr>
          <a:xfrm>
            <a:off x="9875520" y="4987506"/>
            <a:ext cx="1892808" cy="1287140"/>
          </a:xfrm>
          <a:custGeom>
            <a:avLst/>
            <a:gdLst/>
            <a:ahLst/>
            <a:cxnLst/>
            <a:rect l="l" t="t" r="r" b="b"/>
            <a:pathLst>
              <a:path w="2927984" h="3937634">
                <a:moveTo>
                  <a:pt x="2927659" y="0"/>
                </a:moveTo>
                <a:lnTo>
                  <a:pt x="0" y="0"/>
                </a:lnTo>
                <a:lnTo>
                  <a:pt x="0" y="3937052"/>
                </a:lnTo>
                <a:lnTo>
                  <a:pt x="2927659" y="3937052"/>
                </a:lnTo>
                <a:lnTo>
                  <a:pt x="2927659" y="0"/>
                </a:lnTo>
                <a:close/>
              </a:path>
            </a:pathLst>
          </a:custGeom>
          <a:solidFill>
            <a:srgbClr val="774936"/>
          </a:solidFill>
          <a:ln>
            <a:noFill/>
          </a:ln>
        </p:spPr>
        <p:txBody>
          <a:bodyPr wrap="square" lIns="91440" tIns="91440" rIns="0" bIns="182880" rtlCol="0"/>
          <a:lstStyle/>
          <a:p>
            <a:pPr marL="7701" defTabSz="554492">
              <a:spcAft>
                <a:spcPts val="1200"/>
              </a:spcAft>
            </a:pPr>
            <a:r>
              <a:rPr lang="en-US" sz="1600" kern="0" dirty="0">
                <a:solidFill>
                  <a:schemeClr val="bg1"/>
                </a:solidFill>
                <a:latin typeface="Inter Semi Bold" panose="02000703000000020004" pitchFamily="50" charset="0"/>
                <a:ea typeface="Inter Semi Bold" panose="02000703000000020004" pitchFamily="50" charset="0"/>
                <a:cs typeface="Inter Semi Bold" panose="02000703000000020004" pitchFamily="50" charset="0"/>
              </a:rPr>
              <a:t>Earth</a:t>
            </a:r>
          </a:p>
          <a:p>
            <a:pPr marL="7701" marR="3081" defTabSz="554492">
              <a:spcAft>
                <a:spcPts val="600"/>
              </a:spcAft>
            </a:pPr>
            <a:r>
              <a:rPr lang="en-US" sz="1000" kern="0" dirty="0">
                <a:solidFill>
                  <a:schemeClr val="bg1"/>
                </a:solidFill>
                <a:ea typeface="Inter" panose="02000503000000020004" pitchFamily="2" charset="0"/>
                <a:cs typeface="Arial" panose="020B0604020202020204" pitchFamily="34" charset="0"/>
              </a:rPr>
              <a:t>RGB </a:t>
            </a:r>
            <a:br>
              <a:rPr lang="en-US" sz="1000" kern="0" dirty="0">
                <a:solidFill>
                  <a:schemeClr val="bg1"/>
                </a:solidFill>
                <a:ea typeface="Inter" panose="02000503000000020004" pitchFamily="2" charset="0"/>
                <a:cs typeface="Arial" panose="020B0604020202020204" pitchFamily="34" charset="0"/>
              </a:rPr>
            </a:br>
            <a:r>
              <a:rPr lang="en-US" sz="1000" kern="0" dirty="0">
                <a:solidFill>
                  <a:schemeClr val="bg1"/>
                </a:solidFill>
                <a:ea typeface="Inter" panose="02000503000000020004" pitchFamily="2" charset="0"/>
                <a:cs typeface="Arial" panose="020B0604020202020204" pitchFamily="34" charset="0"/>
              </a:rPr>
              <a:t>119/73/54</a:t>
            </a:r>
          </a:p>
          <a:p>
            <a:pPr defTabSz="554492">
              <a:spcAft>
                <a:spcPts val="600"/>
              </a:spcAft>
            </a:pPr>
            <a:r>
              <a:rPr lang="en-US" sz="1000" kern="0" dirty="0">
                <a:solidFill>
                  <a:schemeClr val="bg1"/>
                </a:solidFill>
                <a:ea typeface="Inter" panose="02000503000000020004" pitchFamily="2" charset="0"/>
                <a:cs typeface="Arial" panose="020B0604020202020204" pitchFamily="34" charset="0"/>
              </a:rPr>
              <a:t>HEX </a:t>
            </a:r>
            <a:br>
              <a:rPr lang="en-US" sz="1000" kern="0" dirty="0">
                <a:solidFill>
                  <a:schemeClr val="bg1"/>
                </a:solidFill>
                <a:ea typeface="Inter" panose="02000503000000020004" pitchFamily="2" charset="0"/>
                <a:cs typeface="Arial" panose="020B0604020202020204" pitchFamily="34" charset="0"/>
              </a:rPr>
            </a:br>
            <a:r>
              <a:rPr lang="en-US" sz="1000" kern="0" dirty="0">
                <a:solidFill>
                  <a:schemeClr val="bg1"/>
                </a:solidFill>
                <a:ea typeface="Inter" panose="02000503000000020004" pitchFamily="2" charset="0"/>
                <a:cs typeface="Arial" panose="020B0604020202020204" pitchFamily="34" charset="0"/>
              </a:rPr>
              <a:t>#774936</a:t>
            </a:r>
          </a:p>
        </p:txBody>
      </p:sp>
    </p:spTree>
    <p:extLst>
      <p:ext uri="{BB962C8B-B14F-4D97-AF65-F5344CB8AC3E}">
        <p14:creationId xmlns:p14="http://schemas.microsoft.com/office/powerpoint/2010/main" val="20566322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12DD0-90D4-8F96-6F68-5CA2EC5D2B4C}"/>
              </a:ext>
            </a:extLst>
          </p:cNvPr>
          <p:cNvSpPr>
            <a:spLocks noGrp="1"/>
          </p:cNvSpPr>
          <p:nvPr>
            <p:ph type="title"/>
          </p:nvPr>
        </p:nvSpPr>
        <p:spPr/>
        <p:txBody>
          <a:bodyPr/>
          <a:lstStyle/>
          <a:p>
            <a:r>
              <a:rPr lang="en-US"/>
              <a:t>Business and Accelerator Icons</a:t>
            </a:r>
            <a:endParaRPr lang="en-US" dirty="0"/>
          </a:p>
        </p:txBody>
      </p:sp>
      <p:sp>
        <p:nvSpPr>
          <p:cNvPr id="38" name="Slide Number Placeholder 37">
            <a:extLst>
              <a:ext uri="{FF2B5EF4-FFF2-40B4-BE49-F238E27FC236}">
                <a16:creationId xmlns:a16="http://schemas.microsoft.com/office/drawing/2014/main" id="{D7BF7549-9DC3-8144-5FFF-72B4A6CC7E04}"/>
              </a:ext>
            </a:extLst>
          </p:cNvPr>
          <p:cNvSpPr>
            <a:spLocks noGrp="1"/>
          </p:cNvSpPr>
          <p:nvPr>
            <p:ph type="sldNum" sz="quarter" idx="12"/>
          </p:nvPr>
        </p:nvSpPr>
        <p:spPr/>
        <p:txBody>
          <a:bodyPr/>
          <a:lstStyle/>
          <a:p>
            <a:fld id="{7A7A97EF-C944-4447-B862-B593E9B4A0FF}" type="slidenum">
              <a:rPr lang="en-US" smtClean="0"/>
              <a:pPr/>
              <a:t>53</a:t>
            </a:fld>
            <a:endParaRPr lang="en-US" dirty="0"/>
          </a:p>
        </p:txBody>
      </p:sp>
      <p:sp>
        <p:nvSpPr>
          <p:cNvPr id="55" name="Text Placeholder 54">
            <a:extLst>
              <a:ext uri="{FF2B5EF4-FFF2-40B4-BE49-F238E27FC236}">
                <a16:creationId xmlns:a16="http://schemas.microsoft.com/office/drawing/2014/main" id="{66247243-7C8A-8FF1-1A1A-40194D223C7C}"/>
              </a:ext>
            </a:extLst>
          </p:cNvPr>
          <p:cNvSpPr>
            <a:spLocks noGrp="1"/>
          </p:cNvSpPr>
          <p:nvPr>
            <p:ph type="body" sz="quarter" idx="4294967295"/>
          </p:nvPr>
        </p:nvSpPr>
        <p:spPr>
          <a:xfrm>
            <a:off x="419100" y="890588"/>
            <a:ext cx="11353800" cy="512762"/>
          </a:xfrm>
        </p:spPr>
        <p:txBody>
          <a:bodyPr/>
          <a:lstStyle/>
          <a:p>
            <a:r>
              <a:rPr lang="en-US" sz="1400" dirty="0"/>
              <a:t>All icons can be recolored by selecting and using the Shape Fill button.</a:t>
            </a:r>
            <a:br>
              <a:rPr lang="en-US" sz="1400" dirty="0"/>
            </a:br>
            <a:r>
              <a:rPr lang="en-US" sz="1400" dirty="0"/>
              <a:t>Download the full set (PPT) on </a:t>
            </a:r>
            <a:r>
              <a:rPr lang="en-US" sz="1400" dirty="0">
                <a:hlinkClick r:id="rId2"/>
              </a:rPr>
              <a:t>Brand Central</a:t>
            </a:r>
            <a:r>
              <a:rPr lang="en-US" sz="1400" dirty="0"/>
              <a:t>.</a:t>
            </a:r>
          </a:p>
        </p:txBody>
      </p:sp>
      <p:sp>
        <p:nvSpPr>
          <p:cNvPr id="6" name="TextBox 5">
            <a:extLst>
              <a:ext uri="{FF2B5EF4-FFF2-40B4-BE49-F238E27FC236}">
                <a16:creationId xmlns:a16="http://schemas.microsoft.com/office/drawing/2014/main" id="{80EEA858-9567-E944-731B-940733E16016}"/>
              </a:ext>
            </a:extLst>
          </p:cNvPr>
          <p:cNvSpPr txBox="1"/>
          <p:nvPr/>
        </p:nvSpPr>
        <p:spPr>
          <a:xfrm>
            <a:off x="463550" y="4291977"/>
            <a:ext cx="1065777" cy="369332"/>
          </a:xfrm>
          <a:prstGeom prst="rect">
            <a:avLst/>
          </a:prstGeom>
          <a:noFill/>
          <a:ln w="9525">
            <a:noFill/>
          </a:ln>
        </p:spPr>
        <p:txBody>
          <a:bodyPr wrap="square" lIns="0" tIns="0" rIns="0" bIns="0" rtlCol="0" anchor="t" anchorCtr="0">
            <a:spAutoFit/>
          </a:bodyPr>
          <a:lstStyle/>
          <a:p>
            <a:pPr marL="0" marR="0" lvl="0" indent="0" algn="ctr" defTabSz="914400" rtl="0" eaLnBrk="1" fontAlgn="auto" latinLnBrk="0" hangingPunct="1">
              <a:spcBef>
                <a:spcPts val="0"/>
              </a:spcBef>
              <a:spcAft>
                <a:spcPts val="0"/>
              </a:spcAft>
              <a:buClrTx/>
              <a:buSzTx/>
              <a:buFontTx/>
              <a:buNone/>
              <a:tabLst/>
              <a:defRPr/>
            </a:pPr>
            <a:r>
              <a:rPr kumimoji="0" lang="en-US" sz="1200" i="0" u="none" strike="noStrike" kern="1200" cap="none" spc="0" normalizeH="0" baseline="0" noProof="0" dirty="0">
                <a:ln>
                  <a:noFill/>
                </a:ln>
                <a:solidFill>
                  <a:srgbClr val="005E60"/>
                </a:solidFill>
                <a:effectLst/>
                <a:uLnTx/>
                <a:uFillTx/>
                <a:latin typeface="Inter" panose="02000503000000020004" pitchFamily="2" charset="0"/>
                <a:ea typeface="Inter" panose="02000503000000020004" pitchFamily="2" charset="0"/>
              </a:rPr>
              <a:t>Electrification Software</a:t>
            </a:r>
          </a:p>
        </p:txBody>
      </p:sp>
      <p:sp>
        <p:nvSpPr>
          <p:cNvPr id="7" name="TextBox 6">
            <a:extLst>
              <a:ext uri="{FF2B5EF4-FFF2-40B4-BE49-F238E27FC236}">
                <a16:creationId xmlns:a16="http://schemas.microsoft.com/office/drawing/2014/main" id="{8828C137-8958-97D0-92F8-0368ABD1272E}"/>
              </a:ext>
            </a:extLst>
          </p:cNvPr>
          <p:cNvSpPr txBox="1"/>
          <p:nvPr/>
        </p:nvSpPr>
        <p:spPr>
          <a:xfrm>
            <a:off x="7173915" y="4291977"/>
            <a:ext cx="1686832" cy="369332"/>
          </a:xfrm>
          <a:prstGeom prst="rect">
            <a:avLst/>
          </a:prstGeom>
          <a:noFill/>
          <a:ln w="9525">
            <a:noFill/>
          </a:ln>
        </p:spPr>
        <p:txBody>
          <a:bodyPr wrap="square" lIns="0" tIns="0" rIns="0" bIns="0" rtlCol="0" anchor="t" anchorCtr="0">
            <a:spAutoFit/>
          </a:bodyPr>
          <a:lstStyle/>
          <a:p>
            <a:pPr marL="0" marR="0" lvl="0" indent="0" algn="ctr" defTabSz="914400" rtl="0" eaLnBrk="1" fontAlgn="auto" latinLnBrk="0" hangingPunct="1">
              <a:spcBef>
                <a:spcPts val="0"/>
              </a:spcBef>
              <a:spcAft>
                <a:spcPts val="0"/>
              </a:spcAft>
              <a:buClrTx/>
              <a:buSzTx/>
              <a:buFontTx/>
              <a:buNone/>
              <a:tabLst/>
              <a:defRPr/>
            </a:pPr>
            <a:r>
              <a:rPr kumimoji="0" lang="en-US" sz="1200" i="0" u="none" strike="noStrike" kern="1200" cap="none" spc="0" normalizeH="0" baseline="0" noProof="0" dirty="0">
                <a:ln>
                  <a:noFill/>
                </a:ln>
                <a:solidFill>
                  <a:srgbClr val="005E60"/>
                </a:solidFill>
                <a:effectLst/>
                <a:uLnTx/>
                <a:uFillTx/>
                <a:latin typeface="Inter" panose="02000503000000020004" pitchFamily="2" charset="0"/>
                <a:ea typeface="Inter" panose="02000503000000020004" pitchFamily="2" charset="0"/>
              </a:rPr>
              <a:t>Financial </a:t>
            </a:r>
            <a:br>
              <a:rPr kumimoji="0" lang="en-US" sz="1200" i="0" u="none" strike="noStrike" kern="1200" cap="none" spc="0" normalizeH="0" baseline="0" noProof="0" dirty="0">
                <a:ln>
                  <a:noFill/>
                </a:ln>
                <a:solidFill>
                  <a:srgbClr val="005E60"/>
                </a:solidFill>
                <a:effectLst/>
                <a:uLnTx/>
                <a:uFillTx/>
                <a:latin typeface="Inter" panose="02000503000000020004" pitchFamily="2" charset="0"/>
                <a:ea typeface="Inter" panose="02000503000000020004" pitchFamily="2" charset="0"/>
              </a:rPr>
            </a:br>
            <a:r>
              <a:rPr kumimoji="0" lang="en-US" sz="1200" i="0" u="none" strike="noStrike" kern="1200" cap="none" spc="0" normalizeH="0" baseline="0" noProof="0" dirty="0">
                <a:ln>
                  <a:noFill/>
                </a:ln>
                <a:solidFill>
                  <a:srgbClr val="005E60"/>
                </a:solidFill>
                <a:effectLst/>
                <a:uLnTx/>
                <a:uFillTx/>
                <a:latin typeface="Inter" panose="02000503000000020004" pitchFamily="2" charset="0"/>
                <a:ea typeface="Inter" panose="02000503000000020004" pitchFamily="2" charset="0"/>
              </a:rPr>
              <a:t>Services</a:t>
            </a:r>
          </a:p>
        </p:txBody>
      </p:sp>
      <p:sp>
        <p:nvSpPr>
          <p:cNvPr id="8" name="TextBox 7">
            <a:extLst>
              <a:ext uri="{FF2B5EF4-FFF2-40B4-BE49-F238E27FC236}">
                <a16:creationId xmlns:a16="http://schemas.microsoft.com/office/drawing/2014/main" id="{2D482096-1672-3664-66CE-ECE36CCE2F24}"/>
              </a:ext>
            </a:extLst>
          </p:cNvPr>
          <p:cNvSpPr txBox="1"/>
          <p:nvPr/>
        </p:nvSpPr>
        <p:spPr>
          <a:xfrm>
            <a:off x="544896" y="2113743"/>
            <a:ext cx="903085" cy="184666"/>
          </a:xfrm>
          <a:prstGeom prst="rect">
            <a:avLst/>
          </a:prstGeom>
          <a:noFill/>
          <a:ln w="9525">
            <a:noFill/>
          </a:ln>
        </p:spPr>
        <p:txBody>
          <a:bodyPr wrap="square" lIns="0" tIns="0" rIns="0" bIns="0" rtlCol="0" anchor="t" anchorCtr="0">
            <a:spAutoFit/>
          </a:bodyPr>
          <a:lstStyle/>
          <a:p>
            <a:pPr marL="0" marR="0" lvl="0" indent="0" algn="ctr" defTabSz="914400" rtl="0" eaLnBrk="1" fontAlgn="auto" latinLnBrk="0" hangingPunct="1">
              <a:spcBef>
                <a:spcPts val="0"/>
              </a:spcBef>
              <a:spcAft>
                <a:spcPts val="0"/>
              </a:spcAft>
              <a:buClrTx/>
              <a:buSzTx/>
              <a:buFontTx/>
              <a:buNone/>
              <a:tabLst/>
              <a:defRPr/>
            </a:pPr>
            <a:r>
              <a:rPr kumimoji="0" lang="en-US" sz="1200" i="0" u="none" strike="noStrike" kern="1200" cap="none" spc="0" normalizeH="0" baseline="0" noProof="0" dirty="0">
                <a:ln>
                  <a:noFill/>
                </a:ln>
                <a:solidFill>
                  <a:srgbClr val="005E60"/>
                </a:solidFill>
                <a:effectLst/>
                <a:uLnTx/>
                <a:uFillTx/>
                <a:latin typeface="Inter" panose="02000503000000020004" pitchFamily="2" charset="0"/>
                <a:ea typeface="Inter" panose="02000503000000020004" pitchFamily="2" charset="0"/>
              </a:rPr>
              <a:t>Gas Power</a:t>
            </a:r>
          </a:p>
        </p:txBody>
      </p:sp>
      <p:sp>
        <p:nvSpPr>
          <p:cNvPr id="9" name="TextBox 8">
            <a:extLst>
              <a:ext uri="{FF2B5EF4-FFF2-40B4-BE49-F238E27FC236}">
                <a16:creationId xmlns:a16="http://schemas.microsoft.com/office/drawing/2014/main" id="{9E1F84C4-E502-CB85-3A23-5836493C18E4}"/>
              </a:ext>
            </a:extLst>
          </p:cNvPr>
          <p:cNvSpPr txBox="1"/>
          <p:nvPr/>
        </p:nvSpPr>
        <p:spPr>
          <a:xfrm>
            <a:off x="2050438" y="4291977"/>
            <a:ext cx="1374428" cy="184666"/>
          </a:xfrm>
          <a:prstGeom prst="rect">
            <a:avLst/>
          </a:prstGeom>
          <a:noFill/>
          <a:ln w="9525">
            <a:noFill/>
          </a:ln>
        </p:spPr>
        <p:txBody>
          <a:bodyPr wrap="square" lIns="0" tIns="0" rIns="0" bIns="0" rtlCol="0" anchor="t" anchorCtr="0">
            <a:spAutoFit/>
          </a:bodyPr>
          <a:lstStyle/>
          <a:p>
            <a:pPr marL="0" marR="0" lvl="0" indent="0" algn="ctr" defTabSz="914400" rtl="0" eaLnBrk="1" fontAlgn="auto" latinLnBrk="0" hangingPunct="1">
              <a:spcBef>
                <a:spcPts val="0"/>
              </a:spcBef>
              <a:spcAft>
                <a:spcPts val="0"/>
              </a:spcAft>
              <a:buClrTx/>
              <a:buSzTx/>
              <a:buFontTx/>
              <a:buNone/>
              <a:tabLst/>
              <a:defRPr/>
            </a:pPr>
            <a:r>
              <a:rPr kumimoji="0" lang="en-US" sz="1200" i="0" u="none" strike="noStrike" kern="1200" cap="none" spc="0" normalizeH="0" baseline="0" noProof="0" dirty="0">
                <a:ln>
                  <a:noFill/>
                </a:ln>
                <a:solidFill>
                  <a:srgbClr val="005E60"/>
                </a:solidFill>
                <a:effectLst/>
                <a:uLnTx/>
                <a:uFillTx/>
                <a:latin typeface="Inter" panose="02000503000000020004" pitchFamily="2" charset="0"/>
                <a:ea typeface="Inter" panose="02000503000000020004" pitchFamily="2" charset="0"/>
              </a:rPr>
              <a:t>Grid Solutions</a:t>
            </a:r>
          </a:p>
        </p:txBody>
      </p:sp>
      <p:sp>
        <p:nvSpPr>
          <p:cNvPr id="11" name="TextBox 10">
            <a:extLst>
              <a:ext uri="{FF2B5EF4-FFF2-40B4-BE49-F238E27FC236}">
                <a16:creationId xmlns:a16="http://schemas.microsoft.com/office/drawing/2014/main" id="{CA2155CD-7DB2-58B5-B8DF-A6835B1F8D1B}"/>
              </a:ext>
            </a:extLst>
          </p:cNvPr>
          <p:cNvSpPr txBox="1"/>
          <p:nvPr/>
        </p:nvSpPr>
        <p:spPr>
          <a:xfrm>
            <a:off x="3392948" y="2113743"/>
            <a:ext cx="1020988" cy="184666"/>
          </a:xfrm>
          <a:prstGeom prst="rect">
            <a:avLst/>
          </a:prstGeom>
          <a:noFill/>
          <a:ln w="9525">
            <a:noFill/>
          </a:ln>
        </p:spPr>
        <p:txBody>
          <a:bodyPr wrap="square" lIns="0" tIns="0" rIns="0" bIns="0" rtlCol="0" anchor="t" anchorCtr="0">
            <a:spAutoFit/>
          </a:bodyPr>
          <a:lstStyle/>
          <a:p>
            <a:pPr marL="0" marR="0" lvl="0" indent="0" algn="ctr" defTabSz="914400" rtl="0" eaLnBrk="1" fontAlgn="auto" latinLnBrk="0" hangingPunct="1">
              <a:spcBef>
                <a:spcPts val="0"/>
              </a:spcBef>
              <a:spcAft>
                <a:spcPts val="0"/>
              </a:spcAft>
              <a:buClrTx/>
              <a:buSzTx/>
              <a:buFontTx/>
              <a:buNone/>
              <a:tabLst/>
              <a:defRPr/>
            </a:pPr>
            <a:r>
              <a:rPr kumimoji="0" lang="en-US" sz="1200" i="0" u="none" strike="noStrike" kern="1200" cap="none" spc="0" normalizeH="0" baseline="0" noProof="0" dirty="0">
                <a:ln>
                  <a:noFill/>
                </a:ln>
                <a:solidFill>
                  <a:srgbClr val="005E60"/>
                </a:solidFill>
                <a:effectLst/>
                <a:uLnTx/>
                <a:uFillTx/>
                <a:latin typeface="Inter" panose="02000503000000020004" pitchFamily="2" charset="0"/>
                <a:ea typeface="Inter" panose="02000503000000020004" pitchFamily="2" charset="0"/>
              </a:rPr>
              <a:t>Hydro Power</a:t>
            </a:r>
          </a:p>
        </p:txBody>
      </p:sp>
      <p:sp>
        <p:nvSpPr>
          <p:cNvPr id="12" name="TextBox 11">
            <a:extLst>
              <a:ext uri="{FF2B5EF4-FFF2-40B4-BE49-F238E27FC236}">
                <a16:creationId xmlns:a16="http://schemas.microsoft.com/office/drawing/2014/main" id="{936E70BD-FB13-BB11-919C-14B7C6B18394}"/>
              </a:ext>
            </a:extLst>
          </p:cNvPr>
          <p:cNvSpPr txBox="1"/>
          <p:nvPr/>
        </p:nvSpPr>
        <p:spPr>
          <a:xfrm>
            <a:off x="1882835" y="2113743"/>
            <a:ext cx="1186271" cy="369332"/>
          </a:xfrm>
          <a:prstGeom prst="rect">
            <a:avLst/>
          </a:prstGeom>
          <a:noFill/>
          <a:ln w="9525">
            <a:noFill/>
          </a:ln>
        </p:spPr>
        <p:txBody>
          <a:bodyPr wrap="square" lIns="0" tIns="0" rIns="0" bIns="0" rtlCol="0" anchor="t" anchorCtr="0">
            <a:spAutoFit/>
          </a:bodyPr>
          <a:lstStyle/>
          <a:p>
            <a:pPr marL="0" marR="0" lvl="0" indent="0" algn="ctr" defTabSz="914400" rtl="0" eaLnBrk="1" fontAlgn="auto" latinLnBrk="0" hangingPunct="1">
              <a:spcBef>
                <a:spcPts val="0"/>
              </a:spcBef>
              <a:spcAft>
                <a:spcPts val="0"/>
              </a:spcAft>
              <a:buClrTx/>
              <a:buSzTx/>
              <a:buFontTx/>
              <a:buNone/>
              <a:tabLst/>
              <a:defRPr/>
            </a:pPr>
            <a:r>
              <a:rPr kumimoji="0" lang="en-US" sz="1200" i="0" u="none" strike="noStrike" kern="1200" cap="none" spc="0" normalizeH="0" baseline="0" noProof="0" dirty="0">
                <a:ln>
                  <a:noFill/>
                </a:ln>
                <a:solidFill>
                  <a:srgbClr val="005E60"/>
                </a:solidFill>
                <a:effectLst/>
                <a:uLnTx/>
                <a:uFillTx/>
                <a:latin typeface="Inter" panose="02000503000000020004" pitchFamily="2" charset="0"/>
                <a:ea typeface="Inter" panose="02000503000000020004" pitchFamily="2" charset="0"/>
              </a:rPr>
              <a:t>GE Hitachi Nuclear Energy</a:t>
            </a:r>
          </a:p>
        </p:txBody>
      </p:sp>
      <p:sp>
        <p:nvSpPr>
          <p:cNvPr id="13" name="TextBox 12">
            <a:extLst>
              <a:ext uri="{FF2B5EF4-FFF2-40B4-BE49-F238E27FC236}">
                <a16:creationId xmlns:a16="http://schemas.microsoft.com/office/drawing/2014/main" id="{908DBA5E-1FBB-5DDA-4E8C-FAAEC1D011CD}"/>
              </a:ext>
            </a:extLst>
          </p:cNvPr>
          <p:cNvSpPr txBox="1"/>
          <p:nvPr/>
        </p:nvSpPr>
        <p:spPr>
          <a:xfrm>
            <a:off x="7370148" y="2113743"/>
            <a:ext cx="1294367" cy="184666"/>
          </a:xfrm>
          <a:prstGeom prst="rect">
            <a:avLst/>
          </a:prstGeom>
          <a:noFill/>
          <a:ln w="9525">
            <a:noFill/>
          </a:ln>
        </p:spPr>
        <p:txBody>
          <a:bodyPr wrap="square" lIns="0" tIns="0" rIns="0" bIns="0" rtlCol="0" anchor="t" anchorCtr="0">
            <a:spAutoFit/>
          </a:bodyPr>
          <a:lstStyle/>
          <a:p>
            <a:pPr marL="0" marR="0" lvl="0" indent="0" algn="ctr" defTabSz="914400" rtl="0" eaLnBrk="1" fontAlgn="auto" latinLnBrk="0" hangingPunct="1">
              <a:spcBef>
                <a:spcPts val="0"/>
              </a:spcBef>
              <a:spcAft>
                <a:spcPts val="0"/>
              </a:spcAft>
              <a:buClrTx/>
              <a:buSzTx/>
              <a:buFontTx/>
              <a:buNone/>
              <a:tabLst/>
              <a:defRPr/>
            </a:pPr>
            <a:r>
              <a:rPr kumimoji="0" lang="en-US" sz="1200" i="0" u="none" strike="noStrike" kern="1200" cap="none" spc="0" normalizeH="0" baseline="0" noProof="0" dirty="0">
                <a:ln>
                  <a:noFill/>
                </a:ln>
                <a:solidFill>
                  <a:srgbClr val="005E60"/>
                </a:solidFill>
                <a:effectLst/>
                <a:uLnTx/>
                <a:uFillTx/>
                <a:latin typeface="Inter" panose="02000503000000020004" pitchFamily="2" charset="0"/>
                <a:ea typeface="Inter" panose="02000503000000020004" pitchFamily="2" charset="0"/>
              </a:rPr>
              <a:t>LM Wind Power</a:t>
            </a:r>
          </a:p>
        </p:txBody>
      </p:sp>
      <p:sp>
        <p:nvSpPr>
          <p:cNvPr id="14" name="TextBox 13">
            <a:extLst>
              <a:ext uri="{FF2B5EF4-FFF2-40B4-BE49-F238E27FC236}">
                <a16:creationId xmlns:a16="http://schemas.microsoft.com/office/drawing/2014/main" id="{63F3AB93-A480-B3F6-932D-9B200DBE9D48}"/>
              </a:ext>
            </a:extLst>
          </p:cNvPr>
          <p:cNvSpPr txBox="1"/>
          <p:nvPr/>
        </p:nvSpPr>
        <p:spPr>
          <a:xfrm>
            <a:off x="10392172" y="2113743"/>
            <a:ext cx="1138877" cy="184666"/>
          </a:xfrm>
          <a:prstGeom prst="rect">
            <a:avLst/>
          </a:prstGeom>
          <a:noFill/>
          <a:ln w="9525">
            <a:noFill/>
          </a:ln>
        </p:spPr>
        <p:txBody>
          <a:bodyPr wrap="square" lIns="0" tIns="0" rIns="0" bIns="0" rtlCol="0" anchor="t" anchorCtr="0">
            <a:spAutoFit/>
          </a:bodyPr>
          <a:lstStyle/>
          <a:p>
            <a:pPr marL="0" marR="0" lvl="0" indent="0" algn="ctr" defTabSz="914400" rtl="0" eaLnBrk="1" fontAlgn="auto" latinLnBrk="0" hangingPunct="1">
              <a:spcBef>
                <a:spcPts val="0"/>
              </a:spcBef>
              <a:spcAft>
                <a:spcPts val="0"/>
              </a:spcAft>
              <a:buClrTx/>
              <a:buSzTx/>
              <a:buFontTx/>
              <a:buNone/>
              <a:tabLst/>
              <a:defRPr/>
            </a:pPr>
            <a:r>
              <a:rPr kumimoji="0" lang="en-US" sz="1200" i="0" u="none" strike="noStrike" kern="1200" cap="none" spc="0" normalizeH="0" baseline="0" noProof="0" dirty="0">
                <a:ln>
                  <a:noFill/>
                </a:ln>
                <a:solidFill>
                  <a:srgbClr val="005E60"/>
                </a:solidFill>
                <a:effectLst/>
                <a:uLnTx/>
                <a:uFillTx/>
                <a:latin typeface="Inter" panose="02000503000000020004" pitchFamily="2" charset="0"/>
                <a:ea typeface="Inter" panose="02000503000000020004" pitchFamily="2" charset="0"/>
              </a:rPr>
              <a:t>Onshore Wind</a:t>
            </a:r>
          </a:p>
        </p:txBody>
      </p:sp>
      <p:sp>
        <p:nvSpPr>
          <p:cNvPr id="15" name="TextBox 14">
            <a:extLst>
              <a:ext uri="{FF2B5EF4-FFF2-40B4-BE49-F238E27FC236}">
                <a16:creationId xmlns:a16="http://schemas.microsoft.com/office/drawing/2014/main" id="{74565C8D-FD14-60B0-424A-DCB3E844B334}"/>
              </a:ext>
            </a:extLst>
          </p:cNvPr>
          <p:cNvSpPr txBox="1"/>
          <p:nvPr/>
        </p:nvSpPr>
        <p:spPr>
          <a:xfrm>
            <a:off x="8874219" y="2113743"/>
            <a:ext cx="1294881" cy="184666"/>
          </a:xfrm>
          <a:prstGeom prst="rect">
            <a:avLst/>
          </a:prstGeom>
          <a:noFill/>
          <a:ln w="9525">
            <a:noFill/>
          </a:ln>
        </p:spPr>
        <p:txBody>
          <a:bodyPr wrap="square" lIns="0" tIns="0" rIns="0" bIns="0" rtlCol="0" anchor="t" anchorCtr="0">
            <a:spAutoFit/>
          </a:bodyPr>
          <a:lstStyle/>
          <a:p>
            <a:pPr marL="0" marR="0" lvl="0" indent="0" algn="ctr" defTabSz="914400" rtl="0" eaLnBrk="1" fontAlgn="auto" latinLnBrk="0" hangingPunct="1">
              <a:spcBef>
                <a:spcPts val="0"/>
              </a:spcBef>
              <a:spcAft>
                <a:spcPts val="0"/>
              </a:spcAft>
              <a:buClrTx/>
              <a:buSzTx/>
              <a:buFontTx/>
              <a:buNone/>
              <a:tabLst/>
              <a:defRPr/>
            </a:pPr>
            <a:r>
              <a:rPr kumimoji="0" lang="en-US" sz="1200" i="0" u="none" strike="noStrike" kern="1200" cap="none" spc="0" normalizeH="0" baseline="0" noProof="0" dirty="0">
                <a:ln>
                  <a:noFill/>
                </a:ln>
                <a:solidFill>
                  <a:srgbClr val="005E60"/>
                </a:solidFill>
                <a:effectLst/>
                <a:uLnTx/>
                <a:uFillTx/>
                <a:latin typeface="Inter" panose="02000503000000020004" pitchFamily="2" charset="0"/>
                <a:ea typeface="Inter" panose="02000503000000020004" pitchFamily="2" charset="0"/>
              </a:rPr>
              <a:t>Offshore Wind</a:t>
            </a:r>
          </a:p>
        </p:txBody>
      </p:sp>
      <p:sp>
        <p:nvSpPr>
          <p:cNvPr id="16" name="TextBox 15">
            <a:extLst>
              <a:ext uri="{FF2B5EF4-FFF2-40B4-BE49-F238E27FC236}">
                <a16:creationId xmlns:a16="http://schemas.microsoft.com/office/drawing/2014/main" id="{006D1D11-4D9C-9C5B-5430-EC5AB0C8EC2B}"/>
              </a:ext>
            </a:extLst>
          </p:cNvPr>
          <p:cNvSpPr txBox="1"/>
          <p:nvPr/>
        </p:nvSpPr>
        <p:spPr>
          <a:xfrm>
            <a:off x="4898238" y="2113743"/>
            <a:ext cx="1266083" cy="184666"/>
          </a:xfrm>
          <a:prstGeom prst="rect">
            <a:avLst/>
          </a:prstGeom>
          <a:noFill/>
          <a:ln w="9525">
            <a:noFill/>
          </a:ln>
        </p:spPr>
        <p:txBody>
          <a:bodyPr wrap="square" lIns="0" tIns="0" rIns="0" bIns="0" rtlCol="0" anchor="t" anchorCtr="0">
            <a:spAutoFit/>
          </a:bodyPr>
          <a:lstStyle/>
          <a:p>
            <a:pPr marL="0" marR="0" lvl="0" indent="0" algn="ctr" defTabSz="914400" rtl="0" eaLnBrk="1" fontAlgn="auto" latinLnBrk="0" hangingPunct="1">
              <a:spcBef>
                <a:spcPts val="0"/>
              </a:spcBef>
              <a:spcAft>
                <a:spcPts val="0"/>
              </a:spcAft>
              <a:buClrTx/>
              <a:buSzTx/>
              <a:buFontTx/>
              <a:buNone/>
              <a:tabLst/>
              <a:defRPr/>
            </a:pPr>
            <a:r>
              <a:rPr kumimoji="0" lang="en-US" sz="1200" i="0" u="none" strike="noStrike" kern="1200" cap="none" spc="0" normalizeH="0" baseline="0" noProof="0" dirty="0">
                <a:ln>
                  <a:noFill/>
                </a:ln>
                <a:solidFill>
                  <a:srgbClr val="005E60"/>
                </a:solidFill>
                <a:effectLst/>
                <a:uLnTx/>
                <a:uFillTx/>
                <a:latin typeface="Inter" panose="02000503000000020004" pitchFamily="2" charset="0"/>
                <a:ea typeface="Inter" panose="02000503000000020004" pitchFamily="2" charset="0"/>
              </a:rPr>
              <a:t>Steam  Power</a:t>
            </a:r>
          </a:p>
        </p:txBody>
      </p:sp>
      <p:pic>
        <p:nvPicPr>
          <p:cNvPr id="31" name="Graphic 30">
            <a:extLst>
              <a:ext uri="{FF2B5EF4-FFF2-40B4-BE49-F238E27FC236}">
                <a16:creationId xmlns:a16="http://schemas.microsoft.com/office/drawing/2014/main" id="{A5C4F7A9-49D8-072F-0C8B-854529168171}"/>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7697291" y="4950170"/>
            <a:ext cx="640080" cy="435996"/>
          </a:xfrm>
          <a:prstGeom prst="rect">
            <a:avLst/>
          </a:prstGeom>
        </p:spPr>
      </p:pic>
      <p:pic>
        <p:nvPicPr>
          <p:cNvPr id="32" name="Graphic 31">
            <a:extLst>
              <a:ext uri="{FF2B5EF4-FFF2-40B4-BE49-F238E27FC236}">
                <a16:creationId xmlns:a16="http://schemas.microsoft.com/office/drawing/2014/main" id="{9B1EFCBC-069F-8DAE-B553-B0F50A2539D1}"/>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630678" y="2684964"/>
            <a:ext cx="731520" cy="731520"/>
          </a:xfrm>
          <a:prstGeom prst="rect">
            <a:avLst/>
          </a:prstGeom>
        </p:spPr>
      </p:pic>
      <p:pic>
        <p:nvPicPr>
          <p:cNvPr id="35" name="Graphic 34">
            <a:extLst>
              <a:ext uri="{FF2B5EF4-FFF2-40B4-BE49-F238E27FC236}">
                <a16:creationId xmlns:a16="http://schemas.microsoft.com/office/drawing/2014/main" id="{0138F444-BD3E-0687-B86F-E9239D62F2FA}"/>
              </a:ext>
            </a:extLst>
          </p:cNvPr>
          <p:cNvPicPr>
            <a:picLocks noChangeAspect="1"/>
          </p:cNvPicPr>
          <p:nvPr/>
        </p:nvPicPr>
        <p:blipFill>
          <a:blip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rcRect/>
          <a:stretch/>
        </p:blipFill>
        <p:spPr>
          <a:xfrm>
            <a:off x="3543398" y="2684964"/>
            <a:ext cx="720088" cy="731520"/>
          </a:xfrm>
          <a:prstGeom prst="rect">
            <a:avLst/>
          </a:prstGeom>
        </p:spPr>
      </p:pic>
      <p:pic>
        <p:nvPicPr>
          <p:cNvPr id="41" name="Graphic 40">
            <a:extLst>
              <a:ext uri="{FF2B5EF4-FFF2-40B4-BE49-F238E27FC236}">
                <a16:creationId xmlns:a16="http://schemas.microsoft.com/office/drawing/2014/main" id="{9EBD111A-8BA8-7155-4C27-428C797913AD}"/>
              </a:ext>
            </a:extLst>
          </p:cNvPr>
          <p:cNvPicPr>
            <a:picLocks noChangeAspect="1"/>
          </p:cNvPicPr>
          <p:nvPr/>
        </p:nvPicPr>
        <p:blipFill>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rcRect/>
          <a:stretch/>
        </p:blipFill>
        <p:spPr>
          <a:xfrm>
            <a:off x="5208004" y="2684964"/>
            <a:ext cx="731520" cy="731520"/>
          </a:xfrm>
          <a:prstGeom prst="rect">
            <a:avLst/>
          </a:prstGeom>
        </p:spPr>
      </p:pic>
      <p:pic>
        <p:nvPicPr>
          <p:cNvPr id="48" name="Graphic 47">
            <a:extLst>
              <a:ext uri="{FF2B5EF4-FFF2-40B4-BE49-F238E27FC236}">
                <a16:creationId xmlns:a16="http://schemas.microsoft.com/office/drawing/2014/main" id="{8BFE3A24-3005-D348-5523-2C9DA37FBA6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271140" y="2684964"/>
            <a:ext cx="501039" cy="731520"/>
          </a:xfrm>
          <a:prstGeom prst="rect">
            <a:avLst/>
          </a:prstGeom>
        </p:spPr>
      </p:pic>
      <p:pic>
        <p:nvPicPr>
          <p:cNvPr id="61" name="Graphic 60">
            <a:extLst>
              <a:ext uri="{FF2B5EF4-FFF2-40B4-BE49-F238E27FC236}">
                <a16:creationId xmlns:a16="http://schemas.microsoft.com/office/drawing/2014/main" id="{12FBE2ED-66B0-E26E-E5B6-42B0E9F9ACE5}"/>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773491" y="2684964"/>
            <a:ext cx="487680" cy="731520"/>
          </a:xfrm>
          <a:prstGeom prst="rect">
            <a:avLst/>
          </a:prstGeom>
        </p:spPr>
      </p:pic>
      <p:pic>
        <p:nvPicPr>
          <p:cNvPr id="67" name="Graphic 66">
            <a:extLst>
              <a:ext uri="{FF2B5EF4-FFF2-40B4-BE49-F238E27FC236}">
                <a16:creationId xmlns:a16="http://schemas.microsoft.com/office/drawing/2014/main" id="{0393B69F-606F-03E6-FC7D-30773818F76E}"/>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0708016" y="2684964"/>
            <a:ext cx="507188" cy="731520"/>
          </a:xfrm>
          <a:prstGeom prst="rect">
            <a:avLst/>
          </a:prstGeom>
        </p:spPr>
      </p:pic>
      <p:pic>
        <p:nvPicPr>
          <p:cNvPr id="26" name="Graphic 25">
            <a:extLst>
              <a:ext uri="{FF2B5EF4-FFF2-40B4-BE49-F238E27FC236}">
                <a16:creationId xmlns:a16="http://schemas.microsoft.com/office/drawing/2014/main" id="{3C129F63-0B82-57D9-C245-DE0A25937D0A}"/>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76398" y="4972379"/>
            <a:ext cx="731520" cy="447519"/>
          </a:xfrm>
          <a:prstGeom prst="rect">
            <a:avLst/>
          </a:prstGeom>
        </p:spPr>
      </p:pic>
      <p:sp>
        <p:nvSpPr>
          <p:cNvPr id="3" name="TextBox 2">
            <a:extLst>
              <a:ext uri="{FF2B5EF4-FFF2-40B4-BE49-F238E27FC236}">
                <a16:creationId xmlns:a16="http://schemas.microsoft.com/office/drawing/2014/main" id="{3EA3A085-3DA0-148E-F01B-28DC4A71A24E}"/>
              </a:ext>
            </a:extLst>
          </p:cNvPr>
          <p:cNvSpPr txBox="1"/>
          <p:nvPr/>
        </p:nvSpPr>
        <p:spPr>
          <a:xfrm>
            <a:off x="8888618" y="4291977"/>
            <a:ext cx="1266083" cy="369332"/>
          </a:xfrm>
          <a:prstGeom prst="rect">
            <a:avLst/>
          </a:prstGeom>
          <a:noFill/>
          <a:ln w="9525">
            <a:noFill/>
          </a:ln>
        </p:spPr>
        <p:txBody>
          <a:bodyPr wrap="square" lIns="0" tIns="0" rIns="0" bIns="0" rtlCol="0" anchor="t" anchorCtr="0">
            <a:spAutoFit/>
          </a:bodyPr>
          <a:lstStyle/>
          <a:p>
            <a:pPr marL="0" marR="0" lvl="0" indent="0" algn="ctr" defTabSz="914400" rtl="0" eaLnBrk="1" fontAlgn="auto" latinLnBrk="0" hangingPunct="1">
              <a:spcBef>
                <a:spcPts val="0"/>
              </a:spcBef>
              <a:spcAft>
                <a:spcPts val="0"/>
              </a:spcAft>
              <a:buClrTx/>
              <a:buSzTx/>
              <a:buFontTx/>
              <a:buNone/>
              <a:tabLst/>
              <a:defRPr/>
            </a:pPr>
            <a:r>
              <a:rPr lang="en-US" sz="1200" dirty="0">
                <a:solidFill>
                  <a:srgbClr val="005E60"/>
                </a:solidFill>
                <a:latin typeface="Inter" panose="02000503000000020004" pitchFamily="2" charset="0"/>
                <a:ea typeface="Inter" panose="02000503000000020004" pitchFamily="2" charset="0"/>
              </a:rPr>
              <a:t>Consulting Services</a:t>
            </a:r>
            <a:endParaRPr kumimoji="0" lang="en-US" sz="1200" i="0" u="none" strike="noStrike" kern="1200" cap="none" spc="0" normalizeH="0" baseline="0" noProof="0" dirty="0">
              <a:ln>
                <a:noFill/>
              </a:ln>
              <a:solidFill>
                <a:srgbClr val="005E60"/>
              </a:solidFill>
              <a:effectLst/>
              <a:uLnTx/>
              <a:uFillTx/>
              <a:latin typeface="Inter" panose="02000503000000020004" pitchFamily="2" charset="0"/>
              <a:ea typeface="Inter" panose="02000503000000020004" pitchFamily="2" charset="0"/>
            </a:endParaRPr>
          </a:p>
        </p:txBody>
      </p:sp>
      <p:sp>
        <p:nvSpPr>
          <p:cNvPr id="18" name="TextBox 17">
            <a:extLst>
              <a:ext uri="{FF2B5EF4-FFF2-40B4-BE49-F238E27FC236}">
                <a16:creationId xmlns:a16="http://schemas.microsoft.com/office/drawing/2014/main" id="{F827CEEB-C323-51E3-F70B-FD3848346699}"/>
              </a:ext>
            </a:extLst>
          </p:cNvPr>
          <p:cNvSpPr txBox="1"/>
          <p:nvPr/>
        </p:nvSpPr>
        <p:spPr>
          <a:xfrm>
            <a:off x="10282342" y="4291977"/>
            <a:ext cx="1358536" cy="369332"/>
          </a:xfrm>
          <a:prstGeom prst="rect">
            <a:avLst/>
          </a:prstGeom>
          <a:noFill/>
          <a:ln w="9525">
            <a:noFill/>
          </a:ln>
        </p:spPr>
        <p:txBody>
          <a:bodyPr wrap="square" lIns="0" tIns="0" rIns="0" bIns="0" rtlCol="0" anchor="t" anchorCtr="0">
            <a:spAutoFit/>
          </a:bodyPr>
          <a:lstStyle/>
          <a:p>
            <a:pPr marL="0" marR="0" lvl="0" indent="0" algn="ctr" defTabSz="914400" rtl="0" eaLnBrk="1" fontAlgn="auto" latinLnBrk="0" hangingPunct="1">
              <a:spcBef>
                <a:spcPts val="0"/>
              </a:spcBef>
              <a:spcAft>
                <a:spcPts val="0"/>
              </a:spcAft>
              <a:buClrTx/>
              <a:buSzTx/>
              <a:buFontTx/>
              <a:buNone/>
              <a:tabLst/>
              <a:defRPr/>
            </a:pPr>
            <a:r>
              <a:rPr kumimoji="0" lang="en-US" sz="1200" i="0" u="none" strike="noStrike" kern="1200" cap="none" spc="0" normalizeH="0" baseline="0" noProof="0" dirty="0">
                <a:ln>
                  <a:noFill/>
                </a:ln>
                <a:solidFill>
                  <a:srgbClr val="005E60"/>
                </a:solidFill>
                <a:effectLst/>
                <a:uLnTx/>
                <a:uFillTx/>
                <a:latin typeface="Inter" panose="02000503000000020004" pitchFamily="2" charset="0"/>
                <a:ea typeface="Inter" panose="02000503000000020004" pitchFamily="2" charset="0"/>
              </a:rPr>
              <a:t>Advanced Research</a:t>
            </a:r>
          </a:p>
        </p:txBody>
      </p:sp>
      <p:pic>
        <p:nvPicPr>
          <p:cNvPr id="30" name="Graphic 29">
            <a:extLst>
              <a:ext uri="{FF2B5EF4-FFF2-40B4-BE49-F238E27FC236}">
                <a16:creationId xmlns:a16="http://schemas.microsoft.com/office/drawing/2014/main" id="{ECBC4A7F-62EF-D115-C96B-2DE454C2A099}"/>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0641570" y="4848128"/>
            <a:ext cx="640080" cy="640080"/>
          </a:xfrm>
          <a:prstGeom prst="rect">
            <a:avLst/>
          </a:prstGeom>
        </p:spPr>
      </p:pic>
      <p:pic>
        <p:nvPicPr>
          <p:cNvPr id="51" name="Graphic 50">
            <a:extLst>
              <a:ext uri="{FF2B5EF4-FFF2-40B4-BE49-F238E27FC236}">
                <a16:creationId xmlns:a16="http://schemas.microsoft.com/office/drawing/2014/main" id="{09E351E9-DABC-2E93-A049-D63D8436A97D}"/>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9201619" y="4901468"/>
            <a:ext cx="640080" cy="533400"/>
          </a:xfrm>
          <a:prstGeom prst="rect">
            <a:avLst/>
          </a:prstGeom>
        </p:spPr>
      </p:pic>
      <p:pic>
        <p:nvPicPr>
          <p:cNvPr id="28" name="Graphic 27">
            <a:extLst>
              <a:ext uri="{FF2B5EF4-FFF2-40B4-BE49-F238E27FC236}">
                <a16:creationId xmlns:a16="http://schemas.microsoft.com/office/drawing/2014/main" id="{1BEED30E-44B4-BFCF-1FD6-2B0295CD0AFD}"/>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2417612" y="4958759"/>
            <a:ext cx="731520" cy="478649"/>
          </a:xfrm>
          <a:prstGeom prst="rect">
            <a:avLst/>
          </a:prstGeom>
        </p:spPr>
      </p:pic>
      <p:pic>
        <p:nvPicPr>
          <p:cNvPr id="5" name="Graphic 4">
            <a:extLst>
              <a:ext uri="{FF2B5EF4-FFF2-40B4-BE49-F238E27FC236}">
                <a16:creationId xmlns:a16="http://schemas.microsoft.com/office/drawing/2014/main" id="{050FAF88-C7CD-099F-3FF0-5458DC30EC1C}"/>
              </a:ext>
            </a:extLst>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2157406" y="2684964"/>
            <a:ext cx="637128" cy="731520"/>
          </a:xfrm>
          <a:prstGeom prst="rect">
            <a:avLst/>
          </a:prstGeom>
        </p:spPr>
      </p:pic>
      <p:cxnSp>
        <p:nvCxnSpPr>
          <p:cNvPr id="20" name="Straight Connector 19">
            <a:extLst>
              <a:ext uri="{FF2B5EF4-FFF2-40B4-BE49-F238E27FC236}">
                <a16:creationId xmlns:a16="http://schemas.microsoft.com/office/drawing/2014/main" id="{FE7B4512-E771-FE8A-B59C-DC8D6ABB5ACA}"/>
              </a:ext>
            </a:extLst>
          </p:cNvPr>
          <p:cNvCxnSpPr>
            <a:cxnSpLocks/>
          </p:cNvCxnSpPr>
          <p:nvPr/>
        </p:nvCxnSpPr>
        <p:spPr>
          <a:xfrm>
            <a:off x="463550" y="2009191"/>
            <a:ext cx="5700771"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FE89D4E-8C5D-139E-B2EF-2F18AE9C65B0}"/>
              </a:ext>
            </a:extLst>
          </p:cNvPr>
          <p:cNvCxnSpPr>
            <a:cxnSpLocks/>
          </p:cNvCxnSpPr>
          <p:nvPr/>
        </p:nvCxnSpPr>
        <p:spPr>
          <a:xfrm>
            <a:off x="463550" y="4186334"/>
            <a:ext cx="5700771"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762B5BF-33BD-2FF4-D6FD-D3C5A93D48E6}"/>
              </a:ext>
            </a:extLst>
          </p:cNvPr>
          <p:cNvCxnSpPr>
            <a:cxnSpLocks/>
          </p:cNvCxnSpPr>
          <p:nvPr/>
        </p:nvCxnSpPr>
        <p:spPr>
          <a:xfrm>
            <a:off x="7409286" y="2009191"/>
            <a:ext cx="4038438"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3370E0D-0037-5636-C5D9-89815D990549}"/>
              </a:ext>
            </a:extLst>
          </p:cNvPr>
          <p:cNvCxnSpPr>
            <a:cxnSpLocks/>
          </p:cNvCxnSpPr>
          <p:nvPr/>
        </p:nvCxnSpPr>
        <p:spPr>
          <a:xfrm>
            <a:off x="7409286" y="4180113"/>
            <a:ext cx="4038438"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B79D1A1-BD3E-8BB1-E373-010A6A6A3CF9}"/>
              </a:ext>
            </a:extLst>
          </p:cNvPr>
          <p:cNvSpPr txBox="1"/>
          <p:nvPr/>
        </p:nvSpPr>
        <p:spPr>
          <a:xfrm>
            <a:off x="463550" y="1651232"/>
            <a:ext cx="2902921" cy="330019"/>
          </a:xfrm>
          <a:prstGeom prst="rect">
            <a:avLst/>
          </a:prstGeom>
          <a:noFill/>
        </p:spPr>
        <p:txBody>
          <a:bodyPr wrap="square" lIns="0" tIns="0" rIns="0" bIns="0" rtlCol="0">
            <a:noAutofit/>
          </a:bodyPr>
          <a:lstStyle/>
          <a:p>
            <a:pPr algn="l">
              <a:spcAft>
                <a:spcPts val="600"/>
              </a:spcAft>
            </a:pPr>
            <a:r>
              <a:rPr lang="en-US" dirty="0"/>
              <a:t>Power</a:t>
            </a:r>
          </a:p>
        </p:txBody>
      </p:sp>
      <p:sp>
        <p:nvSpPr>
          <p:cNvPr id="19" name="TextBox 18">
            <a:extLst>
              <a:ext uri="{FF2B5EF4-FFF2-40B4-BE49-F238E27FC236}">
                <a16:creationId xmlns:a16="http://schemas.microsoft.com/office/drawing/2014/main" id="{829C3602-C821-B566-B4B7-B24FEF7F56B9}"/>
              </a:ext>
            </a:extLst>
          </p:cNvPr>
          <p:cNvSpPr txBox="1"/>
          <p:nvPr/>
        </p:nvSpPr>
        <p:spPr>
          <a:xfrm>
            <a:off x="7409286" y="1651232"/>
            <a:ext cx="2902921" cy="330019"/>
          </a:xfrm>
          <a:prstGeom prst="rect">
            <a:avLst/>
          </a:prstGeom>
          <a:noFill/>
        </p:spPr>
        <p:txBody>
          <a:bodyPr wrap="square" lIns="0" tIns="0" rIns="0" bIns="0" rtlCol="0">
            <a:noAutofit/>
          </a:bodyPr>
          <a:lstStyle/>
          <a:p>
            <a:pPr algn="l">
              <a:spcAft>
                <a:spcPts val="600"/>
              </a:spcAft>
            </a:pPr>
            <a:r>
              <a:rPr lang="en-US" dirty="0"/>
              <a:t>Wind</a:t>
            </a:r>
          </a:p>
        </p:txBody>
      </p:sp>
      <p:sp>
        <p:nvSpPr>
          <p:cNvPr id="25" name="TextBox 24">
            <a:extLst>
              <a:ext uri="{FF2B5EF4-FFF2-40B4-BE49-F238E27FC236}">
                <a16:creationId xmlns:a16="http://schemas.microsoft.com/office/drawing/2014/main" id="{3C78030F-C89E-5A77-91CA-A09476B9D0DE}"/>
              </a:ext>
            </a:extLst>
          </p:cNvPr>
          <p:cNvSpPr txBox="1"/>
          <p:nvPr/>
        </p:nvSpPr>
        <p:spPr>
          <a:xfrm>
            <a:off x="463550" y="3810901"/>
            <a:ext cx="2902921" cy="330019"/>
          </a:xfrm>
          <a:prstGeom prst="rect">
            <a:avLst/>
          </a:prstGeom>
          <a:noFill/>
        </p:spPr>
        <p:txBody>
          <a:bodyPr wrap="square" lIns="0" tIns="0" rIns="0" bIns="0" rtlCol="0">
            <a:noAutofit/>
          </a:bodyPr>
          <a:lstStyle/>
          <a:p>
            <a:pPr algn="l">
              <a:spcAft>
                <a:spcPts val="600"/>
              </a:spcAft>
            </a:pPr>
            <a:r>
              <a:rPr lang="en-US" dirty="0"/>
              <a:t>Electrification</a:t>
            </a:r>
          </a:p>
        </p:txBody>
      </p:sp>
      <p:sp>
        <p:nvSpPr>
          <p:cNvPr id="29" name="TextBox 28">
            <a:extLst>
              <a:ext uri="{FF2B5EF4-FFF2-40B4-BE49-F238E27FC236}">
                <a16:creationId xmlns:a16="http://schemas.microsoft.com/office/drawing/2014/main" id="{4F142FB8-5EE5-A930-57B3-73ED408A5376}"/>
              </a:ext>
            </a:extLst>
          </p:cNvPr>
          <p:cNvSpPr txBox="1"/>
          <p:nvPr/>
        </p:nvSpPr>
        <p:spPr>
          <a:xfrm>
            <a:off x="7409286" y="3810901"/>
            <a:ext cx="2902921" cy="330019"/>
          </a:xfrm>
          <a:prstGeom prst="rect">
            <a:avLst/>
          </a:prstGeom>
          <a:noFill/>
        </p:spPr>
        <p:txBody>
          <a:bodyPr wrap="square" lIns="0" tIns="0" rIns="0" bIns="0" rtlCol="0">
            <a:noAutofit/>
          </a:bodyPr>
          <a:lstStyle/>
          <a:p>
            <a:pPr algn="l">
              <a:spcAft>
                <a:spcPts val="600"/>
              </a:spcAft>
            </a:pPr>
            <a:r>
              <a:rPr lang="en-US" dirty="0"/>
              <a:t>Accelerators</a:t>
            </a:r>
          </a:p>
        </p:txBody>
      </p:sp>
      <p:sp>
        <p:nvSpPr>
          <p:cNvPr id="34" name="TextBox 33">
            <a:extLst>
              <a:ext uri="{FF2B5EF4-FFF2-40B4-BE49-F238E27FC236}">
                <a16:creationId xmlns:a16="http://schemas.microsoft.com/office/drawing/2014/main" id="{DA28436A-3E25-8B9A-428B-E51A2D953FAA}"/>
              </a:ext>
            </a:extLst>
          </p:cNvPr>
          <p:cNvSpPr txBox="1"/>
          <p:nvPr/>
        </p:nvSpPr>
        <p:spPr>
          <a:xfrm>
            <a:off x="3958501" y="4291977"/>
            <a:ext cx="1363748" cy="369332"/>
          </a:xfrm>
          <a:prstGeom prst="rect">
            <a:avLst/>
          </a:prstGeom>
          <a:noFill/>
          <a:ln w="9525">
            <a:noFill/>
          </a:ln>
        </p:spPr>
        <p:txBody>
          <a:bodyPr wrap="square" lIns="0" tIns="0" rIns="0" bIns="0" rtlCol="0" anchor="t" anchorCtr="0">
            <a:spAutoFit/>
          </a:bodyPr>
          <a:lstStyle/>
          <a:p>
            <a:pPr marL="0" marR="0" lvl="0" indent="0" algn="ctr" defTabSz="914400" rtl="0" eaLnBrk="1" fontAlgn="auto" latinLnBrk="0" hangingPunct="1">
              <a:spcBef>
                <a:spcPts val="0"/>
              </a:spcBef>
              <a:spcAft>
                <a:spcPts val="0"/>
              </a:spcAft>
              <a:buClrTx/>
              <a:buSzTx/>
              <a:buFontTx/>
              <a:buNone/>
              <a:tabLst/>
              <a:defRPr/>
            </a:pPr>
            <a:r>
              <a:rPr lang="en-US" sz="1200" dirty="0">
                <a:solidFill>
                  <a:srgbClr val="005E60"/>
                </a:solidFill>
                <a:latin typeface="Inter" panose="02000503000000020004" pitchFamily="2" charset="0"/>
                <a:ea typeface="Inter" panose="02000503000000020004" pitchFamily="2" charset="0"/>
              </a:rPr>
              <a:t>Power Conversion &amp; Storage</a:t>
            </a:r>
            <a:endParaRPr kumimoji="0" lang="en-US" sz="1200" i="0" u="none" strike="noStrike" kern="1200" cap="none" spc="0" normalizeH="0" baseline="0" noProof="0" dirty="0">
              <a:ln>
                <a:noFill/>
              </a:ln>
              <a:solidFill>
                <a:srgbClr val="005E60"/>
              </a:solidFill>
              <a:effectLst/>
              <a:uLnTx/>
              <a:uFillTx/>
              <a:latin typeface="Inter" panose="02000503000000020004" pitchFamily="2" charset="0"/>
              <a:ea typeface="Inter" panose="02000503000000020004" pitchFamily="2" charset="0"/>
            </a:endParaRPr>
          </a:p>
        </p:txBody>
      </p:sp>
      <p:pic>
        <p:nvPicPr>
          <p:cNvPr id="37" name="Graphic 36">
            <a:extLst>
              <a:ext uri="{FF2B5EF4-FFF2-40B4-BE49-F238E27FC236}">
                <a16:creationId xmlns:a16="http://schemas.microsoft.com/office/drawing/2014/main" id="{E79FA0AE-2267-0E9D-B48C-46E89077255D}"/>
              </a:ext>
            </a:extLst>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4263486" y="4872746"/>
            <a:ext cx="792480" cy="731520"/>
          </a:xfrm>
          <a:prstGeom prst="rect">
            <a:avLst/>
          </a:prstGeom>
        </p:spPr>
      </p:pic>
      <p:sp>
        <p:nvSpPr>
          <p:cNvPr id="10" name="Footer Placeholder 15">
            <a:extLst>
              <a:ext uri="{FF2B5EF4-FFF2-40B4-BE49-F238E27FC236}">
                <a16:creationId xmlns:a16="http://schemas.microsoft.com/office/drawing/2014/main" id="{9CCEC1F4-B6B4-0F41-7082-CD26F8A6F4D8}"/>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extLst>
      <p:ext uri="{BB962C8B-B14F-4D97-AF65-F5344CB8AC3E}">
        <p14:creationId xmlns:p14="http://schemas.microsoft.com/office/powerpoint/2010/main" val="212276365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788259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9723221"/>
      </p:ext>
    </p:extLst>
  </p:cSld>
  <p:clrMapOvr>
    <a:masterClrMapping/>
  </p:clrMapOvr>
</p:sld>
</file>

<file path=ppt/theme/theme1.xml><?xml version="1.0" encoding="utf-8"?>
<a:theme xmlns:a="http://schemas.openxmlformats.org/drawingml/2006/main" name="GE Vernova">
  <a:themeElements>
    <a:clrScheme name="GE Vernova 3/14/24">
      <a:dk1>
        <a:srgbClr val="005E60"/>
      </a:dk1>
      <a:lt1>
        <a:srgbClr val="FFFFFF"/>
      </a:lt1>
      <a:dk2>
        <a:srgbClr val="212121"/>
      </a:dk2>
      <a:lt2>
        <a:srgbClr val="C8FF08"/>
      </a:lt2>
      <a:accent1>
        <a:srgbClr val="004745"/>
      </a:accent1>
      <a:accent2>
        <a:srgbClr val="E3E3E3"/>
      </a:accent2>
      <a:accent3>
        <a:srgbClr val="CCCCCC"/>
      </a:accent3>
      <a:accent4>
        <a:srgbClr val="696969"/>
      </a:accent4>
      <a:accent5>
        <a:srgbClr val="484848"/>
      </a:accent5>
      <a:accent6>
        <a:srgbClr val="458A8A"/>
      </a:accent6>
      <a:hlink>
        <a:srgbClr val="2176FF"/>
      </a:hlink>
      <a:folHlink>
        <a:srgbClr val="3E9E00"/>
      </a:folHlink>
    </a:clrScheme>
    <a:fontScheme name="GEV Custom">
      <a:majorFont>
        <a:latin typeface="Inter Semi Bold"/>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t" anchorCtr="0"/>
      <a:lstStyle>
        <a:defPPr algn="l">
          <a:spcAft>
            <a:spcPts val="600"/>
          </a:spcAft>
          <a:defRPr>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spcAft>
            <a:spcPts val="600"/>
          </a:spcAft>
          <a:defRPr/>
        </a:defPPr>
      </a:lstStyle>
    </a:txDef>
  </a:objectDefaults>
  <a:extraClrSchemeLst/>
  <a:custClrLst>
    <a:custClr name="Dark Evergreen">
      <a:srgbClr val="004745"/>
    </a:custClr>
    <a:custClr name="Evergreen Tint 1">
      <a:srgbClr val="458A8A"/>
    </a:custClr>
    <a:custClr name="Evergreen Tint 2">
      <a:srgbClr val="96BDBD"/>
    </a:custClr>
    <a:custClr name="Evergreen Tint 1">
      <a:srgbClr val="C7DBDB"/>
    </a:custClr>
    <a:custClr name="Dark Sky">
      <a:srgbClr val="2176FF"/>
    </a:custClr>
    <a:custClr name="Sky">
      <a:srgbClr val="5FB7FF"/>
    </a:custClr>
    <a:custClr name="Dark Forest">
      <a:srgbClr val="3E9E00"/>
    </a:custClr>
    <a:custClr name="Forest">
      <a:srgbClr val="7BDD3C"/>
    </a:custClr>
    <a:custClr name="Dark Earth">
      <a:srgbClr val="4A2419"/>
    </a:custClr>
    <a:custClr name="Earth">
      <a:srgbClr val="774936"/>
    </a:custClr>
  </a:custClrLst>
  <a:extLst>
    <a:ext uri="{05A4C25C-085E-4340-85A3-A5531E510DB2}">
      <thm15:themeFamily xmlns:thm15="http://schemas.microsoft.com/office/thememl/2012/main" name="2026_GEV-PPT-Template" id="{E573DB2A-3E40-DA48-9AFA-927DAA278D2A}" vid="{73271C67-3C5F-6143-BD9F-7C1B438954E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0987E64CCC7C941AA423E1ADF2491CC" ma:contentTypeVersion="18" ma:contentTypeDescription="Create a new document." ma:contentTypeScope="" ma:versionID="1e40539c746aebc5ca905ee2706e7d1b">
  <xsd:schema xmlns:xsd="http://www.w3.org/2001/XMLSchema" xmlns:xs="http://www.w3.org/2001/XMLSchema" xmlns:p="http://schemas.microsoft.com/office/2006/metadata/properties" xmlns:ns2="660f4d75-da08-481c-93a0-a5d59f6ee71c" xmlns:ns3="b402df0d-8178-4802-b8b9-ef402e68d744" xmlns:ns4="02d12187-754c-41a9-9e93-c3e1cfacc155" targetNamespace="http://schemas.microsoft.com/office/2006/metadata/properties" ma:root="true" ma:fieldsID="2dd0d1ad3efc741518aad11f398c5865" ns2:_="" ns3:_="" ns4:_="">
    <xsd:import namespace="660f4d75-da08-481c-93a0-a5d59f6ee71c"/>
    <xsd:import namespace="b402df0d-8178-4802-b8b9-ef402e68d744"/>
    <xsd:import namespace="02d12187-754c-41a9-9e93-c3e1cfacc15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4:TaxCatchAll" minOccurs="0"/>
                <xsd:element ref="ns2:lcf76f155ced4ddcb4097134ff3c332f"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60f4d75-da08-481c-93a0-a5d59f6ee71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36a257fb-28f5-49c4-92c3-d49665e8e1d3" ma:termSetId="09814cd3-568e-fe90-9814-8d621ff8fb84" ma:anchorId="fba54fb3-c3e1-fe81-a776-ca4b69148c4d" ma:open="true" ma:isKeyword="false">
      <xsd:complexType>
        <xsd:sequence>
          <xsd:element ref="pc:Terms" minOccurs="0" maxOccurs="1"/>
        </xsd:sequence>
      </xsd:complexType>
    </xsd:element>
    <xsd:element name="MediaLengthInSeconds" ma:index="23"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402df0d-8178-4802-b8b9-ef402e68d74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2d12187-754c-41a9-9e93-c3e1cfacc155"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acdb1637-3b50-4ef3-b363-a9ca0300321e}" ma:internalName="TaxCatchAll" ma:showField="CatchAllData" ma:web="b402df0d-8178-4802-b8b9-ef402e68d74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60f4d75-da08-481c-93a0-a5d59f6ee71c">
      <Terms xmlns="http://schemas.microsoft.com/office/infopath/2007/PartnerControls"/>
    </lcf76f155ced4ddcb4097134ff3c332f>
    <TaxCatchAll xmlns="02d12187-754c-41a9-9e93-c3e1cfacc155" xsi:nil="true"/>
  </documentManagement>
</p:properties>
</file>

<file path=customXml/itemProps1.xml><?xml version="1.0" encoding="utf-8"?>
<ds:datastoreItem xmlns:ds="http://schemas.openxmlformats.org/officeDocument/2006/customXml" ds:itemID="{5D1214C9-2614-4841-8F75-517C46888FC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60f4d75-da08-481c-93a0-a5d59f6ee71c"/>
    <ds:schemaRef ds:uri="b402df0d-8178-4802-b8b9-ef402e68d744"/>
    <ds:schemaRef ds:uri="02d12187-754c-41a9-9e93-c3e1cfacc15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DE64E55-0318-435E-9885-1C7A491FCFD5}">
  <ds:schemaRefs>
    <ds:schemaRef ds:uri="http://schemas.microsoft.com/sharepoint/v3/contenttype/forms"/>
  </ds:schemaRefs>
</ds:datastoreItem>
</file>

<file path=customXml/itemProps3.xml><?xml version="1.0" encoding="utf-8"?>
<ds:datastoreItem xmlns:ds="http://schemas.openxmlformats.org/officeDocument/2006/customXml" ds:itemID="{C6A31001-A973-48D3-BF92-E4BBE4C78C38}">
  <ds:schemaRefs>
    <ds:schemaRef ds:uri="http://purl.org/dc/elements/1.1/"/>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purl.org/dc/terms/"/>
    <ds:schemaRef ds:uri="02d12187-754c-41a9-9e93-c3e1cfacc155"/>
    <ds:schemaRef ds:uri="http://www.w3.org/XML/1998/namespace"/>
    <ds:schemaRef ds:uri="b402df0d-8178-4802-b8b9-ef402e68d744"/>
    <ds:schemaRef ds:uri="660f4d75-da08-481c-93a0-a5d59f6ee71c"/>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GE Vernova</Template>
  <TotalTime>7</TotalTime>
  <Words>2484</Words>
  <Application>Microsoft Macintosh PowerPoint</Application>
  <PresentationFormat>Widescreen</PresentationFormat>
  <Paragraphs>613</Paragraphs>
  <Slides>55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55</vt:i4>
      </vt:variant>
    </vt:vector>
  </HeadingPairs>
  <TitlesOfParts>
    <vt:vector size="60" baseType="lpstr">
      <vt:lpstr>Arial</vt:lpstr>
      <vt:lpstr>Inter</vt:lpstr>
      <vt:lpstr>Inter Semi Bold</vt:lpstr>
      <vt:lpstr>Sons Condensed Extrabold</vt:lpstr>
      <vt:lpstr>GE Vernova</vt:lpstr>
      <vt:lpstr>TITLE SLIDE, HEADLINES MAY BE 2 LINES</vt:lpstr>
      <vt:lpstr>TITLE SLIDE, HEADLINES MAY BE 2 LINES</vt:lpstr>
      <vt:lpstr>TITLE SLIDE, HEADLINES MAY BE 2 LINES</vt:lpstr>
      <vt:lpstr>TITLE 1 SLIDE HEADLINES MAY BE 2 LINES</vt:lpstr>
      <vt:lpstr>Copyright notices and proprietary information  classification labeling policy</vt:lpstr>
      <vt:lpstr>PowerPoint Presentation</vt:lpstr>
      <vt:lpstr>Title only slide</vt:lpstr>
      <vt:lpstr>1-column content slide Slide titles may be one or two lines</vt:lpstr>
      <vt:lpstr>1-column subtitle slide </vt:lpstr>
      <vt:lpstr>1-column boxed slide</vt:lpstr>
      <vt:lpstr>2-column content slide</vt:lpstr>
      <vt:lpstr>2-column subtitle slide</vt:lpstr>
      <vt:lpstr>3-column content slide</vt:lpstr>
      <vt:lpstr>3-column content slide - bars</vt:lpstr>
      <vt:lpstr>4-column content slide</vt:lpstr>
      <vt:lpstr>4-column content slide - bars</vt:lpstr>
      <vt:lpstr>2/3 and 1/3-column content slide</vt:lpstr>
      <vt:lpstr>DIVIDER SLIDE TITLE MAY BE 2 LINES</vt:lpstr>
      <vt:lpstr>DIVIDER SLIDE TITLE MAY BE 2 LINES</vt:lpstr>
      <vt:lpstr>DIVIDER SLIDE TITLE MAY BE 2 LINES</vt:lpstr>
      <vt:lpstr>DIVIDER SLIDE TITLE MAY BE 2 LINES</vt:lpstr>
      <vt:lpstr>Table layout 1 slide</vt:lpstr>
      <vt:lpstr>Table layout 2 slide</vt:lpstr>
      <vt:lpstr>Table layout 3 slide</vt:lpstr>
      <vt:lpstr>Agenda 1 slide</vt:lpstr>
      <vt:lpstr>Agenda 2 slide</vt:lpstr>
      <vt:lpstr>Presenters slide</vt:lpstr>
      <vt:lpstr>Picture right side example</vt:lpstr>
      <vt:lpstr>Picture bottom example</vt:lpstr>
      <vt:lpstr>Side-by-side 1 slide</vt:lpstr>
      <vt:lpstr>Side-by-side 2 slide</vt:lpstr>
      <vt:lpstr>PowerPoint Presentation</vt:lpstr>
      <vt:lpstr>PowerPoint Presentation</vt:lpstr>
      <vt:lpstr>PowerPoint Presentation</vt:lpstr>
      <vt:lpstr>Statistic slide 1</vt:lpstr>
      <vt:lpstr>Statistic slide 2</vt:lpstr>
      <vt:lpstr>Statistics slide 3</vt:lpstr>
      <vt:lpstr>PowerPoint Presentation</vt:lpstr>
      <vt:lpstr>PowerPoint Presentation</vt:lpstr>
      <vt:lpstr>PowerPoint Presentation</vt:lpstr>
      <vt:lpstr>Picture right example slide</vt:lpstr>
      <vt:lpstr>Picture left example slide</vt:lpstr>
      <vt:lpstr>2/3 and 1/3-column content example slide</vt:lpstr>
      <vt:lpstr>Side-by-side example slide</vt:lpstr>
      <vt:lpstr>Picture right with graphic text  example</vt:lpstr>
      <vt:lpstr>Pie chart example 1</vt:lpstr>
      <vt:lpstr>Pie chart example 2</vt:lpstr>
      <vt:lpstr>Column chart examples</vt:lpstr>
      <vt:lpstr>Timeline table example</vt:lpstr>
      <vt:lpstr>Donut and line chart examples</vt:lpstr>
      <vt:lpstr>Primary color palette</vt:lpstr>
      <vt:lpstr>PowerPoint Presentation</vt:lpstr>
      <vt:lpstr>Business and Accelerator Icons</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Mercer, Cierra (GE Vernova)</dc:creator>
  <cp:keywords/>
  <dc:description/>
  <cp:lastModifiedBy>Mercer, Cierra (GE Vernova)</cp:lastModifiedBy>
  <cp:revision>1</cp:revision>
  <dcterms:created xsi:type="dcterms:W3CDTF">2026-01-26T19:02:27Z</dcterms:created>
  <dcterms:modified xsi:type="dcterms:W3CDTF">2026-01-26T19:09:39Z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0x01010010987E64CCC7C941AA423E1ADF2491CC</vt:lpwstr>
  </property>
</Properties>
</file>