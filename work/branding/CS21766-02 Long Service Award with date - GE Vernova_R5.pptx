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2801600" cy="10515600"/>
  <p:notesSz cx="12801600" cy="10515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3259836"/>
            <a:ext cx="10881360" cy="2208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888736"/>
            <a:ext cx="8961120" cy="2628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40080" y="2418588"/>
            <a:ext cx="5568696" cy="69402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592824" y="2418588"/>
            <a:ext cx="5568696" cy="69402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37776" y="2108480"/>
            <a:ext cx="1423212" cy="629863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38737" y="7147280"/>
            <a:ext cx="555625" cy="400685"/>
          </a:xfrm>
          <a:custGeom>
            <a:avLst/>
            <a:gdLst/>
            <a:ahLst/>
            <a:cxnLst/>
            <a:rect l="l" t="t" r="r" b="b"/>
            <a:pathLst>
              <a:path w="555625" h="400684">
                <a:moveTo>
                  <a:pt x="258292" y="41833"/>
                </a:moveTo>
                <a:lnTo>
                  <a:pt x="255219" y="31242"/>
                </a:lnTo>
                <a:lnTo>
                  <a:pt x="251752" y="25019"/>
                </a:lnTo>
                <a:lnTo>
                  <a:pt x="251752" y="49326"/>
                </a:lnTo>
                <a:lnTo>
                  <a:pt x="249796" y="60871"/>
                </a:lnTo>
                <a:lnTo>
                  <a:pt x="244589" y="77711"/>
                </a:lnTo>
                <a:lnTo>
                  <a:pt x="237794" y="104330"/>
                </a:lnTo>
                <a:lnTo>
                  <a:pt x="227355" y="129311"/>
                </a:lnTo>
                <a:lnTo>
                  <a:pt x="214210" y="152920"/>
                </a:lnTo>
                <a:lnTo>
                  <a:pt x="199313" y="175437"/>
                </a:lnTo>
                <a:lnTo>
                  <a:pt x="192659" y="184302"/>
                </a:lnTo>
                <a:lnTo>
                  <a:pt x="189484" y="186613"/>
                </a:lnTo>
                <a:lnTo>
                  <a:pt x="188125" y="184086"/>
                </a:lnTo>
                <a:lnTo>
                  <a:pt x="186918" y="178396"/>
                </a:lnTo>
                <a:lnTo>
                  <a:pt x="185369" y="172250"/>
                </a:lnTo>
                <a:lnTo>
                  <a:pt x="184556" y="162534"/>
                </a:lnTo>
                <a:lnTo>
                  <a:pt x="185153" y="152920"/>
                </a:lnTo>
                <a:lnTo>
                  <a:pt x="185902" y="137464"/>
                </a:lnTo>
                <a:lnTo>
                  <a:pt x="189839" y="95326"/>
                </a:lnTo>
                <a:lnTo>
                  <a:pt x="200355" y="47701"/>
                </a:lnTo>
                <a:lnTo>
                  <a:pt x="220052" y="13284"/>
                </a:lnTo>
                <a:lnTo>
                  <a:pt x="234213" y="7645"/>
                </a:lnTo>
                <a:lnTo>
                  <a:pt x="239407" y="11252"/>
                </a:lnTo>
                <a:lnTo>
                  <a:pt x="243763" y="16852"/>
                </a:lnTo>
                <a:lnTo>
                  <a:pt x="247027" y="19608"/>
                </a:lnTo>
                <a:lnTo>
                  <a:pt x="246646" y="20751"/>
                </a:lnTo>
                <a:lnTo>
                  <a:pt x="250634" y="37731"/>
                </a:lnTo>
                <a:lnTo>
                  <a:pt x="251752" y="49326"/>
                </a:lnTo>
                <a:lnTo>
                  <a:pt x="251752" y="25019"/>
                </a:lnTo>
                <a:lnTo>
                  <a:pt x="249707" y="21348"/>
                </a:lnTo>
                <a:lnTo>
                  <a:pt x="247675" y="17691"/>
                </a:lnTo>
                <a:lnTo>
                  <a:pt x="247586" y="17945"/>
                </a:lnTo>
                <a:lnTo>
                  <a:pt x="247459" y="18313"/>
                </a:lnTo>
                <a:lnTo>
                  <a:pt x="247472" y="17691"/>
                </a:lnTo>
                <a:lnTo>
                  <a:pt x="243916" y="9613"/>
                </a:lnTo>
                <a:lnTo>
                  <a:pt x="241998" y="7645"/>
                </a:lnTo>
                <a:lnTo>
                  <a:pt x="237070" y="2578"/>
                </a:lnTo>
                <a:lnTo>
                  <a:pt x="229158" y="0"/>
                </a:lnTo>
                <a:lnTo>
                  <a:pt x="220789" y="1689"/>
                </a:lnTo>
                <a:lnTo>
                  <a:pt x="211124" y="8318"/>
                </a:lnTo>
                <a:lnTo>
                  <a:pt x="187693" y="55918"/>
                </a:lnTo>
                <a:lnTo>
                  <a:pt x="177076" y="116217"/>
                </a:lnTo>
                <a:lnTo>
                  <a:pt x="175704" y="147078"/>
                </a:lnTo>
                <a:lnTo>
                  <a:pt x="178015" y="180301"/>
                </a:lnTo>
                <a:lnTo>
                  <a:pt x="178282" y="191185"/>
                </a:lnTo>
                <a:lnTo>
                  <a:pt x="176187" y="202107"/>
                </a:lnTo>
                <a:lnTo>
                  <a:pt x="171450" y="212877"/>
                </a:lnTo>
                <a:lnTo>
                  <a:pt x="163779" y="223316"/>
                </a:lnTo>
                <a:lnTo>
                  <a:pt x="152539" y="235635"/>
                </a:lnTo>
                <a:lnTo>
                  <a:pt x="141351" y="248107"/>
                </a:lnTo>
                <a:lnTo>
                  <a:pt x="130454" y="260946"/>
                </a:lnTo>
                <a:lnTo>
                  <a:pt x="120154" y="274358"/>
                </a:lnTo>
                <a:lnTo>
                  <a:pt x="101866" y="296291"/>
                </a:lnTo>
                <a:lnTo>
                  <a:pt x="80772" y="314934"/>
                </a:lnTo>
                <a:lnTo>
                  <a:pt x="56756" y="329882"/>
                </a:lnTo>
                <a:lnTo>
                  <a:pt x="29692" y="340728"/>
                </a:lnTo>
                <a:lnTo>
                  <a:pt x="22390" y="342925"/>
                </a:lnTo>
                <a:lnTo>
                  <a:pt x="15341" y="342176"/>
                </a:lnTo>
                <a:lnTo>
                  <a:pt x="2984" y="345008"/>
                </a:lnTo>
                <a:lnTo>
                  <a:pt x="0" y="347484"/>
                </a:lnTo>
                <a:lnTo>
                  <a:pt x="1231" y="359460"/>
                </a:lnTo>
                <a:lnTo>
                  <a:pt x="4521" y="360565"/>
                </a:lnTo>
                <a:lnTo>
                  <a:pt x="14490" y="359257"/>
                </a:lnTo>
                <a:lnTo>
                  <a:pt x="19824" y="362254"/>
                </a:lnTo>
                <a:lnTo>
                  <a:pt x="23291" y="360641"/>
                </a:lnTo>
                <a:lnTo>
                  <a:pt x="26162" y="359257"/>
                </a:lnTo>
                <a:lnTo>
                  <a:pt x="52870" y="346430"/>
                </a:lnTo>
                <a:lnTo>
                  <a:pt x="106794" y="310540"/>
                </a:lnTo>
                <a:lnTo>
                  <a:pt x="139166" y="271183"/>
                </a:lnTo>
                <a:lnTo>
                  <a:pt x="150698" y="257479"/>
                </a:lnTo>
                <a:lnTo>
                  <a:pt x="163055" y="243471"/>
                </a:lnTo>
                <a:lnTo>
                  <a:pt x="175996" y="228574"/>
                </a:lnTo>
                <a:lnTo>
                  <a:pt x="176898" y="252298"/>
                </a:lnTo>
                <a:lnTo>
                  <a:pt x="178917" y="274853"/>
                </a:lnTo>
                <a:lnTo>
                  <a:pt x="180594" y="296291"/>
                </a:lnTo>
                <a:lnTo>
                  <a:pt x="180606" y="318312"/>
                </a:lnTo>
                <a:lnTo>
                  <a:pt x="177266" y="335635"/>
                </a:lnTo>
                <a:lnTo>
                  <a:pt x="169697" y="350469"/>
                </a:lnTo>
                <a:lnTo>
                  <a:pt x="158089" y="362432"/>
                </a:lnTo>
                <a:lnTo>
                  <a:pt x="142684" y="371132"/>
                </a:lnTo>
                <a:lnTo>
                  <a:pt x="128905" y="375513"/>
                </a:lnTo>
                <a:lnTo>
                  <a:pt x="122478" y="379018"/>
                </a:lnTo>
                <a:lnTo>
                  <a:pt x="117335" y="385140"/>
                </a:lnTo>
                <a:lnTo>
                  <a:pt x="145211" y="382524"/>
                </a:lnTo>
                <a:lnTo>
                  <a:pt x="168148" y="370713"/>
                </a:lnTo>
                <a:lnTo>
                  <a:pt x="184302" y="351193"/>
                </a:lnTo>
                <a:lnTo>
                  <a:pt x="191871" y="325450"/>
                </a:lnTo>
                <a:lnTo>
                  <a:pt x="193141" y="305231"/>
                </a:lnTo>
                <a:lnTo>
                  <a:pt x="193357" y="285013"/>
                </a:lnTo>
                <a:lnTo>
                  <a:pt x="192798" y="264782"/>
                </a:lnTo>
                <a:lnTo>
                  <a:pt x="191719" y="243471"/>
                </a:lnTo>
                <a:lnTo>
                  <a:pt x="191096" y="232029"/>
                </a:lnTo>
                <a:lnTo>
                  <a:pt x="191135" y="228574"/>
                </a:lnTo>
                <a:lnTo>
                  <a:pt x="204330" y="186613"/>
                </a:lnTo>
                <a:lnTo>
                  <a:pt x="215442" y="168910"/>
                </a:lnTo>
                <a:lnTo>
                  <a:pt x="230289" y="141998"/>
                </a:lnTo>
                <a:lnTo>
                  <a:pt x="242912" y="111950"/>
                </a:lnTo>
                <a:lnTo>
                  <a:pt x="252920" y="76047"/>
                </a:lnTo>
                <a:lnTo>
                  <a:pt x="257352" y="54952"/>
                </a:lnTo>
                <a:lnTo>
                  <a:pt x="258292" y="41833"/>
                </a:lnTo>
                <a:close/>
              </a:path>
              <a:path w="555625" h="400684">
                <a:moveTo>
                  <a:pt x="555028" y="198983"/>
                </a:moveTo>
                <a:lnTo>
                  <a:pt x="544080" y="194576"/>
                </a:lnTo>
                <a:lnTo>
                  <a:pt x="534009" y="195186"/>
                </a:lnTo>
                <a:lnTo>
                  <a:pt x="524497" y="198120"/>
                </a:lnTo>
                <a:lnTo>
                  <a:pt x="515188" y="200634"/>
                </a:lnTo>
                <a:lnTo>
                  <a:pt x="512622" y="201028"/>
                </a:lnTo>
                <a:lnTo>
                  <a:pt x="510311" y="202692"/>
                </a:lnTo>
                <a:lnTo>
                  <a:pt x="503885" y="196291"/>
                </a:lnTo>
                <a:lnTo>
                  <a:pt x="509943" y="195516"/>
                </a:lnTo>
                <a:lnTo>
                  <a:pt x="510209" y="193636"/>
                </a:lnTo>
                <a:lnTo>
                  <a:pt x="515467" y="169862"/>
                </a:lnTo>
                <a:lnTo>
                  <a:pt x="523189" y="146418"/>
                </a:lnTo>
                <a:lnTo>
                  <a:pt x="531114" y="123799"/>
                </a:lnTo>
                <a:lnTo>
                  <a:pt x="537641" y="100368"/>
                </a:lnTo>
                <a:lnTo>
                  <a:pt x="539305" y="92646"/>
                </a:lnTo>
                <a:lnTo>
                  <a:pt x="539089" y="85471"/>
                </a:lnTo>
                <a:lnTo>
                  <a:pt x="526211" y="82892"/>
                </a:lnTo>
                <a:lnTo>
                  <a:pt x="525945" y="91655"/>
                </a:lnTo>
                <a:lnTo>
                  <a:pt x="524027" y="97193"/>
                </a:lnTo>
                <a:lnTo>
                  <a:pt x="516318" y="121729"/>
                </a:lnTo>
                <a:lnTo>
                  <a:pt x="509092" y="146418"/>
                </a:lnTo>
                <a:lnTo>
                  <a:pt x="500875" y="170776"/>
                </a:lnTo>
                <a:lnTo>
                  <a:pt x="490194" y="194297"/>
                </a:lnTo>
                <a:lnTo>
                  <a:pt x="486422" y="200482"/>
                </a:lnTo>
                <a:lnTo>
                  <a:pt x="482003" y="205498"/>
                </a:lnTo>
                <a:lnTo>
                  <a:pt x="480745" y="206362"/>
                </a:lnTo>
                <a:lnTo>
                  <a:pt x="480745" y="224116"/>
                </a:lnTo>
                <a:lnTo>
                  <a:pt x="461073" y="265226"/>
                </a:lnTo>
                <a:lnTo>
                  <a:pt x="441718" y="306171"/>
                </a:lnTo>
                <a:lnTo>
                  <a:pt x="421436" y="346468"/>
                </a:lnTo>
                <a:lnTo>
                  <a:pt x="398983" y="385597"/>
                </a:lnTo>
                <a:lnTo>
                  <a:pt x="395452" y="367652"/>
                </a:lnTo>
                <a:lnTo>
                  <a:pt x="395262" y="350139"/>
                </a:lnTo>
                <a:lnTo>
                  <a:pt x="405879" y="305879"/>
                </a:lnTo>
                <a:lnTo>
                  <a:pt x="409524" y="295249"/>
                </a:lnTo>
                <a:lnTo>
                  <a:pt x="412877" y="284480"/>
                </a:lnTo>
                <a:lnTo>
                  <a:pt x="415556" y="273583"/>
                </a:lnTo>
                <a:lnTo>
                  <a:pt x="421640" y="251358"/>
                </a:lnTo>
                <a:lnTo>
                  <a:pt x="431571" y="237959"/>
                </a:lnTo>
                <a:lnTo>
                  <a:pt x="449795" y="230009"/>
                </a:lnTo>
                <a:lnTo>
                  <a:pt x="480745" y="224116"/>
                </a:lnTo>
                <a:lnTo>
                  <a:pt x="480745" y="206362"/>
                </a:lnTo>
                <a:lnTo>
                  <a:pt x="476326" y="209346"/>
                </a:lnTo>
                <a:lnTo>
                  <a:pt x="468769" y="212026"/>
                </a:lnTo>
                <a:lnTo>
                  <a:pt x="456793" y="213855"/>
                </a:lnTo>
                <a:lnTo>
                  <a:pt x="444449" y="214820"/>
                </a:lnTo>
                <a:lnTo>
                  <a:pt x="433425" y="216268"/>
                </a:lnTo>
                <a:lnTo>
                  <a:pt x="425411" y="219494"/>
                </a:lnTo>
                <a:lnTo>
                  <a:pt x="414172" y="227711"/>
                </a:lnTo>
                <a:lnTo>
                  <a:pt x="391325" y="243230"/>
                </a:lnTo>
                <a:lnTo>
                  <a:pt x="379844" y="251358"/>
                </a:lnTo>
                <a:lnTo>
                  <a:pt x="375272" y="254723"/>
                </a:lnTo>
                <a:lnTo>
                  <a:pt x="373862" y="257873"/>
                </a:lnTo>
                <a:lnTo>
                  <a:pt x="381165" y="269417"/>
                </a:lnTo>
                <a:lnTo>
                  <a:pt x="383895" y="264007"/>
                </a:lnTo>
                <a:lnTo>
                  <a:pt x="391985" y="258622"/>
                </a:lnTo>
                <a:lnTo>
                  <a:pt x="393979" y="251307"/>
                </a:lnTo>
                <a:lnTo>
                  <a:pt x="402932" y="253225"/>
                </a:lnTo>
                <a:lnTo>
                  <a:pt x="397243" y="267881"/>
                </a:lnTo>
                <a:lnTo>
                  <a:pt x="393230" y="282943"/>
                </a:lnTo>
                <a:lnTo>
                  <a:pt x="388378" y="297332"/>
                </a:lnTo>
                <a:lnTo>
                  <a:pt x="380212" y="309956"/>
                </a:lnTo>
                <a:lnTo>
                  <a:pt x="371665" y="323037"/>
                </a:lnTo>
                <a:lnTo>
                  <a:pt x="365302" y="337604"/>
                </a:lnTo>
                <a:lnTo>
                  <a:pt x="357530" y="351358"/>
                </a:lnTo>
                <a:lnTo>
                  <a:pt x="344779" y="362038"/>
                </a:lnTo>
                <a:lnTo>
                  <a:pt x="344398" y="346468"/>
                </a:lnTo>
                <a:lnTo>
                  <a:pt x="344449" y="345579"/>
                </a:lnTo>
                <a:lnTo>
                  <a:pt x="346138" y="330949"/>
                </a:lnTo>
                <a:lnTo>
                  <a:pt x="349897" y="316331"/>
                </a:lnTo>
                <a:lnTo>
                  <a:pt x="353974" y="305879"/>
                </a:lnTo>
                <a:lnTo>
                  <a:pt x="355498" y="301967"/>
                </a:lnTo>
                <a:lnTo>
                  <a:pt x="363143" y="279654"/>
                </a:lnTo>
                <a:lnTo>
                  <a:pt x="369112" y="256628"/>
                </a:lnTo>
                <a:lnTo>
                  <a:pt x="377113" y="234378"/>
                </a:lnTo>
                <a:lnTo>
                  <a:pt x="390855" y="214388"/>
                </a:lnTo>
                <a:lnTo>
                  <a:pt x="393268" y="211899"/>
                </a:lnTo>
                <a:lnTo>
                  <a:pt x="394157" y="206298"/>
                </a:lnTo>
                <a:lnTo>
                  <a:pt x="385127" y="201129"/>
                </a:lnTo>
                <a:lnTo>
                  <a:pt x="380974" y="201231"/>
                </a:lnTo>
                <a:lnTo>
                  <a:pt x="376605" y="207048"/>
                </a:lnTo>
                <a:lnTo>
                  <a:pt x="370103" y="217639"/>
                </a:lnTo>
                <a:lnTo>
                  <a:pt x="364744" y="228841"/>
                </a:lnTo>
                <a:lnTo>
                  <a:pt x="359295" y="239826"/>
                </a:lnTo>
                <a:lnTo>
                  <a:pt x="352475" y="249720"/>
                </a:lnTo>
                <a:lnTo>
                  <a:pt x="339128" y="267462"/>
                </a:lnTo>
                <a:lnTo>
                  <a:pt x="328015" y="286423"/>
                </a:lnTo>
                <a:lnTo>
                  <a:pt x="318096" y="306171"/>
                </a:lnTo>
                <a:lnTo>
                  <a:pt x="308673" y="325628"/>
                </a:lnTo>
                <a:lnTo>
                  <a:pt x="300558" y="339801"/>
                </a:lnTo>
                <a:lnTo>
                  <a:pt x="270548" y="377571"/>
                </a:lnTo>
                <a:lnTo>
                  <a:pt x="262318" y="384873"/>
                </a:lnTo>
                <a:lnTo>
                  <a:pt x="251231" y="379031"/>
                </a:lnTo>
                <a:lnTo>
                  <a:pt x="252285" y="373862"/>
                </a:lnTo>
                <a:lnTo>
                  <a:pt x="251599" y="369392"/>
                </a:lnTo>
                <a:lnTo>
                  <a:pt x="251155" y="356450"/>
                </a:lnTo>
                <a:lnTo>
                  <a:pt x="251231" y="352933"/>
                </a:lnTo>
                <a:lnTo>
                  <a:pt x="253834" y="339001"/>
                </a:lnTo>
                <a:lnTo>
                  <a:pt x="259003" y="324853"/>
                </a:lnTo>
                <a:lnTo>
                  <a:pt x="265696" y="311315"/>
                </a:lnTo>
                <a:lnTo>
                  <a:pt x="273088" y="293497"/>
                </a:lnTo>
                <a:lnTo>
                  <a:pt x="279488" y="275005"/>
                </a:lnTo>
                <a:lnTo>
                  <a:pt x="288455" y="257733"/>
                </a:lnTo>
                <a:lnTo>
                  <a:pt x="303580" y="243598"/>
                </a:lnTo>
                <a:lnTo>
                  <a:pt x="305663" y="252349"/>
                </a:lnTo>
                <a:lnTo>
                  <a:pt x="305600" y="270116"/>
                </a:lnTo>
                <a:lnTo>
                  <a:pt x="307835" y="278726"/>
                </a:lnTo>
                <a:lnTo>
                  <a:pt x="310476" y="284187"/>
                </a:lnTo>
                <a:lnTo>
                  <a:pt x="312191" y="288239"/>
                </a:lnTo>
                <a:lnTo>
                  <a:pt x="325628" y="286423"/>
                </a:lnTo>
                <a:lnTo>
                  <a:pt x="324091" y="280657"/>
                </a:lnTo>
                <a:lnTo>
                  <a:pt x="324700" y="276428"/>
                </a:lnTo>
                <a:lnTo>
                  <a:pt x="324027" y="265595"/>
                </a:lnTo>
                <a:lnTo>
                  <a:pt x="320230" y="255663"/>
                </a:lnTo>
                <a:lnTo>
                  <a:pt x="315645" y="245960"/>
                </a:lnTo>
                <a:lnTo>
                  <a:pt x="314947" y="243598"/>
                </a:lnTo>
                <a:lnTo>
                  <a:pt x="312534" y="235483"/>
                </a:lnTo>
                <a:lnTo>
                  <a:pt x="310261" y="227711"/>
                </a:lnTo>
                <a:lnTo>
                  <a:pt x="306489" y="225247"/>
                </a:lnTo>
                <a:lnTo>
                  <a:pt x="269582" y="268071"/>
                </a:lnTo>
                <a:lnTo>
                  <a:pt x="250482" y="308648"/>
                </a:lnTo>
                <a:lnTo>
                  <a:pt x="240017" y="352933"/>
                </a:lnTo>
                <a:lnTo>
                  <a:pt x="239623" y="369392"/>
                </a:lnTo>
                <a:lnTo>
                  <a:pt x="240499" y="376974"/>
                </a:lnTo>
                <a:lnTo>
                  <a:pt x="243281" y="384238"/>
                </a:lnTo>
                <a:lnTo>
                  <a:pt x="248018" y="390207"/>
                </a:lnTo>
                <a:lnTo>
                  <a:pt x="254838" y="394614"/>
                </a:lnTo>
                <a:lnTo>
                  <a:pt x="262369" y="396265"/>
                </a:lnTo>
                <a:lnTo>
                  <a:pt x="268986" y="394614"/>
                </a:lnTo>
                <a:lnTo>
                  <a:pt x="274891" y="390588"/>
                </a:lnTo>
                <a:lnTo>
                  <a:pt x="280390" y="385051"/>
                </a:lnTo>
                <a:lnTo>
                  <a:pt x="280543" y="384873"/>
                </a:lnTo>
                <a:lnTo>
                  <a:pt x="289458" y="374789"/>
                </a:lnTo>
                <a:lnTo>
                  <a:pt x="298081" y="364248"/>
                </a:lnTo>
                <a:lnTo>
                  <a:pt x="305854" y="353060"/>
                </a:lnTo>
                <a:lnTo>
                  <a:pt x="312369" y="340817"/>
                </a:lnTo>
                <a:lnTo>
                  <a:pt x="316509" y="331800"/>
                </a:lnTo>
                <a:lnTo>
                  <a:pt x="321310" y="322808"/>
                </a:lnTo>
                <a:lnTo>
                  <a:pt x="327380" y="314083"/>
                </a:lnTo>
                <a:lnTo>
                  <a:pt x="335267" y="305879"/>
                </a:lnTo>
                <a:lnTo>
                  <a:pt x="334213" y="318541"/>
                </a:lnTo>
                <a:lnTo>
                  <a:pt x="331939" y="330365"/>
                </a:lnTo>
                <a:lnTo>
                  <a:pt x="330492" y="340817"/>
                </a:lnTo>
                <a:lnTo>
                  <a:pt x="344512" y="376948"/>
                </a:lnTo>
                <a:lnTo>
                  <a:pt x="352793" y="375767"/>
                </a:lnTo>
                <a:lnTo>
                  <a:pt x="370865" y="342226"/>
                </a:lnTo>
                <a:lnTo>
                  <a:pt x="380060" y="340423"/>
                </a:lnTo>
                <a:lnTo>
                  <a:pt x="380111" y="381190"/>
                </a:lnTo>
                <a:lnTo>
                  <a:pt x="381622" y="389521"/>
                </a:lnTo>
                <a:lnTo>
                  <a:pt x="385648" y="396265"/>
                </a:lnTo>
                <a:lnTo>
                  <a:pt x="393179" y="400202"/>
                </a:lnTo>
                <a:lnTo>
                  <a:pt x="401243" y="399783"/>
                </a:lnTo>
                <a:lnTo>
                  <a:pt x="407530" y="395452"/>
                </a:lnTo>
                <a:lnTo>
                  <a:pt x="412572" y="388747"/>
                </a:lnTo>
                <a:lnTo>
                  <a:pt x="414375" y="385597"/>
                </a:lnTo>
                <a:lnTo>
                  <a:pt x="416953" y="381101"/>
                </a:lnTo>
                <a:lnTo>
                  <a:pt x="424103" y="366737"/>
                </a:lnTo>
                <a:lnTo>
                  <a:pt x="430974" y="351688"/>
                </a:lnTo>
                <a:lnTo>
                  <a:pt x="438886" y="336410"/>
                </a:lnTo>
                <a:lnTo>
                  <a:pt x="449224" y="321259"/>
                </a:lnTo>
                <a:lnTo>
                  <a:pt x="447471" y="334175"/>
                </a:lnTo>
                <a:lnTo>
                  <a:pt x="443306" y="345579"/>
                </a:lnTo>
                <a:lnTo>
                  <a:pt x="439483" y="356120"/>
                </a:lnTo>
                <a:lnTo>
                  <a:pt x="439394" y="356450"/>
                </a:lnTo>
                <a:lnTo>
                  <a:pt x="438442" y="367423"/>
                </a:lnTo>
                <a:lnTo>
                  <a:pt x="441706" y="367207"/>
                </a:lnTo>
                <a:lnTo>
                  <a:pt x="443636" y="365887"/>
                </a:lnTo>
                <a:lnTo>
                  <a:pt x="444665" y="363131"/>
                </a:lnTo>
                <a:lnTo>
                  <a:pt x="454469" y="337604"/>
                </a:lnTo>
                <a:lnTo>
                  <a:pt x="460844" y="321259"/>
                </a:lnTo>
                <a:lnTo>
                  <a:pt x="463156" y="315328"/>
                </a:lnTo>
                <a:lnTo>
                  <a:pt x="472046" y="291325"/>
                </a:lnTo>
                <a:lnTo>
                  <a:pt x="487133" y="245173"/>
                </a:lnTo>
                <a:lnTo>
                  <a:pt x="496989" y="226390"/>
                </a:lnTo>
                <a:lnTo>
                  <a:pt x="499541" y="224116"/>
                </a:lnTo>
                <a:lnTo>
                  <a:pt x="512292" y="212763"/>
                </a:lnTo>
                <a:lnTo>
                  <a:pt x="535787" y="206375"/>
                </a:lnTo>
                <a:lnTo>
                  <a:pt x="541693" y="205943"/>
                </a:lnTo>
                <a:lnTo>
                  <a:pt x="546392" y="202692"/>
                </a:lnTo>
                <a:lnTo>
                  <a:pt x="547331" y="202044"/>
                </a:lnTo>
                <a:lnTo>
                  <a:pt x="555028" y="19898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776888" y="5914707"/>
            <a:ext cx="3697604" cy="0"/>
          </a:xfrm>
          <a:custGeom>
            <a:avLst/>
            <a:gdLst/>
            <a:ahLst/>
            <a:cxnLst/>
            <a:rect l="l" t="t" r="r" b="b"/>
            <a:pathLst>
              <a:path w="3697604" h="0">
                <a:moveTo>
                  <a:pt x="3697604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6EF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0080" y="420624"/>
            <a:ext cx="11521440" cy="1682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418588"/>
            <a:ext cx="11521440" cy="69402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352544" y="9779508"/>
            <a:ext cx="4096512" cy="525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40080" y="9779508"/>
            <a:ext cx="2944368" cy="525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217152" y="9779508"/>
            <a:ext cx="2944368" cy="525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600906" y="2100107"/>
            <a:ext cx="9447530" cy="6315710"/>
          </a:xfrm>
          <a:prstGeom prst="rect">
            <a:avLst/>
          </a:prstGeom>
          <a:ln w="25400">
            <a:solidFill>
              <a:srgbClr val="006060"/>
            </a:solidFill>
          </a:ln>
        </p:spPr>
        <p:txBody>
          <a:bodyPr wrap="square" lIns="0" tIns="3721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930"/>
              </a:spcBef>
            </a:pPr>
            <a:endParaRPr sz="5000">
              <a:latin typeface="Times New Roman"/>
              <a:cs typeface="Times New Roman"/>
            </a:endParaRPr>
          </a:p>
          <a:p>
            <a:pPr algn="ctr" marR="1390015">
              <a:lnSpc>
                <a:spcPct val="100000"/>
              </a:lnSpc>
            </a:pPr>
            <a:r>
              <a:rPr dirty="0" sz="5000" spc="50" b="1">
                <a:solidFill>
                  <a:srgbClr val="006060"/>
                </a:solidFill>
                <a:latin typeface="Sons Condensed Extrabold"/>
                <a:cs typeface="Sons Condensed Extrabold"/>
              </a:rPr>
              <a:t>FIRSTNAME</a:t>
            </a:r>
            <a:r>
              <a:rPr dirty="0" sz="5000" spc="225" b="1">
                <a:solidFill>
                  <a:srgbClr val="006060"/>
                </a:solidFill>
                <a:latin typeface="Sons Condensed Extrabold"/>
                <a:cs typeface="Sons Condensed Extrabold"/>
              </a:rPr>
              <a:t> </a:t>
            </a:r>
            <a:r>
              <a:rPr dirty="0" sz="5000" spc="50" b="1">
                <a:solidFill>
                  <a:srgbClr val="006060"/>
                </a:solidFill>
                <a:latin typeface="Sons Condensed Extrabold"/>
                <a:cs typeface="Sons Condensed Extrabold"/>
              </a:rPr>
              <a:t>LASTNAME</a:t>
            </a:r>
            <a:endParaRPr sz="5000">
              <a:latin typeface="Sons Condensed Extrabold"/>
              <a:cs typeface="Sons Condensed Extrabold"/>
            </a:endParaRPr>
          </a:p>
          <a:p>
            <a:pPr algn="ctr" marR="1390015">
              <a:lnSpc>
                <a:spcPct val="100000"/>
              </a:lnSpc>
              <a:spcBef>
                <a:spcPts val="715"/>
              </a:spcBef>
            </a:pPr>
            <a:r>
              <a:rPr dirty="0" sz="1800" b="1">
                <a:solidFill>
                  <a:srgbClr val="414042"/>
                </a:solidFill>
                <a:latin typeface="Inter"/>
                <a:cs typeface="Inter"/>
              </a:rPr>
              <a:t>IS</a:t>
            </a:r>
            <a:r>
              <a:rPr dirty="0" sz="1800" spc="30" b="1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800" b="1">
                <a:solidFill>
                  <a:srgbClr val="414042"/>
                </a:solidFill>
                <a:latin typeface="Inter"/>
                <a:cs typeface="Inter"/>
              </a:rPr>
              <a:t>RECOGNIZED</a:t>
            </a:r>
            <a:r>
              <a:rPr dirty="0" sz="1800" spc="25" b="1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800" spc="-25" b="1">
                <a:solidFill>
                  <a:srgbClr val="414042"/>
                </a:solidFill>
                <a:latin typeface="Inter"/>
                <a:cs typeface="Inter"/>
              </a:rPr>
              <a:t>FOR</a:t>
            </a:r>
            <a:endParaRPr sz="1800">
              <a:latin typeface="Inter"/>
              <a:cs typeface="Inter"/>
            </a:endParaRPr>
          </a:p>
          <a:p>
            <a:pPr algn="ctr" marR="1390015">
              <a:lnSpc>
                <a:spcPct val="100000"/>
              </a:lnSpc>
              <a:spcBef>
                <a:spcPts val="309"/>
              </a:spcBef>
            </a:pPr>
            <a:r>
              <a:rPr dirty="0" sz="5000" b="1">
                <a:solidFill>
                  <a:srgbClr val="006060"/>
                </a:solidFill>
                <a:latin typeface="Sons Condensed Extrabold"/>
                <a:cs typeface="Sons Condensed Extrabold"/>
              </a:rPr>
              <a:t>20</a:t>
            </a:r>
            <a:r>
              <a:rPr dirty="0" sz="5000" spc="235" b="1">
                <a:solidFill>
                  <a:srgbClr val="006060"/>
                </a:solidFill>
                <a:latin typeface="Sons Condensed Extrabold"/>
                <a:cs typeface="Sons Condensed Extrabold"/>
              </a:rPr>
              <a:t> </a:t>
            </a:r>
            <a:r>
              <a:rPr dirty="0" sz="5000" b="1">
                <a:solidFill>
                  <a:srgbClr val="006060"/>
                </a:solidFill>
                <a:latin typeface="Sons Condensed Extrabold"/>
                <a:cs typeface="Sons Condensed Extrabold"/>
              </a:rPr>
              <a:t>YEARS</a:t>
            </a:r>
            <a:r>
              <a:rPr dirty="0" sz="5000" spc="235" b="1">
                <a:solidFill>
                  <a:srgbClr val="006060"/>
                </a:solidFill>
                <a:latin typeface="Sons Condensed Extrabold"/>
                <a:cs typeface="Sons Condensed Extrabold"/>
              </a:rPr>
              <a:t> </a:t>
            </a:r>
            <a:r>
              <a:rPr dirty="0" sz="5000" b="1">
                <a:solidFill>
                  <a:srgbClr val="006060"/>
                </a:solidFill>
                <a:latin typeface="Sons Condensed Extrabold"/>
                <a:cs typeface="Sons Condensed Extrabold"/>
              </a:rPr>
              <a:t>OF</a:t>
            </a:r>
            <a:r>
              <a:rPr dirty="0" sz="5000" spc="235" b="1">
                <a:solidFill>
                  <a:srgbClr val="006060"/>
                </a:solidFill>
                <a:latin typeface="Sons Condensed Extrabold"/>
                <a:cs typeface="Sons Condensed Extrabold"/>
              </a:rPr>
              <a:t> </a:t>
            </a:r>
            <a:r>
              <a:rPr dirty="0" sz="5000" spc="-10" b="1">
                <a:solidFill>
                  <a:srgbClr val="006060"/>
                </a:solidFill>
                <a:latin typeface="Sons Condensed Extrabold"/>
                <a:cs typeface="Sons Condensed Extrabold"/>
              </a:rPr>
              <a:t>SERVICE</a:t>
            </a:r>
            <a:endParaRPr sz="5000">
              <a:latin typeface="Sons Condensed Extrabold"/>
              <a:cs typeface="Sons Condensed Extrabold"/>
            </a:endParaRPr>
          </a:p>
          <a:p>
            <a:pPr algn="ctr" marR="1383030">
              <a:lnSpc>
                <a:spcPct val="100000"/>
              </a:lnSpc>
              <a:spcBef>
                <a:spcPts val="400"/>
              </a:spcBef>
            </a:pPr>
            <a:r>
              <a:rPr dirty="0" sz="3500" b="1">
                <a:solidFill>
                  <a:srgbClr val="006060"/>
                </a:solidFill>
                <a:latin typeface="Sons Condensed Semibold"/>
                <a:cs typeface="Sons Condensed Semibold"/>
              </a:rPr>
              <a:t>MONTH</a:t>
            </a:r>
            <a:r>
              <a:rPr dirty="0" sz="3500" spc="75" b="1">
                <a:solidFill>
                  <a:srgbClr val="006060"/>
                </a:solidFill>
                <a:latin typeface="Sons Condensed Semibold"/>
                <a:cs typeface="Sons Condensed Semibold"/>
              </a:rPr>
              <a:t> </a:t>
            </a:r>
            <a:r>
              <a:rPr dirty="0" sz="3500" spc="-10" b="1">
                <a:solidFill>
                  <a:srgbClr val="006060"/>
                </a:solidFill>
                <a:latin typeface="Sons Condensed Semibold"/>
                <a:cs typeface="Sons Condensed Semibold"/>
              </a:rPr>
              <a:t>DAY,</a:t>
            </a:r>
            <a:r>
              <a:rPr dirty="0" sz="3500" spc="80" b="1">
                <a:solidFill>
                  <a:srgbClr val="006060"/>
                </a:solidFill>
                <a:latin typeface="Sons Condensed Semibold"/>
                <a:cs typeface="Sons Condensed Semibold"/>
              </a:rPr>
              <a:t> </a:t>
            </a:r>
            <a:r>
              <a:rPr dirty="0" sz="3500" spc="-20" b="1">
                <a:solidFill>
                  <a:srgbClr val="006060"/>
                </a:solidFill>
                <a:latin typeface="Sons Condensed Semibold"/>
                <a:cs typeface="Sons Condensed Semibold"/>
              </a:rPr>
              <a:t>YEAR</a:t>
            </a:r>
            <a:endParaRPr sz="3500">
              <a:latin typeface="Sons Condensed Semibold"/>
              <a:cs typeface="Sons Condensed Semibold"/>
            </a:endParaRPr>
          </a:p>
          <a:p>
            <a:pPr algn="ctr" marR="1390650">
              <a:lnSpc>
                <a:spcPct val="100000"/>
              </a:lnSpc>
              <a:spcBef>
                <a:spcPts val="3879"/>
              </a:spcBef>
            </a:pP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Congratulations</a:t>
            </a:r>
            <a:r>
              <a:rPr dirty="0" sz="1400" spc="-2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on</a:t>
            </a:r>
            <a:r>
              <a:rPr dirty="0" sz="1400" spc="-3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this</a:t>
            </a:r>
            <a:r>
              <a:rPr dirty="0" sz="1400" spc="-2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significant</a:t>
            </a:r>
            <a:r>
              <a:rPr dirty="0" sz="1400" spc="-2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milestone.</a:t>
            </a:r>
            <a:endParaRPr sz="1400">
              <a:latin typeface="Inter"/>
              <a:cs typeface="Inter"/>
            </a:endParaRPr>
          </a:p>
          <a:p>
            <a:pPr algn="ctr" marR="1390015">
              <a:lnSpc>
                <a:spcPct val="100000"/>
              </a:lnSpc>
              <a:spcBef>
                <a:spcPts val="190"/>
              </a:spcBef>
            </a:pP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GE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20">
                <a:solidFill>
                  <a:srgbClr val="414042"/>
                </a:solidFill>
                <a:latin typeface="Inter"/>
                <a:cs typeface="Inter"/>
              </a:rPr>
              <a:t>Vernova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is</a:t>
            </a:r>
            <a:r>
              <a:rPr dirty="0" sz="1400" spc="-4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nothing</a:t>
            </a:r>
            <a:r>
              <a:rPr dirty="0" sz="1400" spc="-4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without</a:t>
            </a:r>
            <a:r>
              <a:rPr dirty="0" sz="1400" spc="-4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the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passion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and</a:t>
            </a:r>
            <a:r>
              <a:rPr dirty="0" sz="1400" spc="-4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hard</a:t>
            </a:r>
            <a:r>
              <a:rPr dirty="0" sz="1400" spc="-4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work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of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our</a:t>
            </a:r>
            <a:r>
              <a:rPr dirty="0" sz="1400" spc="-4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employees.</a:t>
            </a:r>
            <a:endParaRPr sz="1400">
              <a:latin typeface="Inter"/>
              <a:cs typeface="Inter"/>
            </a:endParaRPr>
          </a:p>
          <a:p>
            <a:pPr algn="ctr" marR="1390015">
              <a:lnSpc>
                <a:spcPct val="100000"/>
              </a:lnSpc>
              <a:spcBef>
                <a:spcPts val="195"/>
              </a:spcBef>
            </a:pP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Thank</a:t>
            </a:r>
            <a:r>
              <a:rPr dirty="0" sz="1400" spc="-6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you</a:t>
            </a:r>
            <a:r>
              <a:rPr dirty="0" sz="1400" spc="-5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for</a:t>
            </a:r>
            <a:r>
              <a:rPr dirty="0" sz="1400" spc="-5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your</a:t>
            </a:r>
            <a:r>
              <a:rPr dirty="0" sz="1400" spc="-5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contributions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and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commitment.</a:t>
            </a:r>
            <a:endParaRPr sz="1400">
              <a:latin typeface="Inter"/>
              <a:cs typeface="Inter"/>
            </a:endParaRPr>
          </a:p>
          <a:p>
            <a:pPr>
              <a:lnSpc>
                <a:spcPct val="100000"/>
              </a:lnSpc>
            </a:pPr>
            <a:endParaRPr sz="1400">
              <a:latin typeface="Inter"/>
              <a:cs typeface="Inter"/>
            </a:endParaRPr>
          </a:p>
          <a:p>
            <a:pPr>
              <a:lnSpc>
                <a:spcPct val="100000"/>
              </a:lnSpc>
            </a:pPr>
            <a:endParaRPr sz="1400">
              <a:latin typeface="Inter"/>
              <a:cs typeface="Inter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400">
              <a:latin typeface="Inter"/>
              <a:cs typeface="Inter"/>
            </a:endParaRPr>
          </a:p>
          <a:p>
            <a:pPr algn="ctr" marR="1390015">
              <a:lnSpc>
                <a:spcPct val="100000"/>
              </a:lnSpc>
            </a:pPr>
            <a:r>
              <a:rPr dirty="0" sz="1400" b="1">
                <a:solidFill>
                  <a:srgbClr val="414042"/>
                </a:solidFill>
                <a:latin typeface="Inter"/>
                <a:cs typeface="Inter"/>
              </a:rPr>
              <a:t>Scott</a:t>
            </a:r>
            <a:r>
              <a:rPr dirty="0" sz="1400" spc="-45" b="1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 b="1">
                <a:solidFill>
                  <a:srgbClr val="414042"/>
                </a:solidFill>
                <a:latin typeface="Inter"/>
                <a:cs typeface="Inter"/>
              </a:rPr>
              <a:t>Strazik</a:t>
            </a:r>
            <a:endParaRPr sz="1400">
              <a:latin typeface="Inter"/>
              <a:cs typeface="Inter"/>
            </a:endParaRPr>
          </a:p>
          <a:p>
            <a:pPr algn="ctr" marR="1390015">
              <a:lnSpc>
                <a:spcPct val="100000"/>
              </a:lnSpc>
              <a:spcBef>
                <a:spcPts val="190"/>
              </a:spcBef>
            </a:pP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CEO,</a:t>
            </a:r>
            <a:r>
              <a:rPr dirty="0" sz="1400" spc="-50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>
                <a:solidFill>
                  <a:srgbClr val="414042"/>
                </a:solidFill>
                <a:latin typeface="Inter"/>
                <a:cs typeface="Inter"/>
              </a:rPr>
              <a:t>GE</a:t>
            </a:r>
            <a:r>
              <a:rPr dirty="0" sz="1400" spc="-45">
                <a:solidFill>
                  <a:srgbClr val="414042"/>
                </a:solidFill>
                <a:latin typeface="Inter"/>
                <a:cs typeface="Inter"/>
              </a:rPr>
              <a:t> </a:t>
            </a:r>
            <a:r>
              <a:rPr dirty="0" sz="1400" spc="-10">
                <a:solidFill>
                  <a:srgbClr val="414042"/>
                </a:solidFill>
                <a:latin typeface="Inter"/>
                <a:cs typeface="Inter"/>
              </a:rPr>
              <a:t>Vernova</a:t>
            </a:r>
            <a:endParaRPr sz="1400">
              <a:latin typeface="Inter"/>
              <a:cs typeface="Inter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859560" y="3130080"/>
            <a:ext cx="991869" cy="4180204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7809"/>
              </a:lnSpc>
            </a:pPr>
            <a:r>
              <a:rPr dirty="0" sz="7000" b="1">
                <a:solidFill>
                  <a:srgbClr val="FFFFFF"/>
                </a:solidFill>
                <a:latin typeface="Sons Condensed Extrabold"/>
                <a:cs typeface="Sons Condensed Extrabold"/>
              </a:rPr>
              <a:t>IMPACT</a:t>
            </a:r>
            <a:r>
              <a:rPr dirty="0" sz="7000" spc="315" b="1">
                <a:solidFill>
                  <a:srgbClr val="FFFFFF"/>
                </a:solidFill>
                <a:latin typeface="Sons Condensed Extrabold"/>
                <a:cs typeface="Sons Condensed Extrabold"/>
              </a:rPr>
              <a:t> </a:t>
            </a:r>
            <a:r>
              <a:rPr dirty="0" sz="7000" spc="-10" b="1">
                <a:solidFill>
                  <a:srgbClr val="B5D33E"/>
                </a:solidFill>
                <a:latin typeface="Sons Condensed Extrabold"/>
                <a:cs typeface="Sons Condensed Extrabold"/>
              </a:rPr>
              <a:t>AWARD</a:t>
            </a:r>
            <a:endParaRPr sz="7000">
              <a:latin typeface="Sons Condensed Extrabold"/>
              <a:cs typeface="Sons Condensed Extrabold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111" y="2480321"/>
            <a:ext cx="2374430" cy="523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Creative Services</dc:creator>
  <dc:title>CS21214-05 Long Service Awaed - Joanne Burrus</dc:title>
  <dcterms:created xsi:type="dcterms:W3CDTF">2024-02-15T22:44:53Z</dcterms:created>
  <dcterms:modified xsi:type="dcterms:W3CDTF">2024-02-15T22:44:53Z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2024-02-15T00:00:00Z</vt:filetime>
  </property>
  <property fmtid="{D5CDD505-2E9C-101B-9397-08002B2CF9AE}" pid="3" name="Creator">
    <vt:lpwstr>Adobe InDesign 19.1 (Windows)</vt:lpwstr>
  </property>
  <property fmtid="{D5CDD505-2E9C-101B-9397-08002B2CF9AE}" pid="4" name="LastSaved">
    <vt:filetime>2024-02-15T00:00:00Z</vt:filetime>
  </property>
  <property fmtid="{D5CDD505-2E9C-101B-9397-08002B2CF9AE}" pid="5" name="Producer">
    <vt:lpwstr>Adobe PDF Library 17.0</vt:lpwstr>
  </property>
</Properties>
</file>