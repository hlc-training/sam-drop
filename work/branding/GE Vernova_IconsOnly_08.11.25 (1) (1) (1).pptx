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147472070" r:id="rId5"/>
    <p:sldId id="2147472071" r:id="rId6"/>
    <p:sldId id="2147472075" r:id="rId7"/>
    <p:sldId id="2147472076" r:id="rId8"/>
    <p:sldId id="2147472077" r:id="rId9"/>
    <p:sldId id="2147472081" r:id="rId10"/>
    <p:sldId id="2147472082" r:id="rId11"/>
    <p:sldId id="2147472097" r:id="rId12"/>
    <p:sldId id="2147472084" r:id="rId13"/>
    <p:sldId id="2147472085" r:id="rId14"/>
    <p:sldId id="2147472086" r:id="rId15"/>
    <p:sldId id="2147472087" r:id="rId16"/>
    <p:sldId id="2147472078" r:id="rId17"/>
    <p:sldId id="2147472088" r:id="rId18"/>
    <p:sldId id="2147472089" r:id="rId19"/>
    <p:sldId id="2147472090" r:id="rId20"/>
    <p:sldId id="2147472091" r:id="rId21"/>
    <p:sldId id="2147472092" r:id="rId22"/>
    <p:sldId id="2147472093" r:id="rId23"/>
    <p:sldId id="2147472094" r:id="rId24"/>
    <p:sldId id="2147472083" r:id="rId25"/>
    <p:sldId id="2147472096" r:id="rId26"/>
    <p:sldId id="370" r:id="rId27"/>
  </p:sldIdLst>
  <p:sldSz cx="12192000" cy="6858000"/>
  <p:notesSz cx="6858000" cy="9144000"/>
  <p:embeddedFontLst>
    <p:embeddedFont>
      <p:font typeface="Inter" panose="020B0502030000000004" pitchFamily="2" charset="0"/>
      <p:regular r:id="rId30"/>
      <p:bold r:id="rId31"/>
      <p:italic r:id="rId32"/>
      <p:boldItalic r:id="rId33"/>
    </p:embeddedFont>
    <p:embeddedFont>
      <p:font typeface="Sons Condensed Extrabold" panose="02060906060206060203" pitchFamily="18" charset="0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sinesses and Accelerators" id="{23BCC631-7BE3-41C1-94DD-77B171A22A98}">
          <p14:sldIdLst>
            <p14:sldId id="2147472070"/>
          </p14:sldIdLst>
        </p14:section>
        <p14:section name="Generic Icons" id="{6A49B878-B10A-43EB-982A-3D76458C76FA}">
          <p14:sldIdLst>
            <p14:sldId id="2147472071"/>
            <p14:sldId id="2147472075"/>
            <p14:sldId id="2147472076"/>
            <p14:sldId id="2147472077"/>
            <p14:sldId id="2147472081"/>
            <p14:sldId id="2147472082"/>
            <p14:sldId id="2147472097"/>
          </p14:sldIdLst>
        </p14:section>
        <p14:section name="Gas Power Icons" id="{D7EB320F-347F-4ECB-98CF-CA49766FC3C7}">
          <p14:sldIdLst>
            <p14:sldId id="2147472084"/>
            <p14:sldId id="2147472085"/>
            <p14:sldId id="2147472086"/>
            <p14:sldId id="2147472087"/>
          </p14:sldIdLst>
        </p14:section>
        <p14:section name="Wind Icons" id="{A5BA8BBD-1841-4C25-B4CC-7DD890EDC7F0}">
          <p14:sldIdLst>
            <p14:sldId id="2147472078"/>
          </p14:sldIdLst>
        </p14:section>
        <p14:section name="Advanced Research Icons" id="{7AC82A58-C245-4BB2-8BBC-BCF3F6F88833}">
          <p14:sldIdLst>
            <p14:sldId id="2147472088"/>
          </p14:sldIdLst>
        </p14:section>
        <p14:section name="Grid Solutions Icons" id="{EBBD65E7-18D7-4B94-A8F2-BBF575B58592}">
          <p14:sldIdLst>
            <p14:sldId id="2147472089"/>
            <p14:sldId id="2147472090"/>
            <p14:sldId id="2147472091"/>
            <p14:sldId id="2147472092"/>
          </p14:sldIdLst>
        </p14:section>
        <p14:section name="Power Conversion Icons" id="{3F9D6B22-7F42-4B27-BC36-CD6DE1B9E381}">
          <p14:sldIdLst>
            <p14:sldId id="2147472093"/>
            <p14:sldId id="2147472094"/>
          </p14:sldIdLst>
        </p14:section>
        <p14:section name="Electrification Software" id="{04E3A202-7A3A-4BC8-AA23-6D0163361F54}">
          <p14:sldIdLst>
            <p14:sldId id="2147472083"/>
            <p14:sldId id="2147472096"/>
            <p14:sldId id="3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297"/>
    <a:srgbClr val="C7DBDB"/>
    <a:srgbClr val="96BDBD"/>
    <a:srgbClr val="458A8A"/>
    <a:srgbClr val="212121"/>
    <a:srgbClr val="58984B"/>
    <a:srgbClr val="BFA682"/>
    <a:srgbClr val="8F7D62"/>
    <a:srgbClr val="438989"/>
    <a:srgbClr val="97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59" autoAdjust="0"/>
  </p:normalViewPr>
  <p:slideViewPr>
    <p:cSldViewPr snapToGrid="0" snapToObjects="1" showGuides="1">
      <p:cViewPr varScale="1">
        <p:scale>
          <a:sx n="108" d="100"/>
          <a:sy n="108" d="100"/>
        </p:scale>
        <p:origin x="576" y="102"/>
      </p:cViewPr>
      <p:guideLst>
        <p:guide orient="horz" pos="2256"/>
        <p:guide pos="36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15000"/>
    </p:cViewPr>
  </p:sorterViewPr>
  <p:notesViewPr>
    <p:cSldViewPr snapToGrid="0" snapToObjects="1" showGuides="1">
      <p:cViewPr varScale="1">
        <p:scale>
          <a:sx n="71" d="100"/>
          <a:sy n="71" d="100"/>
        </p:scale>
        <p:origin x="2952" y="4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BFB6B6-4E7A-A445-A373-70EB82AD0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532A8-4888-A64E-B2D1-7642670E08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45F3F-4280-4241-A55C-C635F11CFA20}" type="datetimeFigureOut">
              <a:rPr lang="en-US">
                <a:latin typeface="Inter" panose="02000503000000020004" pitchFamily="2" charset="0"/>
                <a:cs typeface="Arial" panose="020B0604020202020204" pitchFamily="34" charset="0"/>
              </a:rPr>
              <a:t>8/12/2025</a:t>
            </a:fld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E0019-9C88-8740-9DC7-43CA22CB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A7054-C658-7843-B285-432D0AAA0C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7917D-67DC-8946-9800-8E4AAAAFFC67}" type="slidenum">
              <a:rPr lang="en-US">
                <a:latin typeface="Inter" panose="02000503000000020004" pitchFamily="2" charset="0"/>
                <a:cs typeface="Arial" panose="020B0604020202020204" pitchFamily="34" charset="0"/>
              </a:rPr>
              <a:t>‹#›</a:t>
            </a:fld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15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FAC1BD85-E95E-8D4A-AD03-7D116C880F45}" type="datetimeFigureOut">
              <a:rPr lang="en-US" smtClean="0"/>
              <a:pPr/>
              <a:t>8/12/2025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F4BFF387-9D57-4C4A-857D-AC65074070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1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1pPr>
    <a:lvl2pPr marL="137160" indent="-137160" algn="l" defTabSz="914400" rtl="0" eaLnBrk="1" latinLnBrk="0" hangingPunct="1">
      <a:buFont typeface="Arial"/>
      <a:buChar char="–"/>
      <a:tabLst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2pPr>
    <a:lvl3pPr marL="274320" indent="-137160" algn="l" defTabSz="914400" rtl="0" eaLnBrk="1" latinLnBrk="0" hangingPunct="1">
      <a:buFont typeface="Arial"/>
      <a:buChar char="–"/>
      <a:tabLst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3pPr>
    <a:lvl4pPr marL="411480" indent="-137160" algn="l" defTabSz="914400" rtl="0" eaLnBrk="1" latinLnBrk="0" hangingPunct="1">
      <a:buFont typeface="Arial"/>
      <a:buChar char="–"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4pPr>
    <a:lvl5pPr marL="548640" indent="-137160" algn="l" defTabSz="914400" rtl="0" eaLnBrk="1" latinLnBrk="0" hangingPunct="1">
      <a:buFont typeface="Arial"/>
      <a:buChar char="–"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752991F-DE20-9C56-71CE-00C693FCE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025" y="272267"/>
            <a:ext cx="2606040" cy="8140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506380" cy="365125"/>
          </a:xfr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2025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041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71" y="6492875"/>
            <a:ext cx="5397112" cy="365125"/>
          </a:xfrm>
        </p:spPr>
        <p:txBody>
          <a:bodyPr/>
          <a:lstStyle>
            <a:lvl1pPr>
              <a:defRPr sz="800">
                <a:solidFill>
                  <a:srgbClr val="FAFAFA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2025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771" y="2481592"/>
            <a:ext cx="10706100" cy="1861808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771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404FB6B5-AF11-DEA2-266C-D4A71FA4E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025" y="272267"/>
            <a:ext cx="2606040" cy="81406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EC064B-505B-2B8A-CC1B-FFEE37B6694E}"/>
              </a:ext>
            </a:extLst>
          </p:cNvPr>
          <p:cNvCxnSpPr>
            <a:cxnSpLocks/>
          </p:cNvCxnSpPr>
          <p:nvPr userDrawn="1"/>
        </p:nvCxnSpPr>
        <p:spPr>
          <a:xfrm>
            <a:off x="444366" y="2444249"/>
            <a:ext cx="0" cy="447992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190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Light Photo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D9E1DC37-7617-9EED-CD74-B8909A49A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519" y="272267"/>
            <a:ext cx="2606040" cy="8140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431618" cy="365125"/>
          </a:xfrm>
        </p:spPr>
        <p:txBody>
          <a:bodyPr/>
          <a:lstStyle>
            <a:lvl1pPr>
              <a:defRPr sz="800">
                <a:solidFill>
                  <a:srgbClr val="212121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2025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rgbClr val="21212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496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Dark Photo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345354" cy="365125"/>
          </a:xfr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2025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D57314C-3D95-C279-F04B-2D532302ED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641" y="272267"/>
            <a:ext cx="2606040" cy="8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6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A052B-6959-D543-893E-8089B7EF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7CC28C8-137F-49C5-0CB3-B14B3F589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14E532AD-A6F9-5A73-F9B7-FA1F6B8FBFE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34176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ABF6-8160-8240-8064-B96381D0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78915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A052B-6959-D543-893E-8089B7EF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7CC28C8-137F-49C5-0CB3-B14B3F589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6" name="Footer Placeholder 15">
            <a:extLst>
              <a:ext uri="{FF2B5EF4-FFF2-40B4-BE49-F238E27FC236}">
                <a16:creationId xmlns:a16="http://schemas.microsoft.com/office/drawing/2014/main" id="{24D80C1C-4E45-B864-5859-F435E9FC0E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17396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419101"/>
            <a:ext cx="9622047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285750" indent="-2857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 marL="517525" indent="-228600">
              <a:defRPr>
                <a:solidFill>
                  <a:srgbClr val="212121"/>
                </a:solidFill>
              </a:defRPr>
            </a:lvl3pPr>
            <a:lvl4pPr marL="685800" indent="-228600">
              <a:defRPr>
                <a:solidFill>
                  <a:srgbClr val="212121"/>
                </a:solidFill>
              </a:defRPr>
            </a:lvl4pPr>
            <a:lvl5pPr marL="914400" indent="-228600"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0C80CBD-F9C2-7B04-2F2E-A2E50A534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027F9F60-4DFD-5661-B616-5D7B4BD457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886635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168A5-C2D7-FC4B-8832-1F289E900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100" y="889824"/>
            <a:ext cx="11353800" cy="51352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0"/>
            <a:ext cx="11353800" cy="4114800"/>
          </a:xfrm>
        </p:spPr>
        <p:txBody>
          <a:bodyPr/>
          <a:lstStyle>
            <a:lvl1pPr>
              <a:defRPr b="0"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68E85E5-0FFC-6287-3929-5E229826C1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64338C3A-CD7B-4BAF-1E62-943E6B1631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704126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69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04794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5394960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394960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B906FF28-9E6E-FCE7-887B-D290AB8F5D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A921D3A7-9FE4-97D1-71B2-4F6872FE43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72142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6DDDB0A-C694-6D4F-95F6-714A8D0B4F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099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926142-7B75-6D42-854B-61C11884F2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5394960" cy="41148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2095501"/>
            <a:ext cx="5394960" cy="4114799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F437117-8BD0-3579-70B3-FCB0F41D60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130EFFA2-C032-FC12-6BC9-48DADE2779E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562102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etr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7290905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F4792C0-9FE2-4931-3650-4B59AD3104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E6E1E6A5-8795-C79E-AA38-F1E35F263A9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36994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etrical -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6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7290905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08C86-D3E9-F3C1-4977-859065B75513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6ABEBD3-24BE-15F7-DEF9-9F5230BECA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36345BB7-0EFA-36D5-F2AC-D08AE3806B3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318048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symmetr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44409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E22151AB-5731-BAC5-7B55-0CB75965C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B6006637-4CFF-DA29-70FE-92FAA52065B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290989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metrical 2 -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6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C79C54-276E-80B9-1B8A-4B6BBAC71B29}"/>
              </a:ext>
            </a:extLst>
          </p:cNvPr>
          <p:cNvCxnSpPr>
            <a:cxnSpLocks/>
          </p:cNvCxnSpPr>
          <p:nvPr userDrawn="1"/>
        </p:nvCxnSpPr>
        <p:spPr>
          <a:xfrm>
            <a:off x="785089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BBA13F7-1863-C7F2-A83F-768EA305A3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3C079ABB-4425-2F6A-B71A-F0AFA7248E3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743160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78915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04E15B6-0BA0-84E6-A568-FC29C85E6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02B0394B-12B9-2083-FEB8-141495C18A5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364173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 -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13418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08C86-D3E9-F3C1-4977-859065B75513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DC5277-B38B-BFA5-234F-37E859463D25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6F06206D-1B55-79AD-7D01-D0EB3C4108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1" name="Footer Placeholder 15">
            <a:extLst>
              <a:ext uri="{FF2B5EF4-FFF2-40B4-BE49-F238E27FC236}">
                <a16:creationId xmlns:a16="http://schemas.microsoft.com/office/drawing/2014/main" id="{6AA19732-5DB3-4171-CEA3-9065A8A6D39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821405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5754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5999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CB7DF46-A9CC-4BD9-D472-6BF977C642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0" name="Footer Placeholder 15">
            <a:extLst>
              <a:ext uri="{FF2B5EF4-FFF2-40B4-BE49-F238E27FC236}">
                <a16:creationId xmlns:a16="http://schemas.microsoft.com/office/drawing/2014/main" id="{344F9DB3-94A4-4FB1-FCDC-A495244861F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6264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>
          <p15:clr>
            <a:srgbClr val="FBAE40"/>
          </p15:clr>
        </p15:guide>
        <p15:guide id="2" pos="5628">
          <p15:clr>
            <a:srgbClr val="FBAE40"/>
          </p15:clr>
        </p15:guide>
        <p15:guide id="3" pos="3840">
          <p15:clr>
            <a:srgbClr val="FBAE40"/>
          </p15:clr>
        </p15:guide>
        <p15:guide id="4" orient="horz" pos="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 -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0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5754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5999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E6CAA3-D2BE-B7A9-9C26-22C4F1F5EDDD}"/>
              </a:ext>
            </a:extLst>
          </p:cNvPr>
          <p:cNvCxnSpPr>
            <a:cxnSpLocks/>
          </p:cNvCxnSpPr>
          <p:nvPr userDrawn="1"/>
        </p:nvCxnSpPr>
        <p:spPr>
          <a:xfrm>
            <a:off x="312305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865847-B1DD-F900-9C6C-8E3E630784E8}"/>
              </a:ext>
            </a:extLst>
          </p:cNvPr>
          <p:cNvCxnSpPr>
            <a:cxnSpLocks/>
          </p:cNvCxnSpPr>
          <p:nvPr userDrawn="1"/>
        </p:nvCxnSpPr>
        <p:spPr>
          <a:xfrm>
            <a:off x="596150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CFFAC-C9D0-7B24-E424-D791DC86FA9A}"/>
              </a:ext>
            </a:extLst>
          </p:cNvPr>
          <p:cNvCxnSpPr>
            <a:cxnSpLocks/>
          </p:cNvCxnSpPr>
          <p:nvPr userDrawn="1"/>
        </p:nvCxnSpPr>
        <p:spPr>
          <a:xfrm>
            <a:off x="879995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F179F5EF-F643-19DD-3442-114B11F583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7512AE6-0BE8-8360-8C66-96B86F86B9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66450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 userDrawn="1">
          <p15:clr>
            <a:srgbClr val="FBAE40"/>
          </p15:clr>
        </p15:guide>
        <p15:guide id="2" pos="56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and 1/3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466769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A24B364-E635-8148-9DBE-C364F1D3B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99" y="1403350"/>
            <a:ext cx="729691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65EA83-2EC6-BE4F-96E1-74D20B473B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00999" y="1403350"/>
            <a:ext cx="3787133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2095501"/>
            <a:ext cx="7296912" cy="4114799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00997" y="2095501"/>
            <a:ext cx="3771899" cy="41148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5C9CC5-B8DE-1A0B-AEAF-078158CE873D}"/>
              </a:ext>
            </a:extLst>
          </p:cNvPr>
          <p:cNvCxnSpPr>
            <a:cxnSpLocks/>
          </p:cNvCxnSpPr>
          <p:nvPr userDrawn="1"/>
        </p:nvCxnSpPr>
        <p:spPr>
          <a:xfrm>
            <a:off x="785089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287820B-9605-1150-C001-4792D5A7E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13DDB821-528C-407C-7414-E650782196B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0687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4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Column Phot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C0532-DBFF-2022-5F35-01DC75E41C0E}"/>
              </a:ext>
            </a:extLst>
          </p:cNvPr>
          <p:cNvSpPr/>
          <p:nvPr userDrawn="1"/>
        </p:nvSpPr>
        <p:spPr>
          <a:xfrm>
            <a:off x="0" y="1402915"/>
            <a:ext cx="12192000" cy="5455085"/>
          </a:xfrm>
          <a:prstGeom prst="rect">
            <a:avLst/>
          </a:prstGeom>
          <a:solidFill>
            <a:srgbClr val="005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13421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11353800" cy="4806951"/>
          </a:xfrm>
          <a:noFill/>
        </p:spPr>
        <p:txBody>
          <a:bodyPr lIns="0" tIns="182880" rIns="0" b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C8FF08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CECCD58-6B53-F6DC-FD8A-F86F07E652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7A278797-887B-4DF5-EB13-48AB84D24D7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08661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77323" cy="45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110718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C2A4A3E-D4B8-672E-E828-A2571A7B0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3672ABEC-0EDA-22BD-65FE-791E9EE774E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325720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2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77323" cy="45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53949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3949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C2A4A3E-D4B8-672E-E828-A2571A7B0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A3951F52-DC48-A7D4-2824-F5307F064DE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73984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82432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6539" y="1403351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EE8FD0A-8C5E-E7DE-4656-7844FF431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BEB8EA9E-A092-E815-FA6C-B16D231FCE7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81804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89076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63899" y="1403349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6000" y="1403350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126E61B-5B00-C74E-A14F-005A2D3E2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0" name="Footer Placeholder 15">
            <a:extLst>
              <a:ext uri="{FF2B5EF4-FFF2-40B4-BE49-F238E27FC236}">
                <a16:creationId xmlns:a16="http://schemas.microsoft.com/office/drawing/2014/main" id="{192411F8-CBE6-BB9A-E30E-38F0DC1B4E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75887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 userDrawn="1">
          <p15:clr>
            <a:srgbClr val="FBAE40"/>
          </p15:clr>
        </p15:guide>
        <p15:guide id="2" pos="56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oxed Asymmetr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89076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321A8AC-94BF-D6B2-1376-53BEE47F72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97A2E13F-C618-516D-5AE2-32CF541E556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085943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83" y="2378075"/>
            <a:ext cx="6875785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821F4BE-79DE-EBCE-62E2-F24155984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Section Number">
            <a:extLst>
              <a:ext uri="{FF2B5EF4-FFF2-40B4-BE49-F238E27FC236}">
                <a16:creationId xmlns:a16="http://schemas.microsoft.com/office/drawing/2014/main" id="{107E2ABA-1900-FC00-3E5B-96B0338B47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1922078"/>
            <a:ext cx="2660530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[Optional section ##]</a:t>
            </a:r>
          </a:p>
        </p:txBody>
      </p:sp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C38754F8-5FCF-38D3-C751-A906C8F44D7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63291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 userDrawn="1">
          <p15:clr>
            <a:srgbClr val="FBAE40"/>
          </p15:clr>
        </p15:guide>
        <p15:guide id="4" orient="horz" pos="273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ection Number">
            <a:extLst>
              <a:ext uri="{FF2B5EF4-FFF2-40B4-BE49-F238E27FC236}">
                <a16:creationId xmlns:a16="http://schemas.microsoft.com/office/drawing/2014/main" id="{E0E81EB4-471C-3F45-B7C7-3BCA829250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1922078"/>
            <a:ext cx="2608772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[Optional section ##]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92B45FF-A1AE-61C0-351C-FC46C46606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49274D-327F-3626-5718-4266E3B0B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83" y="2378075"/>
            <a:ext cx="6875785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9B07FCD0-F61D-F52A-E4FA-1E848E1AACC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28892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378075"/>
            <a:ext cx="6896100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F5188B4-2B91-7D7A-D602-95ABB4BAA0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Section Number">
            <a:extLst>
              <a:ext uri="{FF2B5EF4-FFF2-40B4-BE49-F238E27FC236}">
                <a16:creationId xmlns:a16="http://schemas.microsoft.com/office/drawing/2014/main" id="{1C20CF72-79D7-2D57-1E9C-4C8386102C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100" y="1922078"/>
            <a:ext cx="3273006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lang="en-US" sz="1600" kern="1200" cap="all" baseline="0" dirty="0">
                <a:solidFill>
                  <a:srgbClr val="21212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dirty="0"/>
              <a:t>[Optional section ##]</a:t>
            </a:r>
          </a:p>
        </p:txBody>
      </p:sp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BD2FB510-466F-A7D9-A9F6-0009FC1704C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97147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92B45FF-A1AE-61C0-351C-FC46C46606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CCAD9BAE-A65C-C726-B402-0C0F4D2519E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84835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1693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D051AE3-C2A3-6884-82E8-0091361DC8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53311958-D829-0977-08EB-86681C4D7D9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311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1248" userDrawn="1">
          <p15:clr>
            <a:srgbClr val="FBAE40"/>
          </p15:clr>
        </p15:guide>
        <p15:guide id="3" pos="4128" userDrawn="1">
          <p15:clr>
            <a:srgbClr val="FBAE40"/>
          </p15:clr>
        </p15:guide>
        <p15:guide id="4" pos="4824" userDrawn="1">
          <p15:clr>
            <a:srgbClr val="FBAE40"/>
          </p15:clr>
        </p15:guide>
        <p15:guide id="5" orient="horz" pos="884" userDrawn="1">
          <p15:clr>
            <a:srgbClr val="FBAE40"/>
          </p15:clr>
        </p15:guide>
        <p15:guide id="6" orient="horz" pos="1498" userDrawn="1">
          <p15:clr>
            <a:srgbClr val="FBAE40"/>
          </p15:clr>
        </p15:guide>
        <p15:guide id="7" orient="horz" pos="2116" userDrawn="1">
          <p15:clr>
            <a:srgbClr val="FBAE40"/>
          </p15:clr>
        </p15:guide>
        <p15:guide id="8" orient="horz" pos="2736" userDrawn="1">
          <p15:clr>
            <a:srgbClr val="FBAE40"/>
          </p15:clr>
        </p15:guide>
        <p15:guide id="9" orient="horz" pos="3350" userDrawn="1">
          <p15:clr>
            <a:srgbClr val="FBAE40"/>
          </p15:clr>
        </p15:guide>
        <p15:guide id="10" pos="55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26751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3C8E8B6-15B9-92DE-0C5F-40F6A4CCD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6FDAC1D1-ACEA-9694-7D4B-F17EC05C01C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184104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2">
          <p15:clr>
            <a:srgbClr val="FBAE40"/>
          </p15:clr>
        </p15:guide>
        <p15:guide id="2" pos="1248">
          <p15:clr>
            <a:srgbClr val="FBAE40"/>
          </p15:clr>
        </p15:guide>
        <p15:guide id="3" pos="4128">
          <p15:clr>
            <a:srgbClr val="FBAE40"/>
          </p15:clr>
        </p15:guide>
        <p15:guide id="4" pos="4824">
          <p15:clr>
            <a:srgbClr val="FBAE40"/>
          </p15:clr>
        </p15:guide>
        <p15:guide id="5" orient="horz" pos="884">
          <p15:clr>
            <a:srgbClr val="FBAE40"/>
          </p15:clr>
        </p15:guide>
        <p15:guide id="6" orient="horz" pos="1498">
          <p15:clr>
            <a:srgbClr val="FBAE40"/>
          </p15:clr>
        </p15:guide>
        <p15:guide id="7" orient="horz" pos="2112" userDrawn="1">
          <p15:clr>
            <a:srgbClr val="FBAE40"/>
          </p15:clr>
        </p15:guide>
        <p15:guide id="8" orient="horz" pos="2736">
          <p15:clr>
            <a:srgbClr val="FBAE40"/>
          </p15:clr>
        </p15:guide>
        <p15:guide id="9" orient="horz" pos="335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03A9CFF3-144D-F242-AB37-45B8D1EA02D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010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D30E5EF1-DEED-0E4E-842C-164ECBEB862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06875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35166569-9518-9B41-8B53-AA608D4002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91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E7959487-FA6F-9442-8793-172CFAE0C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0010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22F3E836-EB9D-0A44-8CBF-55C02225AF9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6875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88ED419-5FB1-1040-9DD4-AB69170FDA9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91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559BAC-92F4-B744-9836-450C4A90B3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145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D8682B-ACC9-614A-8FC5-30E2225A02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0689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9DF087C-13B0-8044-B147-F99E711E3B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64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68F9AA8-58C0-BD45-A206-0D15796A4D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145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5655B9A0-5BD5-4B4C-87A7-8A7BC98C36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00689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2FB16EA-50E6-7147-BF52-0D186E4312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964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FDD0E8E-1442-D1CD-FDD6-6F1C4CD126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60957192-804A-76BF-781A-6D4D325C408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3679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2400" userDrawn="1">
          <p15:clr>
            <a:srgbClr val="FBAE40"/>
          </p15:clr>
        </p15:guide>
        <p15:guide id="4" pos="1080" userDrawn="1">
          <p15:clr>
            <a:srgbClr val="FBAE40"/>
          </p15:clr>
        </p15:guide>
        <p15:guide id="5" pos="3465" userDrawn="1">
          <p15:clr>
            <a:srgbClr val="FBAE40"/>
          </p15:clr>
        </p15:guide>
        <p15:guide id="6" pos="5856" userDrawn="1">
          <p15:clr>
            <a:srgbClr val="FBAE40"/>
          </p15:clr>
        </p15:guide>
        <p15:guide id="7" orient="horz" pos="88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14060" y="0"/>
            <a:ext cx="6377940" cy="68579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400300"/>
            <a:ext cx="5155223" cy="38100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212121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D2D73-EE0E-202C-17A0-7C9C2608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0"/>
            <a:ext cx="5155223" cy="177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D8F3FB77-B95C-94D8-83F6-5D2FFF473D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2847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51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29301" cy="68579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62700" y="2400300"/>
            <a:ext cx="5410200" cy="38100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Tx/>
              <a:defRPr>
                <a:solidFill>
                  <a:srgbClr val="212121"/>
                </a:solidFill>
              </a:defRPr>
            </a:lvl3pPr>
            <a:lvl4pPr>
              <a:buClrTx/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34DEC1-5B42-CB2D-AE33-3E2478036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897" y="419100"/>
            <a:ext cx="5410200" cy="177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6260D3A3-2C98-CDF2-9FCC-B98BC57928F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667974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08" userDrawn="1">
          <p15:clr>
            <a:srgbClr val="FBAE40"/>
          </p15:clr>
        </p15:guide>
        <p15:guide id="4" orient="horz" pos="151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CBB3E71-68E9-0C42-A1F5-AAC39EAA6D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3350"/>
            <a:ext cx="12192000" cy="54546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54797B6-7C2A-BA00-35CD-550A44C0D1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6AA1CE-AC18-9C55-AAB8-CEA1D249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955F2CDD-730A-6F00-31A5-FBDCF0F3A05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09379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7D6BA0-372E-9EFE-3877-BEEE0D21C7B3}"/>
              </a:ext>
            </a:extLst>
          </p:cNvPr>
          <p:cNvSpPr/>
          <p:nvPr userDrawn="1"/>
        </p:nvSpPr>
        <p:spPr>
          <a:xfrm>
            <a:off x="5676900" y="1402915"/>
            <a:ext cx="6515100" cy="5455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B5E4C-27FE-36D0-B175-6C8108EB67C1}"/>
              </a:ext>
            </a:extLst>
          </p:cNvPr>
          <p:cNvSpPr/>
          <p:nvPr userDrawn="1"/>
        </p:nvSpPr>
        <p:spPr>
          <a:xfrm>
            <a:off x="0" y="1402915"/>
            <a:ext cx="5676900" cy="5455085"/>
          </a:xfrm>
          <a:prstGeom prst="rect">
            <a:avLst/>
          </a:prstGeom>
          <a:solidFill>
            <a:srgbClr val="005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4838700" cy="4806951"/>
          </a:xfrm>
          <a:noFill/>
        </p:spPr>
        <p:txBody>
          <a:bodyPr lIns="0" tIns="182880" rIns="182880" bIns="18288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676900" cy="4806951"/>
          </a:xfrm>
          <a:noFill/>
        </p:spPr>
        <p:txBody>
          <a:bodyPr lIns="0" tIns="182880" rIns="182880" bIns="182880"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212121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212121"/>
                </a:solidFill>
              </a:defRPr>
            </a:lvl4pPr>
            <a:lvl5pPr>
              <a:buClr>
                <a:schemeClr val="bg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5F8CA6B-89DC-9D64-DE2A-574599892E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0" name="Footer Placeholder 15">
            <a:extLst>
              <a:ext uri="{FF2B5EF4-FFF2-40B4-BE49-F238E27FC236}">
                <a16:creationId xmlns:a16="http://schemas.microsoft.com/office/drawing/2014/main" id="{D1063572-DF3F-4D0D-CC1E-65CB62AE3C2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02623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7D6BA0-372E-9EFE-3877-BEEE0D21C7B3}"/>
              </a:ext>
            </a:extLst>
          </p:cNvPr>
          <p:cNvSpPr/>
          <p:nvPr userDrawn="1"/>
        </p:nvSpPr>
        <p:spPr>
          <a:xfrm>
            <a:off x="5676900" y="1"/>
            <a:ext cx="65151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419101"/>
            <a:ext cx="483870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4838700" cy="4806951"/>
          </a:xfrm>
          <a:noFill/>
        </p:spPr>
        <p:txBody>
          <a:bodyPr lIns="0" tIns="182880" rIns="182880" bIns="182880"/>
          <a:lstStyle>
            <a:lvl1pPr>
              <a:buClr>
                <a:schemeClr val="bg1"/>
              </a:buClr>
              <a:defRPr>
                <a:solidFill>
                  <a:srgbClr val="212121"/>
                </a:solidFill>
              </a:defRPr>
            </a:lvl1pPr>
            <a:lvl2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Tx/>
              <a:defRPr>
                <a:solidFill>
                  <a:srgbClr val="212121"/>
                </a:solidFill>
              </a:defRPr>
            </a:lvl3pPr>
            <a:lvl4pPr>
              <a:buClrTx/>
              <a:defRPr>
                <a:solidFill>
                  <a:srgbClr val="212121"/>
                </a:solidFill>
              </a:defRPr>
            </a:lvl4pPr>
            <a:lvl5pPr>
              <a:buClr>
                <a:schemeClr val="bg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676900" cy="4806951"/>
          </a:xfrm>
          <a:noFill/>
        </p:spPr>
        <p:txBody>
          <a:bodyPr lIns="0" tIns="182880" rIns="182880" bIns="182880"/>
          <a:lstStyle>
            <a:lvl1pP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CA04741-1558-2ADE-D887-5A3730509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7480F360-7E53-B0F3-C69A-B610CF1E8D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579359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userDrawn="1">
          <p15:clr>
            <a:srgbClr val="FBAE40"/>
          </p15:clr>
        </p15:guide>
        <p15:guide id="4" orient="horz" pos="456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1" y="615950"/>
            <a:ext cx="5494420" cy="5486400"/>
          </a:xfrm>
        </p:spPr>
        <p:txBody>
          <a:bodyPr anchor="t" anchorCtr="0"/>
          <a:lstStyle>
            <a:lvl1pPr marL="0" indent="0">
              <a:lnSpc>
                <a:spcPct val="85000"/>
              </a:lnSpc>
              <a:spcAft>
                <a:spcPts val="1000"/>
              </a:spcAft>
              <a:defRPr sz="50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  <a:lvl2pPr marL="0" indent="0">
              <a:lnSpc>
                <a:spcPct val="100000"/>
              </a:lnSpc>
              <a:buFont typeface="Arial"/>
              <a:buNone/>
              <a:defRPr>
                <a:solidFill>
                  <a:schemeClr val="tx1"/>
                </a:solidFill>
              </a:defRPr>
            </a:lvl2pPr>
            <a:lvl3pPr marL="0" indent="0">
              <a:lnSpc>
                <a:spcPct val="85000"/>
              </a:lnSpc>
              <a:buNone/>
              <a:defRPr sz="5000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buNone/>
              <a:defRPr sz="3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Clr>
                <a:schemeClr val="accent4"/>
              </a:buClr>
              <a:buFont typeface="Arial"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459A54-2B36-0597-98AB-2AD5027C3A5A}"/>
              </a:ext>
            </a:extLst>
          </p:cNvPr>
          <p:cNvCxnSpPr>
            <a:cxnSpLocks/>
          </p:cNvCxnSpPr>
          <p:nvPr userDrawn="1"/>
        </p:nvCxnSpPr>
        <p:spPr>
          <a:xfrm>
            <a:off x="2946446" y="640174"/>
            <a:ext cx="0" cy="5486400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3144293E-2C00-D4C2-B60A-12BE7EAB8F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5" name="Footer Placeholder 15">
            <a:extLst>
              <a:ext uri="{FF2B5EF4-FFF2-40B4-BE49-F238E27FC236}">
                <a16:creationId xmlns:a16="http://schemas.microsoft.com/office/drawing/2014/main" id="{1329F007-C0C3-3A01-8745-6339F394E6D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05188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0" y="615950"/>
            <a:ext cx="5313947" cy="5486400"/>
          </a:xfrm>
        </p:spPr>
        <p:txBody>
          <a:bodyPr anchor="t" anchorCtr="0"/>
          <a:lstStyle>
            <a:lvl1pPr marL="0" indent="0">
              <a:lnSpc>
                <a:spcPct val="85000"/>
              </a:lnSpc>
              <a:spcAft>
                <a:spcPts val="0"/>
              </a:spcAft>
              <a:defRPr sz="5000" cap="all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lnSpc>
                <a:spcPct val="100000"/>
              </a:lnSpc>
              <a:buFont typeface="Arial"/>
              <a:buNone/>
              <a:defRPr>
                <a:solidFill>
                  <a:srgbClr val="005E60"/>
                </a:solidFill>
              </a:defRPr>
            </a:lvl2pPr>
            <a:lvl3pPr marL="0" indent="0">
              <a:lnSpc>
                <a:spcPct val="85000"/>
              </a:lnSpc>
              <a:buNone/>
              <a:defRPr sz="5000">
                <a:solidFill>
                  <a:srgbClr val="005E60"/>
                </a:solidFill>
              </a:defRPr>
            </a:lvl3pPr>
            <a:lvl4pPr marL="0" indent="0">
              <a:lnSpc>
                <a:spcPct val="90000"/>
              </a:lnSpc>
              <a:buNone/>
              <a:defRPr sz="3200">
                <a:solidFill>
                  <a:srgbClr val="005E60"/>
                </a:solidFill>
              </a:defRPr>
            </a:lvl4pPr>
            <a:lvl5pPr marL="0" indent="0">
              <a:lnSpc>
                <a:spcPct val="100000"/>
              </a:lnSpc>
              <a:buClr>
                <a:schemeClr val="accent4"/>
              </a:buClr>
              <a:buFont typeface="Arial"/>
              <a:buNone/>
              <a:defRPr sz="1400">
                <a:solidFill>
                  <a:srgbClr val="005E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38A19-85FE-D7E0-BB2C-F157A4FE6AEC}"/>
              </a:ext>
            </a:extLst>
          </p:cNvPr>
          <p:cNvCxnSpPr>
            <a:cxnSpLocks/>
          </p:cNvCxnSpPr>
          <p:nvPr userDrawn="1"/>
        </p:nvCxnSpPr>
        <p:spPr>
          <a:xfrm>
            <a:off x="2946446" y="640174"/>
            <a:ext cx="0" cy="54864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16A940B9-7959-1BE5-1C1F-30DC7A96DB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6" name="Footer Placeholder 15">
            <a:extLst>
              <a:ext uri="{FF2B5EF4-FFF2-40B4-BE49-F238E27FC236}">
                <a16:creationId xmlns:a16="http://schemas.microsoft.com/office/drawing/2014/main" id="{D058DE80-2D20-BEDA-3025-4E13FFAADB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471583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is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B63C1B-3209-284E-B44A-E799A58B17A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0687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Tx/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12F81C6-976F-8E46-9726-C1199B9E693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8512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Tx/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938AA9-AA7F-CA72-4172-840511A5C2E9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6105A-C9A5-9304-6A7E-4ABF0C6AAB07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B5C3D82-E702-BE2A-C612-2CB61FE36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75B2F3C1-ABC4-8C6F-2C19-1300BBDEB6F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41485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istics -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B63C1B-3209-284E-B44A-E799A58B17A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0687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12F81C6-976F-8E46-9726-C1199B9E693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8512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938AA9-AA7F-CA72-4172-840511A5C2E9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6105A-C9A5-9304-6A7E-4ABF0C6AAB07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0D252868-F7F1-C0A1-E4BB-8630DDD87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BF60D929-2B8A-C56B-C065-F3BDEBB412A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49074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8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tat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69725" cy="4570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75" y="2095501"/>
            <a:ext cx="3502152" cy="4114799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96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B55D1-80E8-FE17-86A3-84686B81A692}"/>
              </a:ext>
            </a:extLst>
          </p:cNvPr>
          <p:cNvCxnSpPr>
            <a:cxnSpLocks/>
          </p:cNvCxnSpPr>
          <p:nvPr userDrawn="1"/>
        </p:nvCxnSpPr>
        <p:spPr>
          <a:xfrm>
            <a:off x="419100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AFF6E11-C545-F91D-9E64-2C4D90D894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06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C81F1F2-00A2-8A73-11A9-FF59CE240F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1A28561-E9BE-F7BE-7CA1-61B13B003A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9575" y="1403350"/>
            <a:ext cx="7363326" cy="48069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A878362A-0DD8-8964-3726-126DE717BA9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16225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ta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321247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75" y="2095501"/>
            <a:ext cx="3502152" cy="4114799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212121"/>
              </a:buClr>
              <a:defRPr sz="96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212121"/>
              </a:buClr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>
                <a:srgbClr val="212121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>
                <a:srgbClr val="212121"/>
              </a:buClr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>
                <a:srgbClr val="21212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B55D1-80E8-FE17-86A3-84686B81A692}"/>
              </a:ext>
            </a:extLst>
          </p:cNvPr>
          <p:cNvCxnSpPr>
            <a:cxnSpLocks/>
          </p:cNvCxnSpPr>
          <p:nvPr userDrawn="1"/>
        </p:nvCxnSpPr>
        <p:spPr>
          <a:xfrm>
            <a:off x="41910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AFF6E11-C545-F91D-9E64-2C4D90D894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06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AAF6CB12-6043-6858-0E99-4D0C63CFAB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31B6C8E-F2DD-F24A-E739-15C9300FE4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9575" y="1403350"/>
            <a:ext cx="7363326" cy="48069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6AE0E5DA-5A63-7DD1-6A29-E797D98A208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2607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ABF08DC-CB35-0F04-05DA-1827B5142E5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9039" y="1983260"/>
            <a:ext cx="11353800" cy="4033608"/>
          </a:xfrm>
        </p:spPr>
        <p:txBody>
          <a:bodyPr anchor="t"/>
          <a:lstStyle>
            <a:lvl1pPr>
              <a:lnSpc>
                <a:spcPts val="40000"/>
              </a:lnSpc>
              <a:spcAft>
                <a:spcPts val="0"/>
              </a:spcAft>
              <a:defRPr sz="49600">
                <a:solidFill>
                  <a:schemeClr val="bg2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/>
              <a:t>##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2997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1814A848-6923-A1BC-E08A-7728C5A4BC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445502A3-B17A-C791-33DE-86438C0F5F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342000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69726" cy="45702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0FA68EB-1DE5-F3BC-29A5-0AAC8831E2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005F10C-0E79-4A3F-86CA-73848D7D173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9039" y="2405291"/>
            <a:ext cx="11353800" cy="4033608"/>
          </a:xfrm>
        </p:spPr>
        <p:txBody>
          <a:bodyPr anchor="t"/>
          <a:lstStyle>
            <a:lvl1pPr>
              <a:lnSpc>
                <a:spcPts val="40000"/>
              </a:lnSpc>
              <a:spcAft>
                <a:spcPts val="0"/>
              </a:spcAft>
              <a:defRPr sz="49600">
                <a:solidFill>
                  <a:schemeClr val="bg2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##</a:t>
            </a:r>
          </a:p>
        </p:txBody>
      </p:sp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D95993A9-6EF4-EA6D-DD7C-0056E139CA6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76246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0">
          <p15:clr>
            <a:srgbClr val="FBAE40"/>
          </p15:clr>
        </p15:guide>
        <p15:guide id="4" orient="horz" pos="88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-o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7A56CA2-D329-EF33-C456-27ECDB402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8420" y="2336437"/>
            <a:ext cx="6995160" cy="21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-off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F9CD72FB-B974-3D99-2541-287114550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8420" y="2336437"/>
            <a:ext cx="6995161" cy="21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94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21D6-6421-7F41-A534-39EA22A63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9100" y="6492875"/>
            <a:ext cx="10248900" cy="24465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2025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82ED-C79F-1C4C-93EA-8B7E3CF99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2182" y="6492875"/>
            <a:ext cx="550718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01E47-C943-F44B-9CD7-62EF3F53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044077" cy="4570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42F5A-6368-8D4D-90C8-17B76FDD3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403349"/>
            <a:ext cx="11353800" cy="4806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9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49" r:id="rId2"/>
    <p:sldLayoutId id="2147483705" r:id="rId3"/>
    <p:sldLayoutId id="2147483706" r:id="rId4"/>
    <p:sldLayoutId id="2147483654" r:id="rId5"/>
    <p:sldLayoutId id="2147483745" r:id="rId6"/>
    <p:sldLayoutId id="2147483650" r:id="rId7"/>
    <p:sldLayoutId id="2147483668" r:id="rId8"/>
    <p:sldLayoutId id="2147483664" r:id="rId9"/>
    <p:sldLayoutId id="2147483669" r:id="rId10"/>
    <p:sldLayoutId id="2147483739" r:id="rId11"/>
    <p:sldLayoutId id="2147483731" r:id="rId12"/>
    <p:sldLayoutId id="2147483740" r:id="rId13"/>
    <p:sldLayoutId id="2147483667" r:id="rId14"/>
    <p:sldLayoutId id="2147483738" r:id="rId15"/>
    <p:sldLayoutId id="2147483665" r:id="rId16"/>
    <p:sldLayoutId id="2147483741" r:id="rId17"/>
    <p:sldLayoutId id="2147483666" r:id="rId18"/>
    <p:sldLayoutId id="2147483672" r:id="rId19"/>
    <p:sldLayoutId id="2147483673" r:id="rId20"/>
    <p:sldLayoutId id="2147483674" r:id="rId21"/>
    <p:sldLayoutId id="2147483743" r:id="rId22"/>
    <p:sldLayoutId id="2147483675" r:id="rId23"/>
    <p:sldLayoutId id="2147483676" r:id="rId24"/>
    <p:sldLayoutId id="2147483677" r:id="rId25"/>
    <p:sldLayoutId id="2147483651" r:id="rId26"/>
    <p:sldLayoutId id="2147483715" r:id="rId27"/>
    <p:sldLayoutId id="2147483719" r:id="rId28"/>
    <p:sldLayoutId id="2147483742" r:id="rId29"/>
    <p:sldLayoutId id="2147483701" r:id="rId30"/>
    <p:sldLayoutId id="2147483720" r:id="rId31"/>
    <p:sldLayoutId id="2147483684" r:id="rId32"/>
    <p:sldLayoutId id="2147483685" r:id="rId33"/>
    <p:sldLayoutId id="2147483686" r:id="rId34"/>
    <p:sldLayoutId id="2147483689" r:id="rId35"/>
    <p:sldLayoutId id="2147483687" r:id="rId36"/>
    <p:sldLayoutId id="2147483732" r:id="rId37"/>
    <p:sldLayoutId id="2147483692" r:id="rId38"/>
    <p:sldLayoutId id="2147483726" r:id="rId39"/>
    <p:sldLayoutId id="2147483695" r:id="rId40"/>
    <p:sldLayoutId id="2147483723" r:id="rId41"/>
    <p:sldLayoutId id="2147483697" r:id="rId42"/>
    <p:sldLayoutId id="2147483724" r:id="rId43"/>
    <p:sldLayoutId id="2147483733" r:id="rId44"/>
    <p:sldLayoutId id="2147483734" r:id="rId45"/>
    <p:sldLayoutId id="2147483699" r:id="rId46"/>
    <p:sldLayoutId id="2147483725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Inter" panose="02000503000000020004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1"/>
        </a:buClr>
        <a:buFont typeface="Arial" panose="020B0604020202020204" pitchFamily="34" charset="0"/>
        <a:buNone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74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hyperlink" Target="https://gevernova.box.com/s/9wfsljo0n6ny72czpoodnjhge0gtq5ra" TargetMode="External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31.svg"/><Relationship Id="rId21" Type="http://schemas.openxmlformats.org/officeDocument/2006/relationships/image" Target="../media/image49.svg"/><Relationship Id="rId7" Type="http://schemas.openxmlformats.org/officeDocument/2006/relationships/image" Target="../media/image35.svg"/><Relationship Id="rId12" Type="http://schemas.openxmlformats.org/officeDocument/2006/relationships/image" Target="../media/image40.png"/><Relationship Id="rId17" Type="http://schemas.openxmlformats.org/officeDocument/2006/relationships/image" Target="../media/image45.svg"/><Relationship Id="rId25" Type="http://schemas.openxmlformats.org/officeDocument/2006/relationships/image" Target="../media/image53.sv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24" Type="http://schemas.openxmlformats.org/officeDocument/2006/relationships/image" Target="../media/image52.png"/><Relationship Id="rId5" Type="http://schemas.openxmlformats.org/officeDocument/2006/relationships/image" Target="../media/image33.svg"/><Relationship Id="rId15" Type="http://schemas.openxmlformats.org/officeDocument/2006/relationships/image" Target="../media/image43.svg"/><Relationship Id="rId23" Type="http://schemas.openxmlformats.org/officeDocument/2006/relationships/image" Target="../media/image51.svg"/><Relationship Id="rId28" Type="http://schemas.openxmlformats.org/officeDocument/2006/relationships/image" Target="../media/image56.png"/><Relationship Id="rId10" Type="http://schemas.openxmlformats.org/officeDocument/2006/relationships/image" Target="../media/image38.png"/><Relationship Id="rId19" Type="http://schemas.openxmlformats.org/officeDocument/2006/relationships/image" Target="../media/image47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sv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image" Target="../media/image59.svg"/><Relationship Id="rId21" Type="http://schemas.openxmlformats.org/officeDocument/2006/relationships/image" Target="../media/image77.svg"/><Relationship Id="rId7" Type="http://schemas.openxmlformats.org/officeDocument/2006/relationships/image" Target="../media/image63.svg"/><Relationship Id="rId12" Type="http://schemas.openxmlformats.org/officeDocument/2006/relationships/image" Target="../media/image68.png"/><Relationship Id="rId17" Type="http://schemas.openxmlformats.org/officeDocument/2006/relationships/image" Target="../media/image73.svg"/><Relationship Id="rId25" Type="http://schemas.openxmlformats.org/officeDocument/2006/relationships/image" Target="../media/image81.sv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29" Type="http://schemas.openxmlformats.org/officeDocument/2006/relationships/image" Target="../media/image85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11" Type="http://schemas.openxmlformats.org/officeDocument/2006/relationships/image" Target="../media/image67.svg"/><Relationship Id="rId24" Type="http://schemas.openxmlformats.org/officeDocument/2006/relationships/image" Target="../media/image80.pn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23" Type="http://schemas.openxmlformats.org/officeDocument/2006/relationships/image" Target="../media/image79.svg"/><Relationship Id="rId28" Type="http://schemas.openxmlformats.org/officeDocument/2006/relationships/image" Target="../media/image84.png"/><Relationship Id="rId10" Type="http://schemas.openxmlformats.org/officeDocument/2006/relationships/image" Target="../media/image66.png"/><Relationship Id="rId19" Type="http://schemas.openxmlformats.org/officeDocument/2006/relationships/image" Target="../media/image75.svg"/><Relationship Id="rId4" Type="http://schemas.openxmlformats.org/officeDocument/2006/relationships/image" Target="../media/image60.png"/><Relationship Id="rId9" Type="http://schemas.openxmlformats.org/officeDocument/2006/relationships/image" Target="../media/image65.sv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svg"/><Relationship Id="rId18" Type="http://schemas.openxmlformats.org/officeDocument/2006/relationships/image" Target="../media/image102.png"/><Relationship Id="rId26" Type="http://schemas.openxmlformats.org/officeDocument/2006/relationships/image" Target="../media/image110.png"/><Relationship Id="rId3" Type="http://schemas.openxmlformats.org/officeDocument/2006/relationships/image" Target="../media/image87.svg"/><Relationship Id="rId21" Type="http://schemas.openxmlformats.org/officeDocument/2006/relationships/image" Target="../media/image105.svg"/><Relationship Id="rId7" Type="http://schemas.openxmlformats.org/officeDocument/2006/relationships/image" Target="../media/image91.svg"/><Relationship Id="rId12" Type="http://schemas.openxmlformats.org/officeDocument/2006/relationships/image" Target="../media/image96.png"/><Relationship Id="rId17" Type="http://schemas.openxmlformats.org/officeDocument/2006/relationships/image" Target="../media/image101.svg"/><Relationship Id="rId25" Type="http://schemas.openxmlformats.org/officeDocument/2006/relationships/image" Target="../media/image109.sv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29" Type="http://schemas.openxmlformats.org/officeDocument/2006/relationships/image" Target="../media/image113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png"/><Relationship Id="rId11" Type="http://schemas.openxmlformats.org/officeDocument/2006/relationships/image" Target="../media/image95.svg"/><Relationship Id="rId24" Type="http://schemas.openxmlformats.org/officeDocument/2006/relationships/image" Target="../media/image108.png"/><Relationship Id="rId5" Type="http://schemas.openxmlformats.org/officeDocument/2006/relationships/image" Target="../media/image89.svg"/><Relationship Id="rId15" Type="http://schemas.openxmlformats.org/officeDocument/2006/relationships/image" Target="../media/image99.svg"/><Relationship Id="rId23" Type="http://schemas.openxmlformats.org/officeDocument/2006/relationships/image" Target="../media/image107.svg"/><Relationship Id="rId28" Type="http://schemas.openxmlformats.org/officeDocument/2006/relationships/image" Target="../media/image112.png"/><Relationship Id="rId10" Type="http://schemas.openxmlformats.org/officeDocument/2006/relationships/image" Target="../media/image94.png"/><Relationship Id="rId19" Type="http://schemas.openxmlformats.org/officeDocument/2006/relationships/image" Target="../media/image103.svg"/><Relationship Id="rId4" Type="http://schemas.openxmlformats.org/officeDocument/2006/relationships/image" Target="../media/image88.png"/><Relationship Id="rId9" Type="http://schemas.openxmlformats.org/officeDocument/2006/relationships/image" Target="../media/image93.sv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Relationship Id="rId27" Type="http://schemas.openxmlformats.org/officeDocument/2006/relationships/image" Target="../media/image1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svg"/><Relationship Id="rId18" Type="http://schemas.openxmlformats.org/officeDocument/2006/relationships/image" Target="../media/image130.png"/><Relationship Id="rId26" Type="http://schemas.openxmlformats.org/officeDocument/2006/relationships/image" Target="../media/image138.png"/><Relationship Id="rId3" Type="http://schemas.openxmlformats.org/officeDocument/2006/relationships/image" Target="../media/image115.svg"/><Relationship Id="rId21" Type="http://schemas.openxmlformats.org/officeDocument/2006/relationships/image" Target="../media/image133.svg"/><Relationship Id="rId7" Type="http://schemas.openxmlformats.org/officeDocument/2006/relationships/image" Target="../media/image119.svg"/><Relationship Id="rId12" Type="http://schemas.openxmlformats.org/officeDocument/2006/relationships/image" Target="../media/image124.png"/><Relationship Id="rId17" Type="http://schemas.openxmlformats.org/officeDocument/2006/relationships/image" Target="../media/image129.svg"/><Relationship Id="rId25" Type="http://schemas.openxmlformats.org/officeDocument/2006/relationships/image" Target="../media/image137.svg"/><Relationship Id="rId2" Type="http://schemas.openxmlformats.org/officeDocument/2006/relationships/image" Target="../media/image114.png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29" Type="http://schemas.openxmlformats.org/officeDocument/2006/relationships/image" Target="../media/image14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8.png"/><Relationship Id="rId11" Type="http://schemas.openxmlformats.org/officeDocument/2006/relationships/image" Target="../media/image123.svg"/><Relationship Id="rId24" Type="http://schemas.openxmlformats.org/officeDocument/2006/relationships/image" Target="../media/image136.png"/><Relationship Id="rId5" Type="http://schemas.openxmlformats.org/officeDocument/2006/relationships/image" Target="../media/image117.svg"/><Relationship Id="rId15" Type="http://schemas.openxmlformats.org/officeDocument/2006/relationships/image" Target="../media/image127.svg"/><Relationship Id="rId23" Type="http://schemas.openxmlformats.org/officeDocument/2006/relationships/image" Target="../media/image135.svg"/><Relationship Id="rId28" Type="http://schemas.openxmlformats.org/officeDocument/2006/relationships/image" Target="../media/image140.png"/><Relationship Id="rId10" Type="http://schemas.openxmlformats.org/officeDocument/2006/relationships/image" Target="../media/image122.png"/><Relationship Id="rId19" Type="http://schemas.openxmlformats.org/officeDocument/2006/relationships/image" Target="../media/image131.svg"/><Relationship Id="rId4" Type="http://schemas.openxmlformats.org/officeDocument/2006/relationships/image" Target="../media/image116.png"/><Relationship Id="rId9" Type="http://schemas.openxmlformats.org/officeDocument/2006/relationships/image" Target="../media/image121.sv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Relationship Id="rId27" Type="http://schemas.openxmlformats.org/officeDocument/2006/relationships/image" Target="../media/image13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svg"/><Relationship Id="rId18" Type="http://schemas.openxmlformats.org/officeDocument/2006/relationships/image" Target="../media/image158.png"/><Relationship Id="rId26" Type="http://schemas.openxmlformats.org/officeDocument/2006/relationships/image" Target="../media/image166.png"/><Relationship Id="rId3" Type="http://schemas.openxmlformats.org/officeDocument/2006/relationships/image" Target="../media/image143.svg"/><Relationship Id="rId21" Type="http://schemas.openxmlformats.org/officeDocument/2006/relationships/image" Target="../media/image161.svg"/><Relationship Id="rId7" Type="http://schemas.openxmlformats.org/officeDocument/2006/relationships/image" Target="../media/image147.svg"/><Relationship Id="rId12" Type="http://schemas.openxmlformats.org/officeDocument/2006/relationships/image" Target="../media/image152.png"/><Relationship Id="rId17" Type="http://schemas.openxmlformats.org/officeDocument/2006/relationships/image" Target="../media/image157.svg"/><Relationship Id="rId25" Type="http://schemas.openxmlformats.org/officeDocument/2006/relationships/image" Target="../media/image165.svg"/><Relationship Id="rId2" Type="http://schemas.openxmlformats.org/officeDocument/2006/relationships/image" Target="../media/image142.png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29" Type="http://schemas.openxmlformats.org/officeDocument/2006/relationships/image" Target="../media/image16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6.png"/><Relationship Id="rId11" Type="http://schemas.openxmlformats.org/officeDocument/2006/relationships/image" Target="../media/image151.svg"/><Relationship Id="rId24" Type="http://schemas.openxmlformats.org/officeDocument/2006/relationships/image" Target="../media/image164.png"/><Relationship Id="rId5" Type="http://schemas.openxmlformats.org/officeDocument/2006/relationships/image" Target="../media/image145.svg"/><Relationship Id="rId15" Type="http://schemas.openxmlformats.org/officeDocument/2006/relationships/image" Target="../media/image155.svg"/><Relationship Id="rId23" Type="http://schemas.openxmlformats.org/officeDocument/2006/relationships/image" Target="../media/image163.svg"/><Relationship Id="rId28" Type="http://schemas.openxmlformats.org/officeDocument/2006/relationships/image" Target="../media/image168.png"/><Relationship Id="rId10" Type="http://schemas.openxmlformats.org/officeDocument/2006/relationships/image" Target="../media/image150.png"/><Relationship Id="rId19" Type="http://schemas.openxmlformats.org/officeDocument/2006/relationships/image" Target="../media/image159.svg"/><Relationship Id="rId4" Type="http://schemas.openxmlformats.org/officeDocument/2006/relationships/image" Target="../media/image144.png"/><Relationship Id="rId9" Type="http://schemas.openxmlformats.org/officeDocument/2006/relationships/image" Target="../media/image149.sv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Relationship Id="rId27" Type="http://schemas.openxmlformats.org/officeDocument/2006/relationships/image" Target="../media/image16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svg"/><Relationship Id="rId18" Type="http://schemas.openxmlformats.org/officeDocument/2006/relationships/image" Target="../media/image186.png"/><Relationship Id="rId26" Type="http://schemas.openxmlformats.org/officeDocument/2006/relationships/image" Target="../media/image194.png"/><Relationship Id="rId3" Type="http://schemas.openxmlformats.org/officeDocument/2006/relationships/image" Target="../media/image171.svg"/><Relationship Id="rId21" Type="http://schemas.openxmlformats.org/officeDocument/2006/relationships/image" Target="../media/image189.svg"/><Relationship Id="rId7" Type="http://schemas.openxmlformats.org/officeDocument/2006/relationships/image" Target="../media/image175.svg"/><Relationship Id="rId12" Type="http://schemas.openxmlformats.org/officeDocument/2006/relationships/image" Target="../media/image180.png"/><Relationship Id="rId17" Type="http://schemas.openxmlformats.org/officeDocument/2006/relationships/image" Target="../media/image185.svg"/><Relationship Id="rId25" Type="http://schemas.openxmlformats.org/officeDocument/2006/relationships/image" Target="../media/image193.svg"/><Relationship Id="rId2" Type="http://schemas.openxmlformats.org/officeDocument/2006/relationships/image" Target="../media/image170.png"/><Relationship Id="rId16" Type="http://schemas.openxmlformats.org/officeDocument/2006/relationships/image" Target="../media/image184.png"/><Relationship Id="rId20" Type="http://schemas.openxmlformats.org/officeDocument/2006/relationships/image" Target="../media/image188.png"/><Relationship Id="rId29" Type="http://schemas.openxmlformats.org/officeDocument/2006/relationships/image" Target="../media/image19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4.png"/><Relationship Id="rId11" Type="http://schemas.openxmlformats.org/officeDocument/2006/relationships/image" Target="../media/image179.svg"/><Relationship Id="rId24" Type="http://schemas.openxmlformats.org/officeDocument/2006/relationships/image" Target="../media/image192.png"/><Relationship Id="rId5" Type="http://schemas.openxmlformats.org/officeDocument/2006/relationships/image" Target="../media/image173.svg"/><Relationship Id="rId15" Type="http://schemas.openxmlformats.org/officeDocument/2006/relationships/image" Target="../media/image183.svg"/><Relationship Id="rId23" Type="http://schemas.openxmlformats.org/officeDocument/2006/relationships/image" Target="../media/image191.svg"/><Relationship Id="rId28" Type="http://schemas.openxmlformats.org/officeDocument/2006/relationships/image" Target="../media/image196.png"/><Relationship Id="rId10" Type="http://schemas.openxmlformats.org/officeDocument/2006/relationships/image" Target="../media/image178.png"/><Relationship Id="rId19" Type="http://schemas.openxmlformats.org/officeDocument/2006/relationships/image" Target="../media/image187.svg"/><Relationship Id="rId4" Type="http://schemas.openxmlformats.org/officeDocument/2006/relationships/image" Target="../media/image172.png"/><Relationship Id="rId9" Type="http://schemas.openxmlformats.org/officeDocument/2006/relationships/image" Target="../media/image177.svg"/><Relationship Id="rId14" Type="http://schemas.openxmlformats.org/officeDocument/2006/relationships/image" Target="../media/image182.png"/><Relationship Id="rId22" Type="http://schemas.openxmlformats.org/officeDocument/2006/relationships/image" Target="../media/image190.png"/><Relationship Id="rId27" Type="http://schemas.openxmlformats.org/officeDocument/2006/relationships/image" Target="../media/image19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svg"/><Relationship Id="rId7" Type="http://schemas.openxmlformats.org/officeDocument/2006/relationships/image" Target="../media/image203.sv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2.png"/><Relationship Id="rId11" Type="http://schemas.openxmlformats.org/officeDocument/2006/relationships/image" Target="../media/image207.svg"/><Relationship Id="rId5" Type="http://schemas.openxmlformats.org/officeDocument/2006/relationships/image" Target="../media/image201.sv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9.svg"/><Relationship Id="rId18" Type="http://schemas.openxmlformats.org/officeDocument/2006/relationships/image" Target="../media/image224.png"/><Relationship Id="rId26" Type="http://schemas.openxmlformats.org/officeDocument/2006/relationships/image" Target="../media/image232.png"/><Relationship Id="rId3" Type="http://schemas.openxmlformats.org/officeDocument/2006/relationships/image" Target="../media/image209.svg"/><Relationship Id="rId21" Type="http://schemas.openxmlformats.org/officeDocument/2006/relationships/image" Target="../media/image227.svg"/><Relationship Id="rId7" Type="http://schemas.openxmlformats.org/officeDocument/2006/relationships/image" Target="../media/image213.svg"/><Relationship Id="rId12" Type="http://schemas.openxmlformats.org/officeDocument/2006/relationships/image" Target="../media/image218.png"/><Relationship Id="rId17" Type="http://schemas.openxmlformats.org/officeDocument/2006/relationships/image" Target="../media/image223.svg"/><Relationship Id="rId25" Type="http://schemas.openxmlformats.org/officeDocument/2006/relationships/image" Target="../media/image231.svg"/><Relationship Id="rId2" Type="http://schemas.openxmlformats.org/officeDocument/2006/relationships/image" Target="../media/image208.png"/><Relationship Id="rId16" Type="http://schemas.openxmlformats.org/officeDocument/2006/relationships/image" Target="../media/image222.png"/><Relationship Id="rId20" Type="http://schemas.openxmlformats.org/officeDocument/2006/relationships/image" Target="../media/image226.png"/><Relationship Id="rId29" Type="http://schemas.openxmlformats.org/officeDocument/2006/relationships/image" Target="../media/image235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2.png"/><Relationship Id="rId11" Type="http://schemas.openxmlformats.org/officeDocument/2006/relationships/image" Target="../media/image217.svg"/><Relationship Id="rId24" Type="http://schemas.openxmlformats.org/officeDocument/2006/relationships/image" Target="../media/image230.png"/><Relationship Id="rId5" Type="http://schemas.openxmlformats.org/officeDocument/2006/relationships/image" Target="../media/image211.svg"/><Relationship Id="rId15" Type="http://schemas.openxmlformats.org/officeDocument/2006/relationships/image" Target="../media/image221.svg"/><Relationship Id="rId23" Type="http://schemas.openxmlformats.org/officeDocument/2006/relationships/image" Target="../media/image229.svg"/><Relationship Id="rId28" Type="http://schemas.openxmlformats.org/officeDocument/2006/relationships/image" Target="../media/image234.png"/><Relationship Id="rId10" Type="http://schemas.openxmlformats.org/officeDocument/2006/relationships/image" Target="../media/image216.png"/><Relationship Id="rId19" Type="http://schemas.openxmlformats.org/officeDocument/2006/relationships/image" Target="../media/image225.svg"/><Relationship Id="rId4" Type="http://schemas.openxmlformats.org/officeDocument/2006/relationships/image" Target="../media/image210.png"/><Relationship Id="rId9" Type="http://schemas.openxmlformats.org/officeDocument/2006/relationships/image" Target="../media/image215.svg"/><Relationship Id="rId14" Type="http://schemas.openxmlformats.org/officeDocument/2006/relationships/image" Target="../media/image220.png"/><Relationship Id="rId22" Type="http://schemas.openxmlformats.org/officeDocument/2006/relationships/image" Target="../media/image228.png"/><Relationship Id="rId27" Type="http://schemas.openxmlformats.org/officeDocument/2006/relationships/image" Target="../media/image23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7.svg"/><Relationship Id="rId18" Type="http://schemas.openxmlformats.org/officeDocument/2006/relationships/image" Target="../media/image252.png"/><Relationship Id="rId26" Type="http://schemas.openxmlformats.org/officeDocument/2006/relationships/image" Target="../media/image260.png"/><Relationship Id="rId3" Type="http://schemas.openxmlformats.org/officeDocument/2006/relationships/image" Target="../media/image237.svg"/><Relationship Id="rId21" Type="http://schemas.openxmlformats.org/officeDocument/2006/relationships/image" Target="../media/image255.svg"/><Relationship Id="rId7" Type="http://schemas.openxmlformats.org/officeDocument/2006/relationships/image" Target="../media/image241.svg"/><Relationship Id="rId12" Type="http://schemas.openxmlformats.org/officeDocument/2006/relationships/image" Target="../media/image246.png"/><Relationship Id="rId17" Type="http://schemas.openxmlformats.org/officeDocument/2006/relationships/image" Target="../media/image251.svg"/><Relationship Id="rId25" Type="http://schemas.openxmlformats.org/officeDocument/2006/relationships/image" Target="../media/image259.svg"/><Relationship Id="rId2" Type="http://schemas.openxmlformats.org/officeDocument/2006/relationships/image" Target="../media/image236.png"/><Relationship Id="rId16" Type="http://schemas.openxmlformats.org/officeDocument/2006/relationships/image" Target="../media/image250.png"/><Relationship Id="rId20" Type="http://schemas.openxmlformats.org/officeDocument/2006/relationships/image" Target="../media/image254.png"/><Relationship Id="rId29" Type="http://schemas.openxmlformats.org/officeDocument/2006/relationships/image" Target="../media/image263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0.png"/><Relationship Id="rId11" Type="http://schemas.openxmlformats.org/officeDocument/2006/relationships/image" Target="../media/image245.svg"/><Relationship Id="rId24" Type="http://schemas.openxmlformats.org/officeDocument/2006/relationships/image" Target="../media/image258.png"/><Relationship Id="rId5" Type="http://schemas.openxmlformats.org/officeDocument/2006/relationships/image" Target="../media/image239.svg"/><Relationship Id="rId15" Type="http://schemas.openxmlformats.org/officeDocument/2006/relationships/image" Target="../media/image249.svg"/><Relationship Id="rId23" Type="http://schemas.openxmlformats.org/officeDocument/2006/relationships/image" Target="../media/image257.svg"/><Relationship Id="rId28" Type="http://schemas.openxmlformats.org/officeDocument/2006/relationships/image" Target="../media/image262.png"/><Relationship Id="rId10" Type="http://schemas.openxmlformats.org/officeDocument/2006/relationships/image" Target="../media/image244.png"/><Relationship Id="rId19" Type="http://schemas.openxmlformats.org/officeDocument/2006/relationships/image" Target="../media/image253.svg"/><Relationship Id="rId4" Type="http://schemas.openxmlformats.org/officeDocument/2006/relationships/image" Target="../media/image238.png"/><Relationship Id="rId9" Type="http://schemas.openxmlformats.org/officeDocument/2006/relationships/image" Target="../media/image243.svg"/><Relationship Id="rId14" Type="http://schemas.openxmlformats.org/officeDocument/2006/relationships/image" Target="../media/image248.png"/><Relationship Id="rId22" Type="http://schemas.openxmlformats.org/officeDocument/2006/relationships/image" Target="../media/image256.png"/><Relationship Id="rId27" Type="http://schemas.openxmlformats.org/officeDocument/2006/relationships/image" Target="../media/image26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275.svg"/><Relationship Id="rId18" Type="http://schemas.openxmlformats.org/officeDocument/2006/relationships/image" Target="../media/image280.png"/><Relationship Id="rId26" Type="http://schemas.openxmlformats.org/officeDocument/2006/relationships/image" Target="../media/image288.png"/><Relationship Id="rId3" Type="http://schemas.openxmlformats.org/officeDocument/2006/relationships/image" Target="../media/image265.svg"/><Relationship Id="rId21" Type="http://schemas.openxmlformats.org/officeDocument/2006/relationships/image" Target="../media/image283.svg"/><Relationship Id="rId7" Type="http://schemas.openxmlformats.org/officeDocument/2006/relationships/image" Target="../media/image269.svg"/><Relationship Id="rId12" Type="http://schemas.openxmlformats.org/officeDocument/2006/relationships/image" Target="../media/image274.png"/><Relationship Id="rId17" Type="http://schemas.openxmlformats.org/officeDocument/2006/relationships/image" Target="../media/image279.svg"/><Relationship Id="rId25" Type="http://schemas.openxmlformats.org/officeDocument/2006/relationships/image" Target="../media/image287.svg"/><Relationship Id="rId2" Type="http://schemas.openxmlformats.org/officeDocument/2006/relationships/image" Target="../media/image264.png"/><Relationship Id="rId16" Type="http://schemas.openxmlformats.org/officeDocument/2006/relationships/image" Target="../media/image278.png"/><Relationship Id="rId20" Type="http://schemas.openxmlformats.org/officeDocument/2006/relationships/image" Target="../media/image282.png"/><Relationship Id="rId29" Type="http://schemas.openxmlformats.org/officeDocument/2006/relationships/image" Target="../media/image29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8.png"/><Relationship Id="rId11" Type="http://schemas.openxmlformats.org/officeDocument/2006/relationships/image" Target="../media/image273.svg"/><Relationship Id="rId24" Type="http://schemas.openxmlformats.org/officeDocument/2006/relationships/image" Target="../media/image286.png"/><Relationship Id="rId5" Type="http://schemas.openxmlformats.org/officeDocument/2006/relationships/image" Target="../media/image267.svg"/><Relationship Id="rId15" Type="http://schemas.openxmlformats.org/officeDocument/2006/relationships/image" Target="../media/image277.svg"/><Relationship Id="rId23" Type="http://schemas.openxmlformats.org/officeDocument/2006/relationships/image" Target="../media/image285.svg"/><Relationship Id="rId28" Type="http://schemas.openxmlformats.org/officeDocument/2006/relationships/image" Target="../media/image290.png"/><Relationship Id="rId10" Type="http://schemas.openxmlformats.org/officeDocument/2006/relationships/image" Target="../media/image272.png"/><Relationship Id="rId19" Type="http://schemas.openxmlformats.org/officeDocument/2006/relationships/image" Target="../media/image281.svg"/><Relationship Id="rId4" Type="http://schemas.openxmlformats.org/officeDocument/2006/relationships/image" Target="../media/image266.png"/><Relationship Id="rId9" Type="http://schemas.openxmlformats.org/officeDocument/2006/relationships/image" Target="../media/image271.svg"/><Relationship Id="rId14" Type="http://schemas.openxmlformats.org/officeDocument/2006/relationships/image" Target="../media/image276.png"/><Relationship Id="rId22" Type="http://schemas.openxmlformats.org/officeDocument/2006/relationships/image" Target="../media/image284.png"/><Relationship Id="rId27" Type="http://schemas.openxmlformats.org/officeDocument/2006/relationships/image" Target="../media/image28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png"/><Relationship Id="rId13" Type="http://schemas.openxmlformats.org/officeDocument/2006/relationships/image" Target="../media/image303.svg"/><Relationship Id="rId18" Type="http://schemas.openxmlformats.org/officeDocument/2006/relationships/image" Target="../media/image308.png"/><Relationship Id="rId26" Type="http://schemas.openxmlformats.org/officeDocument/2006/relationships/image" Target="../media/image316.png"/><Relationship Id="rId3" Type="http://schemas.openxmlformats.org/officeDocument/2006/relationships/image" Target="../media/image293.svg"/><Relationship Id="rId21" Type="http://schemas.openxmlformats.org/officeDocument/2006/relationships/image" Target="../media/image311.svg"/><Relationship Id="rId7" Type="http://schemas.openxmlformats.org/officeDocument/2006/relationships/image" Target="../media/image297.svg"/><Relationship Id="rId12" Type="http://schemas.openxmlformats.org/officeDocument/2006/relationships/image" Target="../media/image302.png"/><Relationship Id="rId17" Type="http://schemas.openxmlformats.org/officeDocument/2006/relationships/image" Target="../media/image307.svg"/><Relationship Id="rId25" Type="http://schemas.openxmlformats.org/officeDocument/2006/relationships/image" Target="../media/image315.svg"/><Relationship Id="rId2" Type="http://schemas.openxmlformats.org/officeDocument/2006/relationships/image" Target="../media/image292.png"/><Relationship Id="rId16" Type="http://schemas.openxmlformats.org/officeDocument/2006/relationships/image" Target="../media/image306.png"/><Relationship Id="rId20" Type="http://schemas.openxmlformats.org/officeDocument/2006/relationships/image" Target="../media/image310.png"/><Relationship Id="rId29" Type="http://schemas.openxmlformats.org/officeDocument/2006/relationships/image" Target="../media/image31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6.png"/><Relationship Id="rId11" Type="http://schemas.openxmlformats.org/officeDocument/2006/relationships/image" Target="../media/image301.svg"/><Relationship Id="rId24" Type="http://schemas.openxmlformats.org/officeDocument/2006/relationships/image" Target="../media/image314.png"/><Relationship Id="rId5" Type="http://schemas.openxmlformats.org/officeDocument/2006/relationships/image" Target="../media/image295.svg"/><Relationship Id="rId15" Type="http://schemas.openxmlformats.org/officeDocument/2006/relationships/image" Target="../media/image305.svg"/><Relationship Id="rId23" Type="http://schemas.openxmlformats.org/officeDocument/2006/relationships/image" Target="../media/image313.svg"/><Relationship Id="rId28" Type="http://schemas.openxmlformats.org/officeDocument/2006/relationships/image" Target="../media/image318.png"/><Relationship Id="rId10" Type="http://schemas.openxmlformats.org/officeDocument/2006/relationships/image" Target="../media/image300.png"/><Relationship Id="rId19" Type="http://schemas.openxmlformats.org/officeDocument/2006/relationships/image" Target="../media/image309.svg"/><Relationship Id="rId4" Type="http://schemas.openxmlformats.org/officeDocument/2006/relationships/image" Target="../media/image294.png"/><Relationship Id="rId9" Type="http://schemas.openxmlformats.org/officeDocument/2006/relationships/image" Target="../media/image299.svg"/><Relationship Id="rId14" Type="http://schemas.openxmlformats.org/officeDocument/2006/relationships/image" Target="../media/image304.png"/><Relationship Id="rId22" Type="http://schemas.openxmlformats.org/officeDocument/2006/relationships/image" Target="../media/image312.png"/><Relationship Id="rId27" Type="http://schemas.openxmlformats.org/officeDocument/2006/relationships/image" Target="../media/image31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3" Type="http://schemas.openxmlformats.org/officeDocument/2006/relationships/image" Target="../media/image321.svg"/><Relationship Id="rId7" Type="http://schemas.openxmlformats.org/officeDocument/2006/relationships/image" Target="../media/image325.sv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4.png"/><Relationship Id="rId11" Type="http://schemas.openxmlformats.org/officeDocument/2006/relationships/image" Target="../media/image329.svg"/><Relationship Id="rId5" Type="http://schemas.openxmlformats.org/officeDocument/2006/relationships/image" Target="../media/image323.svg"/><Relationship Id="rId10" Type="http://schemas.openxmlformats.org/officeDocument/2006/relationships/image" Target="../media/image328.png"/><Relationship Id="rId4" Type="http://schemas.openxmlformats.org/officeDocument/2006/relationships/image" Target="../media/image322.png"/><Relationship Id="rId9" Type="http://schemas.openxmlformats.org/officeDocument/2006/relationships/image" Target="../media/image32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13" Type="http://schemas.openxmlformats.org/officeDocument/2006/relationships/image" Target="../media/image341.svg"/><Relationship Id="rId18" Type="http://schemas.openxmlformats.org/officeDocument/2006/relationships/image" Target="../media/image346.png"/><Relationship Id="rId3" Type="http://schemas.openxmlformats.org/officeDocument/2006/relationships/image" Target="../media/image331.svg"/><Relationship Id="rId21" Type="http://schemas.openxmlformats.org/officeDocument/2006/relationships/image" Target="../media/image349.svg"/><Relationship Id="rId7" Type="http://schemas.openxmlformats.org/officeDocument/2006/relationships/image" Target="../media/image335.svg"/><Relationship Id="rId12" Type="http://schemas.openxmlformats.org/officeDocument/2006/relationships/image" Target="../media/image340.png"/><Relationship Id="rId17" Type="http://schemas.openxmlformats.org/officeDocument/2006/relationships/image" Target="../media/image345.svg"/><Relationship Id="rId2" Type="http://schemas.openxmlformats.org/officeDocument/2006/relationships/image" Target="../media/image330.png"/><Relationship Id="rId16" Type="http://schemas.openxmlformats.org/officeDocument/2006/relationships/image" Target="../media/image344.png"/><Relationship Id="rId20" Type="http://schemas.openxmlformats.org/officeDocument/2006/relationships/image" Target="../media/image3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4.png"/><Relationship Id="rId11" Type="http://schemas.openxmlformats.org/officeDocument/2006/relationships/image" Target="../media/image339.svg"/><Relationship Id="rId5" Type="http://schemas.openxmlformats.org/officeDocument/2006/relationships/image" Target="../media/image333.svg"/><Relationship Id="rId15" Type="http://schemas.openxmlformats.org/officeDocument/2006/relationships/image" Target="../media/image343.svg"/><Relationship Id="rId10" Type="http://schemas.openxmlformats.org/officeDocument/2006/relationships/image" Target="../media/image338.png"/><Relationship Id="rId19" Type="http://schemas.openxmlformats.org/officeDocument/2006/relationships/image" Target="../media/image347.svg"/><Relationship Id="rId4" Type="http://schemas.openxmlformats.org/officeDocument/2006/relationships/image" Target="../media/image332.png"/><Relationship Id="rId9" Type="http://schemas.openxmlformats.org/officeDocument/2006/relationships/image" Target="../media/image337.svg"/><Relationship Id="rId14" Type="http://schemas.openxmlformats.org/officeDocument/2006/relationships/image" Target="../media/image3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13" Type="http://schemas.openxmlformats.org/officeDocument/2006/relationships/image" Target="../media/image361.svg"/><Relationship Id="rId18" Type="http://schemas.openxmlformats.org/officeDocument/2006/relationships/image" Target="../media/image366.png"/><Relationship Id="rId26" Type="http://schemas.openxmlformats.org/officeDocument/2006/relationships/image" Target="../media/image374.png"/><Relationship Id="rId3" Type="http://schemas.openxmlformats.org/officeDocument/2006/relationships/image" Target="../media/image351.svg"/><Relationship Id="rId21" Type="http://schemas.openxmlformats.org/officeDocument/2006/relationships/image" Target="../media/image369.svg"/><Relationship Id="rId7" Type="http://schemas.openxmlformats.org/officeDocument/2006/relationships/image" Target="../media/image355.svg"/><Relationship Id="rId12" Type="http://schemas.openxmlformats.org/officeDocument/2006/relationships/image" Target="../media/image360.png"/><Relationship Id="rId17" Type="http://schemas.openxmlformats.org/officeDocument/2006/relationships/image" Target="../media/image365.svg"/><Relationship Id="rId25" Type="http://schemas.openxmlformats.org/officeDocument/2006/relationships/image" Target="../media/image373.svg"/><Relationship Id="rId2" Type="http://schemas.openxmlformats.org/officeDocument/2006/relationships/image" Target="../media/image350.png"/><Relationship Id="rId16" Type="http://schemas.openxmlformats.org/officeDocument/2006/relationships/image" Target="../media/image364.png"/><Relationship Id="rId20" Type="http://schemas.openxmlformats.org/officeDocument/2006/relationships/image" Target="../media/image368.png"/><Relationship Id="rId29" Type="http://schemas.openxmlformats.org/officeDocument/2006/relationships/image" Target="../media/image37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4.png"/><Relationship Id="rId11" Type="http://schemas.openxmlformats.org/officeDocument/2006/relationships/image" Target="../media/image359.svg"/><Relationship Id="rId24" Type="http://schemas.openxmlformats.org/officeDocument/2006/relationships/image" Target="../media/image372.png"/><Relationship Id="rId5" Type="http://schemas.openxmlformats.org/officeDocument/2006/relationships/image" Target="../media/image353.svg"/><Relationship Id="rId15" Type="http://schemas.openxmlformats.org/officeDocument/2006/relationships/image" Target="../media/image363.svg"/><Relationship Id="rId23" Type="http://schemas.openxmlformats.org/officeDocument/2006/relationships/image" Target="../media/image371.svg"/><Relationship Id="rId28" Type="http://schemas.openxmlformats.org/officeDocument/2006/relationships/image" Target="../media/image376.png"/><Relationship Id="rId10" Type="http://schemas.openxmlformats.org/officeDocument/2006/relationships/image" Target="../media/image358.png"/><Relationship Id="rId19" Type="http://schemas.openxmlformats.org/officeDocument/2006/relationships/image" Target="../media/image367.svg"/><Relationship Id="rId4" Type="http://schemas.openxmlformats.org/officeDocument/2006/relationships/image" Target="../media/image352.png"/><Relationship Id="rId9" Type="http://schemas.openxmlformats.org/officeDocument/2006/relationships/image" Target="../media/image357.svg"/><Relationship Id="rId14" Type="http://schemas.openxmlformats.org/officeDocument/2006/relationships/image" Target="../media/image362.png"/><Relationship Id="rId22" Type="http://schemas.openxmlformats.org/officeDocument/2006/relationships/image" Target="../media/image370.png"/><Relationship Id="rId27" Type="http://schemas.openxmlformats.org/officeDocument/2006/relationships/image" Target="../media/image37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png"/><Relationship Id="rId13" Type="http://schemas.openxmlformats.org/officeDocument/2006/relationships/image" Target="../media/image389.svg"/><Relationship Id="rId18" Type="http://schemas.openxmlformats.org/officeDocument/2006/relationships/image" Target="../media/image394.png"/><Relationship Id="rId26" Type="http://schemas.openxmlformats.org/officeDocument/2006/relationships/image" Target="../media/image402.png"/><Relationship Id="rId3" Type="http://schemas.openxmlformats.org/officeDocument/2006/relationships/image" Target="../media/image379.svg"/><Relationship Id="rId21" Type="http://schemas.openxmlformats.org/officeDocument/2006/relationships/image" Target="../media/image397.svg"/><Relationship Id="rId7" Type="http://schemas.openxmlformats.org/officeDocument/2006/relationships/image" Target="../media/image383.svg"/><Relationship Id="rId12" Type="http://schemas.openxmlformats.org/officeDocument/2006/relationships/image" Target="../media/image388.png"/><Relationship Id="rId17" Type="http://schemas.openxmlformats.org/officeDocument/2006/relationships/image" Target="../media/image393.svg"/><Relationship Id="rId25" Type="http://schemas.openxmlformats.org/officeDocument/2006/relationships/image" Target="../media/image401.svg"/><Relationship Id="rId2" Type="http://schemas.openxmlformats.org/officeDocument/2006/relationships/image" Target="../media/image378.png"/><Relationship Id="rId16" Type="http://schemas.openxmlformats.org/officeDocument/2006/relationships/image" Target="../media/image392.png"/><Relationship Id="rId20" Type="http://schemas.openxmlformats.org/officeDocument/2006/relationships/image" Target="../media/image396.png"/><Relationship Id="rId29" Type="http://schemas.openxmlformats.org/officeDocument/2006/relationships/image" Target="../media/image405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2.png"/><Relationship Id="rId11" Type="http://schemas.openxmlformats.org/officeDocument/2006/relationships/image" Target="../media/image387.svg"/><Relationship Id="rId24" Type="http://schemas.openxmlformats.org/officeDocument/2006/relationships/image" Target="../media/image400.png"/><Relationship Id="rId5" Type="http://schemas.openxmlformats.org/officeDocument/2006/relationships/image" Target="../media/image381.svg"/><Relationship Id="rId15" Type="http://schemas.openxmlformats.org/officeDocument/2006/relationships/image" Target="../media/image391.svg"/><Relationship Id="rId23" Type="http://schemas.openxmlformats.org/officeDocument/2006/relationships/image" Target="../media/image399.svg"/><Relationship Id="rId28" Type="http://schemas.openxmlformats.org/officeDocument/2006/relationships/image" Target="../media/image404.png"/><Relationship Id="rId10" Type="http://schemas.openxmlformats.org/officeDocument/2006/relationships/image" Target="../media/image386.png"/><Relationship Id="rId19" Type="http://schemas.openxmlformats.org/officeDocument/2006/relationships/image" Target="../media/image395.svg"/><Relationship Id="rId4" Type="http://schemas.openxmlformats.org/officeDocument/2006/relationships/image" Target="../media/image380.png"/><Relationship Id="rId9" Type="http://schemas.openxmlformats.org/officeDocument/2006/relationships/image" Target="../media/image385.svg"/><Relationship Id="rId14" Type="http://schemas.openxmlformats.org/officeDocument/2006/relationships/image" Target="../media/image390.png"/><Relationship Id="rId22" Type="http://schemas.openxmlformats.org/officeDocument/2006/relationships/image" Target="../media/image398.png"/><Relationship Id="rId27" Type="http://schemas.openxmlformats.org/officeDocument/2006/relationships/image" Target="../media/image40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png"/><Relationship Id="rId13" Type="http://schemas.openxmlformats.org/officeDocument/2006/relationships/image" Target="../media/image417.svg"/><Relationship Id="rId18" Type="http://schemas.openxmlformats.org/officeDocument/2006/relationships/image" Target="../media/image422.png"/><Relationship Id="rId26" Type="http://schemas.openxmlformats.org/officeDocument/2006/relationships/image" Target="../media/image430.png"/><Relationship Id="rId3" Type="http://schemas.openxmlformats.org/officeDocument/2006/relationships/image" Target="../media/image407.svg"/><Relationship Id="rId21" Type="http://schemas.openxmlformats.org/officeDocument/2006/relationships/image" Target="../media/image425.svg"/><Relationship Id="rId7" Type="http://schemas.openxmlformats.org/officeDocument/2006/relationships/image" Target="../media/image411.svg"/><Relationship Id="rId12" Type="http://schemas.openxmlformats.org/officeDocument/2006/relationships/image" Target="../media/image416.png"/><Relationship Id="rId17" Type="http://schemas.openxmlformats.org/officeDocument/2006/relationships/image" Target="../media/image421.svg"/><Relationship Id="rId25" Type="http://schemas.openxmlformats.org/officeDocument/2006/relationships/image" Target="../media/image429.svg"/><Relationship Id="rId2" Type="http://schemas.openxmlformats.org/officeDocument/2006/relationships/image" Target="../media/image406.png"/><Relationship Id="rId16" Type="http://schemas.openxmlformats.org/officeDocument/2006/relationships/image" Target="../media/image420.png"/><Relationship Id="rId20" Type="http://schemas.openxmlformats.org/officeDocument/2006/relationships/image" Target="../media/image424.png"/><Relationship Id="rId29" Type="http://schemas.openxmlformats.org/officeDocument/2006/relationships/image" Target="../media/image433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0.png"/><Relationship Id="rId11" Type="http://schemas.openxmlformats.org/officeDocument/2006/relationships/image" Target="../media/image415.svg"/><Relationship Id="rId24" Type="http://schemas.openxmlformats.org/officeDocument/2006/relationships/image" Target="../media/image428.png"/><Relationship Id="rId5" Type="http://schemas.openxmlformats.org/officeDocument/2006/relationships/image" Target="../media/image409.svg"/><Relationship Id="rId15" Type="http://schemas.openxmlformats.org/officeDocument/2006/relationships/image" Target="../media/image419.svg"/><Relationship Id="rId23" Type="http://schemas.openxmlformats.org/officeDocument/2006/relationships/image" Target="../media/image427.svg"/><Relationship Id="rId28" Type="http://schemas.openxmlformats.org/officeDocument/2006/relationships/image" Target="../media/image432.png"/><Relationship Id="rId10" Type="http://schemas.openxmlformats.org/officeDocument/2006/relationships/image" Target="../media/image414.png"/><Relationship Id="rId19" Type="http://schemas.openxmlformats.org/officeDocument/2006/relationships/image" Target="../media/image423.svg"/><Relationship Id="rId4" Type="http://schemas.openxmlformats.org/officeDocument/2006/relationships/image" Target="../media/image408.png"/><Relationship Id="rId9" Type="http://schemas.openxmlformats.org/officeDocument/2006/relationships/image" Target="../media/image413.svg"/><Relationship Id="rId14" Type="http://schemas.openxmlformats.org/officeDocument/2006/relationships/image" Target="../media/image418.png"/><Relationship Id="rId22" Type="http://schemas.openxmlformats.org/officeDocument/2006/relationships/image" Target="../media/image426.png"/><Relationship Id="rId27" Type="http://schemas.openxmlformats.org/officeDocument/2006/relationships/image" Target="../media/image43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435.svg"/><Relationship Id="rId7" Type="http://schemas.openxmlformats.org/officeDocument/2006/relationships/image" Target="../media/image439.svg"/><Relationship Id="rId2" Type="http://schemas.openxmlformats.org/officeDocument/2006/relationships/image" Target="../media/image4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8.png"/><Relationship Id="rId5" Type="http://schemas.openxmlformats.org/officeDocument/2006/relationships/image" Target="../media/image437.svg"/><Relationship Id="rId4" Type="http://schemas.openxmlformats.org/officeDocument/2006/relationships/image" Target="../media/image436.png"/><Relationship Id="rId9" Type="http://schemas.openxmlformats.org/officeDocument/2006/relationships/image" Target="../media/image441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png"/><Relationship Id="rId13" Type="http://schemas.openxmlformats.org/officeDocument/2006/relationships/image" Target="../media/image453.svg"/><Relationship Id="rId18" Type="http://schemas.openxmlformats.org/officeDocument/2006/relationships/image" Target="../media/image458.png"/><Relationship Id="rId26" Type="http://schemas.openxmlformats.org/officeDocument/2006/relationships/image" Target="../media/image466.png"/><Relationship Id="rId3" Type="http://schemas.openxmlformats.org/officeDocument/2006/relationships/image" Target="../media/image443.svg"/><Relationship Id="rId21" Type="http://schemas.openxmlformats.org/officeDocument/2006/relationships/image" Target="../media/image461.svg"/><Relationship Id="rId7" Type="http://schemas.openxmlformats.org/officeDocument/2006/relationships/image" Target="../media/image447.svg"/><Relationship Id="rId12" Type="http://schemas.openxmlformats.org/officeDocument/2006/relationships/image" Target="../media/image452.png"/><Relationship Id="rId17" Type="http://schemas.openxmlformats.org/officeDocument/2006/relationships/image" Target="../media/image457.svg"/><Relationship Id="rId25" Type="http://schemas.openxmlformats.org/officeDocument/2006/relationships/image" Target="../media/image465.svg"/><Relationship Id="rId2" Type="http://schemas.openxmlformats.org/officeDocument/2006/relationships/image" Target="../media/image442.png"/><Relationship Id="rId16" Type="http://schemas.openxmlformats.org/officeDocument/2006/relationships/image" Target="../media/image456.png"/><Relationship Id="rId20" Type="http://schemas.openxmlformats.org/officeDocument/2006/relationships/image" Target="../media/image460.png"/><Relationship Id="rId29" Type="http://schemas.openxmlformats.org/officeDocument/2006/relationships/image" Target="../media/image46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6.png"/><Relationship Id="rId11" Type="http://schemas.openxmlformats.org/officeDocument/2006/relationships/image" Target="../media/image451.svg"/><Relationship Id="rId24" Type="http://schemas.openxmlformats.org/officeDocument/2006/relationships/image" Target="../media/image464.png"/><Relationship Id="rId5" Type="http://schemas.openxmlformats.org/officeDocument/2006/relationships/image" Target="../media/image445.svg"/><Relationship Id="rId15" Type="http://schemas.openxmlformats.org/officeDocument/2006/relationships/image" Target="../media/image455.svg"/><Relationship Id="rId23" Type="http://schemas.openxmlformats.org/officeDocument/2006/relationships/image" Target="../media/image463.svg"/><Relationship Id="rId28" Type="http://schemas.openxmlformats.org/officeDocument/2006/relationships/image" Target="../media/image468.png"/><Relationship Id="rId10" Type="http://schemas.openxmlformats.org/officeDocument/2006/relationships/image" Target="../media/image450.png"/><Relationship Id="rId19" Type="http://schemas.openxmlformats.org/officeDocument/2006/relationships/image" Target="../media/image459.svg"/><Relationship Id="rId4" Type="http://schemas.openxmlformats.org/officeDocument/2006/relationships/image" Target="../media/image444.png"/><Relationship Id="rId9" Type="http://schemas.openxmlformats.org/officeDocument/2006/relationships/image" Target="../media/image449.svg"/><Relationship Id="rId14" Type="http://schemas.openxmlformats.org/officeDocument/2006/relationships/image" Target="../media/image454.png"/><Relationship Id="rId22" Type="http://schemas.openxmlformats.org/officeDocument/2006/relationships/image" Target="../media/image462.png"/><Relationship Id="rId27" Type="http://schemas.openxmlformats.org/officeDocument/2006/relationships/image" Target="../media/image46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6.png"/><Relationship Id="rId13" Type="http://schemas.openxmlformats.org/officeDocument/2006/relationships/image" Target="../media/image481.svg"/><Relationship Id="rId3" Type="http://schemas.openxmlformats.org/officeDocument/2006/relationships/image" Target="../media/image471.svg"/><Relationship Id="rId7" Type="http://schemas.openxmlformats.org/officeDocument/2006/relationships/image" Target="../media/image475.svg"/><Relationship Id="rId12" Type="http://schemas.openxmlformats.org/officeDocument/2006/relationships/image" Target="../media/image48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4.png"/><Relationship Id="rId11" Type="http://schemas.openxmlformats.org/officeDocument/2006/relationships/image" Target="../media/image479.svg"/><Relationship Id="rId5" Type="http://schemas.openxmlformats.org/officeDocument/2006/relationships/image" Target="../media/image473.svg"/><Relationship Id="rId10" Type="http://schemas.openxmlformats.org/officeDocument/2006/relationships/image" Target="../media/image478.png"/><Relationship Id="rId4" Type="http://schemas.openxmlformats.org/officeDocument/2006/relationships/image" Target="../media/image472.png"/><Relationship Id="rId9" Type="http://schemas.openxmlformats.org/officeDocument/2006/relationships/image" Target="../media/image477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8.png"/><Relationship Id="rId13" Type="http://schemas.openxmlformats.org/officeDocument/2006/relationships/image" Target="../media/image493.svg"/><Relationship Id="rId18" Type="http://schemas.openxmlformats.org/officeDocument/2006/relationships/image" Target="../media/image498.png"/><Relationship Id="rId26" Type="http://schemas.openxmlformats.org/officeDocument/2006/relationships/image" Target="../media/image506.png"/><Relationship Id="rId3" Type="http://schemas.openxmlformats.org/officeDocument/2006/relationships/image" Target="../media/image483.svg"/><Relationship Id="rId21" Type="http://schemas.openxmlformats.org/officeDocument/2006/relationships/image" Target="../media/image501.svg"/><Relationship Id="rId7" Type="http://schemas.openxmlformats.org/officeDocument/2006/relationships/image" Target="../media/image487.svg"/><Relationship Id="rId12" Type="http://schemas.openxmlformats.org/officeDocument/2006/relationships/image" Target="../media/image492.png"/><Relationship Id="rId17" Type="http://schemas.openxmlformats.org/officeDocument/2006/relationships/image" Target="../media/image497.svg"/><Relationship Id="rId25" Type="http://schemas.openxmlformats.org/officeDocument/2006/relationships/image" Target="../media/image505.svg"/><Relationship Id="rId2" Type="http://schemas.openxmlformats.org/officeDocument/2006/relationships/image" Target="../media/image482.png"/><Relationship Id="rId16" Type="http://schemas.openxmlformats.org/officeDocument/2006/relationships/image" Target="../media/image496.png"/><Relationship Id="rId20" Type="http://schemas.openxmlformats.org/officeDocument/2006/relationships/image" Target="../media/image500.png"/><Relationship Id="rId29" Type="http://schemas.openxmlformats.org/officeDocument/2006/relationships/image" Target="../media/image50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6.png"/><Relationship Id="rId11" Type="http://schemas.openxmlformats.org/officeDocument/2006/relationships/image" Target="../media/image491.svg"/><Relationship Id="rId24" Type="http://schemas.openxmlformats.org/officeDocument/2006/relationships/image" Target="../media/image504.png"/><Relationship Id="rId5" Type="http://schemas.openxmlformats.org/officeDocument/2006/relationships/image" Target="../media/image485.svg"/><Relationship Id="rId15" Type="http://schemas.openxmlformats.org/officeDocument/2006/relationships/image" Target="../media/image495.svg"/><Relationship Id="rId23" Type="http://schemas.openxmlformats.org/officeDocument/2006/relationships/image" Target="../media/image503.svg"/><Relationship Id="rId28" Type="http://schemas.openxmlformats.org/officeDocument/2006/relationships/image" Target="../media/image508.png"/><Relationship Id="rId10" Type="http://schemas.openxmlformats.org/officeDocument/2006/relationships/image" Target="../media/image490.png"/><Relationship Id="rId19" Type="http://schemas.openxmlformats.org/officeDocument/2006/relationships/image" Target="../media/image499.svg"/><Relationship Id="rId4" Type="http://schemas.openxmlformats.org/officeDocument/2006/relationships/image" Target="../media/image484.png"/><Relationship Id="rId9" Type="http://schemas.openxmlformats.org/officeDocument/2006/relationships/image" Target="../media/image489.svg"/><Relationship Id="rId14" Type="http://schemas.openxmlformats.org/officeDocument/2006/relationships/image" Target="../media/image494.png"/><Relationship Id="rId22" Type="http://schemas.openxmlformats.org/officeDocument/2006/relationships/image" Target="../media/image502.png"/><Relationship Id="rId27" Type="http://schemas.openxmlformats.org/officeDocument/2006/relationships/image" Target="../media/image50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6.png"/><Relationship Id="rId13" Type="http://schemas.openxmlformats.org/officeDocument/2006/relationships/image" Target="../media/image521.svg"/><Relationship Id="rId18" Type="http://schemas.openxmlformats.org/officeDocument/2006/relationships/image" Target="../media/image526.png"/><Relationship Id="rId3" Type="http://schemas.openxmlformats.org/officeDocument/2006/relationships/image" Target="../media/image511.svg"/><Relationship Id="rId21" Type="http://schemas.openxmlformats.org/officeDocument/2006/relationships/image" Target="../media/image529.svg"/><Relationship Id="rId7" Type="http://schemas.openxmlformats.org/officeDocument/2006/relationships/image" Target="../media/image515.svg"/><Relationship Id="rId12" Type="http://schemas.openxmlformats.org/officeDocument/2006/relationships/image" Target="../media/image520.png"/><Relationship Id="rId17" Type="http://schemas.openxmlformats.org/officeDocument/2006/relationships/image" Target="../media/image525.svg"/><Relationship Id="rId2" Type="http://schemas.openxmlformats.org/officeDocument/2006/relationships/image" Target="../media/image510.png"/><Relationship Id="rId16" Type="http://schemas.openxmlformats.org/officeDocument/2006/relationships/image" Target="../media/image524.png"/><Relationship Id="rId20" Type="http://schemas.openxmlformats.org/officeDocument/2006/relationships/image" Target="../media/image5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4.png"/><Relationship Id="rId11" Type="http://schemas.openxmlformats.org/officeDocument/2006/relationships/image" Target="../media/image519.svg"/><Relationship Id="rId5" Type="http://schemas.openxmlformats.org/officeDocument/2006/relationships/image" Target="../media/image513.svg"/><Relationship Id="rId15" Type="http://schemas.openxmlformats.org/officeDocument/2006/relationships/image" Target="../media/image523.svg"/><Relationship Id="rId23" Type="http://schemas.openxmlformats.org/officeDocument/2006/relationships/image" Target="../media/image531.svg"/><Relationship Id="rId10" Type="http://schemas.openxmlformats.org/officeDocument/2006/relationships/image" Target="../media/image518.png"/><Relationship Id="rId19" Type="http://schemas.openxmlformats.org/officeDocument/2006/relationships/image" Target="../media/image527.svg"/><Relationship Id="rId4" Type="http://schemas.openxmlformats.org/officeDocument/2006/relationships/image" Target="../media/image512.png"/><Relationship Id="rId9" Type="http://schemas.openxmlformats.org/officeDocument/2006/relationships/image" Target="../media/image517.svg"/><Relationship Id="rId14" Type="http://schemas.openxmlformats.org/officeDocument/2006/relationships/image" Target="../media/image522.png"/><Relationship Id="rId22" Type="http://schemas.openxmlformats.org/officeDocument/2006/relationships/image" Target="../media/image5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12DD0-90D4-8F96-6F68-5CA2EC5D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and Accelerator Icons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D7BF7549-9DC3-8144-5FFF-72B4A6CC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66247243-7C8A-8FF1-1A1A-40194D223C7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9100" y="890588"/>
            <a:ext cx="11353800" cy="512762"/>
          </a:xfrm>
        </p:spPr>
        <p:txBody>
          <a:bodyPr/>
          <a:lstStyle/>
          <a:p>
            <a:r>
              <a:rPr lang="en-US" sz="1400" b="1" dirty="0"/>
              <a:t>All icons can be recolored by selecting and using the Shape Fill button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EA858-9567-E944-731B-940733E16016}"/>
              </a:ext>
            </a:extLst>
          </p:cNvPr>
          <p:cNvSpPr txBox="1"/>
          <p:nvPr/>
        </p:nvSpPr>
        <p:spPr>
          <a:xfrm>
            <a:off x="463550" y="4621996"/>
            <a:ext cx="1065777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Electrification Software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8C137-8958-97D0-92F8-0368ABD1272E}"/>
              </a:ext>
            </a:extLst>
          </p:cNvPr>
          <p:cNvSpPr txBox="1"/>
          <p:nvPr/>
        </p:nvSpPr>
        <p:spPr>
          <a:xfrm>
            <a:off x="6900216" y="4621996"/>
            <a:ext cx="16868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Financial </a:t>
            </a:r>
            <a:b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82096-1672-3664-66CE-ECE36CCE2F24}"/>
              </a:ext>
            </a:extLst>
          </p:cNvPr>
          <p:cNvSpPr txBox="1"/>
          <p:nvPr/>
        </p:nvSpPr>
        <p:spPr>
          <a:xfrm>
            <a:off x="544896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Gas 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F84C4-E502-CB85-3A23-5836493C18E4}"/>
              </a:ext>
            </a:extLst>
          </p:cNvPr>
          <p:cNvSpPr txBox="1"/>
          <p:nvPr/>
        </p:nvSpPr>
        <p:spPr>
          <a:xfrm>
            <a:off x="2050438" y="4621996"/>
            <a:ext cx="137442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Grid </a:t>
            </a:r>
            <a:b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Solutions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155CD-7DB2-58B5-B8DF-A6835B1F8D1B}"/>
              </a:ext>
            </a:extLst>
          </p:cNvPr>
          <p:cNvSpPr txBox="1"/>
          <p:nvPr/>
        </p:nvSpPr>
        <p:spPr>
          <a:xfrm>
            <a:off x="3565943" y="2113743"/>
            <a:ext cx="1020988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Hydro Power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E70BD-FB13-BB11-919C-14B7C6B18394}"/>
              </a:ext>
            </a:extLst>
          </p:cNvPr>
          <p:cNvSpPr txBox="1"/>
          <p:nvPr/>
        </p:nvSpPr>
        <p:spPr>
          <a:xfrm>
            <a:off x="1772137" y="2113743"/>
            <a:ext cx="1523000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GE Vernova Hitachi Nuclear Energy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8DBA5E-1FBB-5DDA-4E8C-FAAEC1D011CD}"/>
              </a:ext>
            </a:extLst>
          </p:cNvPr>
          <p:cNvSpPr txBox="1"/>
          <p:nvPr/>
        </p:nvSpPr>
        <p:spPr>
          <a:xfrm>
            <a:off x="7096449" y="2113743"/>
            <a:ext cx="1294367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Wind Turbine Blades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3AB93-A480-B3F6-932D-9B200DBE9D48}"/>
              </a:ext>
            </a:extLst>
          </p:cNvPr>
          <p:cNvSpPr txBox="1"/>
          <p:nvPr/>
        </p:nvSpPr>
        <p:spPr>
          <a:xfrm>
            <a:off x="10118473" y="2113743"/>
            <a:ext cx="1138877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Onshore Wind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565C8D-FD14-60B0-424A-DCB3E844B334}"/>
              </a:ext>
            </a:extLst>
          </p:cNvPr>
          <p:cNvSpPr txBox="1"/>
          <p:nvPr/>
        </p:nvSpPr>
        <p:spPr>
          <a:xfrm>
            <a:off x="8580964" y="2113743"/>
            <a:ext cx="1294881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Offshore Wind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D1D11-4D9C-9C5B-5430-EC5AB0C8EC2B}"/>
              </a:ext>
            </a:extLst>
          </p:cNvPr>
          <p:cNvSpPr txBox="1"/>
          <p:nvPr/>
        </p:nvSpPr>
        <p:spPr>
          <a:xfrm>
            <a:off x="4898238" y="2113743"/>
            <a:ext cx="1266083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Steam Power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3A085-3DA0-148E-F01B-28DC4A71A24E}"/>
              </a:ext>
            </a:extLst>
          </p:cNvPr>
          <p:cNvSpPr txBox="1"/>
          <p:nvPr/>
        </p:nvSpPr>
        <p:spPr>
          <a:xfrm>
            <a:off x="8595363" y="4621996"/>
            <a:ext cx="12660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Consulting Services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27CEEB-C323-51E3-F70B-FD3848346699}"/>
              </a:ext>
            </a:extLst>
          </p:cNvPr>
          <p:cNvSpPr txBox="1"/>
          <p:nvPr/>
        </p:nvSpPr>
        <p:spPr>
          <a:xfrm>
            <a:off x="10008643" y="4621996"/>
            <a:ext cx="135853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Advanced Research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290BA7B-6947-1C20-7E60-2857DCC3FB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101"/>
          <a:stretch/>
        </p:blipFill>
        <p:spPr>
          <a:xfrm>
            <a:off x="6635241" y="449581"/>
            <a:ext cx="1638300" cy="75828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7B4512-E771-FE8A-B59C-DC8D6ABB5ACA}"/>
              </a:ext>
            </a:extLst>
          </p:cNvPr>
          <p:cNvCxnSpPr>
            <a:cxnSpLocks/>
          </p:cNvCxnSpPr>
          <p:nvPr/>
        </p:nvCxnSpPr>
        <p:spPr>
          <a:xfrm>
            <a:off x="463550" y="2009191"/>
            <a:ext cx="570077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E89D4E-8C5D-139E-B2EF-2F18AE9C65B0}"/>
              </a:ext>
            </a:extLst>
          </p:cNvPr>
          <p:cNvCxnSpPr>
            <a:cxnSpLocks/>
          </p:cNvCxnSpPr>
          <p:nvPr/>
        </p:nvCxnSpPr>
        <p:spPr>
          <a:xfrm>
            <a:off x="463550" y="4516353"/>
            <a:ext cx="570077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62B5BF-33BD-2FF4-D6FD-D3C5A93D48E6}"/>
              </a:ext>
            </a:extLst>
          </p:cNvPr>
          <p:cNvCxnSpPr>
            <a:cxnSpLocks/>
          </p:cNvCxnSpPr>
          <p:nvPr/>
        </p:nvCxnSpPr>
        <p:spPr>
          <a:xfrm>
            <a:off x="7135587" y="2009191"/>
            <a:ext cx="4038438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3370E0D-0037-5636-C5D9-89815D990549}"/>
              </a:ext>
            </a:extLst>
          </p:cNvPr>
          <p:cNvCxnSpPr>
            <a:cxnSpLocks/>
          </p:cNvCxnSpPr>
          <p:nvPr/>
        </p:nvCxnSpPr>
        <p:spPr>
          <a:xfrm>
            <a:off x="7135587" y="4510132"/>
            <a:ext cx="4038438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B79D1A1-BD3E-8BB1-E373-010A6A6A3CF9}"/>
              </a:ext>
            </a:extLst>
          </p:cNvPr>
          <p:cNvSpPr txBox="1"/>
          <p:nvPr/>
        </p:nvSpPr>
        <p:spPr>
          <a:xfrm>
            <a:off x="463550" y="1651232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b="1" dirty="0"/>
              <a:t>Power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9C3602-C821-B566-B4B7-B24FEF7F56B9}"/>
              </a:ext>
            </a:extLst>
          </p:cNvPr>
          <p:cNvSpPr txBox="1"/>
          <p:nvPr/>
        </p:nvSpPr>
        <p:spPr>
          <a:xfrm>
            <a:off x="7135587" y="1651232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b="1" dirty="0"/>
              <a:t>Wind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78030F-C89E-5A77-91CA-A09476B9D0DE}"/>
              </a:ext>
            </a:extLst>
          </p:cNvPr>
          <p:cNvSpPr txBox="1"/>
          <p:nvPr/>
        </p:nvSpPr>
        <p:spPr>
          <a:xfrm>
            <a:off x="463550" y="4140920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b="1" dirty="0"/>
              <a:t>Electrification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142FB8-5EE5-A930-57B3-73ED408A5376}"/>
              </a:ext>
            </a:extLst>
          </p:cNvPr>
          <p:cNvSpPr txBox="1"/>
          <p:nvPr/>
        </p:nvSpPr>
        <p:spPr>
          <a:xfrm>
            <a:off x="7135587" y="4140920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b="1" dirty="0"/>
              <a:t>Accelerators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FDEEC3-DF15-4E87-7E67-D3CA8EB63C3A}"/>
              </a:ext>
            </a:extLst>
          </p:cNvPr>
          <p:cNvSpPr/>
          <p:nvPr/>
        </p:nvSpPr>
        <p:spPr>
          <a:xfrm>
            <a:off x="8618007" y="265409"/>
            <a:ext cx="1374428" cy="11456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A full set of icons can be downloaded </a:t>
            </a:r>
            <a:r>
              <a:rPr lang="en-US" sz="1400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14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28436A-3E25-8B9A-428B-E51A2D953FAA}"/>
              </a:ext>
            </a:extLst>
          </p:cNvPr>
          <p:cNvSpPr txBox="1"/>
          <p:nvPr/>
        </p:nvSpPr>
        <p:spPr>
          <a:xfrm>
            <a:off x="3958501" y="4621996"/>
            <a:ext cx="136374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Power Conversion &amp; Storage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Footer Placeholder 15">
            <a:extLst>
              <a:ext uri="{FF2B5EF4-FFF2-40B4-BE49-F238E27FC236}">
                <a16:creationId xmlns:a16="http://schemas.microsoft.com/office/drawing/2014/main" id="{9CCEC1F4-B6B4-0F41-7082-CD26F8A6F4D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6B22224C-EE4C-9C3C-4ABA-FE004FBD2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678" y="2636448"/>
            <a:ext cx="731520" cy="72877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2D7DEB33-1E7C-837C-5A13-B343548DCA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7877" y="2586824"/>
            <a:ext cx="731520" cy="828018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32866D23-1A8B-F073-E15A-083A1AA008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0677" y="2623732"/>
            <a:ext cx="731520" cy="754203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0D21F82B-12E2-16D0-B67F-D6C60FF410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33976" y="2635073"/>
            <a:ext cx="731520" cy="7315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76BD20A-BFC2-4079-2635-D894C1387E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67250" y="2572098"/>
            <a:ext cx="552765" cy="73152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EC4B26F-EF3C-8207-22DE-4E305BC085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83648" y="2572098"/>
            <a:ext cx="489513" cy="73152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267DD857-2D2A-0DE4-91DD-49836C70E7D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34904" y="2572098"/>
            <a:ext cx="506014" cy="73152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E486672D-9096-B44A-BA42-0B135FEC04E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3714" y="5145034"/>
            <a:ext cx="731520" cy="660018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A74DF2A0-8E19-581E-6B12-E0FF1AA16A3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61629" y="5228924"/>
            <a:ext cx="731520" cy="475763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61039D24-2F18-934A-A2F3-E9A633E6C1B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6615" y="5250912"/>
            <a:ext cx="731520" cy="448262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089B9179-CD49-F803-0364-ED2D896702E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77872" y="5270163"/>
            <a:ext cx="731520" cy="481263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04F64990-9B12-9C2F-D456-391B0254148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62644" y="5204161"/>
            <a:ext cx="731520" cy="613267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48FFF9CD-D39E-1CC8-732F-4912053BC5E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22151" y="514503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6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5DF7-3E76-F761-3D2B-41A0A56F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CF967B-FB96-10FD-4A9B-C7FE634D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8B1A0-AE9C-7CC4-54CC-49C9D460544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88B5E-8E8C-B693-A186-E6308E70AA6F}"/>
              </a:ext>
            </a:extLst>
          </p:cNvPr>
          <p:cNvSpPr txBox="1"/>
          <p:nvPr/>
        </p:nvSpPr>
        <p:spPr>
          <a:xfrm>
            <a:off x="409685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Target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7AC49D-9829-A4A0-F605-4EA193AA2D83}"/>
              </a:ext>
            </a:extLst>
          </p:cNvPr>
          <p:cNvSpPr txBox="1"/>
          <p:nvPr/>
        </p:nvSpPr>
        <p:spPr>
          <a:xfrm>
            <a:off x="2078415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Handshake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F72AEB-720D-3BC1-D2D9-F0E0526D8CE5}"/>
              </a:ext>
            </a:extLst>
          </p:cNvPr>
          <p:cNvSpPr txBox="1"/>
          <p:nvPr/>
        </p:nvSpPr>
        <p:spPr>
          <a:xfrm>
            <a:off x="374714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Electricity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AD574-BF7E-D023-5F49-FC09628D1AF9}"/>
              </a:ext>
            </a:extLst>
          </p:cNvPr>
          <p:cNvSpPr txBox="1"/>
          <p:nvPr/>
        </p:nvSpPr>
        <p:spPr>
          <a:xfrm>
            <a:off x="541587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Calendar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0D9850-625B-55CB-2B9A-F2459848D4CB}"/>
              </a:ext>
            </a:extLst>
          </p:cNvPr>
          <p:cNvSpPr txBox="1"/>
          <p:nvPr/>
        </p:nvSpPr>
        <p:spPr>
          <a:xfrm>
            <a:off x="70846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Power Button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0EBC9F-BF6C-4390-B550-3E21D24583A9}"/>
              </a:ext>
            </a:extLst>
          </p:cNvPr>
          <p:cNvSpPr txBox="1"/>
          <p:nvPr/>
        </p:nvSpPr>
        <p:spPr>
          <a:xfrm>
            <a:off x="875333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Clock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C78674-0DF3-5670-DBD9-105DF2BF44D9}"/>
              </a:ext>
            </a:extLst>
          </p:cNvPr>
          <p:cNvSpPr txBox="1"/>
          <p:nvPr/>
        </p:nvSpPr>
        <p:spPr>
          <a:xfrm>
            <a:off x="10422063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Checkmark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B41A37-AD7C-7CC7-7E69-FE2EE0A0D231}"/>
              </a:ext>
            </a:extLst>
          </p:cNvPr>
          <p:cNvSpPr txBox="1"/>
          <p:nvPr/>
        </p:nvSpPr>
        <p:spPr>
          <a:xfrm>
            <a:off x="409685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Cancel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2EE71E-7761-F42A-8BCC-35E6349DB1C7}"/>
              </a:ext>
            </a:extLst>
          </p:cNvPr>
          <p:cNvSpPr txBox="1"/>
          <p:nvPr/>
        </p:nvSpPr>
        <p:spPr>
          <a:xfrm>
            <a:off x="2078415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People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65EDFD-FA82-A7F8-34EB-7A4D8C018417}"/>
              </a:ext>
            </a:extLst>
          </p:cNvPr>
          <p:cNvSpPr txBox="1"/>
          <p:nvPr/>
        </p:nvSpPr>
        <p:spPr>
          <a:xfrm>
            <a:off x="3611193" y="4313247"/>
            <a:ext cx="117499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Performance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8136D0-2B30-C763-C304-791164C90CA0}"/>
              </a:ext>
            </a:extLst>
          </p:cNvPr>
          <p:cNvSpPr txBox="1"/>
          <p:nvPr/>
        </p:nvSpPr>
        <p:spPr>
          <a:xfrm>
            <a:off x="541587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Up Arrow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5B799B-C1A8-DEAA-3F35-133092654A8D}"/>
              </a:ext>
            </a:extLst>
          </p:cNvPr>
          <p:cNvSpPr txBox="1"/>
          <p:nvPr/>
        </p:nvSpPr>
        <p:spPr>
          <a:xfrm>
            <a:off x="70846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Down Arrow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139407-4716-A82B-566C-37BB8AB3EE48}"/>
              </a:ext>
            </a:extLst>
          </p:cNvPr>
          <p:cNvSpPr txBox="1"/>
          <p:nvPr/>
        </p:nvSpPr>
        <p:spPr>
          <a:xfrm>
            <a:off x="875333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Right Arrow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0C861D-634C-0551-FFCA-5D4E230ED70B}"/>
              </a:ext>
            </a:extLst>
          </p:cNvPr>
          <p:cNvSpPr txBox="1"/>
          <p:nvPr/>
        </p:nvSpPr>
        <p:spPr>
          <a:xfrm>
            <a:off x="10422063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Left Arrow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45BDD5FC-F0A4-17F9-2EA6-318010CB7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467" y="2680725"/>
            <a:ext cx="731520" cy="731520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3412CB68-724F-DAF8-6E76-91B9477F4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3755" y="2798978"/>
            <a:ext cx="731520" cy="495014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C2A2508D-AC01-15F7-26EC-C04B6F9A6D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7495" y="2680725"/>
            <a:ext cx="536265" cy="731520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959252A2-70E6-E720-624B-650CD88183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6824" y="2697226"/>
            <a:ext cx="731520" cy="698519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6C6E7526-C7E0-52C8-D633-8AF6354C84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66478" y="2644452"/>
            <a:ext cx="731520" cy="804067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227B4949-39F2-C109-17F3-3E5B34DFEE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67235" y="2680725"/>
            <a:ext cx="731520" cy="73152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5BD8C8EB-EDCF-D38E-F263-39FC32D786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01147" y="2680725"/>
            <a:ext cx="731520" cy="73152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D8F25534-A8E2-BB2A-59E1-88BE8370E4E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0181" y="4829852"/>
            <a:ext cx="731520" cy="731520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BCE90A74-0113-14D6-30E1-1A9A24F6E91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51124" y="4828472"/>
            <a:ext cx="731520" cy="734281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8AB5A39E-E0EB-DEE4-3FE0-8CC123F678D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21591" y="4917855"/>
            <a:ext cx="731520" cy="555515"/>
          </a:xfrm>
          <a:prstGeom prst="rect">
            <a:avLst/>
          </a:prstGeom>
        </p:spPr>
      </p:pic>
      <p:pic>
        <p:nvPicPr>
          <p:cNvPr id="131" name="Graphic 130">
            <a:extLst>
              <a:ext uri="{FF2B5EF4-FFF2-40B4-BE49-F238E27FC236}">
                <a16:creationId xmlns:a16="http://schemas.microsoft.com/office/drawing/2014/main" id="{ED3D5816-7FB3-76CE-D670-E8EAC98CDFE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20044" y="4829852"/>
            <a:ext cx="731520" cy="731520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94459F03-1C25-6784-F255-0AE6D928B4E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66478" y="4829852"/>
            <a:ext cx="731520" cy="731520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A0D73DF0-6921-0762-EBCA-DDA41F0F26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67235" y="4829852"/>
            <a:ext cx="731520" cy="73152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A6E3A13-1D97-F94A-20BC-39C7A492FFD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01147" y="48298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8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80B1B-C89E-5A09-2AB5-BB05264E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780F-170D-5D77-7871-A42A2C5B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2EFF5D-F002-15B1-6141-4D9B43AE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C386E-5CF6-3049-8332-8F96626D70A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B17CB-8C60-C2C2-80FE-188DB2C1DD62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Alarm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E33DA5-6326-A8A6-7F64-D9F84EEED378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Report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EED45D-2BB6-D89F-37C7-1A9761FD65C2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Shield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B9FB2F-B78B-0E9B-D4C6-3FB4A4E1E7A0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Play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74848E-7917-9148-8D21-FA65A4C75A25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Information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C88DFE-C27B-75CB-DDB6-716D3614CF02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Question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3995D6-F06A-A67A-6EBD-E3600A8B0279}"/>
              </a:ext>
            </a:extLst>
          </p:cNvPr>
          <p:cNvSpPr txBox="1"/>
          <p:nvPr/>
        </p:nvSpPr>
        <p:spPr>
          <a:xfrm>
            <a:off x="1049620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Download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972013-0DCF-0383-C08A-510FED04F400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Upload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C53810-8668-486E-AF04-7A7E7732A621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Lock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2A9939-3007-EEB1-8D32-A9DBC8A38C5C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Unlock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BA91A7-3758-7998-DF62-ACA0307E5D45}"/>
              </a:ext>
            </a:extLst>
          </p:cNvPr>
          <p:cNvSpPr txBox="1"/>
          <p:nvPr/>
        </p:nvSpPr>
        <p:spPr>
          <a:xfrm>
            <a:off x="549001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Magnifying Glass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DFDB58-2A40-142C-8343-09504C7719F1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Trophy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A4D4D0-F7A3-0210-8C6A-F87FEBA51874}"/>
              </a:ext>
            </a:extLst>
          </p:cNvPr>
          <p:cNvSpPr txBox="1"/>
          <p:nvPr/>
        </p:nvSpPr>
        <p:spPr>
          <a:xfrm>
            <a:off x="882747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Vision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D9FFDC-0E20-249C-1CB1-E9AA30DF5811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Folder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2BF0EE8-F785-C68F-C6E4-ADDD8FA47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43" y="2566176"/>
            <a:ext cx="731520" cy="657268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1F16BEB-C3F6-61A4-334C-2FCCCEA3A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6683" y="2491924"/>
            <a:ext cx="687519" cy="73152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8B3541C7-876E-7E85-D3DE-532FCE34C1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42217" y="2491924"/>
            <a:ext cx="657268" cy="7315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45CE66D-10BA-E16E-EDF1-A26F9C81B3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033" y="2484488"/>
            <a:ext cx="731520" cy="73152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CD1AF926-24F3-5917-8B86-76DD2231DA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8763" y="2484488"/>
            <a:ext cx="731520" cy="73152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90728769-D3C7-68BE-B435-3BBDA13062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7493" y="2484488"/>
            <a:ext cx="731520" cy="73152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9296445D-1C76-733A-3814-5ABC35586D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76221" y="2484488"/>
            <a:ext cx="731520" cy="693019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92D412B5-CE9F-80DF-3856-80421F0EB3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3683" y="4682579"/>
            <a:ext cx="731520" cy="693019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4A32D1-A825-A724-6A05-DC6EB08F8CD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36674" y="4639774"/>
            <a:ext cx="550015" cy="73152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CB4BC73A-60CC-81A7-FFF7-568E108DF0D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94931" y="4639774"/>
            <a:ext cx="731520" cy="68751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75CA8CB-3D45-3F23-13F9-00FDC1AECFE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59982" y="4769307"/>
            <a:ext cx="731520" cy="73152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AE937975-DF5B-A194-97A0-B86D68C88D4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14390" y="4700437"/>
            <a:ext cx="580266" cy="73152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89779964-1A62-7E3C-5CF6-939E295198D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7493" y="4769307"/>
            <a:ext cx="731520" cy="420762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A8A4BC41-9D07-34E5-8476-AC857A5850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76221" y="4681636"/>
            <a:ext cx="731520" cy="6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29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83F0-BDA7-8386-A355-A64575008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B666-E7E3-3C90-FF96-A5FA6CD2F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5D3498-5316-3945-0996-47348DFD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1BF6F-7AB1-2049-BDC0-8280C182D35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282AA-8333-7367-4CC3-69FA37005731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Settings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85A7F6-6B4D-DE44-49CD-3E83BBC9072B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Government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9D5190-D713-82EB-AC29-BD40B90BFBED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Document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37542F-6B23-6CED-97A0-488EA18480A8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Forklift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9E2B35-6C63-1E93-D1B9-E25290F99DED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14E6C1-AEA0-127F-6805-2F7980048007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7DF919-23BB-2DFC-3721-86AFFB38CF28}"/>
              </a:ext>
            </a:extLst>
          </p:cNvPr>
          <p:cNvSpPr txBox="1"/>
          <p:nvPr/>
        </p:nvSpPr>
        <p:spPr>
          <a:xfrm>
            <a:off x="1049620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25%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82F189-0000-FE0A-A203-93A958E0B98E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50%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B3EFEC-0DE7-CA59-E011-EFE5AE4B092B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75%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D46BFF-16AC-3530-66D4-856AED727CBE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100%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E8E02E-9426-0DBF-35BC-6E0EA077D4F7}"/>
              </a:ext>
            </a:extLst>
          </p:cNvPr>
          <p:cNvSpPr txBox="1"/>
          <p:nvPr/>
        </p:nvSpPr>
        <p:spPr>
          <a:xfrm>
            <a:off x="549001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Calculator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BEDC32-251A-8821-1EA9-92F59C916913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14F548-86EC-3600-B3B1-18401D21D39C}"/>
              </a:ext>
            </a:extLst>
          </p:cNvPr>
          <p:cNvSpPr txBox="1"/>
          <p:nvPr/>
        </p:nvSpPr>
        <p:spPr>
          <a:xfrm>
            <a:off x="882747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Star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2FF4A0-45E4-60DD-6EA7-E5C94A0EACFE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Code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4524B43-7453-C63B-1863-B062CEF46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07" y="2740055"/>
            <a:ext cx="731520" cy="5170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020EFE0-3C4C-84A2-9460-75C2FC672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8297" y="2632802"/>
            <a:ext cx="706770" cy="731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F3F1CC0-CD09-C29C-1CF3-6259FE8E5E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0718" y="2632802"/>
            <a:ext cx="580266" cy="73152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F1DC0F9C-A365-2CF9-DFDB-CC1BE0D270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855" y="2720805"/>
            <a:ext cx="731520" cy="555515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BF437324-42A6-6E9B-F7EB-DD9B159877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73516" y="2632802"/>
            <a:ext cx="462013" cy="73152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B8DF487-8417-260A-C99B-9993B7A804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7493" y="2632802"/>
            <a:ext cx="731520" cy="73152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3A44B97E-037D-AE20-DC78-F80A1ED595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76221" y="2632802"/>
            <a:ext cx="731520" cy="73152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DCFD799-42D2-C201-4BAB-3F25CB5386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3608" y="4828043"/>
            <a:ext cx="693019" cy="73152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21CB7AE-037F-184D-67EC-A1573BCBAC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58297" y="4828043"/>
            <a:ext cx="731520" cy="73152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C062AEC7-DB61-11BB-DA25-B121C3A902E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5091" y="4828043"/>
            <a:ext cx="731520" cy="73152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86A90E1-D9A4-2913-D983-91331D27DA2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70855" y="4828043"/>
            <a:ext cx="731520" cy="73152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DB0436A3-56A6-26F4-A875-B7E5EBA1623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3179" y="4828043"/>
            <a:ext cx="742688" cy="73152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E185821-7A11-F283-A66B-849D8509B4C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7493" y="4845852"/>
            <a:ext cx="731520" cy="695903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61897F40-36D6-1D40-7FD3-7DFC1073D0C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81987" y="4839044"/>
            <a:ext cx="731520" cy="70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9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EBDC3-B9A8-B8B9-C9BD-B3285A60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7D36-1077-AC21-B1EA-6CD4E004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3A8394-EBB6-9959-06E9-1BE9D13B9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2814D-FEC4-2F86-1ED2-3934C3329A3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9016D-49E3-8FC4-9748-5549E39D5DE1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Strategy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180061-9E23-DA5A-8F72-7028B95E7551}"/>
              </a:ext>
            </a:extLst>
          </p:cNvPr>
          <p:cNvSpPr txBox="1"/>
          <p:nvPr/>
        </p:nvSpPr>
        <p:spPr>
          <a:xfrm>
            <a:off x="1987479" y="2113743"/>
            <a:ext cx="123324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Organization Chart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0BBCD-8CC6-0672-B68C-CC9030298308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Globe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8C5007-DDBB-BB48-DB75-1A6A435450D7}"/>
              </a:ext>
            </a:extLst>
          </p:cNvPr>
          <p:cNvSpPr txBox="1"/>
          <p:nvPr/>
        </p:nvSpPr>
        <p:spPr>
          <a:xfrm>
            <a:off x="549001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 Sharing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30D9A7-0323-8370-9A51-4ACD7BBA01F6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ERP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5005DA-5B87-DFEA-616D-A475B67817E6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Internet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8F0719-6447-BD34-1F64-648A9B6E4216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 Aggregation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B3E598-E81E-CFED-CD49-B54ABD2F1FCC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Dollar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BB5BDA-A8B2-5240-E9C5-D31D88F90486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Algorithm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535DCB-E624-6B6D-1FDB-290459DA2704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Database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815BF6-CE00-BAF7-265F-507091C5C977}"/>
              </a:ext>
            </a:extLst>
          </p:cNvPr>
          <p:cNvSpPr txBox="1"/>
          <p:nvPr/>
        </p:nvSpPr>
        <p:spPr>
          <a:xfrm>
            <a:off x="549001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Airplane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493129-8892-D8BC-A785-BC5D36035292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Air Freight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C9C435-4F07-F922-2576-B00E3B13230B}"/>
              </a:ext>
            </a:extLst>
          </p:cNvPr>
          <p:cNvSpPr txBox="1"/>
          <p:nvPr/>
        </p:nvSpPr>
        <p:spPr>
          <a:xfrm>
            <a:off x="882747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T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ruck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0D6E60-1B53-86A9-1A16-1AB61FD0638F}"/>
              </a:ext>
            </a:extLst>
          </p:cNvPr>
          <p:cNvSpPr txBox="1"/>
          <p:nvPr/>
        </p:nvSpPr>
        <p:spPr>
          <a:xfrm>
            <a:off x="10496205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Tractor Trailer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3B047100-7198-9CBD-304A-4C80EAF62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5922" y="2651422"/>
            <a:ext cx="731520" cy="731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A3AA406-A645-9E91-E7E9-071E17685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970" y="2651422"/>
            <a:ext cx="547265" cy="73152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859C7D69-20E5-D598-4294-FED8C98224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5063" y="2651422"/>
            <a:ext cx="731520" cy="73152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D3F0467-BA25-B4EE-E6FF-03A97BAC2F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8763" y="2645838"/>
            <a:ext cx="731520" cy="74268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AB2A05D5-ECA6-2B09-571A-9315247720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74030" y="2647250"/>
            <a:ext cx="731520" cy="73986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F77B572-B27B-7DE7-5DE7-09949B96F4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7493" y="2714674"/>
            <a:ext cx="731520" cy="605017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1BE624D-54F3-1A3E-9092-9F817FF2EA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76221" y="2664674"/>
            <a:ext cx="731520" cy="70501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05F14923-2A23-FC31-1F24-3C636D072A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9769" y="4966788"/>
            <a:ext cx="731520" cy="470263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E188A4CF-4B97-1D5D-BDC5-B891E9AAACA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94797" y="4816858"/>
            <a:ext cx="643518" cy="73152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34D3734-2E9F-7777-FBA2-FA8B7407058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45731" y="4824095"/>
            <a:ext cx="657268" cy="73152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71E261B5-F841-B8CA-FE83-4A097DFFB0A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74030" y="4834255"/>
            <a:ext cx="731520" cy="73152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CF8C9DFB-5CFE-54BE-71D3-8F0D4CECEE7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20043" y="4838885"/>
            <a:ext cx="577516" cy="73152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06126B37-3508-3210-2C7C-3C56071DCB1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17762" y="5022987"/>
            <a:ext cx="731520" cy="418011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FE566819-CA90-CC79-2090-771AFDB2F1D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81987" y="5022987"/>
            <a:ext cx="731520" cy="33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0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ADC8B-47F8-FD25-4DC3-2217B629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4036-9450-13D3-8A13-D914B249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521A3-6101-5AE9-99C4-469B066B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944EE-0EF0-114E-3E26-233F32E646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C3E97-24E7-44AE-E3F0-7F49099D0E69}"/>
              </a:ext>
            </a:extLst>
          </p:cNvPr>
          <p:cNvSpPr txBox="1"/>
          <p:nvPr/>
        </p:nvSpPr>
        <p:spPr>
          <a:xfrm>
            <a:off x="48382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Care for Earth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57C158-65E7-E449-31B4-BDC1391EB11F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Trees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73CA9-99E0-D89F-830F-BAE342CB4AA1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Travel Mug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44818-FB5E-605F-1B90-D98856917FAA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Utensils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D91D61-5708-7120-D18F-B57BF08DBEE6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Light Switch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62639-74D4-DCB8-BF3E-79966188870E}"/>
              </a:ext>
            </a:extLst>
          </p:cNvPr>
          <p:cNvSpPr txBox="1"/>
          <p:nvPr/>
        </p:nvSpPr>
        <p:spPr>
          <a:xfrm>
            <a:off x="882747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Recycled Bag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2C4ECD-5852-0AD2-20A9-39DB72F612CE}"/>
              </a:ext>
            </a:extLst>
          </p:cNvPr>
          <p:cNvSpPr txBox="1"/>
          <p:nvPr/>
        </p:nvSpPr>
        <p:spPr>
          <a:xfrm>
            <a:off x="1049620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Volunteer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C067E7-9BCB-1C27-F375-C13724EEC083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Podcast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138099-D7FD-A6F0-DB44-3A077BB8FC76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Menu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4125E2-479B-3AF3-6B52-D4D46DB05B88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Search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5F8826-DD64-7210-6CD6-BEE7DD59066E}"/>
              </a:ext>
            </a:extLst>
          </p:cNvPr>
          <p:cNvSpPr txBox="1"/>
          <p:nvPr/>
        </p:nvSpPr>
        <p:spPr>
          <a:xfrm>
            <a:off x="5360399" y="4313247"/>
            <a:ext cx="116232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Right/Internal Link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5ABF58-88BF-48AA-A911-C3FE60D98517}"/>
              </a:ext>
            </a:extLst>
          </p:cNvPr>
          <p:cNvSpPr txBox="1"/>
          <p:nvPr/>
        </p:nvSpPr>
        <p:spPr>
          <a:xfrm>
            <a:off x="715874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Down/Scroll Down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FCA6A0-EF66-E3E0-B27D-526C5FBFF1FA}"/>
              </a:ext>
            </a:extLst>
          </p:cNvPr>
          <p:cNvSpPr txBox="1"/>
          <p:nvPr/>
        </p:nvSpPr>
        <p:spPr>
          <a:xfrm>
            <a:off x="882747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Left/Back Link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269873-E2F7-DAA4-2E88-87F98215DD25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Up/Top Link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4B49CB-D4D7-9D14-6654-D82FB097C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9472" y="4833588"/>
            <a:ext cx="605017" cy="731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17DEEB0-AFAF-48E6-EAA3-4B07D387E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7493" y="4896840"/>
            <a:ext cx="731520" cy="6050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F30FAC5-2E93-CF6A-8644-96DA08F733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2014" y="4833588"/>
            <a:ext cx="605017" cy="73152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8FB8019-B8F1-8F12-8198-E83134EB30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60695" y="4896840"/>
            <a:ext cx="731520" cy="6050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DABE2B5-994E-013C-6BDD-899B4D7B2F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1572" y="4833588"/>
            <a:ext cx="731520" cy="731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3C6BE01-AF84-039C-5DD9-52CDA207E9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61799" y="4976592"/>
            <a:ext cx="731520" cy="44551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569144A-2365-209D-1516-40D69BAD16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9597" y="4833588"/>
            <a:ext cx="440012" cy="73152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12472DB-BA07-2EE7-D468-A0C022F9CE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81987" y="2703477"/>
            <a:ext cx="731520" cy="60776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CE0C514D-797A-90E7-42CD-A5ECB4157E7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90530" y="2641600"/>
            <a:ext cx="585766" cy="7315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05901D9-769E-CBFB-EA53-374CD9A88A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34786" y="2641600"/>
            <a:ext cx="541765" cy="7315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78B6A5F4-E90F-D261-C93F-C0AB1E71DD1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70033" y="2714477"/>
            <a:ext cx="731520" cy="585766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3DAE7900-9D99-175D-2550-D7EFE85493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86860" y="2641600"/>
            <a:ext cx="374010" cy="73152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F8318907-768B-8A89-201A-30D5F33FBF4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59672" y="2641600"/>
            <a:ext cx="704019" cy="73152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B363150D-8644-F770-3B39-062FC3AF80A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00089" y="2641600"/>
            <a:ext cx="662768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0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CCD8-C158-D9DD-BDB8-D0519E309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A61D-D757-4747-AE85-85847A4C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834E5-10E3-11CA-29F6-48014913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49A4A-785E-6611-CC96-17B69E24480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D82A7-E47E-C03A-A08C-773780FB6D46}"/>
              </a:ext>
            </a:extLst>
          </p:cNvPr>
          <p:cNvSpPr txBox="1"/>
          <p:nvPr/>
        </p:nvSpPr>
        <p:spPr>
          <a:xfrm>
            <a:off x="346739" y="2113743"/>
            <a:ext cx="11772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Link to new page/content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09D1C-6095-87AE-566F-96F52F8192B6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Up/Down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4FF142-5704-C6CE-6394-34177295F18E}"/>
              </a:ext>
            </a:extLst>
          </p:cNvPr>
          <p:cNvSpPr txBox="1"/>
          <p:nvPr/>
        </p:nvSpPr>
        <p:spPr>
          <a:xfrm>
            <a:off x="3506300" y="2113744"/>
            <a:ext cx="153306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Expand/Collapse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6E6B52-D2D6-BFB1-3362-6682DE71DA3C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Video Play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3ACA26-6CA9-A565-95AF-13201E5491BF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Close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E64282-941E-BBD5-D3E8-4A2079036C61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Download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DA7D01-64C3-8D3D-7FB1-6769EF1B7298}"/>
              </a:ext>
            </a:extLst>
          </p:cNvPr>
          <p:cNvSpPr txBox="1"/>
          <p:nvPr/>
        </p:nvSpPr>
        <p:spPr>
          <a:xfrm>
            <a:off x="10363201" y="2113744"/>
            <a:ext cx="1169094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External Page Link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76DC7E-1503-4E2C-1559-771A6E320336}"/>
              </a:ext>
            </a:extLst>
          </p:cNvPr>
          <p:cNvSpPr txBox="1"/>
          <p:nvPr/>
        </p:nvSpPr>
        <p:spPr>
          <a:xfrm>
            <a:off x="346738" y="4313246"/>
            <a:ext cx="1177264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Contact Us/Mail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40B45E-DB05-8FFE-FBCC-C9909C9333C0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Quality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124472-E72C-0902-F69D-63DE3EE9933B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EHS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A7FEDF2-9389-4621-6ADC-96EBF73A2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091" y="4861751"/>
            <a:ext cx="731520" cy="69576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1903AC4-8165-C45F-3AB1-CC6B94C162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4843875"/>
            <a:ext cx="731520" cy="731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AD78EAA-A2B9-EFEA-4B6D-64C2FD1212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609" y="4940128"/>
            <a:ext cx="731520" cy="53901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988C560E-6882-8B52-7EEA-EF38622D24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7487" y="2639245"/>
            <a:ext cx="726020" cy="73152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6D3D9F0-E147-AFE4-FDFD-A77009BC2A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38278" y="2639245"/>
            <a:ext cx="690269" cy="731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B578C9C-CAFC-AB8F-35B5-A7DFB13BFE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38763" y="2639245"/>
            <a:ext cx="731520" cy="73152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564119E-75AD-E0AC-63BE-F3D0BEE957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57869" y="2639245"/>
            <a:ext cx="562505" cy="73152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A7CF0BD8-8390-05C0-79D8-966DA14B99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05091" y="2897752"/>
            <a:ext cx="731520" cy="214506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CDFAB2D5-580C-1C81-D332-7C649BFC65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45922" y="2933503"/>
            <a:ext cx="731520" cy="14300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2F488EF-CDB1-AE35-4130-8F50E599D95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9609" y="2639245"/>
            <a:ext cx="731520" cy="731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5DB91D-FE24-4D41-C489-66C0FD4F87BE}"/>
              </a:ext>
            </a:extLst>
          </p:cNvPr>
          <p:cNvSpPr txBox="1"/>
          <p:nvPr/>
        </p:nvSpPr>
        <p:spPr>
          <a:xfrm>
            <a:off x="549001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Trash 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605A2-8830-CAA9-C8E5-C4BD37CB541B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Camera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5153AE-63CB-25AD-21DA-E1968D8BA631}"/>
              </a:ext>
            </a:extLst>
          </p:cNvPr>
          <p:cNvSpPr txBox="1"/>
          <p:nvPr/>
        </p:nvSpPr>
        <p:spPr>
          <a:xfrm>
            <a:off x="882747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Rocks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95D82-68CD-9333-D445-CE83B1766B57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House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497DA6D4-1434-6176-57F2-1AD0D0A31A8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39869" y="4854155"/>
            <a:ext cx="616017" cy="73152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DB70080-37CE-A7D0-F146-39431DCE0A4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47255" y="4961263"/>
            <a:ext cx="731520" cy="486763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131F9035-8FC7-C070-D302-D52DA8C1D4A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11644" y="4946256"/>
            <a:ext cx="731520" cy="508764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566B919D-1924-2667-14F8-A0B25995EC6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85099" y="4868288"/>
            <a:ext cx="731520" cy="65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74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131F-6C2D-D714-679A-9372766D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4E0B-92E9-D8DE-419C-59B22569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FBCF43-67DF-3515-A276-D4CE608B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232EF-835A-0207-3916-D1721F5205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7DFBD-862A-5DF3-A39C-A9C646755E52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BCC4B7-7D00-04FD-4335-8FFC300A8ECA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Settings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8793B9-BBAC-01B3-CFE8-AD58EDA00283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Tools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2CE7DF-0F90-1756-0210-8B8ADE6404C4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59AAD5-B556-8B0B-457A-51FFEE8F1F28}"/>
              </a:ext>
            </a:extLst>
          </p:cNvPr>
          <p:cNvSpPr txBox="1"/>
          <p:nvPr/>
        </p:nvSpPr>
        <p:spPr>
          <a:xfrm>
            <a:off x="715874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System Overview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E20FD5-742F-FB9A-B47D-CB32D1371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537" y="2631440"/>
            <a:ext cx="709519" cy="7315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65A79FB-7F9B-654C-2E52-D3FE5EA62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6577" y="2656133"/>
            <a:ext cx="731520" cy="64076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BA77563-7EE1-4444-8619-F805129FE7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6853" y="2636797"/>
            <a:ext cx="731520" cy="71777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381A7179-23DF-247A-42AD-0BBE7B0B22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3872" y="2631440"/>
            <a:ext cx="561015" cy="73152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1DC9D77-6011-AAD9-02A2-7DD6173592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4529" y="2720229"/>
            <a:ext cx="731520" cy="56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0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E733E-EED7-0CAF-3094-663833CA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1D4C-5D40-C9B3-5735-BF4FBD37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 Power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840E8-D498-884A-80FF-0A7AFCDD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E2FD3-0F02-20CF-729E-7074F38DEFC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81AC3-B93E-DC33-8927-E298F5228DDE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Natural Gas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4D090-3009-BCA5-BA3C-B1C06BD3C071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Hydrogen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C807C-C366-9077-98B3-95BE5B8FBA44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</a:t>
            </a:r>
            <a:r>
              <a:rPr lang="en-US" sz="1200" baseline="-250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 (a)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10E30-FB38-7C9A-7295-69C4953E74EB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</a:t>
            </a:r>
            <a:r>
              <a:rPr lang="en-US" sz="1200" baseline="-250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 (b)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10449-AF7A-ED9D-1AC3-8F4B869954E2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Ammonia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B3654E-BA1F-E87F-37BE-2764D6C87322}"/>
              </a:ext>
            </a:extLst>
          </p:cNvPr>
          <p:cNvSpPr txBox="1"/>
          <p:nvPr/>
        </p:nvSpPr>
        <p:spPr>
          <a:xfrm>
            <a:off x="882747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Carbon Capture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F65935-B543-3408-9B3B-AA4AD76FF9C7}"/>
              </a:ext>
            </a:extLst>
          </p:cNvPr>
          <p:cNvSpPr txBox="1"/>
          <p:nvPr/>
        </p:nvSpPr>
        <p:spPr>
          <a:xfrm>
            <a:off x="1049620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Shipping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2A5074-9586-5018-B133-DDE2DA920223}"/>
              </a:ext>
            </a:extLst>
          </p:cNvPr>
          <p:cNvSpPr txBox="1"/>
          <p:nvPr/>
        </p:nvSpPr>
        <p:spPr>
          <a:xfrm>
            <a:off x="483827" y="4313246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Office Building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2973AF-89F1-7A9F-5CF9-B902C56BEFF9}"/>
              </a:ext>
            </a:extLst>
          </p:cNvPr>
          <p:cNvSpPr txBox="1"/>
          <p:nvPr/>
        </p:nvSpPr>
        <p:spPr>
          <a:xfrm>
            <a:off x="1977319" y="4313246"/>
            <a:ext cx="12535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Pipe Transportation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BD3E6E-9439-0E1A-A555-4CA9FA1EE51A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Terminal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7F7DF7-14DB-6AD0-F4D7-166995EC72F8}"/>
              </a:ext>
            </a:extLst>
          </p:cNvPr>
          <p:cNvSpPr txBox="1"/>
          <p:nvPr/>
        </p:nvSpPr>
        <p:spPr>
          <a:xfrm>
            <a:off x="5360399" y="4313247"/>
            <a:ext cx="116232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Heat Transfer Fluids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70F5E7-69BC-3720-FF00-5A0847C7EFA8}"/>
              </a:ext>
            </a:extLst>
          </p:cNvPr>
          <p:cNvSpPr txBox="1"/>
          <p:nvPr/>
        </p:nvSpPr>
        <p:spPr>
          <a:xfrm>
            <a:off x="715874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Coal-fired Power Gen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DCB9C1-0B74-62E0-150C-AAB60A7767CC}"/>
              </a:ext>
            </a:extLst>
          </p:cNvPr>
          <p:cNvSpPr txBox="1"/>
          <p:nvPr/>
        </p:nvSpPr>
        <p:spPr>
          <a:xfrm>
            <a:off x="8702839" y="4313247"/>
            <a:ext cx="11523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Gas-fired Power Gen (a)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A4A5B5-5729-22CB-66EF-57A98BDDACBF}"/>
              </a:ext>
            </a:extLst>
          </p:cNvPr>
          <p:cNvSpPr txBox="1"/>
          <p:nvPr/>
        </p:nvSpPr>
        <p:spPr>
          <a:xfrm>
            <a:off x="10363895" y="4313247"/>
            <a:ext cx="116770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Gas-fired Power Gen (b)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2360AB0-9458-6D79-83DD-35CE29217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95" y="2639245"/>
            <a:ext cx="539015" cy="731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322700C-CE10-C9CE-112C-010C771F4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3002" y="2639245"/>
            <a:ext cx="731520" cy="73152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32F4B1A3-BD02-BF80-FF52-0915CDE770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6650" y="2639245"/>
            <a:ext cx="748401" cy="73152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545D279-8607-E60C-2341-639066700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855" y="2884002"/>
            <a:ext cx="731520" cy="24200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CD580F2-94EF-7B8E-7674-5C60E007B3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8763" y="2681871"/>
            <a:ext cx="731520" cy="64626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8C373B76-A484-9D44-52A5-DFEC19A682F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7762" y="2673621"/>
            <a:ext cx="731520" cy="66276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8D99EEE5-BE28-7C5B-24FB-090F9D45E8C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76560" y="2676371"/>
            <a:ext cx="731520" cy="657268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866428A4-5679-9C8B-C1FC-6001BD2A66E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3843" y="4859561"/>
            <a:ext cx="731520" cy="70126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574D5779-B3D6-6651-575C-D70D84C0DBD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53002" y="4858186"/>
            <a:ext cx="731520" cy="704019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A7741034-30BF-3E28-112E-20E1AA9A1A2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13531" y="4893937"/>
            <a:ext cx="731520" cy="632517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798A3367-52B7-469B-EFA6-BBD51C4156F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21655" y="4844435"/>
            <a:ext cx="629767" cy="73152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A549F3A-E66B-0CEA-1057-4DE622752E0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8763" y="4873311"/>
            <a:ext cx="731520" cy="673768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11F2B23C-00C4-21AC-ECE1-D522DF251D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13681" y="4885686"/>
            <a:ext cx="731520" cy="649018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A0950F92-4CC7-D4BE-1535-427A572FA28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81987" y="4903562"/>
            <a:ext cx="731520" cy="61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2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633C-7030-41A0-A939-8298D4EB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9BF9-8195-D9A0-7AD7-E463CC01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 Power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13829-85D5-5437-8FE9-32D84F0E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BAC3C-368E-D77D-60A7-18404CA2709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A979B-8095-9907-0038-87A08D8A5822}"/>
              </a:ext>
            </a:extLst>
          </p:cNvPr>
          <p:cNvSpPr txBox="1"/>
          <p:nvPr/>
        </p:nvSpPr>
        <p:spPr>
          <a:xfrm>
            <a:off x="48382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Biomass Power Gen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A40BBA-1D6B-EEA3-41B1-87CA08C5F7E1}"/>
              </a:ext>
            </a:extLst>
          </p:cNvPr>
          <p:cNvSpPr txBox="1"/>
          <p:nvPr/>
        </p:nvSpPr>
        <p:spPr>
          <a:xfrm>
            <a:off x="215255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Waste Incineration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0E6776-F215-E667-E851-37D43CE9ABA6}"/>
              </a:ext>
            </a:extLst>
          </p:cNvPr>
          <p:cNvSpPr txBox="1"/>
          <p:nvPr/>
        </p:nvSpPr>
        <p:spPr>
          <a:xfrm>
            <a:off x="382128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LNG Liquefaction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2993E0-11D0-2E6A-3DB6-B55325642E4A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Gas Engines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AFE231-27AB-0D48-761D-A9D30AEC74CB}"/>
              </a:ext>
            </a:extLst>
          </p:cNvPr>
          <p:cNvSpPr txBox="1"/>
          <p:nvPr/>
        </p:nvSpPr>
        <p:spPr>
          <a:xfrm>
            <a:off x="715874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Chemical Plant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DEBBC1-B889-01B7-2D24-81226ACE661E}"/>
              </a:ext>
            </a:extLst>
          </p:cNvPr>
          <p:cNvSpPr txBox="1"/>
          <p:nvPr/>
        </p:nvSpPr>
        <p:spPr>
          <a:xfrm>
            <a:off x="882747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Refinery  Plant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8BFDC2-BB8C-78AF-C8BB-C799487FCECB}"/>
              </a:ext>
            </a:extLst>
          </p:cNvPr>
          <p:cNvSpPr txBox="1"/>
          <p:nvPr/>
        </p:nvSpPr>
        <p:spPr>
          <a:xfrm>
            <a:off x="1049620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Steel Plant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014D69-BA87-E4D3-6444-406B043F81D4}"/>
              </a:ext>
            </a:extLst>
          </p:cNvPr>
          <p:cNvSpPr txBox="1"/>
          <p:nvPr/>
        </p:nvSpPr>
        <p:spPr>
          <a:xfrm>
            <a:off x="483827" y="4313246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Cement Plant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C562E6-DF43-B67A-048E-9DE3E0B16326}"/>
              </a:ext>
            </a:extLst>
          </p:cNvPr>
          <p:cNvSpPr txBox="1"/>
          <p:nvPr/>
        </p:nvSpPr>
        <p:spPr>
          <a:xfrm>
            <a:off x="1977319" y="4313246"/>
            <a:ext cx="12535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</a:t>
            </a:r>
            <a:r>
              <a:rPr lang="en-US" sz="1200" baseline="-250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Storage in Ground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87F69F-687E-E5E4-6CE7-7ED4F83C5517}"/>
              </a:ext>
            </a:extLst>
          </p:cNvPr>
          <p:cNvSpPr txBox="1"/>
          <p:nvPr/>
        </p:nvSpPr>
        <p:spPr>
          <a:xfrm>
            <a:off x="3719659" y="4313247"/>
            <a:ext cx="110634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</a:t>
            </a:r>
            <a:r>
              <a:rPr lang="en-US" sz="1200" baseline="-250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Storage in Ocean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720F2C-154B-6347-3A62-A0B6676B26B8}"/>
              </a:ext>
            </a:extLst>
          </p:cNvPr>
          <p:cNvSpPr txBox="1"/>
          <p:nvPr/>
        </p:nvSpPr>
        <p:spPr>
          <a:xfrm>
            <a:off x="5360399" y="4313247"/>
            <a:ext cx="116232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</a:t>
            </a:r>
            <a:r>
              <a:rPr kumimoji="0" lang="en-US" sz="1200" i="0" u="none" strike="noStrike" kern="1200" cap="none" spc="0" normalizeH="0" baseline="-2500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 Storage Underground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5299DA-C41F-797E-47C1-348F91449735}"/>
              </a:ext>
            </a:extLst>
          </p:cNvPr>
          <p:cNvSpPr txBox="1"/>
          <p:nvPr/>
        </p:nvSpPr>
        <p:spPr>
          <a:xfrm>
            <a:off x="715874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H</a:t>
            </a:r>
            <a:r>
              <a:rPr lang="en-US" sz="1200" baseline="-250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Storage Tank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C7BBF3-E990-37E7-7E92-A9DBF849F37E}"/>
              </a:ext>
            </a:extLst>
          </p:cNvPr>
          <p:cNvSpPr txBox="1"/>
          <p:nvPr/>
        </p:nvSpPr>
        <p:spPr>
          <a:xfrm>
            <a:off x="8702839" y="4313247"/>
            <a:ext cx="115236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H</a:t>
            </a:r>
            <a:r>
              <a:rPr lang="en-US" sz="1200" baseline="-250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Compressor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308AD0-DFDE-17A7-2B45-7BABB88ED1BB}"/>
              </a:ext>
            </a:extLst>
          </p:cNvPr>
          <p:cNvSpPr txBox="1"/>
          <p:nvPr/>
        </p:nvSpPr>
        <p:spPr>
          <a:xfrm>
            <a:off x="10363895" y="4313247"/>
            <a:ext cx="1167706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H</a:t>
            </a:r>
            <a:r>
              <a:rPr lang="en-US" sz="1200" baseline="-250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Electrolyzer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C55A2A1-91EB-C4BE-2C76-4DD4CAF55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449" y="2680394"/>
            <a:ext cx="731520" cy="6325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053C0AA-1E83-2AD0-18F7-56CE698B6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1676" y="2630892"/>
            <a:ext cx="440012" cy="73152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4CE3B8F-ED0B-F5CD-CEB3-8138EE9CB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5091" y="2681769"/>
            <a:ext cx="731520" cy="62976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6EA86C9D-72F1-6638-86FA-38E32B9AE9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855" y="2746395"/>
            <a:ext cx="731520" cy="50051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E7562BA-1628-D5D7-BB5C-E28CF372AE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5946" y="2641893"/>
            <a:ext cx="731520" cy="709519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EEA6F447-ED42-29FC-5047-A44323506F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7653" y="2647393"/>
            <a:ext cx="731520" cy="698519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4C1C0E54-62EC-07D0-32F3-3E588A9F287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16632" y="2630892"/>
            <a:ext cx="671018" cy="73152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FFE84DA-ED7F-8AB9-4930-A66D543D17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6790" y="4829781"/>
            <a:ext cx="704019" cy="73152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3BA7593-88B8-410D-513A-8045A8F8F40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45922" y="4930159"/>
            <a:ext cx="731520" cy="530765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5D0D3827-1AB3-E800-698D-BB545DC93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5091" y="4928784"/>
            <a:ext cx="731520" cy="53351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50C039B-24EA-4FBC-5FC7-0685FCE86F4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86286" y="4829781"/>
            <a:ext cx="695769" cy="73152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979A3D54-E8A0-6A95-F46C-43C4E06FFD5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8763" y="4880658"/>
            <a:ext cx="731520" cy="629767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0E191CB0-A618-683F-82B7-D9EE58CA4AF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92390" y="4829781"/>
            <a:ext cx="583016" cy="73152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B85B780-84E1-DDEC-1D7E-280AFD9C835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86152" y="4829781"/>
            <a:ext cx="7260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3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3359-CACD-F31B-C631-175697C4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DFEE-37E2-26B3-AF22-E1EABEA8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 Power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00CBF5-42CE-2141-2FA6-23439B8B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F5199-2122-0C6F-769E-7848C54CC60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BA80F-1770-741B-6C47-8C888BFBABC1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Methane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9E85A9-8EDE-9468-5451-66E301E96709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Nuclear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E82739-C06A-36F5-0ABF-52E9D9D1427C}"/>
              </a:ext>
            </a:extLst>
          </p:cNvPr>
          <p:cNvSpPr txBox="1"/>
          <p:nvPr/>
        </p:nvSpPr>
        <p:spPr>
          <a:xfrm>
            <a:off x="3679019" y="2113744"/>
            <a:ext cx="118762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Small Modular Reactor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FFFC8A-B6D7-2CA7-5F55-36E1B508FBDC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Transformer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9D3F8E-AFAF-DD10-7C8A-CC0A6D8526CD}"/>
              </a:ext>
            </a:extLst>
          </p:cNvPr>
          <p:cNvSpPr txBox="1"/>
          <p:nvPr/>
        </p:nvSpPr>
        <p:spPr>
          <a:xfrm>
            <a:off x="715874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Gas Turbine (side view)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6655A5-EABE-2D0D-DCA9-0EF082DD2CD0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Solar Panel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99A1A9-553F-F2A3-7560-DC0F2F6F2F6D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Wind and Solar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3D80DD-A767-E41B-87BC-A3B5AFED1EB6}"/>
              </a:ext>
            </a:extLst>
          </p:cNvPr>
          <p:cNvSpPr txBox="1"/>
          <p:nvPr/>
        </p:nvSpPr>
        <p:spPr>
          <a:xfrm>
            <a:off x="483827" y="4313246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Aero Turbine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6B118F-FB15-737E-0A22-5E1C71844C40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Fuel: Coal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720ABF-3E43-95F2-0E96-DAC24E7E6F9D}"/>
              </a:ext>
            </a:extLst>
          </p:cNvPr>
          <p:cNvSpPr txBox="1"/>
          <p:nvPr/>
        </p:nvSpPr>
        <p:spPr>
          <a:xfrm>
            <a:off x="382128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Fuel: Hydrogen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EE3C87-5891-794D-317F-23355E98D3DA}"/>
              </a:ext>
            </a:extLst>
          </p:cNvPr>
          <p:cNvSpPr txBox="1"/>
          <p:nvPr/>
        </p:nvSpPr>
        <p:spPr>
          <a:xfrm>
            <a:off x="549001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Fuel Cell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FEA8A8-F92C-4ED2-E862-F80961D0C626}"/>
              </a:ext>
            </a:extLst>
          </p:cNvPr>
          <p:cNvSpPr txBox="1"/>
          <p:nvPr/>
        </p:nvSpPr>
        <p:spPr>
          <a:xfrm>
            <a:off x="6909699" y="4313247"/>
            <a:ext cx="140118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Transmission and Distribution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BE4CB3-7EE5-BDB2-861E-77C4AE96A181}"/>
              </a:ext>
            </a:extLst>
          </p:cNvPr>
          <p:cNvSpPr txBox="1"/>
          <p:nvPr/>
        </p:nvSpPr>
        <p:spPr>
          <a:xfrm>
            <a:off x="882747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Process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41EE52-14B2-3758-87A1-7A99DB73F476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Services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8A4BC2-01E2-C5A5-3C72-DE5E5E6B7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452" y="2634642"/>
            <a:ext cx="726020" cy="731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F0A2C9-70BE-69B8-4688-06172EB54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2637392"/>
            <a:ext cx="731520" cy="7260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2F71778-8394-0E84-40F6-F5B002583F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251" y="2645643"/>
            <a:ext cx="731520" cy="709519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9A299CB-9A85-3BAC-DBA7-C7F56BA986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033" y="2671768"/>
            <a:ext cx="731520" cy="65726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9E7E4C04-BEE7-2967-05DD-AF3FCE55EA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0027" y="2768021"/>
            <a:ext cx="731520" cy="46476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12E5584-A58A-CB64-CBF4-1EC09353B2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8917" y="2651143"/>
            <a:ext cx="731520" cy="69851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D191AA4-B2C2-86F0-318F-5F2D5F0A3A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87645" y="2634642"/>
            <a:ext cx="709519" cy="73152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88E2A43-8120-B3CE-C259-3B45596D26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3843" y="5019364"/>
            <a:ext cx="731520" cy="36301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AF13048C-C24D-021C-B103-D10D81034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45922" y="4848860"/>
            <a:ext cx="731520" cy="70401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98C10EE6-3808-6A7C-0217-DD6F47FB241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13253" y="4835109"/>
            <a:ext cx="709519" cy="7315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76A292-8F85-3FC8-2178-A1663BAFB5C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70855" y="4839234"/>
            <a:ext cx="731520" cy="72327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AC695BD6-FE9A-2B5F-B6F0-C27AD8D30F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8763" y="4898361"/>
            <a:ext cx="731520" cy="605017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2B2E4B6-36D9-DBE5-04E9-15FB9CFA23B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35188" y="4835109"/>
            <a:ext cx="684769" cy="73152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DF5CC49-E062-D36B-C10B-03A371E5FDA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09396" y="4835109"/>
            <a:ext cx="47576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0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8F43-B4E4-250B-8E5F-C00E64CA2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1971-0ABC-0167-CEB6-B1A8BF5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 Power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A9810-F205-3355-DA5A-76B69A49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43BAD-B1CC-3792-B987-7886C7FA879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7F671-EB7D-6630-D773-AB4950A96935}"/>
              </a:ext>
            </a:extLst>
          </p:cNvPr>
          <p:cNvSpPr txBox="1"/>
          <p:nvPr/>
        </p:nvSpPr>
        <p:spPr>
          <a:xfrm>
            <a:off x="356899" y="2113743"/>
            <a:ext cx="115694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Controls/Digital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D6EB8D-897F-C2DD-9587-AECB84ACD290}"/>
              </a:ext>
            </a:extLst>
          </p:cNvPr>
          <p:cNvSpPr txBox="1"/>
          <p:nvPr/>
        </p:nvSpPr>
        <p:spPr>
          <a:xfrm>
            <a:off x="215255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Biomass Fuels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4FA20F-166C-A6D2-12E3-E157494EF1BA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BC7DF0-1167-00AA-858E-26B716E00207}"/>
              </a:ext>
            </a:extLst>
          </p:cNvPr>
          <p:cNvSpPr txBox="1"/>
          <p:nvPr/>
        </p:nvSpPr>
        <p:spPr>
          <a:xfrm>
            <a:off x="5309599" y="2113744"/>
            <a:ext cx="126392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Search/Examine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A3544E-AE48-BFDF-1372-DD3C8DB56830}"/>
              </a:ext>
            </a:extLst>
          </p:cNvPr>
          <p:cNvSpPr txBox="1"/>
          <p:nvPr/>
        </p:nvSpPr>
        <p:spPr>
          <a:xfrm>
            <a:off x="715874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Digital Research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40FF05-9710-D0EF-1761-8A4F711F3330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Factory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6D3907-2F42-162E-4239-4B81E89A1298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Cargo on Ship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4ED42C-DF88-E72E-19E6-5702A89510BA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Rail Cargo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DD7A94-D657-23A7-DC74-77564298CD37}"/>
              </a:ext>
            </a:extLst>
          </p:cNvPr>
          <p:cNvSpPr txBox="1"/>
          <p:nvPr/>
        </p:nvSpPr>
        <p:spPr>
          <a:xfrm>
            <a:off x="1946839" y="4313246"/>
            <a:ext cx="131452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Transportation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9E87AF-E0E2-4306-9EDF-4D48A139BEBC}"/>
              </a:ext>
            </a:extLst>
          </p:cNvPr>
          <p:cNvSpPr txBox="1"/>
          <p:nvPr/>
        </p:nvSpPr>
        <p:spPr>
          <a:xfrm>
            <a:off x="382128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Direct Air Capture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39051-4524-6944-462D-8C2FA35CF90E}"/>
              </a:ext>
            </a:extLst>
          </p:cNvPr>
          <p:cNvSpPr txBox="1"/>
          <p:nvPr/>
        </p:nvSpPr>
        <p:spPr>
          <a:xfrm>
            <a:off x="549001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Turbine on Train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8CE8D3-2AD4-E7E9-4BEA-ED33278197D9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Locomotive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E4BC8FA-8EA1-C4B7-C1FE-AC5D6E579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066" y="2722193"/>
            <a:ext cx="731520" cy="55001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0321221-F32A-E26B-36E7-2470FA1466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6049" y="2631440"/>
            <a:ext cx="591266" cy="731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7D6EE9C-2F85-6C2E-84CB-8A6FCADC24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5091" y="2638315"/>
            <a:ext cx="731520" cy="71777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2E448D0-8DF4-EE0E-76DA-3BBCE58A11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1297" y="2708442"/>
            <a:ext cx="731520" cy="577516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4C71856-6E34-B7A8-37B8-1CC892178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8763" y="2674066"/>
            <a:ext cx="731520" cy="64626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AFE1661-631B-E6B9-FE46-D2D50DA580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7602" y="2697442"/>
            <a:ext cx="731520" cy="599516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0A04457-0569-2680-95B5-CA6400A6B25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86381" y="2737318"/>
            <a:ext cx="731520" cy="51976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BAD0184-8977-08F1-FD07-44F03FD727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3066" y="5038266"/>
            <a:ext cx="731520" cy="33275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EEBAFBD4-3D4E-7C68-7089-B4BAE6C95C0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45922" y="4918637"/>
            <a:ext cx="731520" cy="57201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AF3B7480-903A-6439-203E-B275B51DAC5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5091" y="4972264"/>
            <a:ext cx="731520" cy="464763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E3FC5EFD-625C-412B-605E-9D8E89FC37F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76934" y="5005265"/>
            <a:ext cx="731520" cy="398761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A788FCD-7EB1-9885-E30B-9D6075E004A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8763" y="5054766"/>
            <a:ext cx="731520" cy="2997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DA26BC-A572-624F-D1AE-5D17CCAEBFDF}"/>
              </a:ext>
            </a:extLst>
          </p:cNvPr>
          <p:cNvSpPr txBox="1"/>
          <p:nvPr/>
        </p:nvSpPr>
        <p:spPr>
          <a:xfrm>
            <a:off x="882747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DAC Fans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A11866D-C36B-EE8C-C54D-1736F0C4BC3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7493" y="4958065"/>
            <a:ext cx="731520" cy="493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B079DE-6365-6CC4-F396-228B787A681C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Generator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DA75D4C-B824-97D3-49BD-944678664BB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76221" y="4833668"/>
            <a:ext cx="731520" cy="48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88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131F-6C2D-D714-679A-9372766D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4E0B-92E9-D8DE-419C-59B22569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FBCF43-67DF-3515-A276-D4CE608B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232EF-835A-0207-3916-D1721F5205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7DFBD-862A-5DF3-A39C-A9C646755E52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Blade 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BCC4B7-7D00-04FD-4335-8FFC300A8ECA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Blade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8793B9-BBAC-01B3-CFE8-AD58EDA00283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Gearbox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2CE7DF-0F90-1756-0210-8B8ADE6404C4}"/>
              </a:ext>
            </a:extLst>
          </p:cNvPr>
          <p:cNvSpPr txBox="1"/>
          <p:nvPr/>
        </p:nvSpPr>
        <p:spPr>
          <a:xfrm>
            <a:off x="549001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Simulation 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59AAD5-B556-8B0B-457A-51FFEE8F1F28}"/>
              </a:ext>
            </a:extLst>
          </p:cNvPr>
          <p:cNvSpPr txBox="1"/>
          <p:nvPr/>
        </p:nvSpPr>
        <p:spPr>
          <a:xfrm>
            <a:off x="7008734" y="2113744"/>
            <a:ext cx="12031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Continuous Improvement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CD3B7E2-C3FA-9F60-AE0A-8C728CA8B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607" y="2634190"/>
            <a:ext cx="731520" cy="7260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503AC5-BB95-F4B4-63ED-F553FB61A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7271" y="2644325"/>
            <a:ext cx="428822" cy="731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ED9691C-7B5B-F1EA-DC07-B988E0CEE1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947" y="2637568"/>
            <a:ext cx="711037" cy="73152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DFB8411-C487-B3AD-A124-A1D4EECADF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5799" y="2694065"/>
            <a:ext cx="731520" cy="646268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615F742-9969-F09A-D448-8E653C534C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4529" y="2669702"/>
            <a:ext cx="731520" cy="6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2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80F31-5EF5-6B87-BF15-5E134A9B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4D50-AD34-5D3A-3D3D-3B5276C8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Research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5D1065-77CC-A0F7-C6CE-23B7A3E7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A128C-31CD-DA3C-D91B-775C602B8D7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91C81-DDBD-6B56-F41C-3C6520B90E2B}"/>
              </a:ext>
            </a:extLst>
          </p:cNvPr>
          <p:cNvSpPr txBox="1"/>
          <p:nvPr/>
        </p:nvSpPr>
        <p:spPr>
          <a:xfrm>
            <a:off x="285779" y="2113743"/>
            <a:ext cx="129918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Thermosciences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0E7EF-5FAB-82C1-545A-CCA15FF33B60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Materials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464DAD-C6EB-AAC7-E0C2-A5AE799A1A58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Biology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4642A6-12BA-BDCC-32F2-57B86F290154}"/>
              </a:ext>
            </a:extLst>
          </p:cNvPr>
          <p:cNvSpPr txBox="1"/>
          <p:nvPr/>
        </p:nvSpPr>
        <p:spPr>
          <a:xfrm>
            <a:off x="5248639" y="2113744"/>
            <a:ext cx="138584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Controls and Optimization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2787F-31F6-0DD4-1EA0-E1FED7DEE6CD}"/>
              </a:ext>
            </a:extLst>
          </p:cNvPr>
          <p:cNvSpPr txBox="1"/>
          <p:nvPr/>
        </p:nvSpPr>
        <p:spPr>
          <a:xfrm>
            <a:off x="715874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Electrical Systems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013FC9-F2E0-B85D-75AF-1C99C2DDECB8}"/>
              </a:ext>
            </a:extLst>
          </p:cNvPr>
          <p:cNvSpPr txBox="1"/>
          <p:nvPr/>
        </p:nvSpPr>
        <p:spPr>
          <a:xfrm>
            <a:off x="882747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3D Printing/ Additive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207E73-F954-3245-189A-437D4CB4F066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Applied Physics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90F5A3-0464-9E1B-7EE0-17D26DA79575}"/>
              </a:ext>
            </a:extLst>
          </p:cNvPr>
          <p:cNvSpPr txBox="1"/>
          <p:nvPr/>
        </p:nvSpPr>
        <p:spPr>
          <a:xfrm>
            <a:off x="483827" y="4313246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Mechanics and Design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77D44D-E7CA-20FE-0C9A-231EC13E3337}"/>
              </a:ext>
            </a:extLst>
          </p:cNvPr>
          <p:cNvSpPr txBox="1"/>
          <p:nvPr/>
        </p:nvSpPr>
        <p:spPr>
          <a:xfrm>
            <a:off x="2068759" y="4313246"/>
            <a:ext cx="107068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Cybersecurity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83E626-69B2-B683-7F5B-588D53A389B2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Robotics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C3DECD7-5F3D-7BDE-349B-99AC735C5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346" y="2644325"/>
            <a:ext cx="698519" cy="731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DAE5F68-5D2B-BD14-BBC8-1AD72A087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8297" y="2631440"/>
            <a:ext cx="706769" cy="731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A008230-540A-BB13-8E8D-8D1BAC163A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3344" y="2629535"/>
            <a:ext cx="495014" cy="73152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FADCB22-0838-718F-1868-6FE19F7034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8661" y="2644325"/>
            <a:ext cx="514264" cy="73152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6E1C2A6-FB5A-97AD-1F56-6556535D49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8872" y="2642440"/>
            <a:ext cx="731520" cy="709519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C1D0F5D-FDE0-CD35-B336-051626065F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28653" y="2645165"/>
            <a:ext cx="709519" cy="73152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E0B0EAD5-8374-7F77-D006-C8B5F44AA51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77906" y="2642440"/>
            <a:ext cx="731520" cy="73152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14E0BCA-3F9B-0E02-0FE2-0FE85F9F36A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1026" y="4888386"/>
            <a:ext cx="731520" cy="6325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DC322C2-7D56-3B7E-388F-3147BC33BD3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53866" y="4881791"/>
            <a:ext cx="731520" cy="618767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DCD1009-A521-2A5C-A15C-9C953DA175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5091" y="4825084"/>
            <a:ext cx="731520" cy="70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09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8E7C-C7D0-A4FF-DEA7-68C14D78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8797-A721-D092-BA0A-E2EF748E7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Solutions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44A96-E4C0-AE92-576F-805BF7EB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24A1A-A3EF-5F6E-3EDA-83A43DE1953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65D7A-DFE8-009C-20C2-61FD413F7F37}"/>
              </a:ext>
            </a:extLst>
          </p:cNvPr>
          <p:cNvSpPr txBox="1"/>
          <p:nvPr/>
        </p:nvSpPr>
        <p:spPr>
          <a:xfrm>
            <a:off x="330263" y="2113743"/>
            <a:ext cx="1210214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Mining/Truck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5C475F-A1A1-A7AD-D4E3-6DADC0BEEE1D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Factory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BDC1B5-06D8-E242-7CFD-C2487EFC7F0C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Education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F4D557-5CC8-5A58-3941-93AB57CC1EFF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Profit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849F13-8A01-50E2-C39F-8135E08556D5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Engineering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6BF5B6-776D-7CB3-55B3-2174A00B963B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218CE9-8F44-F8B7-8418-34D02C801360}"/>
              </a:ext>
            </a:extLst>
          </p:cNvPr>
          <p:cNvSpPr txBox="1"/>
          <p:nvPr/>
        </p:nvSpPr>
        <p:spPr>
          <a:xfrm>
            <a:off x="10496205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Campus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B6F600-DB2D-124F-C126-298E0C0EA062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Locomotive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708CFD-861A-4835-3575-8D8690041A2F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Location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D07228-B04D-A17C-F9F9-E69CBE8A37F8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Wind Farm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61F89B-3CF9-49A2-ED07-6DC942B60FF9}"/>
              </a:ext>
            </a:extLst>
          </p:cNvPr>
          <p:cNvSpPr txBox="1"/>
          <p:nvPr/>
        </p:nvSpPr>
        <p:spPr>
          <a:xfrm>
            <a:off x="549001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Speed/ Efficiency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7B296D-1735-8EF4-FBF8-DFE52474C33F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Hazard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F7675A-6324-C023-66A7-B2F1135C6E8D}"/>
              </a:ext>
            </a:extLst>
          </p:cNvPr>
          <p:cNvSpPr txBox="1"/>
          <p:nvPr/>
        </p:nvSpPr>
        <p:spPr>
          <a:xfrm>
            <a:off x="882747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Cabinet DMC 490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CE2C96-F24D-1895-208F-6A000B33C380}"/>
              </a:ext>
            </a:extLst>
          </p:cNvPr>
          <p:cNvSpPr txBox="1"/>
          <p:nvPr/>
        </p:nvSpPr>
        <p:spPr>
          <a:xfrm>
            <a:off x="10313096" y="4313247"/>
            <a:ext cx="1269304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Services/ Customizable 1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E1E65CC-93B7-400C-8B7C-90266676D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609" y="2666820"/>
            <a:ext cx="731520" cy="6187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D2C863F-A74B-7F10-6433-A77086186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2710327"/>
            <a:ext cx="731520" cy="59951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83FB574-23BA-0679-F9EC-196024D434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3996" y="2809329"/>
            <a:ext cx="731520" cy="40151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4EE625C9-CFB4-7F89-9A74-8406C4C178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033" y="2655923"/>
            <a:ext cx="731520" cy="71226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E1BE4BA-71C3-4F5D-4835-A0B45E8853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67639" y="2631440"/>
            <a:ext cx="673768" cy="731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DC44D5A-F76A-35C8-5848-124905FC24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0243" y="2631440"/>
            <a:ext cx="726020" cy="73152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C7AD19F-40B2-4229-27D1-838B16BF810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81987" y="2726803"/>
            <a:ext cx="731520" cy="53076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049C39F-1AF5-ABFD-681C-345E530A059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20" y="4838885"/>
            <a:ext cx="563765" cy="73152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FA5981B6-1DEC-8F6C-E0B5-A7E52BB0C9D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401301" y="4809524"/>
            <a:ext cx="420762" cy="73152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CF3049F3-F06B-583D-F754-7D2A3D3757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93996" y="4867190"/>
            <a:ext cx="731520" cy="635267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8EF9EB17-A198-0231-3C0B-D2B8BEA004A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11223" y="4834238"/>
            <a:ext cx="665518" cy="73152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A63B513F-B0E8-7ABA-6683-3D9DDAB82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4601" y="4870760"/>
            <a:ext cx="731520" cy="64178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E95B8FF3-D89C-5522-6167-F326703D6F4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4743" y="5080382"/>
            <a:ext cx="731520" cy="222756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E7486820-C2EA-B11E-4B99-DCB382C3A82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668000" y="4830284"/>
            <a:ext cx="536265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577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C70B-1F9A-C6F3-1432-0C669D10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E197-25AF-43AD-F783-E11DF72D9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Solutions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47CA88-7815-4AB1-E53E-751649FC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01472-5F50-9BC5-8A84-BEB8577219F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AE3BF-8D7B-C101-7221-733A2FB5892B}"/>
              </a:ext>
            </a:extLst>
          </p:cNvPr>
          <p:cNvSpPr txBox="1"/>
          <p:nvPr/>
        </p:nvSpPr>
        <p:spPr>
          <a:xfrm>
            <a:off x="371453" y="2113743"/>
            <a:ext cx="1127834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Maintenance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AE92E0-B094-09A5-E4B0-752F30C55BA4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F5FD7-3D57-47F2-2759-A640E2F5E930}"/>
              </a:ext>
            </a:extLst>
          </p:cNvPr>
          <p:cNvSpPr txBox="1"/>
          <p:nvPr/>
        </p:nvSpPr>
        <p:spPr>
          <a:xfrm>
            <a:off x="3734762" y="2113744"/>
            <a:ext cx="1076136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Configuration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8C108B-3EE0-0C9A-F7FC-9DB3FFB0A399}"/>
              </a:ext>
            </a:extLst>
          </p:cNvPr>
          <p:cNvSpPr txBox="1"/>
          <p:nvPr/>
        </p:nvSpPr>
        <p:spPr>
          <a:xfrm>
            <a:off x="549001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Control Room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402795-B01C-41BF-6F6C-D94400C2F081}"/>
              </a:ext>
            </a:extLst>
          </p:cNvPr>
          <p:cNvSpPr txBox="1"/>
          <p:nvPr/>
        </p:nvSpPr>
        <p:spPr>
          <a:xfrm>
            <a:off x="715874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Battery Storage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FAE4D9-C6D0-62F4-6395-F0F7AEEB448C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Servers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C66001-7357-7305-F5A3-CD8DE352F915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Storage System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316608-22D4-F36F-4C2D-C0C26EE26849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Storage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E1C12B-746A-B426-2DF1-F406C0E3C908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8 Series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438825-2B30-0C69-89A9-815723CB573B}"/>
              </a:ext>
            </a:extLst>
          </p:cNvPr>
          <p:cNvSpPr txBox="1"/>
          <p:nvPr/>
        </p:nvSpPr>
        <p:spPr>
          <a:xfrm>
            <a:off x="382128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Team/ Community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DD012D-2806-7A84-6A42-C4CA330A5C81}"/>
              </a:ext>
            </a:extLst>
          </p:cNvPr>
          <p:cNvSpPr txBox="1"/>
          <p:nvPr/>
        </p:nvSpPr>
        <p:spPr>
          <a:xfrm>
            <a:off x="549001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Firewall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932D4F-EE24-95F3-CD70-93B6DAD4440F}"/>
              </a:ext>
            </a:extLst>
          </p:cNvPr>
          <p:cNvSpPr txBox="1"/>
          <p:nvPr/>
        </p:nvSpPr>
        <p:spPr>
          <a:xfrm>
            <a:off x="6925076" y="4313247"/>
            <a:ext cx="1370428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Communicate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D46AC6-7F2D-FFFE-CC69-16BDB0115E98}"/>
              </a:ext>
            </a:extLst>
          </p:cNvPr>
          <p:cNvSpPr txBox="1"/>
          <p:nvPr/>
        </p:nvSpPr>
        <p:spPr>
          <a:xfrm>
            <a:off x="882747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Training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C828B2-BBBD-8134-2B2E-433051970520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Technician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6B36EB8-A4CA-727B-C6BA-84C79E714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68" y="2631440"/>
            <a:ext cx="723270" cy="731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77CF0B8-3C5E-86A1-31BC-9F985B5C49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2703015"/>
            <a:ext cx="731520" cy="6105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1283CA4-CA83-F22A-4237-E9024497C0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5091" y="2672764"/>
            <a:ext cx="731520" cy="64076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712CE0F-3DEB-87BE-FD40-2799E18388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68933" y="2681809"/>
            <a:ext cx="731520" cy="65176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2DBD2DA-18C3-8613-B722-DC168ADDC4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06759" y="2679306"/>
            <a:ext cx="795528" cy="64300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86D60C3-0587-F801-70A8-49B5D633C3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7493" y="2665313"/>
            <a:ext cx="731520" cy="72877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23DA013-D768-9F54-7F81-4F71DB971A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79274" y="2644325"/>
            <a:ext cx="709519" cy="73152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A1FFBA12-AA09-B57E-48A8-60F43CB40C2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3012" y="4904365"/>
            <a:ext cx="731520" cy="591266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8F97F9F-CB4D-FE96-91C2-499BB85B2B2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17424" y="4838885"/>
            <a:ext cx="588516" cy="7315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13E603C5-C412-4711-E097-34749AE94CA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5091" y="4826000"/>
            <a:ext cx="731520" cy="7315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E05FCA30-DAF8-A0E3-B080-3FB7E1DAADB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70033" y="4920841"/>
            <a:ext cx="731520" cy="514264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C6DFCA3-2377-BB30-A1A2-C1D14B063BD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41127" y="4872160"/>
            <a:ext cx="731520" cy="643517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EEEDABDA-D674-B21A-A2FE-B7C54970DEE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7493" y="4923518"/>
            <a:ext cx="731520" cy="561015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3C01B691-4912-EF0C-AA4C-339763B00A4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606533" y="4808871"/>
            <a:ext cx="65754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8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C52C3-668C-988A-24DF-6C743DBB2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8FCD-DBB5-8F4E-4371-7A7763FB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Solutions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FA8C7-278A-E164-CCA5-9D36DF88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8553D-69A1-E1C0-7F18-841375830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FA9D6-FD66-D69D-9EF1-C210C37578CE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Ideas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AB7AB4-2ED0-3ECC-B448-2259BC85415A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Resources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52462C-4BA4-1B32-574D-848E27C34EF7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Product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2D0CF-D0CD-80D5-5FC7-3CA70205C44F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 Center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1C447-4B99-0718-EACA-2D3A7278E525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Design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35B657-A939-5A0F-57BE-EBB321F5B1EE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248769-D0D4-654B-FE95-348CA0B46D69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Transformer Substation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E6C45C-19D9-1FB7-218B-3DF5B6F57844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Military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F98E4E-97E5-E623-547E-E8E61ED92D0A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R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outer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CB7A7F-E30C-D66A-4FA0-04A8A1464B74}"/>
              </a:ext>
            </a:extLst>
          </p:cNvPr>
          <p:cNvSpPr txBox="1"/>
          <p:nvPr/>
        </p:nvSpPr>
        <p:spPr>
          <a:xfrm>
            <a:off x="382128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Cost Cutting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9AAB26-1F59-00AE-D3AC-F1C3628E93FE}"/>
              </a:ext>
            </a:extLst>
          </p:cNvPr>
          <p:cNvSpPr txBox="1"/>
          <p:nvPr/>
        </p:nvSpPr>
        <p:spPr>
          <a:xfrm>
            <a:off x="549001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Chemical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80829B-B8C8-B210-18B5-7685898F5361}"/>
              </a:ext>
            </a:extLst>
          </p:cNvPr>
          <p:cNvSpPr txBox="1"/>
          <p:nvPr/>
        </p:nvSpPr>
        <p:spPr>
          <a:xfrm>
            <a:off x="715874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Data Storage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CA0E9E-C48C-2A4B-68CD-51BC1C597054}"/>
              </a:ext>
            </a:extLst>
          </p:cNvPr>
          <p:cNvSpPr txBox="1"/>
          <p:nvPr/>
        </p:nvSpPr>
        <p:spPr>
          <a:xfrm>
            <a:off x="882747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Software Support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37FB5D-2EBF-CAF7-9E23-6BC16ACD515E}"/>
              </a:ext>
            </a:extLst>
          </p:cNvPr>
          <p:cNvSpPr txBox="1"/>
          <p:nvPr/>
        </p:nvSpPr>
        <p:spPr>
          <a:xfrm>
            <a:off x="10496205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Predix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9D0ECD-8E9C-E968-A67B-60CD06E02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80" y="2612373"/>
            <a:ext cx="599846" cy="731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BF177DB-0C6D-848A-92AB-6978F0325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672" y="2612373"/>
            <a:ext cx="682019" cy="731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5509D4F-6CE5-97CC-4A48-6CE61DAF4A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40977" y="2621590"/>
            <a:ext cx="659748" cy="73152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09E1F0C-F0BC-96CE-1B91-841E8C5497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033" y="2730952"/>
            <a:ext cx="731520" cy="55826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093BABC-61A5-EF01-27B5-F20FED8E87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2889" y="2694900"/>
            <a:ext cx="731520" cy="63251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A07A75FA-60CE-71EA-DE91-1F9048034C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7493" y="2694900"/>
            <a:ext cx="731520" cy="66276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D658846-8A3B-495D-E4FB-83D4A1287E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81987" y="2666883"/>
            <a:ext cx="731520" cy="64076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6D2BCA5-DFFD-719E-20DE-567AA112103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50848" y="4822409"/>
            <a:ext cx="357510" cy="73152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B50F6C04-F295-831D-CA55-95A5CF5DBB2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37647" y="4857319"/>
            <a:ext cx="731520" cy="643518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DE4C1ED-9E30-21BC-2F96-3832DCBA4C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5091" y="4835258"/>
            <a:ext cx="731520" cy="706769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FE4AECEB-C89C-93AE-E6BA-42B3195128E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60695" y="4822409"/>
            <a:ext cx="731520" cy="676518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1689AEA-E37C-3DB9-13F1-E665A382802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8763" y="4903002"/>
            <a:ext cx="731520" cy="577516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1C2A9D0C-3099-F473-F9C1-D7AD7058191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7493" y="4903002"/>
            <a:ext cx="731520" cy="662768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F7C8B1BC-EE01-7B0C-087D-CCE3AD6DC5D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67983" y="5129941"/>
            <a:ext cx="731520" cy="12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00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9C84-D2CB-DB75-55FA-E5E84525D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D57A-5F0D-41A7-AE84-52642FC3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Solutions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23A61-E0B7-C76E-B64B-51DC1ED0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68D18-FD88-A3D2-CD6F-1F2670DF68F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6521D-FFD0-D0CF-CADF-3CBFE9C0194C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92D9F0-A408-BB96-9E8E-CE718E334D46}"/>
              </a:ext>
            </a:extLst>
          </p:cNvPr>
          <p:cNvSpPr txBox="1"/>
          <p:nvPr/>
        </p:nvSpPr>
        <p:spPr>
          <a:xfrm>
            <a:off x="215255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Asset Monitor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D9F1127-3E4F-A57B-2794-72C0589EC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595" y="2644325"/>
            <a:ext cx="594016" cy="731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9C7A609-F4E9-B9C1-7D7F-98DCD6A9EF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2660911"/>
            <a:ext cx="731520" cy="657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FEF53-3518-D393-DD9E-F82E31F7D3CF}"/>
              </a:ext>
            </a:extLst>
          </p:cNvPr>
          <p:cNvSpPr txBox="1"/>
          <p:nvPr/>
        </p:nvSpPr>
        <p:spPr>
          <a:xfrm>
            <a:off x="382128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8EBFE-1AAB-37D9-B72F-B1D4423C8B57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Battery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0E594CD2-F4AA-A856-CB00-D63B7B9F1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8911" y="2741443"/>
            <a:ext cx="731520" cy="51151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CE06A04A-C27E-79CD-5814-C11F42E63E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5091" y="2705248"/>
            <a:ext cx="731520" cy="59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8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8030-7273-84AB-0210-E6D4246A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4869-9DF2-A92B-A0E6-93F8E398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Conversion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09A44C-D39D-2ACB-A809-8CD13843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A68FC3-919F-AFE9-4706-C0F3CCB5E7A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4B2D8-3FD2-09D6-23D0-2F8095612F15}"/>
              </a:ext>
            </a:extLst>
          </p:cNvPr>
          <p:cNvSpPr txBox="1"/>
          <p:nvPr/>
        </p:nvSpPr>
        <p:spPr>
          <a:xfrm>
            <a:off x="48382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Electric Motor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ADFA5-B5C0-65FA-C8D4-BEDA5B80D2F2}"/>
              </a:ext>
            </a:extLst>
          </p:cNvPr>
          <p:cNvSpPr txBox="1"/>
          <p:nvPr/>
        </p:nvSpPr>
        <p:spPr>
          <a:xfrm>
            <a:off x="215255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Electric Motor 2</a:t>
            </a:r>
            <a:endParaRPr lang="en-US" sz="1200" dirty="0">
              <a:solidFill>
                <a:srgbClr val="005E6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784FB8-6634-C35B-2B9E-0B835179B0DF}"/>
              </a:ext>
            </a:extLst>
          </p:cNvPr>
          <p:cNvSpPr txBox="1"/>
          <p:nvPr/>
        </p:nvSpPr>
        <p:spPr>
          <a:xfrm>
            <a:off x="382128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Lift Application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5C4E98-FAC8-18AD-5796-0B7E51326D1B}"/>
              </a:ext>
            </a:extLst>
          </p:cNvPr>
          <p:cNvSpPr txBox="1"/>
          <p:nvPr/>
        </p:nvSpPr>
        <p:spPr>
          <a:xfrm>
            <a:off x="549001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Transformer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650955-3FF6-A37B-4C28-4E5E3DA03816}"/>
              </a:ext>
            </a:extLst>
          </p:cNvPr>
          <p:cNvSpPr txBox="1"/>
          <p:nvPr/>
        </p:nvSpPr>
        <p:spPr>
          <a:xfrm>
            <a:off x="715874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Compressor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7F8B20-C596-014C-8025-3AE8D8C5F2AD}"/>
              </a:ext>
            </a:extLst>
          </p:cNvPr>
          <p:cNvSpPr txBox="1"/>
          <p:nvPr/>
        </p:nvSpPr>
        <p:spPr>
          <a:xfrm>
            <a:off x="8680871" y="2113744"/>
            <a:ext cx="119629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Basic Oxygen Furnace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643F8F-DDB2-ED91-8EC6-D1C05E55797E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Blast Furnace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B79401-039B-7C3C-8FB2-368AA4E7D372}"/>
              </a:ext>
            </a:extLst>
          </p:cNvPr>
          <p:cNvSpPr txBox="1"/>
          <p:nvPr/>
        </p:nvSpPr>
        <p:spPr>
          <a:xfrm>
            <a:off x="48382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Conveyor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B4EA91-E587-ACC2-2769-13127D466316}"/>
              </a:ext>
            </a:extLst>
          </p:cNvPr>
          <p:cNvSpPr txBox="1"/>
          <p:nvPr/>
        </p:nvSpPr>
        <p:spPr>
          <a:xfrm>
            <a:off x="2152557" y="4313246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CNC Machine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04B865-B241-11BB-0332-D49EDAFE4BCA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Test Bench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6A1A85-4460-8E58-5D29-C845D218B8C9}"/>
              </a:ext>
            </a:extLst>
          </p:cNvPr>
          <p:cNvSpPr txBox="1"/>
          <p:nvPr/>
        </p:nvSpPr>
        <p:spPr>
          <a:xfrm>
            <a:off x="549001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Front-on Boat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EA311C-43C7-3154-45EC-C38116800031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Navy boat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7411A5-28B2-5F16-0BFC-EC71B2A0BED7}"/>
              </a:ext>
            </a:extLst>
          </p:cNvPr>
          <p:cNvSpPr txBox="1"/>
          <p:nvPr/>
        </p:nvSpPr>
        <p:spPr>
          <a:xfrm>
            <a:off x="882747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Oil and Gas Business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479F62-8BC2-F2A9-55CF-51257C3EFEFB}"/>
              </a:ext>
            </a:extLst>
          </p:cNvPr>
          <p:cNvSpPr txBox="1"/>
          <p:nvPr/>
        </p:nvSpPr>
        <p:spPr>
          <a:xfrm>
            <a:off x="10496205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Electric Arc Furnace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F4BBE5-4B54-BBD6-4319-79DD0723C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609" y="2756195"/>
            <a:ext cx="731520" cy="4886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1188215-C15A-2CF4-E564-DEB6ECA0E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2756195"/>
            <a:ext cx="731520" cy="44751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0202032-E52A-455C-2683-38392E7DA5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7968" y="2631440"/>
            <a:ext cx="585766" cy="73152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8138595-BBAC-E22A-9E58-63BDB37889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033" y="2620477"/>
            <a:ext cx="731520" cy="72327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1708FE4-5582-036A-D8BE-845C92C611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8763" y="2739202"/>
            <a:ext cx="731520" cy="54176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6B94368-998D-9D8D-AAB9-1AEA0BEC09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10621" y="2616479"/>
            <a:ext cx="525264" cy="73152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2BC4CD3E-AF12-2212-3C9C-7B1A83E36E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78351" y="2636953"/>
            <a:ext cx="327259" cy="73152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67638623-D223-24B4-2A39-C8B507B6700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73749" y="4860661"/>
            <a:ext cx="731520" cy="69576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EFC2E9-A998-8313-6098-1B31A61CEAB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07493" y="4924137"/>
            <a:ext cx="731520" cy="561015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F63D114F-F9D8-9469-B888-A0303E3A4E2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65266" y="4820317"/>
            <a:ext cx="478513" cy="73152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F18A3C6-0E60-BF2E-D94C-CD006C14F5A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43016" y="4841757"/>
            <a:ext cx="607767" cy="73152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5C9BEEF8-3283-8EFB-C77B-1014510A130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905091" y="4932375"/>
            <a:ext cx="731520" cy="50876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BA88E6FF-50AF-5799-6930-133E48DC228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45922" y="4915950"/>
            <a:ext cx="731520" cy="558265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809F78C9-56AA-8F6A-B1DF-41300FF1AF9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69609" y="5105642"/>
            <a:ext cx="731520" cy="19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59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8488-AF31-4066-32CE-DFC0165B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DAA2-D2A5-8BE6-D363-F9F53E68C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Conversion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B504D3-3F64-E7DC-6B3C-5DD04662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61160-526B-1DFC-61B2-137BAFF88B8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DAE5E-92EC-1FE6-FF0D-A843116EDB7A}"/>
              </a:ext>
            </a:extLst>
          </p:cNvPr>
          <p:cNvSpPr txBox="1"/>
          <p:nvPr/>
        </p:nvSpPr>
        <p:spPr>
          <a:xfrm>
            <a:off x="48382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Crane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9FEAD5-0428-42E0-D5D2-D12B8ECF7C9D}"/>
              </a:ext>
            </a:extLst>
          </p:cNvPr>
          <p:cNvSpPr txBox="1"/>
          <p:nvPr/>
        </p:nvSpPr>
        <p:spPr>
          <a:xfrm>
            <a:off x="2152557" y="2113743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Drive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163B4-09B1-788C-050F-33602970A80C}"/>
              </a:ext>
            </a:extLst>
          </p:cNvPr>
          <p:cNvSpPr txBox="1"/>
          <p:nvPr/>
        </p:nvSpPr>
        <p:spPr>
          <a:xfrm>
            <a:off x="382128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Internet/ Cloud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507EF7-04E5-9131-09B7-7273EEC85E46}"/>
              </a:ext>
            </a:extLst>
          </p:cNvPr>
          <p:cNvSpPr txBox="1"/>
          <p:nvPr/>
        </p:nvSpPr>
        <p:spPr>
          <a:xfrm>
            <a:off x="5490017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Plant Controller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9E8CA2-76CA-C00A-D373-EFDB2C032331}"/>
              </a:ext>
            </a:extLst>
          </p:cNvPr>
          <p:cNvSpPr txBox="1"/>
          <p:nvPr/>
        </p:nvSpPr>
        <p:spPr>
          <a:xfrm>
            <a:off x="6941552" y="2113744"/>
            <a:ext cx="133747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Control Station/</a:t>
            </a:r>
            <a:b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SCADA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C8F6AD-415E-32BA-3806-268F6E43C01F}"/>
              </a:ext>
            </a:extLst>
          </p:cNvPr>
          <p:cNvSpPr txBox="1"/>
          <p:nvPr/>
        </p:nvSpPr>
        <p:spPr>
          <a:xfrm>
            <a:off x="8827477" y="2113744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Switchgear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ED0B4B7-1B05-8FD1-8D34-D97E25C28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609" y="2652453"/>
            <a:ext cx="731520" cy="69576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E881292-222F-15E1-E49D-C84F5C2C0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2756568"/>
            <a:ext cx="731520" cy="48126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6F769A-F0A7-4FD7-DAD7-322822268C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5091" y="2709817"/>
            <a:ext cx="731520" cy="52801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E65F06F-F953-AB8C-BC15-40240C8ADA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60695" y="2747899"/>
            <a:ext cx="731520" cy="50051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0FBF0E2-3EB1-D172-DD92-C23E71EE4E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8763" y="2747468"/>
            <a:ext cx="731520" cy="49776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E63151AE-6146-A57D-7178-8C3CF5B2D9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7493" y="2719215"/>
            <a:ext cx="731520" cy="56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23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9FAF-50C9-314A-38F7-D08C839B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526E-0274-1C77-068C-9488EA9F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Electrification Software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860E0-247D-50D7-DA78-A740CE36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7BA552-03C4-19B4-7337-15D7CBF0C9E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E48D08-CF53-1083-ED4A-3CA8F73C3FB1}"/>
              </a:ext>
            </a:extLst>
          </p:cNvPr>
          <p:cNvSpPr txBox="1"/>
          <p:nvPr/>
        </p:nvSpPr>
        <p:spPr>
          <a:xfrm>
            <a:off x="463550" y="2113742"/>
            <a:ext cx="4017834" cy="18466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Zero Trust grid security model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2A8AEE-A271-3629-2EB3-3BF02361B6EA}"/>
              </a:ext>
            </a:extLst>
          </p:cNvPr>
          <p:cNvSpPr txBox="1"/>
          <p:nvPr/>
        </p:nvSpPr>
        <p:spPr>
          <a:xfrm>
            <a:off x="4913909" y="2113744"/>
            <a:ext cx="205530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Federated grid data fabric </a:t>
            </a:r>
            <a:b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&amp; One network model 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900479-21DC-6E9A-7339-5B18B7875580}"/>
              </a:ext>
            </a:extLst>
          </p:cNvPr>
          <p:cNvSpPr txBox="1"/>
          <p:nvPr/>
        </p:nvSpPr>
        <p:spPr>
          <a:xfrm>
            <a:off x="7371662" y="2113744"/>
            <a:ext cx="2194210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A suite of intelligent &amp; one network model 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1C4C81-4401-93D3-FC1F-AC8F63FE7F2C}"/>
              </a:ext>
            </a:extLst>
          </p:cNvPr>
          <p:cNvSpPr txBox="1"/>
          <p:nvPr/>
        </p:nvSpPr>
        <p:spPr>
          <a:xfrm>
            <a:off x="10354284" y="2113744"/>
            <a:ext cx="118692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Hybrid cloud architecture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CBC619-E299-9738-431D-517DC3B02508}"/>
              </a:ext>
            </a:extLst>
          </p:cNvPr>
          <p:cNvSpPr txBox="1"/>
          <p:nvPr/>
        </p:nvSpPr>
        <p:spPr>
          <a:xfrm>
            <a:off x="354977" y="4313246"/>
            <a:ext cx="116078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Electrification systems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7BA0C6-648F-1AA7-4847-300E313F114C}"/>
              </a:ext>
            </a:extLst>
          </p:cNvPr>
          <p:cNvSpPr txBox="1"/>
          <p:nvPr/>
        </p:nvSpPr>
        <p:spPr>
          <a:xfrm>
            <a:off x="2152557" y="4313246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Plan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D0E130-2592-6807-3544-EAFA956A5B99}"/>
              </a:ext>
            </a:extLst>
          </p:cNvPr>
          <p:cNvSpPr txBox="1"/>
          <p:nvPr/>
        </p:nvSpPr>
        <p:spPr>
          <a:xfrm>
            <a:off x="382128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Operate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EFC197-5411-449F-536F-3197B48BA518}"/>
              </a:ext>
            </a:extLst>
          </p:cNvPr>
          <p:cNvSpPr txBox="1"/>
          <p:nvPr/>
        </p:nvSpPr>
        <p:spPr>
          <a:xfrm>
            <a:off x="549001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Transact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743B3F-9253-7D8B-B86C-E10509F54F2D}"/>
              </a:ext>
            </a:extLst>
          </p:cNvPr>
          <p:cNvSpPr txBox="1"/>
          <p:nvPr/>
        </p:nvSpPr>
        <p:spPr>
          <a:xfrm>
            <a:off x="7158747" y="4313247"/>
            <a:ext cx="903085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Transact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452ED1-5225-201E-7919-16E1799BC4A7}"/>
              </a:ext>
            </a:extLst>
          </p:cNvPr>
          <p:cNvSpPr txBox="1"/>
          <p:nvPr/>
        </p:nvSpPr>
        <p:spPr>
          <a:xfrm>
            <a:off x="8466689" y="4313247"/>
            <a:ext cx="318985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Disruption Planning and Recovery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11989-DD91-6CDE-B30F-25338F537051}"/>
              </a:ext>
            </a:extLst>
          </p:cNvPr>
          <p:cNvSpPr txBox="1"/>
          <p:nvPr/>
        </p:nvSpPr>
        <p:spPr>
          <a:xfrm>
            <a:off x="463550" y="1651232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b="1" dirty="0"/>
              <a:t>Benefits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325274-70D2-C542-7BFE-9723F20E3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70" y="2644325"/>
            <a:ext cx="591266" cy="731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6DB5677-6279-FC52-959A-61163AEDF2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0268" y="2644325"/>
            <a:ext cx="676518" cy="73152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4BBD73C-571E-EC0E-B118-E7EC08FAB0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5218" y="2644325"/>
            <a:ext cx="591266" cy="73152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8D1F3A2-D70C-8420-B590-7127D4237C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60695" y="2773069"/>
            <a:ext cx="731520" cy="44826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90674E0-77E1-B90E-3FE0-4B372252A5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8763" y="2631440"/>
            <a:ext cx="731520" cy="73152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90D04549-B73C-4870-B92F-68DA6588DF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9857" y="2659450"/>
            <a:ext cx="731520" cy="701269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5233E5C0-C6BF-A578-43FC-DA1387D257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67983" y="2649825"/>
            <a:ext cx="731520" cy="72602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1B316E9-8F6C-FCE9-52D7-35C0E1C9A44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3843" y="4922565"/>
            <a:ext cx="731520" cy="55001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9D21A2-F396-1A1A-8AAD-E53D86088A97}"/>
              </a:ext>
            </a:extLst>
          </p:cNvPr>
          <p:cNvSpPr txBox="1"/>
          <p:nvPr/>
        </p:nvSpPr>
        <p:spPr>
          <a:xfrm>
            <a:off x="2152557" y="3784832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b="1" dirty="0"/>
              <a:t>Product categories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3ACB9A8D-AA2A-D152-189E-582EC4A45EC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51413" y="4881314"/>
            <a:ext cx="731520" cy="632517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EB32AB41-4240-3A1C-9609-35D939BF3F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5091" y="4874438"/>
            <a:ext cx="731520" cy="64626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EF550182-03A6-292C-7ABD-F7F94C7E24F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68933" y="4904689"/>
            <a:ext cx="731520" cy="585766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CAF21C9-6FE3-6DA1-FB08-9589D2564C8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35073" y="4864813"/>
            <a:ext cx="731520" cy="66551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82A4178-CB87-4E71-68A4-1B13D8F1ED86}"/>
              </a:ext>
            </a:extLst>
          </p:cNvPr>
          <p:cNvSpPr txBox="1"/>
          <p:nvPr/>
        </p:nvSpPr>
        <p:spPr>
          <a:xfrm>
            <a:off x="8639127" y="3784832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b="1" dirty="0"/>
              <a:t>Product families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0B5F8CCC-FB6F-04B0-56CE-7C65C8A137A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614354" y="4831812"/>
            <a:ext cx="649018" cy="731520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25ECA95-F7A6-EB1B-5450-113A03F36FA4}"/>
              </a:ext>
            </a:extLst>
          </p:cNvPr>
          <p:cNvCxnSpPr/>
          <p:nvPr/>
        </p:nvCxnSpPr>
        <p:spPr>
          <a:xfrm>
            <a:off x="463550" y="1981251"/>
            <a:ext cx="1107766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D0C5BD-5D26-AB4D-9F63-D269B1D36238}"/>
              </a:ext>
            </a:extLst>
          </p:cNvPr>
          <p:cNvCxnSpPr>
            <a:cxnSpLocks/>
          </p:cNvCxnSpPr>
          <p:nvPr/>
        </p:nvCxnSpPr>
        <p:spPr>
          <a:xfrm>
            <a:off x="2067697" y="4114851"/>
            <a:ext cx="613718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A6CB815-0A5C-2856-8871-5489BDCD6DD1}"/>
              </a:ext>
            </a:extLst>
          </p:cNvPr>
          <p:cNvCxnSpPr>
            <a:cxnSpLocks/>
          </p:cNvCxnSpPr>
          <p:nvPr/>
        </p:nvCxnSpPr>
        <p:spPr>
          <a:xfrm>
            <a:off x="8587946" y="4114851"/>
            <a:ext cx="295326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>
            <a:extLst>
              <a:ext uri="{FF2B5EF4-FFF2-40B4-BE49-F238E27FC236}">
                <a16:creationId xmlns:a16="http://schemas.microsoft.com/office/drawing/2014/main" id="{09C49FD8-F45A-2AE3-FFFD-485F2B55C2E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878353" y="4831812"/>
            <a:ext cx="687519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34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5DBE-F9E0-534E-59BC-F769995F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6407-2F23-E0F0-9B1E-CB07FBB8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Electrification Software Icons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9086EE-6041-6500-92E2-03FA30DD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9F57E-D56D-0CFC-A0A5-D5E2DA4C9AB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>
                <a:ea typeface="Inter" panose="02000503000000020004" pitchFamily="2" charset="0"/>
              </a:rPr>
              <a:t>© 2025 GE Vernova and/or its affiliates. All rights reserved.</a:t>
            </a:r>
            <a:endParaRPr lang="en-US" sz="8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A149F-762D-98F0-446C-57377F7DA3BA}"/>
              </a:ext>
            </a:extLst>
          </p:cNvPr>
          <p:cNvSpPr txBox="1"/>
          <p:nvPr/>
        </p:nvSpPr>
        <p:spPr>
          <a:xfrm>
            <a:off x="48382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Network Lifecycle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EBC82-EA62-7592-439B-CAFC25AC28CA}"/>
              </a:ext>
            </a:extLst>
          </p:cNvPr>
          <p:cNvSpPr txBox="1"/>
          <p:nvPr/>
        </p:nvSpPr>
        <p:spPr>
          <a:xfrm>
            <a:off x="2152557" y="2113743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Network Lifecycle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894D17-1108-4883-316D-95A5AF994FB3}"/>
              </a:ext>
            </a:extLst>
          </p:cNvPr>
          <p:cNvSpPr txBox="1"/>
          <p:nvPr/>
        </p:nvSpPr>
        <p:spPr>
          <a:xfrm>
            <a:off x="3760299" y="2113744"/>
            <a:ext cx="10250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Network Operations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0D0E60-6183-C1E0-8A39-DF21B9589746}"/>
              </a:ext>
            </a:extLst>
          </p:cNvPr>
          <p:cNvSpPr txBox="1"/>
          <p:nvPr/>
        </p:nvSpPr>
        <p:spPr>
          <a:xfrm>
            <a:off x="5314679" y="2113744"/>
            <a:ext cx="125376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Network Operations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0254E-1EC8-7408-CD1D-607B16E7759F}"/>
              </a:ext>
            </a:extLst>
          </p:cNvPr>
          <p:cNvSpPr txBox="1"/>
          <p:nvPr/>
        </p:nvSpPr>
        <p:spPr>
          <a:xfrm>
            <a:off x="7044319" y="2113744"/>
            <a:ext cx="113194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Renewables Management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78DAA-F77A-854C-70D4-986C2E72E4A8}"/>
              </a:ext>
            </a:extLst>
          </p:cNvPr>
          <p:cNvSpPr txBox="1"/>
          <p:nvPr/>
        </p:nvSpPr>
        <p:spPr>
          <a:xfrm>
            <a:off x="8682519" y="2113744"/>
            <a:ext cx="119300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005E60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Renewables Management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0A1AE4-ABD8-E7ED-DB87-BCB41E2832BB}"/>
              </a:ext>
            </a:extLst>
          </p:cNvPr>
          <p:cNvSpPr txBox="1"/>
          <p:nvPr/>
        </p:nvSpPr>
        <p:spPr>
          <a:xfrm>
            <a:off x="10496205" y="2113744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Energy Markets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CE3552-65C6-6627-4EE6-64873CFC0B84}"/>
              </a:ext>
            </a:extLst>
          </p:cNvPr>
          <p:cNvSpPr txBox="1"/>
          <p:nvPr/>
        </p:nvSpPr>
        <p:spPr>
          <a:xfrm>
            <a:off x="483827" y="4313246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Solar Power for Home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8E5C09-4A65-D31D-15C7-D4ADB34E7BFF}"/>
              </a:ext>
            </a:extLst>
          </p:cNvPr>
          <p:cNvSpPr txBox="1"/>
          <p:nvPr/>
        </p:nvSpPr>
        <p:spPr>
          <a:xfrm>
            <a:off x="2015419" y="4313246"/>
            <a:ext cx="1177362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Cybersecurity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7BB8FF-F4EF-8C8A-4A67-633C92ED79B7}"/>
              </a:ext>
            </a:extLst>
          </p:cNvPr>
          <p:cNvSpPr txBox="1"/>
          <p:nvPr/>
        </p:nvSpPr>
        <p:spPr>
          <a:xfrm>
            <a:off x="382128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Electric Vehicle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5E6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F42B0-8FA4-028D-27F2-BC2336BF7E4B}"/>
              </a:ext>
            </a:extLst>
          </p:cNvPr>
          <p:cNvSpPr txBox="1"/>
          <p:nvPr/>
        </p:nvSpPr>
        <p:spPr>
          <a:xfrm>
            <a:off x="5490017" y="4313247"/>
            <a:ext cx="90308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5E6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</a:rPr>
              <a:t>Control Room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EEE9E-45FC-4212-5C49-92AB40F17A4B}"/>
              </a:ext>
            </a:extLst>
          </p:cNvPr>
          <p:cNvSpPr txBox="1"/>
          <p:nvPr/>
        </p:nvSpPr>
        <p:spPr>
          <a:xfrm>
            <a:off x="463550" y="1651232"/>
            <a:ext cx="2902921" cy="3300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Product families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1754F7-0C5C-A4EE-FE1B-519DC042FD01}"/>
              </a:ext>
            </a:extLst>
          </p:cNvPr>
          <p:cNvCxnSpPr/>
          <p:nvPr/>
        </p:nvCxnSpPr>
        <p:spPr>
          <a:xfrm>
            <a:off x="463550" y="1981251"/>
            <a:ext cx="1107766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C4AC2C15-045E-5212-EC25-EEFE080A9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768" y="2644325"/>
            <a:ext cx="698519" cy="731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AB77A2-98A6-22B4-6D9D-A069ADA3A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5922" y="2714452"/>
            <a:ext cx="731520" cy="59126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03F29880-17CB-8259-4182-AF4D75791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2411" y="2685704"/>
            <a:ext cx="731520" cy="591266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EA4094F-AF4F-2E4B-B59F-111375554B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0033" y="2661691"/>
            <a:ext cx="731520" cy="67101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C65F612-4FED-E308-B499-71F67CB846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0138" y="2645407"/>
            <a:ext cx="728770" cy="73152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0FF1A2F-F27B-582A-5BD0-DCEE2908AB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7653" y="2636839"/>
            <a:ext cx="731520" cy="709519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5A2F176-A7E0-104D-2EB6-7B565B6B025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92721" y="2649100"/>
            <a:ext cx="698519" cy="73152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F8588A1-79A0-C99C-E7D2-20BD1A94FEB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0448" y="4874941"/>
            <a:ext cx="731520" cy="618767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20C6C79-538B-48DB-F5EC-52102162754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55156" y="4874941"/>
            <a:ext cx="731520" cy="618767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6729B431-8DB7-75C6-2346-15DFBB2B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3566" y="4915581"/>
            <a:ext cx="731520" cy="55276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0DD5937-E098-06E1-AE1E-7C2DE335ABA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69822" y="4972263"/>
            <a:ext cx="731520" cy="46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24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882597"/>
      </p:ext>
    </p:extLst>
  </p:cSld>
  <p:clrMapOvr>
    <a:masterClrMapping/>
  </p:clrMapOvr>
</p:sld>
</file>

<file path=ppt/theme/theme1.xml><?xml version="1.0" encoding="utf-8"?>
<a:theme xmlns:a="http://schemas.openxmlformats.org/drawingml/2006/main" name="GE Vernova">
  <a:themeElements>
    <a:clrScheme name="GE Vernova 3/14/24">
      <a:dk1>
        <a:srgbClr val="005E60"/>
      </a:dk1>
      <a:lt1>
        <a:srgbClr val="FFFFFF"/>
      </a:lt1>
      <a:dk2>
        <a:srgbClr val="212121"/>
      </a:dk2>
      <a:lt2>
        <a:srgbClr val="C8FF08"/>
      </a:lt2>
      <a:accent1>
        <a:srgbClr val="212121"/>
      </a:accent1>
      <a:accent2>
        <a:srgbClr val="E3E3E3"/>
      </a:accent2>
      <a:accent3>
        <a:srgbClr val="CCCCCC"/>
      </a:accent3>
      <a:accent4>
        <a:srgbClr val="696969"/>
      </a:accent4>
      <a:accent5>
        <a:srgbClr val="484848"/>
      </a:accent5>
      <a:accent6>
        <a:srgbClr val="59C3C9"/>
      </a:accent6>
      <a:hlink>
        <a:srgbClr val="75CA64"/>
      </a:hlink>
      <a:folHlink>
        <a:srgbClr val="BFA682"/>
      </a:folHlink>
    </a:clrScheme>
    <a:fontScheme name="GE Vernov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 anchorCtr="0"/>
      <a:lstStyle>
        <a:defPPr algn="l">
          <a:spcAft>
            <a:spcPts val="6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600"/>
          </a:spcAft>
          <a:defRPr/>
        </a:defPPr>
      </a:lstStyle>
    </a:txDef>
  </a:objectDefaults>
  <a:extraClrSchemeLst/>
  <a:custClrLst>
    <a:custClr name="Stainless Steel">
      <a:srgbClr val="D2D2D2"/>
    </a:custClr>
    <a:custClr name="Aluminum">
      <a:srgbClr val="AEAEAE"/>
    </a:custClr>
    <a:custClr name="Titanium">
      <a:srgbClr val="969696"/>
    </a:custClr>
    <a:custClr name="Yellow">
      <a:srgbClr val="FFD400"/>
    </a:custClr>
    <a:custClr name="Orange">
      <a:srgbClr val="FF8400"/>
    </a:custClr>
    <a:custClr name="Red">
      <a:srgbClr val="FF1900"/>
    </a:custClr>
    <a:custClr name="Purple">
      <a:srgbClr val="8F00FF"/>
    </a:custClr>
    <a:custClr name="Fuschia">
      <a:srgbClr val="DE00F7"/>
    </a:custClr>
    <a:custClr name="Blue">
      <a:srgbClr val="3900F8"/>
    </a:custClr>
    <a:custClr name="Teal">
      <a:srgbClr val="00D0E1"/>
    </a:custClr>
  </a:custClrLst>
  <a:extLst>
    <a:ext uri="{05A4C25C-085E-4340-85A3-A5531E510DB2}">
      <thm15:themeFamily xmlns:thm15="http://schemas.microsoft.com/office/thememl/2012/main" name="Presentation2" id="{61319253-7151-4D97-B1ED-4DD8276DC1A5}" vid="{DF6128F8-AC21-4BE9-BAE0-27F63BA00D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87E64CCC7C941AA423E1ADF2491CC" ma:contentTypeVersion="18" ma:contentTypeDescription="Create a new document." ma:contentTypeScope="" ma:versionID="1e40539c746aebc5ca905ee2706e7d1b">
  <xsd:schema xmlns:xsd="http://www.w3.org/2001/XMLSchema" xmlns:xs="http://www.w3.org/2001/XMLSchema" xmlns:p="http://schemas.microsoft.com/office/2006/metadata/properties" xmlns:ns2="660f4d75-da08-481c-93a0-a5d59f6ee71c" xmlns:ns3="b402df0d-8178-4802-b8b9-ef402e68d744" xmlns:ns4="02d12187-754c-41a9-9e93-c3e1cfacc155" targetNamespace="http://schemas.microsoft.com/office/2006/metadata/properties" ma:root="true" ma:fieldsID="2dd0d1ad3efc741518aad11f398c5865" ns2:_="" ns3:_="" ns4:_="">
    <xsd:import namespace="660f4d75-da08-481c-93a0-a5d59f6ee71c"/>
    <xsd:import namespace="b402df0d-8178-4802-b8b9-ef402e68d744"/>
    <xsd:import namespace="02d12187-754c-41a9-9e93-c3e1cfacc1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4:TaxCatchAll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f4d75-da08-481c-93a0-a5d59f6ee7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6a257fb-28f5-49c4-92c3-d49665e8e1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02df0d-8178-4802-b8b9-ef402e68d74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12187-754c-41a9-9e93-c3e1cfacc155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cdb1637-3b50-4ef3-b363-a9ca0300321e}" ma:internalName="TaxCatchAll" ma:showField="CatchAllData" ma:web="b402df0d-8178-4802-b8b9-ef402e68d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0f4d75-da08-481c-93a0-a5d59f6ee71c">
      <Terms xmlns="http://schemas.microsoft.com/office/infopath/2007/PartnerControls"/>
    </lcf76f155ced4ddcb4097134ff3c332f>
    <TaxCatchAll xmlns="02d12187-754c-41a9-9e93-c3e1cfacc15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1214C9-2614-4841-8F75-517C46888F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0f4d75-da08-481c-93a0-a5d59f6ee71c"/>
    <ds:schemaRef ds:uri="b402df0d-8178-4802-b8b9-ef402e68d744"/>
    <ds:schemaRef ds:uri="02d12187-754c-41a9-9e93-c3e1cfacc1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A31001-A973-48D3-BF92-E4BBE4C78C38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02d12187-754c-41a9-9e93-c3e1cfacc155"/>
    <ds:schemaRef ds:uri="http://www.w3.org/XML/1998/namespace"/>
    <ds:schemaRef ds:uri="b402df0d-8178-4802-b8b9-ef402e68d744"/>
    <ds:schemaRef ds:uri="660f4d75-da08-481c-93a0-a5d59f6ee71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DE64E55-0318-435E-9885-1C7A491FCF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GEVernova_PPT_Template_1.15.25</Template>
  <TotalTime>317</TotalTime>
  <Words>935</Words>
  <Application>Microsoft Office PowerPoint</Application>
  <PresentationFormat>Widescreen</PresentationFormat>
  <Paragraphs>336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Inter</vt:lpstr>
      <vt:lpstr>Sons Condensed Extrabold</vt:lpstr>
      <vt:lpstr>Arial</vt:lpstr>
      <vt:lpstr>GE Vernova</vt:lpstr>
      <vt:lpstr>Business and Accelerator Icons</vt:lpstr>
      <vt:lpstr>Generic Icons</vt:lpstr>
      <vt:lpstr>Generic Icons</vt:lpstr>
      <vt:lpstr>Generic Icons</vt:lpstr>
      <vt:lpstr>Generic Icons</vt:lpstr>
      <vt:lpstr>Generic Icons</vt:lpstr>
      <vt:lpstr>Generic Icons</vt:lpstr>
      <vt:lpstr>Generic Icons</vt:lpstr>
      <vt:lpstr>Gas Power Icons</vt:lpstr>
      <vt:lpstr>Gas Power Icons</vt:lpstr>
      <vt:lpstr>Gas Power Icons</vt:lpstr>
      <vt:lpstr>Gas Power Icons</vt:lpstr>
      <vt:lpstr>Wind Icons</vt:lpstr>
      <vt:lpstr>Advanced Research Icons</vt:lpstr>
      <vt:lpstr>Grid Solutions Icons</vt:lpstr>
      <vt:lpstr>Grid Solutions Icons</vt:lpstr>
      <vt:lpstr>Grid Solutions Icons</vt:lpstr>
      <vt:lpstr>Grid Solutions Icons</vt:lpstr>
      <vt:lpstr>Power Conversion Icons</vt:lpstr>
      <vt:lpstr>Power Conversion Icons</vt:lpstr>
      <vt:lpstr>Electrification Software Icons</vt:lpstr>
      <vt:lpstr>Electrification Software Icons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Mustakangas, Nicholas (GE Vernova)</dc:creator>
  <cp:keywords/>
  <dc:description/>
  <cp:lastModifiedBy>Mustakangas, Nicholas (GE Vernova)</cp:lastModifiedBy>
  <cp:revision>19</cp:revision>
  <dcterms:created xsi:type="dcterms:W3CDTF">2025-03-05T15:24:03Z</dcterms:created>
  <dcterms:modified xsi:type="dcterms:W3CDTF">2025-08-12T14:37:53Z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0x01010010987E64CCC7C941AA423E1ADF2491CC</vt:lpwstr>
  </property>
</Properties>
</file>