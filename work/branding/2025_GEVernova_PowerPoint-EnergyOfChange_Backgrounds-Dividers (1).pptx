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61" r:id="rId3"/>
    <p:sldId id="282" r:id="rId4"/>
    <p:sldId id="283" r:id="rId5"/>
    <p:sldId id="278" r:id="rId6"/>
    <p:sldId id="284" r:id="rId7"/>
    <p:sldId id="285" r:id="rId8"/>
    <p:sldId id="280" r:id="rId9"/>
    <p:sldId id="275" r:id="rId10"/>
    <p:sldId id="276" r:id="rId11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FF08"/>
    <a:srgbClr val="005E6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 horzBarState="maximized"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7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54"/>
    </p:cViewPr>
  </p:sorterViewPr>
  <p:gridSpacing cx="64008" cy="64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1F0A7-3FE2-895B-C898-32808535A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CB0B0-7369-E133-32E4-604B753F4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8C835-878F-5FC1-B18C-619583677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086B-1E51-481F-BD9D-8BFC3471D1A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E36CC-4DEA-6279-7378-93DDB8B3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273FB-0706-7FA3-A7F1-8E72A6D61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D28-A1AF-4C83-AE56-96058A673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06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0D52B-7912-7C83-46B5-2E728EB49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EB3AE-789E-624D-E388-6FFA768E8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38EB7-AB1E-83DC-38B6-3D5036FD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086B-1E51-481F-BD9D-8BFC3471D1A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FECF5-AC19-ABD9-AFC5-32BE4271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C177F-5B39-F44C-2BE4-1640673CF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D28-A1AF-4C83-AE56-96058A673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7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8BCB-D5C1-8A1A-4C9C-A55D70EB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E4DFF-108B-2AB3-4F1C-9692B19AC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81263-D84A-57B3-D521-6176FFBE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086B-1E51-481F-BD9D-8BFC3471D1A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B4BD-AADE-7DF7-8539-089EBAAE0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3FC56-C7DA-71A9-4C82-FA914CA8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D28-A1AF-4C83-AE56-96058A673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5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A4D1B-3A48-1883-2720-BE91B4CF9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B4ED9-D3C1-19F6-2D10-7BE6E69A30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3EAB1-3377-2096-CCA4-F07EFA474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55722-3209-6B95-614F-A3485B275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086B-1E51-481F-BD9D-8BFC3471D1A4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AE0B6-D070-1737-EA9D-9DB6F5449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0642-6740-E95F-D158-15C0F1B5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D28-A1AF-4C83-AE56-96058A673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3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B2FB7-0A5B-84D3-4AEF-B7DC3A39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D6DE3-7C15-5910-A717-416FB6499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65368-57CD-416F-EEC4-A44DAF166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41FDF2-BB02-277D-6D75-6470352E1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EAA8B1-EFE2-E2F4-7251-1D1F5FB33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210DE-AEAA-7BD9-677F-06421A7ED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086B-1E51-481F-BD9D-8BFC3471D1A4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BCB78B-286F-7160-BB35-69FA089E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966B4-42FF-22BD-BC92-140CDBBE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D28-A1AF-4C83-AE56-96058A673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CDBC-A432-0153-7DA7-9A1B2CEF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93A201-3BAD-EC03-D2F8-676235A84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086B-1E51-481F-BD9D-8BFC3471D1A4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789A5-9068-ACF5-E9D0-604303A6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4F736-94F0-101E-6E7D-6F34BD67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D28-A1AF-4C83-AE56-96058A673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30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804D8C-16CE-2F02-DD4D-E1B167EB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086B-1E51-481F-BD9D-8BFC3471D1A4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2057-A977-A75F-DAA6-3D41DEEA3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1F362-62E9-80D7-1A73-46745273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D28-A1AF-4C83-AE56-96058A673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79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43513-2A96-1587-A871-CB201837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AD9AC-26BA-BC29-D8BF-4A96E8299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79849-B9B6-E864-823D-05AC93026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35771-F29A-DAFB-91DB-85AF643E6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086B-1E51-481F-BD9D-8BFC3471D1A4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C61FF-FABC-F011-8331-4E4EA2643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869C1-2C35-462E-3A4D-C442371F3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D28-A1AF-4C83-AE56-96058A673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2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5851-B125-E79D-3498-66029F95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DAC50F-8816-D362-0FDE-AC2378E68F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3D1A0-8455-8155-840A-7EA60256A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BB6C3-5A7F-A969-195C-E5D5C88E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086B-1E51-481F-BD9D-8BFC3471D1A4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2E3C1-4BC3-A6C8-783E-F9943810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29452-B145-DC9C-4385-07AA3341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D28-A1AF-4C83-AE56-96058A673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2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FCDEF-E72A-871D-A9E7-F13C67537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1B48A-3BD0-F884-BE19-731C9F79F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0AF7B-0641-9F30-3356-AABD3E2A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086B-1E51-481F-BD9D-8BFC3471D1A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814C3-7A58-FC83-FA15-2DFAEEF3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B8296-4628-0702-4BAC-B3E75B15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D28-A1AF-4C83-AE56-96058A673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4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958CF-82D6-607C-3810-242C558789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D2C1EF-29F5-BECA-6C58-38B321176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703AA-6A23-7767-1303-97BB6AD6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086B-1E51-481F-BD9D-8BFC3471D1A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93483-5D90-E0CB-4315-A24A1D4AF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22870-BD08-45E9-CFB7-E3FC3306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D28-A1AF-4C83-AE56-96058A673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06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D4F14-F14C-E9DA-7183-700423960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A6842-66C8-D65F-0436-D126E5C1F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0B0E1-458E-4C9E-FD0F-206261687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2086B-1E51-481F-BD9D-8BFC3471D1A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4678C-7A61-D163-F297-321F4D400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551FB-DE46-3B5D-593B-19AE09A95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BFD28-A1AF-4C83-AE56-96058A673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985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46D36-57C7-5B83-9BBD-0BB94A5C3E4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9656" y="-89807"/>
            <a:ext cx="12351657" cy="69478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988D89-BDD7-401A-FD59-E0478EE096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555" y="54317"/>
            <a:ext cx="4353959" cy="14750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F7D4D7-159D-D34C-5408-A1FEE4182F34}"/>
              </a:ext>
            </a:extLst>
          </p:cNvPr>
          <p:cNvSpPr txBox="1"/>
          <p:nvPr/>
        </p:nvSpPr>
        <p:spPr>
          <a:xfrm>
            <a:off x="637355" y="485705"/>
            <a:ext cx="3913444" cy="1349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700"/>
              </a:lnSpc>
            </a:pPr>
            <a:r>
              <a:rPr lang="en-US" sz="4700" spc="100">
                <a:solidFill>
                  <a:srgbClr val="C8FF08"/>
                </a:solidFill>
                <a:latin typeface="Sons Condensed Extrabold" panose="02060906060206060203" pitchFamily="18" charset="0"/>
              </a:rPr>
              <a:t>THE ENERGY TO </a:t>
            </a:r>
            <a:br>
              <a:rPr lang="en-US" sz="4700" spc="100">
                <a:solidFill>
                  <a:srgbClr val="C8FF08"/>
                </a:solidFill>
                <a:latin typeface="Sons Condensed Extrabold" panose="02060906060206060203" pitchFamily="18" charset="0"/>
              </a:rPr>
            </a:br>
            <a:r>
              <a:rPr lang="en-US" sz="4700" spc="100">
                <a:solidFill>
                  <a:srgbClr val="C8FF08"/>
                </a:solidFill>
                <a:latin typeface="Sons Condensed Extrabold" panose="02060906060206060203" pitchFamily="18" charset="0"/>
              </a:rPr>
              <a:t>CHANGE THE WORLD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DFB19A-F21B-FB81-C6F8-049DAF5E4EC3}"/>
              </a:ext>
            </a:extLst>
          </p:cNvPr>
          <p:cNvCxnSpPr>
            <a:cxnSpLocks/>
          </p:cNvCxnSpPr>
          <p:nvPr/>
        </p:nvCxnSpPr>
        <p:spPr>
          <a:xfrm>
            <a:off x="519788" y="552672"/>
            <a:ext cx="0" cy="6305328"/>
          </a:xfrm>
          <a:prstGeom prst="line">
            <a:avLst/>
          </a:prstGeom>
          <a:ln w="28575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639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E Vernova_KeyArt_Animation_Still_FocusA_230414">
            <a:extLst>
              <a:ext uri="{FF2B5EF4-FFF2-40B4-BE49-F238E27FC236}">
                <a16:creationId xmlns:a16="http://schemas.microsoft.com/office/drawing/2014/main" id="{F6D99845-5101-38E4-4D48-8DFBE57B5FB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BC6B78-266F-6344-D5FA-CD978AC18C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56" y="178984"/>
            <a:ext cx="4297680" cy="145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82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7FEA61-F45E-216E-7360-A6D31207AF4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31677F4-4AA9-B48A-9CAD-1E5E91A36A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56" y="178984"/>
            <a:ext cx="4297680" cy="145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90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FF808C-04D8-092F-20BD-26313B10A0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859" r="13204" b="24063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31677F4-4AA9-B48A-9CAD-1E5E91A36A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56" y="178984"/>
            <a:ext cx="4297680" cy="145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3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46D36-57C7-5B83-9BBD-0BB94A5C3E4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9656" y="-89807"/>
            <a:ext cx="12351657" cy="69478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988D89-BDD7-401A-FD59-E0478EE096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90" y="83950"/>
            <a:ext cx="3238983" cy="109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F7D4D7-159D-D34C-5408-A1FEE4182F34}"/>
              </a:ext>
            </a:extLst>
          </p:cNvPr>
          <p:cNvSpPr txBox="1"/>
          <p:nvPr/>
        </p:nvSpPr>
        <p:spPr>
          <a:xfrm>
            <a:off x="3736155" y="1899638"/>
            <a:ext cx="4288418" cy="2880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7200"/>
              </a:lnSpc>
            </a:pPr>
            <a:r>
              <a:rPr lang="en-US" sz="8800" spc="100">
                <a:solidFill>
                  <a:srgbClr val="C8FF08"/>
                </a:solidFill>
                <a:latin typeface="Sons Condensed Extrabold" panose="02060906060206060203" pitchFamily="18" charset="0"/>
              </a:rPr>
              <a:t>THE ENERGY</a:t>
            </a:r>
            <a:br>
              <a:rPr lang="en-US" sz="8800" spc="100">
                <a:solidFill>
                  <a:srgbClr val="C8FF08"/>
                </a:solidFill>
                <a:latin typeface="Sons Condensed Extrabold" panose="02060906060206060203" pitchFamily="18" charset="0"/>
              </a:rPr>
            </a:br>
            <a:r>
              <a:rPr lang="en-US" sz="8800" spc="100">
                <a:solidFill>
                  <a:srgbClr val="C8FF08"/>
                </a:solidFill>
                <a:latin typeface="Sons Condensed Extrabold" panose="02060906060206060203" pitchFamily="18" charset="0"/>
              </a:rPr>
              <a:t>TO CHANGE</a:t>
            </a:r>
            <a:br>
              <a:rPr lang="en-US" sz="8800" spc="100">
                <a:solidFill>
                  <a:srgbClr val="C8FF08"/>
                </a:solidFill>
                <a:latin typeface="Sons Condensed Extrabold" panose="02060906060206060203" pitchFamily="18" charset="0"/>
              </a:rPr>
            </a:br>
            <a:r>
              <a:rPr lang="en-US" sz="8800" spc="100">
                <a:solidFill>
                  <a:srgbClr val="C8FF08"/>
                </a:solidFill>
                <a:latin typeface="Sons Condensed Extrabold" panose="02060906060206060203" pitchFamily="18" charset="0"/>
              </a:rPr>
              <a:t>THE WORLD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DFB19A-F21B-FB81-C6F8-049DAF5E4EC3}"/>
              </a:ext>
            </a:extLst>
          </p:cNvPr>
          <p:cNvCxnSpPr>
            <a:cxnSpLocks/>
          </p:cNvCxnSpPr>
          <p:nvPr/>
        </p:nvCxnSpPr>
        <p:spPr>
          <a:xfrm>
            <a:off x="3618588" y="1826905"/>
            <a:ext cx="0" cy="2697480"/>
          </a:xfrm>
          <a:prstGeom prst="line">
            <a:avLst/>
          </a:prstGeom>
          <a:ln w="28575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2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46D36-57C7-5B83-9BBD-0BB94A5C3E4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9656" y="-89807"/>
            <a:ext cx="12351657" cy="69478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988D89-BDD7-401A-FD59-E0478EE096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555" y="54317"/>
            <a:ext cx="4353959" cy="14750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F7D4D7-159D-D34C-5408-A1FEE4182F34}"/>
              </a:ext>
            </a:extLst>
          </p:cNvPr>
          <p:cNvSpPr txBox="1"/>
          <p:nvPr/>
        </p:nvSpPr>
        <p:spPr>
          <a:xfrm>
            <a:off x="628888" y="549205"/>
            <a:ext cx="4439677" cy="1299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700"/>
              </a:lnSpc>
            </a:pPr>
            <a:r>
              <a:rPr lang="en-US" sz="5400" spc="100">
                <a:solidFill>
                  <a:srgbClr val="C8FF08"/>
                </a:solidFill>
                <a:latin typeface="Sons Condensed Extrabold" panose="02060906060206060203" pitchFamily="18" charset="0"/>
              </a:rPr>
              <a:t>THE ENERGY TO </a:t>
            </a:r>
            <a:br>
              <a:rPr lang="en-US" sz="5400" spc="100">
                <a:solidFill>
                  <a:srgbClr val="C8FF08"/>
                </a:solidFill>
                <a:latin typeface="Sons Condensed Extrabold" panose="02060906060206060203" pitchFamily="18" charset="0"/>
              </a:rPr>
            </a:br>
            <a:r>
              <a:rPr lang="en-US" sz="5400" spc="100">
                <a:solidFill>
                  <a:srgbClr val="C8FF08"/>
                </a:solidFill>
                <a:latin typeface="Sons Condensed Extrabold" panose="02060906060206060203" pitchFamily="18" charset="0"/>
              </a:rPr>
              <a:t>CHANGE THE WORLD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DFB19A-F21B-FB81-C6F8-049DAF5E4EC3}"/>
              </a:ext>
            </a:extLst>
          </p:cNvPr>
          <p:cNvCxnSpPr>
            <a:cxnSpLocks/>
          </p:cNvCxnSpPr>
          <p:nvPr/>
        </p:nvCxnSpPr>
        <p:spPr>
          <a:xfrm>
            <a:off x="519788" y="552672"/>
            <a:ext cx="0" cy="6305328"/>
          </a:xfrm>
          <a:prstGeom prst="line">
            <a:avLst/>
          </a:prstGeom>
          <a:ln w="28575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307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46D36-57C7-5B83-9BBD-0BB94A5C3E4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9656" y="-89807"/>
            <a:ext cx="12351657" cy="69478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988D89-BDD7-401A-FD59-E0478EE096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55" y="469196"/>
            <a:ext cx="3840480" cy="13010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F7D4D7-159D-D34C-5408-A1FEE4182F34}"/>
              </a:ext>
            </a:extLst>
          </p:cNvPr>
          <p:cNvSpPr txBox="1"/>
          <p:nvPr/>
        </p:nvSpPr>
        <p:spPr>
          <a:xfrm>
            <a:off x="3240855" y="2615072"/>
            <a:ext cx="6163867" cy="1813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6700"/>
              </a:lnSpc>
            </a:pPr>
            <a:r>
              <a:rPr lang="en-US" sz="7700" spc="100">
                <a:solidFill>
                  <a:srgbClr val="C8FF08"/>
                </a:solidFill>
                <a:latin typeface="Sons Condensed Extrabold" panose="02060906060206060203" pitchFamily="18" charset="0"/>
              </a:rPr>
              <a:t>THE ENERGY TO </a:t>
            </a:r>
            <a:br>
              <a:rPr lang="en-US" sz="7700" spc="100">
                <a:solidFill>
                  <a:srgbClr val="C8FF08"/>
                </a:solidFill>
                <a:latin typeface="Sons Condensed Extrabold" panose="02060906060206060203" pitchFamily="18" charset="0"/>
              </a:rPr>
            </a:br>
            <a:r>
              <a:rPr lang="en-US" sz="7700" spc="100">
                <a:solidFill>
                  <a:srgbClr val="C8FF08"/>
                </a:solidFill>
                <a:latin typeface="Sons Condensed Extrabold" panose="02060906060206060203" pitchFamily="18" charset="0"/>
              </a:rPr>
              <a:t>CHANGE THE WORLD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DFB19A-F21B-FB81-C6F8-049DAF5E4EC3}"/>
              </a:ext>
            </a:extLst>
          </p:cNvPr>
          <p:cNvCxnSpPr>
            <a:cxnSpLocks/>
          </p:cNvCxnSpPr>
          <p:nvPr/>
        </p:nvCxnSpPr>
        <p:spPr>
          <a:xfrm>
            <a:off x="3131755" y="2561167"/>
            <a:ext cx="0" cy="4296833"/>
          </a:xfrm>
          <a:prstGeom prst="line">
            <a:avLst/>
          </a:prstGeom>
          <a:ln w="28575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7435F1-A57D-C490-24E3-0AFBD4A96A68}"/>
              </a:ext>
            </a:extLst>
          </p:cNvPr>
          <p:cNvSpPr txBox="1"/>
          <p:nvPr/>
        </p:nvSpPr>
        <p:spPr>
          <a:xfrm>
            <a:off x="3238500" y="4385723"/>
            <a:ext cx="3651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pc="50">
                <a:latin typeface="Arial" panose="020B0604020202020204" pitchFamily="34" charset="0"/>
                <a:cs typeface="Arial" panose="020B0604020202020204" pitchFamily="34" charset="0"/>
              </a:rPr>
              <a:t>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1760928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56A5C2-FD2E-0892-2178-D2EBF07F01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56" y="178984"/>
            <a:ext cx="4297680" cy="145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89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A72B87-0F6F-148C-2F6B-3BDA6A402B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991" y="178984"/>
            <a:ext cx="4297680" cy="145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15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1402C0-DD0B-8BB2-71B0-8CB5F98390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244" y="314834"/>
            <a:ext cx="3104026" cy="1051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FE381F-459C-C802-ABE2-69548ECDE0D0}"/>
              </a:ext>
            </a:extLst>
          </p:cNvPr>
          <p:cNvSpPr txBox="1"/>
          <p:nvPr/>
        </p:nvSpPr>
        <p:spPr>
          <a:xfrm>
            <a:off x="637355" y="485705"/>
            <a:ext cx="3913444" cy="1349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700"/>
              </a:lnSpc>
            </a:pPr>
            <a:r>
              <a:rPr lang="en-US" sz="4700" spc="100">
                <a:latin typeface="Sons Condensed Extrabold" panose="02060906060206060203" pitchFamily="18" charset="0"/>
              </a:rPr>
              <a:t>THE ENERGY TO </a:t>
            </a:r>
            <a:br>
              <a:rPr lang="en-US" sz="4700" spc="100">
                <a:latin typeface="Sons Condensed Extrabold" panose="02060906060206060203" pitchFamily="18" charset="0"/>
              </a:rPr>
            </a:br>
            <a:r>
              <a:rPr lang="en-US" sz="4700" spc="100">
                <a:latin typeface="Sons Condensed Extrabold" panose="02060906060206060203" pitchFamily="18" charset="0"/>
              </a:rPr>
              <a:t>CHANGE THE WORLD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656266-8E97-002C-E09E-7421BE5FB23C}"/>
              </a:ext>
            </a:extLst>
          </p:cNvPr>
          <p:cNvCxnSpPr>
            <a:cxnSpLocks/>
          </p:cNvCxnSpPr>
          <p:nvPr/>
        </p:nvCxnSpPr>
        <p:spPr>
          <a:xfrm>
            <a:off x="519788" y="552672"/>
            <a:ext cx="0" cy="6305328"/>
          </a:xfrm>
          <a:prstGeom prst="line">
            <a:avLst/>
          </a:prstGeom>
          <a:ln w="28575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17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38</Words>
  <Application>Microsoft Macintosh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Sons Condensed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 Vernova Brand</dc:creator>
  <cp:lastModifiedBy>Mercer, Cierra (GE Vernova)</cp:lastModifiedBy>
  <cp:revision>12</cp:revision>
  <dcterms:created xsi:type="dcterms:W3CDTF">2023-10-30T08:45:22Z</dcterms:created>
  <dcterms:modified xsi:type="dcterms:W3CDTF">2025-09-02T18:43:29Z</dcterms:modified>
</cp:coreProperties>
</file>