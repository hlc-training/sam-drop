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 id="2147483701" r:id="rId2"/>
  </p:sldMasterIdLst>
  <p:notesMasterIdLst>
    <p:notesMasterId r:id="rId6"/>
  </p:notesMasterIdLst>
  <p:handoutMasterIdLst>
    <p:handoutMasterId r:id="rId7"/>
  </p:handoutMasterIdLst>
  <p:sldIdLst>
    <p:sldId id="2147483471" r:id="rId3"/>
    <p:sldId id="2147376381" r:id="rId4"/>
    <p:sldId id="2147483505" r:id="rId5"/>
  </p:sldIdLst>
  <p:sldSz cx="12192000" cy="6858000"/>
  <p:notesSz cx="6742113"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039">
          <p15:clr>
            <a:srgbClr val="A4A3A4"/>
          </p15:clr>
        </p15:guide>
        <p15:guide id="4" orient="horz" pos="505">
          <p15:clr>
            <a:srgbClr val="A4A3A4"/>
          </p15:clr>
        </p15:guide>
        <p15:guide id="5" orient="horz" pos="1165">
          <p15:clr>
            <a:srgbClr val="A4A3A4"/>
          </p15:clr>
        </p15:guide>
        <p15:guide id="6" orient="horz" pos="3903">
          <p15:clr>
            <a:srgbClr val="A4A3A4"/>
          </p15:clr>
        </p15:guide>
        <p15:guide id="7" pos="7400">
          <p15:clr>
            <a:srgbClr val="A4A3A4"/>
          </p15:clr>
        </p15:guide>
        <p15:guide id="8" pos="1025">
          <p15:clr>
            <a:srgbClr val="A4A3A4"/>
          </p15:clr>
        </p15:guide>
        <p15:guide id="9" pos="6697">
          <p15:clr>
            <a:srgbClr val="A4A3A4"/>
          </p15:clr>
        </p15:guide>
        <p15:guide id="10" pos="4212">
          <p15:clr>
            <a:srgbClr val="A4A3A4"/>
          </p15:clr>
        </p15:guide>
      </p15:sldGuideLst>
    </p:ext>
    <p:ext uri="{2D200454-40CA-4A62-9FC3-DE9A4176ACB9}">
      <p15:notesGuideLst xmlns:p15="http://schemas.microsoft.com/office/powerpoint/2012/main">
        <p15:guide id="1" orient="horz" pos="3110" userDrawn="1">
          <p15:clr>
            <a:srgbClr val="A4A3A4"/>
          </p15:clr>
        </p15:guide>
        <p15:guide id="2" pos="212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7E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EFE33C-BDF6-4099-8329-6BE81B997FCF}" v="1" dt="2026-01-19T13:55:57.867"/>
  </p1510:revLst>
</p1510:revInfo>
</file>

<file path=ppt/tableStyles.xml><?xml version="1.0" encoding="utf-8"?>
<a:tblStyleLst xmlns:a="http://schemas.openxmlformats.org/drawingml/2006/main" def="{B7752061-5463-48E6-A297-43E0E91C0267}">
  <a:tblStyle styleId="{0817EA92-75D0-4044-A80A-286907CE0DDB}" styleName="GE Ruled Table">
    <a:wholeTbl>
      <a:tcTxStyle>
        <a:fontRef idx="minor">
          <a:prstClr val="black"/>
        </a:fontRef>
        <a:schemeClr val="accent2"/>
      </a:tcTxStyle>
      <a:tcStyle>
        <a:tcBdr>
          <a:left>
            <a:ln w="0" cmpd="sng">
              <a:solidFill>
                <a:schemeClr val="bg1"/>
              </a:solidFill>
            </a:ln>
          </a:left>
          <a:right>
            <a:ln w="0" cmpd="sng">
              <a:solidFill>
                <a:schemeClr val="bg1"/>
              </a:solidFill>
            </a:ln>
          </a:right>
          <a:top>
            <a:ln w="19050" cmpd="sng">
              <a:gradFill>
                <a:gsLst>
                  <a:gs pos="0">
                    <a:schemeClr val="bg1"/>
                  </a:gs>
                  <a:gs pos="25000">
                    <a:srgbClr val="B7E6FF"/>
                  </a:gs>
                  <a:gs pos="100000">
                    <a:schemeClr val="accent3"/>
                  </a:gs>
                </a:gsLst>
                <a:lin ang="0" scaled="0"/>
              </a:gradFill>
            </a:ln>
          </a:top>
          <a:bottom>
            <a:ln w="0" cmpd="sng">
              <a:solidFill>
                <a:schemeClr val="bg1"/>
              </a:solidFill>
            </a:ln>
          </a:bottom>
          <a:insideH>
            <a:ln w="19050" cmpd="sng">
              <a:gradFill>
                <a:gsLst>
                  <a:gs pos="0">
                    <a:schemeClr val="bg1"/>
                  </a:gs>
                  <a:gs pos="25000">
                    <a:srgbClr val="B7E6FF"/>
                  </a:gs>
                  <a:gs pos="100000">
                    <a:schemeClr val="accent3"/>
                  </a:gs>
                </a:gsLst>
                <a:lin ang="0" scaled="0"/>
              </a:gradFill>
            </a:ln>
          </a:insideH>
          <a:insideV>
            <a:ln w="0" cmpd="sng">
              <a:solidFill>
                <a:schemeClr val="bg1"/>
              </a:solidFill>
            </a:ln>
          </a:insideV>
        </a:tcBdr>
      </a:tcStyle>
    </a:wholeTbl>
    <a:band1H>
      <a:tcStyle>
        <a:tcBdr/>
      </a:tcStyle>
    </a:band1H>
    <a:band2H>
      <a:tcStyle>
        <a:tcBdr/>
      </a:tcStyle>
    </a:band2H>
    <a:band1V>
      <a:tcStyle>
        <a:tcBdr/>
      </a:tcStyle>
    </a:band1V>
    <a:band2V>
      <a:tcStyle>
        <a:tcBdr/>
      </a:tcStyle>
    </a:band2V>
    <a:lastCol>
      <a:tcStyle>
        <a:tcBdr/>
      </a:tcStyle>
    </a:lastCol>
    <a:firstCol>
      <a:tcTxStyle b="on">
        <a:fontRef idx="minor">
          <a:prstClr val="black"/>
        </a:fontRef>
        <a:schemeClr val="accent2"/>
      </a:tcTxStyle>
      <a:tcStyle>
        <a:tcBdr>
          <a:top>
            <a:ln w="0" cmpd="sng">
              <a:solidFill>
                <a:schemeClr val="lt1"/>
              </a:solidFill>
            </a:ln>
          </a:top>
          <a:insideH>
            <a:ln w="0" cmpd="sng">
              <a:solidFill>
                <a:schemeClr val="lt1"/>
              </a:solidFill>
            </a:ln>
          </a:insideH>
        </a:tcBdr>
      </a:tcStyle>
    </a:firstCol>
    <a:lastRow>
      <a:tcStyle>
        <a:tcBdr/>
      </a:tcStyle>
    </a:lastRow>
    <a:firstRow>
      <a:tcStyle>
        <a:tcBdr/>
      </a:tcStyle>
    </a:firstRow>
  </a:tblStyle>
  <a:tblStyle styleId="{B7752061-5463-48E6-A297-43E0E91C0267}" styleName="GE Solid Table">
    <a:wholeTbl>
      <a:tcTxStyle>
        <a:fontRef idx="minor">
          <a:prstClr val="black"/>
        </a:fontRef>
        <a:schemeClr val="accent2"/>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322" autoAdjust="0"/>
    <p:restoredTop sz="94660" autoAdjust="0"/>
  </p:normalViewPr>
  <p:slideViewPr>
    <p:cSldViewPr snapToGrid="0" showGuides="1">
      <p:cViewPr varScale="1">
        <p:scale>
          <a:sx n="111" d="100"/>
          <a:sy n="111" d="100"/>
        </p:scale>
        <p:origin x="1092" y="78"/>
      </p:cViewPr>
      <p:guideLst>
        <p:guide orient="horz" pos="2160"/>
        <p:guide pos="3840"/>
        <p:guide orient="horz" pos="1039"/>
        <p:guide orient="horz" pos="505"/>
        <p:guide orient="horz" pos="1165"/>
        <p:guide orient="horz" pos="3903"/>
        <p:guide pos="7400"/>
        <p:guide pos="1025"/>
        <p:guide pos="6697"/>
        <p:guide pos="4212"/>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92" d="100"/>
          <a:sy n="92" d="100"/>
        </p:scale>
        <p:origin x="-3410" y="-81"/>
      </p:cViewPr>
      <p:guideLst>
        <p:guide orient="horz" pos="3110"/>
        <p:guide pos="21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1582" cy="493633"/>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18971" y="0"/>
            <a:ext cx="2921582" cy="493633"/>
          </a:xfrm>
          <a:prstGeom prst="rect">
            <a:avLst/>
          </a:prstGeom>
        </p:spPr>
        <p:txBody>
          <a:bodyPr vert="horz" lIns="91440" tIns="45720" rIns="91440" bIns="45720" rtlCol="0"/>
          <a:lstStyle>
            <a:lvl1pPr algn="r">
              <a:defRPr sz="1200"/>
            </a:lvl1pPr>
          </a:lstStyle>
          <a:p>
            <a:fld id="{FCBF77B6-06AB-43A3-89A4-8CD1677993D0}" type="datetimeFigureOut">
              <a:rPr lang="en-CA" smtClean="0"/>
              <a:t>2026-09-03</a:t>
            </a:fld>
            <a:endParaRPr lang="en-CA"/>
          </a:p>
        </p:txBody>
      </p:sp>
      <p:sp>
        <p:nvSpPr>
          <p:cNvPr id="4" name="Footer Placeholder 3"/>
          <p:cNvSpPr>
            <a:spLocks noGrp="1"/>
          </p:cNvSpPr>
          <p:nvPr>
            <p:ph type="ftr" sz="quarter" idx="2"/>
          </p:nvPr>
        </p:nvSpPr>
        <p:spPr>
          <a:xfrm>
            <a:off x="0" y="9377316"/>
            <a:ext cx="2921582" cy="493633"/>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18971" y="9377316"/>
            <a:ext cx="2921582" cy="493633"/>
          </a:xfrm>
          <a:prstGeom prst="rect">
            <a:avLst/>
          </a:prstGeom>
        </p:spPr>
        <p:txBody>
          <a:bodyPr vert="horz" lIns="91440" tIns="45720" rIns="91440" bIns="45720" rtlCol="0" anchor="b"/>
          <a:lstStyle>
            <a:lvl1pPr algn="r">
              <a:defRPr sz="1200"/>
            </a:lvl1pPr>
          </a:lstStyle>
          <a:p>
            <a:fld id="{B2762B2D-468D-4837-8CAA-70AF425658B8}" type="slidenum">
              <a:rPr lang="en-CA" smtClean="0"/>
              <a:t>‹#›</a:t>
            </a:fld>
            <a:endParaRPr lang="en-CA"/>
          </a:p>
        </p:txBody>
      </p:sp>
      <p:pic>
        <p:nvPicPr>
          <p:cNvPr id="1026" name="Picture 2" descr="I:\Dockets\1421 SmallStuff GE PPT\Graphics\GE Grey.e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86264" y="70413"/>
            <a:ext cx="569585" cy="625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0291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1582" cy="493633"/>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18971" y="0"/>
            <a:ext cx="2921582" cy="493633"/>
          </a:xfrm>
          <a:prstGeom prst="rect">
            <a:avLst/>
          </a:prstGeom>
        </p:spPr>
        <p:txBody>
          <a:bodyPr vert="horz" lIns="91440" tIns="45720" rIns="91440" bIns="45720" rtlCol="0"/>
          <a:lstStyle>
            <a:lvl1pPr algn="r">
              <a:defRPr sz="1200"/>
            </a:lvl1pPr>
          </a:lstStyle>
          <a:p>
            <a:fld id="{9B6804B0-AD37-4623-8498-3C9AE39E25E5}" type="datetimeFigureOut">
              <a:rPr lang="en-CA" smtClean="0"/>
              <a:t>2026-09-03</a:t>
            </a:fld>
            <a:endParaRPr lang="en-CA"/>
          </a:p>
        </p:txBody>
      </p:sp>
      <p:sp>
        <p:nvSpPr>
          <p:cNvPr id="4" name="Slide Image Placeholder 3"/>
          <p:cNvSpPr>
            <a:spLocks noGrp="1" noRot="1" noChangeAspect="1"/>
          </p:cNvSpPr>
          <p:nvPr>
            <p:ph type="sldImg" idx="2"/>
          </p:nvPr>
        </p:nvSpPr>
        <p:spPr>
          <a:xfrm>
            <a:off x="79375" y="739775"/>
            <a:ext cx="6583363" cy="3703638"/>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371305" y="4689515"/>
            <a:ext cx="5999503" cy="4442698"/>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6" name="Footer Placeholder 5"/>
          <p:cNvSpPr>
            <a:spLocks noGrp="1"/>
          </p:cNvSpPr>
          <p:nvPr>
            <p:ph type="ftr" sz="quarter" idx="4"/>
          </p:nvPr>
        </p:nvSpPr>
        <p:spPr>
          <a:xfrm>
            <a:off x="0" y="9377316"/>
            <a:ext cx="2921582" cy="493633"/>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18971" y="9377316"/>
            <a:ext cx="2921582" cy="493633"/>
          </a:xfrm>
          <a:prstGeom prst="rect">
            <a:avLst/>
          </a:prstGeom>
        </p:spPr>
        <p:txBody>
          <a:bodyPr vert="horz" lIns="91440" tIns="45720" rIns="91440" bIns="45720" rtlCol="0" anchor="b"/>
          <a:lstStyle>
            <a:lvl1pPr algn="r">
              <a:defRPr sz="1200"/>
            </a:lvl1pPr>
          </a:lstStyle>
          <a:p>
            <a:fld id="{80CDABC8-FD09-47BC-822A-A981D494E0D7}" type="slidenum">
              <a:rPr lang="en-CA" smtClean="0"/>
              <a:t>‹#›</a:t>
            </a:fld>
            <a:endParaRPr lang="en-CA"/>
          </a:p>
        </p:txBody>
      </p:sp>
      <p:pic>
        <p:nvPicPr>
          <p:cNvPr id="8" name="Picture 2" descr="I:\Dockets\1421 SmallStuff GE PPT\Graphics\GE Grey.e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6264" y="70413"/>
            <a:ext cx="569585" cy="625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4857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228600" indent="0" algn="l" defTabSz="914400" rtl="0" eaLnBrk="1" latinLnBrk="0" hangingPunct="1">
      <a:defRPr sz="1200" kern="1200">
        <a:solidFill>
          <a:schemeClr val="tx1"/>
        </a:solidFill>
        <a:latin typeface="+mn-lt"/>
        <a:ea typeface="+mn-ea"/>
        <a:cs typeface="+mn-cs"/>
      </a:defRPr>
    </a:lvl2pPr>
    <a:lvl3pPr marL="457200" indent="0" algn="l" defTabSz="914400" rtl="0" eaLnBrk="1" latinLnBrk="0" hangingPunct="1">
      <a:defRPr sz="1200" kern="1200">
        <a:solidFill>
          <a:schemeClr val="tx1"/>
        </a:solidFill>
        <a:latin typeface="+mn-lt"/>
        <a:ea typeface="+mn-ea"/>
        <a:cs typeface="+mn-cs"/>
      </a:defRPr>
    </a:lvl3pPr>
    <a:lvl4pPr marL="685800" indent="0" algn="l" defTabSz="914400" rtl="0" eaLnBrk="1" latinLnBrk="0" hangingPunct="1">
      <a:defRPr sz="1200" kern="1200">
        <a:solidFill>
          <a:schemeClr val="tx1"/>
        </a:solidFill>
        <a:latin typeface="+mn-lt"/>
        <a:ea typeface="+mn-ea"/>
        <a:cs typeface="+mn-cs"/>
      </a:defRPr>
    </a:lvl4pPr>
    <a:lvl5pPr marL="914400" indent="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Kim brings to her new role over 20 years of experience in a variety of industries and HR disciplines. Prior to joining GE, Kim was with Flowserve Corporation where she served as a senior HR leader overseeing key areas including Operations, Rewards, Talent Acquisition and Management, as well as HR systems for 17,000 employees. She also served as interim CHRO, reporting directly to the CEO. She established key programs for providing internal talent sourcing for early career technical and plant manager pipelines, as well as the creation of a new university graduate leadership development program to ensure a strong pipeline of talent at the entry level of the organization.</a:t>
            </a:r>
          </a:p>
        </p:txBody>
      </p:sp>
      <p:sp>
        <p:nvSpPr>
          <p:cNvPr id="4" name="Slide Number Placeholder 3"/>
          <p:cNvSpPr>
            <a:spLocks noGrp="1"/>
          </p:cNvSpPr>
          <p:nvPr>
            <p:ph type="sldNum" sz="quarter" idx="5"/>
          </p:nvPr>
        </p:nvSpPr>
        <p:spPr/>
        <p:txBody>
          <a:bodyPr/>
          <a:lstStyle/>
          <a:p>
            <a:fld id="{F4BFF387-9D57-4C4A-857D-AC6507407006}" type="slidenum">
              <a:rPr lang="en-US" smtClean="0"/>
              <a:pPr/>
              <a:t>1</a:t>
            </a:fld>
            <a:endParaRPr lang="en-US" dirty="0"/>
          </a:p>
        </p:txBody>
      </p:sp>
    </p:spTree>
    <p:extLst>
      <p:ext uri="{BB962C8B-B14F-4D97-AF65-F5344CB8AC3E}">
        <p14:creationId xmlns:p14="http://schemas.microsoft.com/office/powerpoint/2010/main" val="56310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p:spPr>
        <p:txBody>
          <a:bodyPr/>
          <a:lstStyle/>
          <a:p>
            <a:pPr marL="228437" indent="-228437">
              <a:lnSpc>
                <a:spcPct val="100000"/>
              </a:lnSpc>
              <a:spcBef>
                <a:spcPct val="0"/>
              </a:spcBef>
            </a:pPr>
            <a:endParaRPr lang="en-US" sz="1400" dirty="0">
              <a:solidFill>
                <a:schemeClr val="tx1"/>
              </a:solidFill>
            </a:endParaRPr>
          </a:p>
          <a:p>
            <a:pPr marL="228437" indent="-228437">
              <a:lnSpc>
                <a:spcPct val="100000"/>
              </a:lnSpc>
              <a:spcBef>
                <a:spcPct val="0"/>
              </a:spcBef>
            </a:pPr>
            <a:endParaRPr lang="en-US" dirty="0">
              <a:solidFill>
                <a:schemeClr val="tx1"/>
              </a:solidFill>
              <a:latin typeface="Arial" pitchFamily="34" charset="0"/>
            </a:endParaRPr>
          </a:p>
          <a:p>
            <a:pPr marL="228437" indent="-228437">
              <a:lnSpc>
                <a:spcPct val="100000"/>
              </a:lnSpc>
              <a:spcBef>
                <a:spcPct val="0"/>
              </a:spcBef>
            </a:pPr>
            <a:endParaRPr lang="en-US" dirty="0">
              <a:solidFill>
                <a:schemeClr val="tx1"/>
              </a:solidFill>
              <a:latin typeface="Arial" pitchFamily="34" charset="0"/>
            </a:endParaRPr>
          </a:p>
          <a:p>
            <a:pPr marL="228437" indent="-228437"/>
            <a:endParaRPr lang="en-US" dirty="0">
              <a:latin typeface="Arial" pitchFamily="34" charset="0"/>
            </a:endParaRPr>
          </a:p>
        </p:txBody>
      </p:sp>
    </p:spTree>
    <p:extLst>
      <p:ext uri="{BB962C8B-B14F-4D97-AF65-F5344CB8AC3E}">
        <p14:creationId xmlns:p14="http://schemas.microsoft.com/office/powerpoint/2010/main" val="38192956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3" y="-8587"/>
            <a:ext cx="12207238" cy="6874623"/>
          </a:xfrm>
          <a:prstGeom prst="rect">
            <a:avLst/>
          </a:prstGeom>
        </p:spPr>
      </p:pic>
      <p:sp>
        <p:nvSpPr>
          <p:cNvPr id="2" name="Title 1"/>
          <p:cNvSpPr>
            <a:spLocks noGrp="1"/>
          </p:cNvSpPr>
          <p:nvPr>
            <p:ph type="ctrTitle" hasCustomPrompt="1"/>
          </p:nvPr>
        </p:nvSpPr>
        <p:spPr>
          <a:xfrm>
            <a:off x="1630554" y="1649413"/>
            <a:ext cx="9000934" cy="1554480"/>
          </a:xfrm>
        </p:spPr>
        <p:txBody>
          <a:bodyPr anchor="t" anchorCtr="0">
            <a:noAutofit/>
          </a:bodyPr>
          <a:lstStyle>
            <a:lvl1pPr algn="l">
              <a:lnSpc>
                <a:spcPct val="90000"/>
              </a:lnSpc>
              <a:defRPr sz="4800">
                <a:solidFill>
                  <a:schemeClr val="accent2"/>
                </a:solidFill>
              </a:defRPr>
            </a:lvl1pPr>
          </a:lstStyle>
          <a:p>
            <a:r>
              <a:rPr lang="en-US" dirty="0"/>
              <a:t>Title Slide Layout</a:t>
            </a:r>
            <a:endParaRPr lang="en-CA" dirty="0"/>
          </a:p>
        </p:txBody>
      </p:sp>
      <p:sp>
        <p:nvSpPr>
          <p:cNvPr id="4" name="Date Placeholder 3"/>
          <p:cNvSpPr>
            <a:spLocks noGrp="1"/>
          </p:cNvSpPr>
          <p:nvPr>
            <p:ph type="dt" sz="half" idx="10"/>
          </p:nvPr>
        </p:nvSpPr>
        <p:spPr>
          <a:xfrm>
            <a:off x="1627188" y="3657600"/>
            <a:ext cx="4467288" cy="254013"/>
          </a:xfrm>
        </p:spPr>
        <p:txBody>
          <a:bodyPr/>
          <a:lstStyle>
            <a:lvl1pPr algn="l">
              <a:defRPr sz="1400" b="1">
                <a:solidFill>
                  <a:schemeClr val="accent2"/>
                </a:solidFill>
              </a:defRPr>
            </a:lvl1pPr>
          </a:lstStyle>
          <a:p>
            <a:fld id="{6050E0BC-091B-4F46-A64B-EF4A39477016}" type="datetime4">
              <a:rPr lang="en-US" smtClean="0"/>
              <a:t>September 3, 2026</a:t>
            </a:fld>
            <a:endParaRPr lang="en-CA"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65760" y="365760"/>
            <a:ext cx="901153" cy="90115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629475" y="3968496"/>
            <a:ext cx="8996362" cy="184666"/>
          </a:xfrm>
          <a:prstGeom prst="rect">
            <a:avLst/>
          </a:prstGeom>
          <a:noFill/>
        </p:spPr>
        <p:txBody>
          <a:bodyPr wrap="square" lIns="0" tIns="0" rIns="0" bIns="0" rtlCol="0">
            <a:spAutoFit/>
          </a:bodyPr>
          <a:lstStyle/>
          <a:p>
            <a:r>
              <a:rPr lang="en-CA" sz="1200" dirty="0">
                <a:solidFill>
                  <a:schemeClr val="accent2"/>
                </a:solidFill>
              </a:rPr>
              <a:t>Confidential. Not to be copied, distributed, or reproduced without prior approval. </a:t>
            </a:r>
          </a:p>
        </p:txBody>
      </p:sp>
      <p:sp>
        <p:nvSpPr>
          <p:cNvPr id="10" name="AutoShape 3"/>
          <p:cNvSpPr>
            <a:spLocks noChangeAspect="1" noChangeArrowheads="1" noTextEdit="1"/>
          </p:cNvSpPr>
          <p:nvPr userDrawn="1"/>
        </p:nvSpPr>
        <p:spPr bwMode="auto">
          <a:xfrm>
            <a:off x="365125" y="365125"/>
            <a:ext cx="9017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Tree>
    <p:extLst>
      <p:ext uri="{BB962C8B-B14F-4D97-AF65-F5344CB8AC3E}">
        <p14:creationId xmlns:p14="http://schemas.microsoft.com/office/powerpoint/2010/main" val="3183832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2">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41" y="-8587"/>
            <a:ext cx="12207234" cy="6874623"/>
          </a:xfrm>
          <a:prstGeom prst="rect">
            <a:avLst/>
          </a:prstGeom>
        </p:spPr>
      </p:pic>
      <p:sp>
        <p:nvSpPr>
          <p:cNvPr id="2" name="Title 1"/>
          <p:cNvSpPr>
            <a:spLocks noGrp="1"/>
          </p:cNvSpPr>
          <p:nvPr>
            <p:ph type="ctrTitle" hasCustomPrompt="1"/>
          </p:nvPr>
        </p:nvSpPr>
        <p:spPr>
          <a:xfrm>
            <a:off x="1624903" y="1649413"/>
            <a:ext cx="9000934" cy="1417468"/>
          </a:xfrm>
        </p:spPr>
        <p:txBody>
          <a:bodyPr anchor="t" anchorCtr="0">
            <a:noAutofit/>
          </a:bodyPr>
          <a:lstStyle>
            <a:lvl1pPr algn="l">
              <a:lnSpc>
                <a:spcPct val="90000"/>
              </a:lnSpc>
              <a:defRPr sz="4800">
                <a:solidFill>
                  <a:schemeClr val="accent2"/>
                </a:solidFill>
              </a:defRPr>
            </a:lvl1pPr>
          </a:lstStyle>
          <a:p>
            <a:r>
              <a:rPr lang="en-US" dirty="0"/>
              <a:t>Title Slide 2 Layout</a:t>
            </a:r>
            <a:endParaRPr lang="en-CA" dirty="0"/>
          </a:p>
        </p:txBody>
      </p:sp>
      <p:sp>
        <p:nvSpPr>
          <p:cNvPr id="4" name="Date Placeholder 3"/>
          <p:cNvSpPr>
            <a:spLocks noGrp="1"/>
          </p:cNvSpPr>
          <p:nvPr>
            <p:ph type="dt" sz="half" idx="10"/>
          </p:nvPr>
        </p:nvSpPr>
        <p:spPr>
          <a:xfrm>
            <a:off x="1627188" y="3072384"/>
            <a:ext cx="3979927" cy="254013"/>
          </a:xfrm>
        </p:spPr>
        <p:txBody>
          <a:bodyPr/>
          <a:lstStyle>
            <a:lvl1pPr algn="l">
              <a:defRPr sz="1300" b="1">
                <a:solidFill>
                  <a:schemeClr val="accent2"/>
                </a:solidFill>
              </a:defRPr>
            </a:lvl1pPr>
          </a:lstStyle>
          <a:p>
            <a:fld id="{11A10271-0286-4BA7-AF61-91EDADC7C7D8}" type="datetime4">
              <a:rPr lang="en-US" smtClean="0"/>
              <a:t>September 3, 2026</a:t>
            </a:fld>
            <a:endParaRPr lang="en-CA"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65760" y="365760"/>
            <a:ext cx="901153" cy="90115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629475" y="3383280"/>
            <a:ext cx="3977640" cy="1684307"/>
          </a:xfrm>
          <a:prstGeom prst="rect">
            <a:avLst/>
          </a:prstGeom>
          <a:noFill/>
        </p:spPr>
        <p:txBody>
          <a:bodyPr wrap="square" lIns="0" tIns="0" rIns="0" bIns="0" rtlCol="0">
            <a:spAutoFit/>
          </a:bodyPr>
          <a:lstStyle/>
          <a:p>
            <a:pPr>
              <a:lnSpc>
                <a:spcPct val="110000"/>
              </a:lnSpc>
            </a:pPr>
            <a:r>
              <a:rPr lang="en-CA" sz="800" b="1" dirty="0">
                <a:solidFill>
                  <a:schemeClr val="accent2"/>
                </a:solidFill>
              </a:rPr>
              <a:t>Confidential. Not to be copied, reproduced, or distributed without prior approval.</a:t>
            </a:r>
          </a:p>
          <a:p>
            <a:pPr>
              <a:lnSpc>
                <a:spcPct val="110000"/>
              </a:lnSpc>
            </a:pPr>
            <a:endParaRPr lang="en-CA" sz="800" b="1" dirty="0">
              <a:solidFill>
                <a:schemeClr val="accent2"/>
              </a:solidFill>
            </a:endParaRPr>
          </a:p>
          <a:p>
            <a:pPr>
              <a:lnSpc>
                <a:spcPct val="110000"/>
              </a:lnSpc>
            </a:pPr>
            <a:r>
              <a:rPr lang="en-CA" sz="800" b="1" dirty="0">
                <a:solidFill>
                  <a:schemeClr val="accent2"/>
                </a:solidFill>
              </a:rPr>
              <a:t>CAUTION CONCERNING FORWARD-LOOKING STATEMENTS:</a:t>
            </a:r>
          </a:p>
          <a:p>
            <a:pPr>
              <a:lnSpc>
                <a:spcPct val="110000"/>
              </a:lnSpc>
            </a:pPr>
            <a:r>
              <a:rPr lang="en-CA" sz="800" dirty="0">
                <a:solidFill>
                  <a:schemeClr val="accent2"/>
                </a:solidFill>
              </a:rPr>
              <a:t>This document contains "forward-looking statements" – that is, statements related to future events that by their nature address matters that are, to different degrees, uncertain. For details on the uncertainties that may cause our actual future results to be materially different than those expressed in our forward-looking statements, see </a:t>
            </a:r>
            <a:br>
              <a:rPr lang="en-CA" sz="800" dirty="0">
                <a:solidFill>
                  <a:schemeClr val="accent2"/>
                </a:solidFill>
              </a:rPr>
            </a:br>
            <a:r>
              <a:rPr lang="en-CA" sz="800" dirty="0">
                <a:solidFill>
                  <a:schemeClr val="accent2"/>
                </a:solidFill>
              </a:rPr>
              <a:t>http://www.ge.com/investor-relations/disclaimer-caution-concerning-forwardlooking-statements as well as our annual reports on Form 10-K and quarterly reports on Form 10-Q. We do not undertake to update our forward-looking statements. This document also includes certain forward-looking projected financial information that is based on current estimates and forecasts. Actual results could differ materially. to total risk-weighted assets.]</a:t>
            </a:r>
          </a:p>
        </p:txBody>
      </p:sp>
      <p:sp>
        <p:nvSpPr>
          <p:cNvPr id="7" name="TextBox 6"/>
          <p:cNvSpPr txBox="1"/>
          <p:nvPr/>
        </p:nvSpPr>
        <p:spPr>
          <a:xfrm>
            <a:off x="5820377" y="3383280"/>
            <a:ext cx="4800600" cy="3114122"/>
          </a:xfrm>
          <a:prstGeom prst="rect">
            <a:avLst/>
          </a:prstGeom>
          <a:noFill/>
        </p:spPr>
        <p:txBody>
          <a:bodyPr wrap="square" lIns="0" tIns="0" rIns="0" bIns="0" rtlCol="0">
            <a:spAutoFit/>
          </a:bodyPr>
          <a:lstStyle/>
          <a:p>
            <a:pPr>
              <a:lnSpc>
                <a:spcPct val="110000"/>
              </a:lnSpc>
            </a:pPr>
            <a:r>
              <a:rPr lang="en-CA" sz="800" b="1" dirty="0">
                <a:solidFill>
                  <a:schemeClr val="accent2"/>
                </a:solidFill>
              </a:rPr>
              <a:t>NON-GAAP FINANCIAL MEASURES:</a:t>
            </a:r>
          </a:p>
          <a:p>
            <a:pPr>
              <a:lnSpc>
                <a:spcPct val="110000"/>
              </a:lnSpc>
            </a:pPr>
            <a:r>
              <a:rPr lang="en-CA" sz="800" dirty="0">
                <a:solidFill>
                  <a:schemeClr val="accent2"/>
                </a:solidFill>
              </a:rPr>
              <a:t>In this document, we sometimes use information derived from consolidated financial data but not presented in our financial statements prepared in accordance with U.S. generally accepted accounting principles (GAAP). Certain of these data are considered “non-GAAP financial measures” under the U.S. Securities and Exchange Commission rules. These non-GAAP financial measures supplement our GAAP disclosures and should not be considered an alternative to the GAAP measure. The reasons we use these non-GAAP financial measures and the reconciliations to their most directly comparable GAAP financial measures are posted to the investor relations section of our website at www.ge.com. [We use non-GAAP financial measures including the following:</a:t>
            </a:r>
          </a:p>
          <a:p>
            <a:pPr>
              <a:lnSpc>
                <a:spcPct val="110000"/>
              </a:lnSpc>
            </a:pPr>
            <a:r>
              <a:rPr lang="en-CA" sz="800" dirty="0">
                <a:solidFill>
                  <a:schemeClr val="accent2"/>
                </a:solidFill>
              </a:rPr>
              <a:t>•  Operating earnings and EPS, which is earnings from continuing operations excluding non-service-related pension costs of our principal pension plans.</a:t>
            </a:r>
          </a:p>
          <a:p>
            <a:pPr>
              <a:lnSpc>
                <a:spcPct val="110000"/>
              </a:lnSpc>
            </a:pPr>
            <a:r>
              <a:rPr lang="en-CA" sz="800" dirty="0">
                <a:solidFill>
                  <a:schemeClr val="accent2"/>
                </a:solidFill>
              </a:rPr>
              <a:t>•  GE Industrial operating &amp; Verticals earnings and EPS, which is operating earnings of our industrial businesses and the GE Capital businesses that we expect to retain.</a:t>
            </a:r>
          </a:p>
          <a:p>
            <a:pPr>
              <a:lnSpc>
                <a:spcPct val="110000"/>
              </a:lnSpc>
            </a:pPr>
            <a:r>
              <a:rPr lang="en-CA" sz="800" dirty="0">
                <a:solidFill>
                  <a:schemeClr val="accent2"/>
                </a:solidFill>
              </a:rPr>
              <a:t>•  GE Industrial &amp; Verticals revenues, which is revenue of our industrial businesses and the GE Capital businesses that we expect to retain.</a:t>
            </a:r>
          </a:p>
          <a:p>
            <a:pPr>
              <a:lnSpc>
                <a:spcPct val="110000"/>
              </a:lnSpc>
            </a:pPr>
            <a:r>
              <a:rPr lang="en-CA" sz="800" dirty="0">
                <a:solidFill>
                  <a:schemeClr val="accent2"/>
                </a:solidFill>
              </a:rPr>
              <a:t>•  Industrial segment organic revenue, which is the sum of revenue from all of our industrial segments less the effects of acquisitions/dispositions and currency exchange.</a:t>
            </a:r>
          </a:p>
          <a:p>
            <a:pPr>
              <a:lnSpc>
                <a:spcPct val="110000"/>
              </a:lnSpc>
            </a:pPr>
            <a:r>
              <a:rPr lang="en-CA" sz="800" dirty="0">
                <a:solidFill>
                  <a:schemeClr val="accent2"/>
                </a:solidFill>
              </a:rPr>
              <a:t>•  Industrial segment organic operating profit, which is the sum of segment profit from all of our industrial segments less the effects of acquisitions/dispositions and currency exchange.</a:t>
            </a:r>
          </a:p>
          <a:p>
            <a:pPr>
              <a:lnSpc>
                <a:spcPct val="110000"/>
              </a:lnSpc>
            </a:pPr>
            <a:r>
              <a:rPr lang="en-CA" sz="800" dirty="0">
                <a:solidFill>
                  <a:schemeClr val="accent2"/>
                </a:solidFill>
              </a:rPr>
              <a:t>•  Industrial cash flows from operating activities (Industrial CFOA), which is GE’s cash flow from operating activities excluding dividends received from GE Capital.</a:t>
            </a:r>
          </a:p>
          <a:p>
            <a:pPr>
              <a:lnSpc>
                <a:spcPct val="110000"/>
              </a:lnSpc>
            </a:pPr>
            <a:r>
              <a:rPr lang="en-CA" sz="800" dirty="0">
                <a:solidFill>
                  <a:schemeClr val="accent2"/>
                </a:solidFill>
              </a:rPr>
              <a:t>•  Capital ending net investment (ENI), excluding liquidity, which is a measure we use to measure the size of our Capital segment.</a:t>
            </a:r>
          </a:p>
          <a:p>
            <a:pPr>
              <a:lnSpc>
                <a:spcPct val="110000"/>
              </a:lnSpc>
            </a:pPr>
            <a:r>
              <a:rPr lang="en-CA" sz="800" dirty="0">
                <a:solidFill>
                  <a:schemeClr val="accent2"/>
                </a:solidFill>
              </a:rPr>
              <a:t>•  GE Capital Tier 1 Common ratio estimate is a ratio of equity</a:t>
            </a:r>
          </a:p>
        </p:txBody>
      </p:sp>
      <p:sp>
        <p:nvSpPr>
          <p:cNvPr id="12" name="AutoShape 3"/>
          <p:cNvSpPr>
            <a:spLocks noChangeAspect="1" noChangeArrowheads="1" noTextEdit="1"/>
          </p:cNvSpPr>
          <p:nvPr userDrawn="1"/>
        </p:nvSpPr>
        <p:spPr bwMode="auto">
          <a:xfrm>
            <a:off x="365125" y="365125"/>
            <a:ext cx="9017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Tree>
    <p:extLst>
      <p:ext uri="{BB962C8B-B14F-4D97-AF65-F5344CB8AC3E}">
        <p14:creationId xmlns:p14="http://schemas.microsoft.com/office/powerpoint/2010/main" val="302394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1649413"/>
            <a:ext cx="9000934" cy="2852737"/>
          </a:xfrm>
        </p:spPr>
        <p:txBody>
          <a:bodyPr anchor="t" anchorCtr="0">
            <a:noAutofit/>
          </a:bodyPr>
          <a:lstStyle>
            <a:lvl1pPr>
              <a:lnSpc>
                <a:spcPct val="90000"/>
              </a:lnSpc>
              <a:defRPr sz="4800">
                <a:solidFill>
                  <a:schemeClr val="bg1"/>
                </a:solidFill>
              </a:defRPr>
            </a:lvl1pPr>
          </a:lstStyle>
          <a:p>
            <a:r>
              <a:rPr lang="en-US" dirty="0"/>
              <a:t>Section Divider</a:t>
            </a:r>
            <a:endParaRPr lang="en-CA" dirty="0"/>
          </a:p>
        </p:txBody>
      </p:sp>
      <p:sp>
        <p:nvSpPr>
          <p:cNvPr id="4" name="Date Placeholder 3"/>
          <p:cNvSpPr>
            <a:spLocks noGrp="1"/>
          </p:cNvSpPr>
          <p:nvPr>
            <p:ph type="dt" sz="half" idx="10"/>
          </p:nvPr>
        </p:nvSpPr>
        <p:spPr/>
        <p:txBody>
          <a:bodyPr/>
          <a:lstStyle>
            <a:lvl1pPr>
              <a:defRPr>
                <a:solidFill>
                  <a:schemeClr val="bg1"/>
                </a:solidFill>
              </a:defRPr>
            </a:lvl1pPr>
          </a:lstStyle>
          <a:p>
            <a:fld id="{D36516F6-A097-4E38-8A59-185C4D2E3785}" type="datetime4">
              <a:rPr lang="en-US" smtClean="0"/>
              <a:t>September 3, 2026</a:t>
            </a:fld>
            <a:endParaRPr lang="en-CA"/>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00E6A5BD-C011-4A45-AA3A-201790FB7F2B}" type="slidenum">
              <a:rPr lang="en-CA" smtClean="0"/>
              <a:pPr/>
              <a:t>‹#›</a:t>
            </a:fld>
            <a:endParaRPr lang="en-CA"/>
          </a:p>
        </p:txBody>
      </p:sp>
      <p:cxnSp>
        <p:nvCxnSpPr>
          <p:cNvPr id="7" name="Straight Connector 6"/>
          <p:cNvCxnSpPr/>
          <p:nvPr userDrawn="1"/>
        </p:nvCxnSpPr>
        <p:spPr>
          <a:xfrm>
            <a:off x="1627188" y="6410996"/>
            <a:ext cx="1011574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018844" y="6472936"/>
            <a:ext cx="5518348" cy="187643"/>
          </a:xfrm>
          <a:prstGeom prst="rect">
            <a:avLst/>
          </a:prstGeom>
          <a:noFill/>
        </p:spPr>
        <p:txBody>
          <a:bodyPr wrap="square" lIns="0" tIns="0" rIns="0" bIns="0" rtlCol="0">
            <a:spAutoFit/>
          </a:bodyPr>
          <a:lstStyle/>
          <a:p>
            <a:r>
              <a:rPr lang="en-CA" sz="1200" dirty="0">
                <a:solidFill>
                  <a:schemeClr val="bg1"/>
                </a:solidFill>
              </a:rPr>
              <a:t>Confidential. Not to be copied, distributed, or reproduced without prior approval. </a:t>
            </a:r>
          </a:p>
        </p:txBody>
      </p:sp>
      <p:pic>
        <p:nvPicPr>
          <p:cNvPr id="10" name="Picture 3" descr="I:\Dockets\1421 SmallStuff GE PPT\Graphics\GEWhite.e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2428" y="6345936"/>
            <a:ext cx="384048" cy="384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5825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Divider Dark Image">
    <p:bg>
      <p:bgPr>
        <a:solidFill>
          <a:schemeClr val="bg2"/>
        </a:solid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9144" y="-9144"/>
            <a:ext cx="12207240" cy="6876288"/>
          </a:xfrm>
        </p:spPr>
        <p:txBody>
          <a:bodyPr/>
          <a:lstStyle/>
          <a:p>
            <a:r>
              <a:rPr lang="en-US"/>
              <a:t>Click icon to add picture</a:t>
            </a:r>
            <a:endParaRPr lang="en-CA"/>
          </a:p>
        </p:txBody>
      </p:sp>
      <p:sp>
        <p:nvSpPr>
          <p:cNvPr id="2" name="Title 1"/>
          <p:cNvSpPr>
            <a:spLocks noGrp="1"/>
          </p:cNvSpPr>
          <p:nvPr>
            <p:ph type="title" hasCustomPrompt="1"/>
          </p:nvPr>
        </p:nvSpPr>
        <p:spPr>
          <a:xfrm>
            <a:off x="1627188" y="219456"/>
            <a:ext cx="9004300" cy="914400"/>
          </a:xfrm>
        </p:spPr>
        <p:txBody>
          <a:bodyPr anchor="ctr" anchorCtr="0">
            <a:noAutofit/>
          </a:bodyPr>
          <a:lstStyle>
            <a:lvl1pPr>
              <a:lnSpc>
                <a:spcPct val="90000"/>
              </a:lnSpc>
              <a:defRPr sz="3600">
                <a:solidFill>
                  <a:schemeClr val="bg1"/>
                </a:solidFill>
              </a:defRPr>
            </a:lvl1pPr>
          </a:lstStyle>
          <a:p>
            <a:r>
              <a:rPr lang="en-US" dirty="0"/>
              <a:t>Section Divider Dark Image Layout</a:t>
            </a:r>
            <a:endParaRPr lang="en-CA" dirty="0"/>
          </a:p>
        </p:txBody>
      </p:sp>
    </p:spTree>
    <p:extLst>
      <p:ext uri="{BB962C8B-B14F-4D97-AF65-F5344CB8AC3E}">
        <p14:creationId xmlns:p14="http://schemas.microsoft.com/office/powerpoint/2010/main" val="2187823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Divider Light Image">
    <p:bg>
      <p:bgPr>
        <a:solidFill>
          <a:schemeClr val="bg2"/>
        </a:solid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9144" y="-9144"/>
            <a:ext cx="12207240" cy="6876288"/>
          </a:xfrm>
        </p:spPr>
        <p:txBody>
          <a:bodyPr/>
          <a:lstStyle/>
          <a:p>
            <a:r>
              <a:rPr lang="en-US"/>
              <a:t>Click icon to add picture</a:t>
            </a:r>
            <a:endParaRPr lang="en-CA"/>
          </a:p>
        </p:txBody>
      </p:sp>
      <p:sp>
        <p:nvSpPr>
          <p:cNvPr id="2" name="Title 1"/>
          <p:cNvSpPr>
            <a:spLocks noGrp="1"/>
          </p:cNvSpPr>
          <p:nvPr>
            <p:ph type="title" hasCustomPrompt="1"/>
          </p:nvPr>
        </p:nvSpPr>
        <p:spPr>
          <a:xfrm>
            <a:off x="1627188" y="219456"/>
            <a:ext cx="9004300" cy="914400"/>
          </a:xfrm>
        </p:spPr>
        <p:txBody>
          <a:bodyPr anchor="ctr" anchorCtr="0">
            <a:noAutofit/>
          </a:bodyPr>
          <a:lstStyle>
            <a:lvl1pPr>
              <a:lnSpc>
                <a:spcPct val="90000"/>
              </a:lnSpc>
              <a:defRPr sz="3600">
                <a:solidFill>
                  <a:schemeClr val="accent2"/>
                </a:solidFill>
              </a:defRPr>
            </a:lvl1pPr>
          </a:lstStyle>
          <a:p>
            <a:r>
              <a:rPr lang="en-US" dirty="0"/>
              <a:t>Section Divider Light Image Layout</a:t>
            </a:r>
            <a:endParaRPr lang="en-CA" dirty="0"/>
          </a:p>
        </p:txBody>
      </p:sp>
    </p:spTree>
    <p:extLst>
      <p:ext uri="{BB962C8B-B14F-4D97-AF65-F5344CB8AC3E}">
        <p14:creationId xmlns:p14="http://schemas.microsoft.com/office/powerpoint/2010/main" val="601252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 No Ru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219456"/>
            <a:ext cx="8997696" cy="914400"/>
          </a:xfrm>
        </p:spPr>
        <p:txBody>
          <a:bodyPr/>
          <a:lstStyle>
            <a:lvl1pPr>
              <a:defRPr/>
            </a:lvl1pPr>
          </a:lstStyle>
          <a:p>
            <a:r>
              <a:rPr lang="en-US" dirty="0"/>
              <a:t>Title and Content – No Rule Layout</a:t>
            </a:r>
            <a:endParaRPr lang="en-CA" dirty="0"/>
          </a:p>
        </p:txBody>
      </p:sp>
      <p:sp>
        <p:nvSpPr>
          <p:cNvPr id="4" name="Date Placeholder 3"/>
          <p:cNvSpPr>
            <a:spLocks noGrp="1"/>
          </p:cNvSpPr>
          <p:nvPr>
            <p:ph type="dt" sz="half" idx="10"/>
          </p:nvPr>
        </p:nvSpPr>
        <p:spPr/>
        <p:txBody>
          <a:bodyPr/>
          <a:lstStyle/>
          <a:p>
            <a:fld id="{66CA7FD2-EEE1-4653-A3ED-EC06E26685F5}" type="datetime4">
              <a:rPr lang="en-US" smtClean="0"/>
              <a:t>September 3, 2026</a:t>
            </a:fld>
            <a:endParaRPr lang="en-CA"/>
          </a:p>
        </p:txBody>
      </p:sp>
      <p:sp>
        <p:nvSpPr>
          <p:cNvPr id="6" name="Slide Number Placeholder 5"/>
          <p:cNvSpPr>
            <a:spLocks noGrp="1"/>
          </p:cNvSpPr>
          <p:nvPr>
            <p:ph type="sldNum" sz="quarter" idx="12"/>
          </p:nvPr>
        </p:nvSpPr>
        <p:spPr/>
        <p:txBody>
          <a:bodyPr/>
          <a:lstStyle/>
          <a:p>
            <a:fld id="{00E6A5BD-C011-4A45-AA3A-201790FB7F2B}" type="slidenum">
              <a:rPr lang="en-CA" smtClean="0"/>
              <a:t>‹#›</a:t>
            </a:fld>
            <a:endParaRPr lang="en-CA"/>
          </a:p>
        </p:txBody>
      </p:sp>
      <p:sp>
        <p:nvSpPr>
          <p:cNvPr id="9" name="Text Placeholder 8"/>
          <p:cNvSpPr>
            <a:spLocks noGrp="1"/>
          </p:cNvSpPr>
          <p:nvPr>
            <p:ph type="body" sz="quarter" idx="13" hasCustomPrompt="1"/>
          </p:nvPr>
        </p:nvSpPr>
        <p:spPr>
          <a:xfrm>
            <a:off x="1627188" y="1133856"/>
            <a:ext cx="9004300" cy="338328"/>
          </a:xfrm>
        </p:spPr>
        <p:txBody>
          <a:bodyPr anchor="b" anchorCtr="0"/>
          <a:lstStyle>
            <a:lvl1pPr marL="0" indent="0">
              <a:lnSpc>
                <a:spcPct val="90000"/>
              </a:lnSpc>
              <a:spcBef>
                <a:spcPts val="0"/>
              </a:spcBef>
              <a:buFontTx/>
              <a:buNone/>
              <a:defRPr sz="1400" b="1"/>
            </a:lvl1pPr>
          </a:lstStyle>
          <a:p>
            <a:pPr lvl="0"/>
            <a:r>
              <a:rPr lang="en-US" dirty="0"/>
              <a:t>Subtitle</a:t>
            </a:r>
          </a:p>
        </p:txBody>
      </p:sp>
      <p:sp>
        <p:nvSpPr>
          <p:cNvPr id="12" name="Content Placeholder 11"/>
          <p:cNvSpPr>
            <a:spLocks noGrp="1"/>
          </p:cNvSpPr>
          <p:nvPr>
            <p:ph sz="quarter" idx="14"/>
          </p:nvPr>
        </p:nvSpPr>
        <p:spPr>
          <a:xfrm>
            <a:off x="1627188" y="1847088"/>
            <a:ext cx="9004300" cy="434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75287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219456"/>
            <a:ext cx="8997696" cy="914400"/>
          </a:xfrm>
        </p:spPr>
        <p:txBody>
          <a:bodyPr/>
          <a:lstStyle>
            <a:lvl1pPr>
              <a:defRPr/>
            </a:lvl1pPr>
          </a:lstStyle>
          <a:p>
            <a:r>
              <a:rPr lang="en-US" dirty="0"/>
              <a:t>Title and Content Layout</a:t>
            </a:r>
            <a:endParaRPr lang="en-CA" dirty="0"/>
          </a:p>
        </p:txBody>
      </p:sp>
      <p:sp>
        <p:nvSpPr>
          <p:cNvPr id="4" name="Date Placeholder 3"/>
          <p:cNvSpPr>
            <a:spLocks noGrp="1"/>
          </p:cNvSpPr>
          <p:nvPr>
            <p:ph type="dt" sz="half" idx="10"/>
          </p:nvPr>
        </p:nvSpPr>
        <p:spPr/>
        <p:txBody>
          <a:bodyPr/>
          <a:lstStyle/>
          <a:p>
            <a:fld id="{66CA7FD2-EEE1-4653-A3ED-EC06E26685F5}" type="datetime4">
              <a:rPr lang="en-US" smtClean="0"/>
              <a:t>September 3, 2026</a:t>
            </a:fld>
            <a:endParaRPr lang="en-CA"/>
          </a:p>
        </p:txBody>
      </p:sp>
      <p:sp>
        <p:nvSpPr>
          <p:cNvPr id="6" name="Slide Number Placeholder 5"/>
          <p:cNvSpPr>
            <a:spLocks noGrp="1"/>
          </p:cNvSpPr>
          <p:nvPr>
            <p:ph type="sldNum" sz="quarter" idx="12"/>
          </p:nvPr>
        </p:nvSpPr>
        <p:spPr/>
        <p:txBody>
          <a:bodyPr/>
          <a:lstStyle/>
          <a:p>
            <a:fld id="{00E6A5BD-C011-4A45-AA3A-201790FB7F2B}" type="slidenum">
              <a:rPr lang="en-CA" smtClean="0"/>
              <a:t>‹#›</a:t>
            </a:fld>
            <a:endParaRPr lang="en-CA"/>
          </a:p>
        </p:txBody>
      </p:sp>
      <p:cxnSp>
        <p:nvCxnSpPr>
          <p:cNvPr id="8" name="Straight Connector 7"/>
          <p:cNvCxnSpPr/>
          <p:nvPr/>
        </p:nvCxnSpPr>
        <p:spPr>
          <a:xfrm>
            <a:off x="2751138" y="1647255"/>
            <a:ext cx="8996362"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3" hasCustomPrompt="1"/>
          </p:nvPr>
        </p:nvSpPr>
        <p:spPr>
          <a:xfrm>
            <a:off x="1627188" y="1133856"/>
            <a:ext cx="9004300" cy="338328"/>
          </a:xfrm>
        </p:spPr>
        <p:txBody>
          <a:bodyPr anchor="b" anchorCtr="0"/>
          <a:lstStyle>
            <a:lvl1pPr marL="0" indent="0">
              <a:lnSpc>
                <a:spcPct val="90000"/>
              </a:lnSpc>
              <a:spcBef>
                <a:spcPts val="0"/>
              </a:spcBef>
              <a:buFontTx/>
              <a:buNone/>
              <a:defRPr sz="1400" b="1"/>
            </a:lvl1pPr>
          </a:lstStyle>
          <a:p>
            <a:pPr lvl="0"/>
            <a:r>
              <a:rPr lang="en-US" dirty="0"/>
              <a:t>Subtitle</a:t>
            </a:r>
          </a:p>
        </p:txBody>
      </p:sp>
      <p:sp>
        <p:nvSpPr>
          <p:cNvPr id="12" name="Content Placeholder 11"/>
          <p:cNvSpPr>
            <a:spLocks noGrp="1"/>
          </p:cNvSpPr>
          <p:nvPr>
            <p:ph sz="quarter" idx="14"/>
          </p:nvPr>
        </p:nvSpPr>
        <p:spPr>
          <a:xfrm>
            <a:off x="1627188" y="1847088"/>
            <a:ext cx="9004300" cy="434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10" name="Straight Connector 9"/>
          <p:cNvCxnSpPr/>
          <p:nvPr userDrawn="1"/>
        </p:nvCxnSpPr>
        <p:spPr>
          <a:xfrm>
            <a:off x="1627188" y="1647255"/>
            <a:ext cx="10120312"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6630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219456"/>
            <a:ext cx="8992518" cy="914400"/>
          </a:xfrm>
        </p:spPr>
        <p:txBody>
          <a:bodyPr/>
          <a:lstStyle>
            <a:lvl1pPr>
              <a:defRPr/>
            </a:lvl1pPr>
          </a:lstStyle>
          <a:p>
            <a:r>
              <a:rPr lang="en-US" dirty="0"/>
              <a:t>Comparison Layout</a:t>
            </a:r>
            <a:endParaRPr lang="en-CA" dirty="0"/>
          </a:p>
        </p:txBody>
      </p:sp>
      <p:sp>
        <p:nvSpPr>
          <p:cNvPr id="3" name="Text Placeholder 2"/>
          <p:cNvSpPr>
            <a:spLocks noGrp="1"/>
          </p:cNvSpPr>
          <p:nvPr>
            <p:ph type="body" idx="1" hasCustomPrompt="1"/>
          </p:nvPr>
        </p:nvSpPr>
        <p:spPr>
          <a:xfrm>
            <a:off x="1623697" y="1133856"/>
            <a:ext cx="4946966" cy="338328"/>
          </a:xfrm>
        </p:spPr>
        <p:txBody>
          <a:bodyPr anchor="b">
            <a:noAutofit/>
          </a:bodyPr>
          <a:lstStyle>
            <a:lvl1pPr marL="0" indent="0">
              <a:lnSpc>
                <a:spcPct val="9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5" name="Text Placeholder 4"/>
          <p:cNvSpPr>
            <a:spLocks noGrp="1"/>
          </p:cNvSpPr>
          <p:nvPr>
            <p:ph type="body" sz="quarter" idx="3" hasCustomPrompt="1"/>
          </p:nvPr>
        </p:nvSpPr>
        <p:spPr>
          <a:xfrm>
            <a:off x="6810374" y="1133856"/>
            <a:ext cx="4934487" cy="338328"/>
          </a:xfrm>
        </p:spPr>
        <p:txBody>
          <a:bodyPr anchor="b">
            <a:noAutofit/>
          </a:bodyPr>
          <a:lstStyle>
            <a:lvl1pPr marL="0" indent="0">
              <a:lnSpc>
                <a:spcPct val="9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7" name="Date Placeholder 6"/>
          <p:cNvSpPr>
            <a:spLocks noGrp="1"/>
          </p:cNvSpPr>
          <p:nvPr>
            <p:ph type="dt" sz="half" idx="10"/>
          </p:nvPr>
        </p:nvSpPr>
        <p:spPr/>
        <p:txBody>
          <a:bodyPr/>
          <a:lstStyle/>
          <a:p>
            <a:fld id="{BAF25C84-DC05-420E-ABA4-99596C0F9BFB}" type="datetime4">
              <a:rPr lang="en-US" smtClean="0"/>
              <a:t>September 3, 2026</a:t>
            </a:fld>
            <a:endParaRPr lang="en-CA"/>
          </a:p>
        </p:txBody>
      </p:sp>
      <p:sp>
        <p:nvSpPr>
          <p:cNvPr id="9" name="Slide Number Placeholder 8"/>
          <p:cNvSpPr>
            <a:spLocks noGrp="1"/>
          </p:cNvSpPr>
          <p:nvPr>
            <p:ph type="sldNum" sz="quarter" idx="12"/>
          </p:nvPr>
        </p:nvSpPr>
        <p:spPr/>
        <p:txBody>
          <a:bodyPr/>
          <a:lstStyle/>
          <a:p>
            <a:fld id="{00E6A5BD-C011-4A45-AA3A-201790FB7F2B}" type="slidenum">
              <a:rPr lang="en-CA" smtClean="0"/>
              <a:t>‹#›</a:t>
            </a:fld>
            <a:endParaRPr lang="en-CA"/>
          </a:p>
        </p:txBody>
      </p:sp>
      <p:cxnSp>
        <p:nvCxnSpPr>
          <p:cNvPr id="11" name="Straight Connector 10"/>
          <p:cNvCxnSpPr/>
          <p:nvPr/>
        </p:nvCxnSpPr>
        <p:spPr>
          <a:xfrm>
            <a:off x="1626345" y="1649541"/>
            <a:ext cx="4944318"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810375" y="1649541"/>
            <a:ext cx="4934487"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15" name="Content Placeholder 14"/>
          <p:cNvSpPr>
            <a:spLocks noGrp="1"/>
          </p:cNvSpPr>
          <p:nvPr>
            <p:ph sz="quarter" idx="13"/>
          </p:nvPr>
        </p:nvSpPr>
        <p:spPr>
          <a:xfrm>
            <a:off x="1627188" y="1848930"/>
            <a:ext cx="4943475" cy="434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9" name="Content Placeholder 18"/>
          <p:cNvSpPr>
            <a:spLocks noGrp="1"/>
          </p:cNvSpPr>
          <p:nvPr>
            <p:ph sz="quarter" idx="14"/>
          </p:nvPr>
        </p:nvSpPr>
        <p:spPr>
          <a:xfrm>
            <a:off x="6810375" y="1848930"/>
            <a:ext cx="4937125" cy="434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13" name="Straight Connector 12"/>
          <p:cNvCxnSpPr/>
          <p:nvPr userDrawn="1"/>
        </p:nvCxnSpPr>
        <p:spPr>
          <a:xfrm>
            <a:off x="1626345" y="1649541"/>
            <a:ext cx="4944318"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810375" y="1649541"/>
            <a:ext cx="4934487"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445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Two Content Layout</a:t>
            </a:r>
            <a:endParaRPr lang="en-CA" dirty="0"/>
          </a:p>
        </p:txBody>
      </p:sp>
      <p:sp>
        <p:nvSpPr>
          <p:cNvPr id="5" name="Date Placeholder 4"/>
          <p:cNvSpPr>
            <a:spLocks noGrp="1"/>
          </p:cNvSpPr>
          <p:nvPr>
            <p:ph type="dt" sz="half" idx="10"/>
          </p:nvPr>
        </p:nvSpPr>
        <p:spPr/>
        <p:txBody>
          <a:bodyPr/>
          <a:lstStyle/>
          <a:p>
            <a:fld id="{016954F2-A168-429F-B267-8625DABCA019}" type="datetime4">
              <a:rPr lang="en-US" smtClean="0"/>
              <a:t>September 3, 2026</a:t>
            </a:fld>
            <a:endParaRPr lang="en-CA"/>
          </a:p>
        </p:txBody>
      </p:sp>
      <p:sp>
        <p:nvSpPr>
          <p:cNvPr id="7" name="Slide Number Placeholder 6"/>
          <p:cNvSpPr>
            <a:spLocks noGrp="1"/>
          </p:cNvSpPr>
          <p:nvPr>
            <p:ph type="sldNum" sz="quarter" idx="12"/>
          </p:nvPr>
        </p:nvSpPr>
        <p:spPr/>
        <p:txBody>
          <a:bodyPr/>
          <a:lstStyle/>
          <a:p>
            <a:fld id="{00E6A5BD-C011-4A45-AA3A-201790FB7F2B}" type="slidenum">
              <a:rPr lang="en-CA" smtClean="0"/>
              <a:t>‹#›</a:t>
            </a:fld>
            <a:endParaRPr lang="en-CA"/>
          </a:p>
        </p:txBody>
      </p:sp>
      <p:cxnSp>
        <p:nvCxnSpPr>
          <p:cNvPr id="9" name="Straight Connector 8"/>
          <p:cNvCxnSpPr/>
          <p:nvPr/>
        </p:nvCxnSpPr>
        <p:spPr>
          <a:xfrm>
            <a:off x="1627188" y="1649541"/>
            <a:ext cx="10112502"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10" name="Content Placeholder 9"/>
          <p:cNvSpPr>
            <a:spLocks noGrp="1"/>
          </p:cNvSpPr>
          <p:nvPr>
            <p:ph sz="quarter" idx="13"/>
          </p:nvPr>
        </p:nvSpPr>
        <p:spPr>
          <a:xfrm>
            <a:off x="1627188" y="1851659"/>
            <a:ext cx="4943475" cy="434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2" name="Content Placeholder 11"/>
          <p:cNvSpPr>
            <a:spLocks noGrp="1"/>
          </p:cNvSpPr>
          <p:nvPr>
            <p:ph sz="quarter" idx="14"/>
          </p:nvPr>
        </p:nvSpPr>
        <p:spPr>
          <a:xfrm>
            <a:off x="6810375" y="1851658"/>
            <a:ext cx="4929188" cy="434340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11" name="Straight Connector 10"/>
          <p:cNvCxnSpPr/>
          <p:nvPr userDrawn="1"/>
        </p:nvCxnSpPr>
        <p:spPr>
          <a:xfrm>
            <a:off x="1627188" y="1649541"/>
            <a:ext cx="10112502"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3125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219456"/>
            <a:ext cx="8992518" cy="914400"/>
          </a:xfrm>
        </p:spPr>
        <p:txBody>
          <a:bodyPr/>
          <a:lstStyle>
            <a:lvl1pPr>
              <a:defRPr/>
            </a:lvl1pPr>
          </a:lstStyle>
          <a:p>
            <a:r>
              <a:rPr lang="en-US" dirty="0"/>
              <a:t>Three Content Layout</a:t>
            </a:r>
            <a:endParaRPr lang="en-CA" dirty="0"/>
          </a:p>
        </p:txBody>
      </p:sp>
      <p:sp>
        <p:nvSpPr>
          <p:cNvPr id="3" name="Text Placeholder 2"/>
          <p:cNvSpPr>
            <a:spLocks noGrp="1"/>
          </p:cNvSpPr>
          <p:nvPr>
            <p:ph type="body" idx="1" hasCustomPrompt="1"/>
          </p:nvPr>
        </p:nvSpPr>
        <p:spPr>
          <a:xfrm>
            <a:off x="1623697" y="1133856"/>
            <a:ext cx="3209544" cy="338328"/>
          </a:xfrm>
        </p:spPr>
        <p:txBody>
          <a:bodyPr anchor="b">
            <a:noAutofit/>
          </a:bodyPr>
          <a:lstStyle>
            <a:lvl1pPr marL="0" indent="0">
              <a:lnSpc>
                <a:spcPct val="9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5" name="Text Placeholder 4"/>
          <p:cNvSpPr>
            <a:spLocks noGrp="1"/>
          </p:cNvSpPr>
          <p:nvPr>
            <p:ph type="body" sz="quarter" idx="3" hasCustomPrompt="1"/>
          </p:nvPr>
        </p:nvSpPr>
        <p:spPr>
          <a:xfrm>
            <a:off x="5078094" y="1133856"/>
            <a:ext cx="3209544" cy="338328"/>
          </a:xfrm>
        </p:spPr>
        <p:txBody>
          <a:bodyPr anchor="b">
            <a:noAutofit/>
          </a:bodyPr>
          <a:lstStyle>
            <a:lvl1pPr marL="0" indent="0">
              <a:lnSpc>
                <a:spcPct val="9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7" name="Date Placeholder 6"/>
          <p:cNvSpPr>
            <a:spLocks noGrp="1"/>
          </p:cNvSpPr>
          <p:nvPr>
            <p:ph type="dt" sz="half" idx="10"/>
          </p:nvPr>
        </p:nvSpPr>
        <p:spPr/>
        <p:txBody>
          <a:bodyPr/>
          <a:lstStyle/>
          <a:p>
            <a:fld id="{BAF25C84-DC05-420E-ABA4-99596C0F9BFB}" type="datetime4">
              <a:rPr lang="en-US" smtClean="0"/>
              <a:t>September 3, 2026</a:t>
            </a:fld>
            <a:endParaRPr lang="en-CA"/>
          </a:p>
        </p:txBody>
      </p:sp>
      <p:sp>
        <p:nvSpPr>
          <p:cNvPr id="8" name="Footer Placeholder 7"/>
          <p:cNvSpPr>
            <a:spLocks noGrp="1"/>
          </p:cNvSpPr>
          <p:nvPr>
            <p:ph type="ftr" sz="quarter" idx="11"/>
          </p:nvPr>
        </p:nvSpPr>
        <p:spPr>
          <a:xfrm>
            <a:off x="1627632" y="6472936"/>
            <a:ext cx="1759380" cy="182920"/>
          </a:xfrm>
          <a:prstGeom prst="rect">
            <a:avLst/>
          </a:prstGeom>
        </p:spPr>
        <p:txBody>
          <a:bodyPr/>
          <a:lstStyle/>
          <a:p>
            <a:r>
              <a:rPr lang="en-CA"/>
              <a:t>Presentation Title</a:t>
            </a:r>
          </a:p>
        </p:txBody>
      </p:sp>
      <p:sp>
        <p:nvSpPr>
          <p:cNvPr id="9" name="Slide Number Placeholder 8"/>
          <p:cNvSpPr>
            <a:spLocks noGrp="1"/>
          </p:cNvSpPr>
          <p:nvPr>
            <p:ph type="sldNum" sz="quarter" idx="12"/>
          </p:nvPr>
        </p:nvSpPr>
        <p:spPr/>
        <p:txBody>
          <a:bodyPr/>
          <a:lstStyle/>
          <a:p>
            <a:fld id="{00E6A5BD-C011-4A45-AA3A-201790FB7F2B}" type="slidenum">
              <a:rPr lang="en-CA" smtClean="0"/>
              <a:t>‹#›</a:t>
            </a:fld>
            <a:endParaRPr lang="en-CA"/>
          </a:p>
        </p:txBody>
      </p:sp>
      <p:cxnSp>
        <p:nvCxnSpPr>
          <p:cNvPr id="11" name="Straight Connector 10"/>
          <p:cNvCxnSpPr/>
          <p:nvPr/>
        </p:nvCxnSpPr>
        <p:spPr>
          <a:xfrm>
            <a:off x="1626345" y="1649541"/>
            <a:ext cx="3209544"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078095" y="1649541"/>
            <a:ext cx="3209544"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15" name="Content Placeholder 14"/>
          <p:cNvSpPr>
            <a:spLocks noGrp="1"/>
          </p:cNvSpPr>
          <p:nvPr>
            <p:ph sz="quarter" idx="13"/>
          </p:nvPr>
        </p:nvSpPr>
        <p:spPr>
          <a:xfrm>
            <a:off x="1627188" y="1848930"/>
            <a:ext cx="3209544" cy="434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9" name="Content Placeholder 18"/>
          <p:cNvSpPr>
            <a:spLocks noGrp="1"/>
          </p:cNvSpPr>
          <p:nvPr>
            <p:ph sz="quarter" idx="14"/>
          </p:nvPr>
        </p:nvSpPr>
        <p:spPr>
          <a:xfrm>
            <a:off x="5078095" y="1848930"/>
            <a:ext cx="3209544" cy="434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13" name="Straight Connector 12"/>
          <p:cNvCxnSpPr/>
          <p:nvPr/>
        </p:nvCxnSpPr>
        <p:spPr>
          <a:xfrm>
            <a:off x="8537956" y="1649413"/>
            <a:ext cx="3209544" cy="0"/>
          </a:xfrm>
          <a:prstGeom prst="line">
            <a:avLst/>
          </a:prstGeom>
          <a:ln w="19050">
            <a:gradFill>
              <a:gsLst>
                <a:gs pos="0">
                  <a:schemeClr val="bg1"/>
                </a:gs>
                <a:gs pos="25000">
                  <a:schemeClr val="accent1">
                    <a:tint val="44500"/>
                    <a:satMod val="16000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5" hasCustomPrompt="1"/>
          </p:nvPr>
        </p:nvSpPr>
        <p:spPr>
          <a:xfrm>
            <a:off x="8534019" y="1133856"/>
            <a:ext cx="3209544" cy="338328"/>
          </a:xfrm>
        </p:spPr>
        <p:txBody>
          <a:bodyPr anchor="b" anchorCtr="0">
            <a:noAutofit/>
          </a:bodyPr>
          <a:lstStyle>
            <a:lvl1pPr marL="0" indent="0">
              <a:lnSpc>
                <a:spcPct val="90000"/>
              </a:lnSpc>
              <a:spcBef>
                <a:spcPts val="0"/>
              </a:spcBef>
              <a:buFontTx/>
              <a:buNone/>
              <a:defRPr sz="1400" b="1"/>
            </a:lvl1pPr>
          </a:lstStyle>
          <a:p>
            <a:pPr lvl="0"/>
            <a:r>
              <a:rPr lang="en-US" dirty="0"/>
              <a:t>Subtitle</a:t>
            </a:r>
          </a:p>
        </p:txBody>
      </p:sp>
      <p:sp>
        <p:nvSpPr>
          <p:cNvPr id="16" name="Content Placeholder 15"/>
          <p:cNvSpPr>
            <a:spLocks noGrp="1"/>
          </p:cNvSpPr>
          <p:nvPr>
            <p:ph sz="quarter" idx="16"/>
          </p:nvPr>
        </p:nvSpPr>
        <p:spPr>
          <a:xfrm>
            <a:off x="8533003" y="1848930"/>
            <a:ext cx="3209925" cy="43291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17" name="Straight Connector 16"/>
          <p:cNvCxnSpPr/>
          <p:nvPr userDrawn="1"/>
        </p:nvCxnSpPr>
        <p:spPr>
          <a:xfrm>
            <a:off x="1626345" y="1649541"/>
            <a:ext cx="3209544"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5078095" y="1649541"/>
            <a:ext cx="3209544"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8537956" y="1649413"/>
            <a:ext cx="3209544" cy="0"/>
          </a:xfrm>
          <a:prstGeom prst="line">
            <a:avLst/>
          </a:prstGeom>
          <a:ln w="19050">
            <a:gradFill>
              <a:gsLst>
                <a:gs pos="0">
                  <a:schemeClr val="bg1"/>
                </a:gs>
                <a:gs pos="25000">
                  <a:srgbClr val="B7E6FF"/>
                </a:gs>
                <a:gs pos="100000">
                  <a:schemeClr val="accent3"/>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579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219456"/>
            <a:ext cx="8992518" cy="914400"/>
          </a:xfrm>
        </p:spPr>
        <p:txBody>
          <a:bodyPr/>
          <a:lstStyle>
            <a:lvl1pPr>
              <a:defRPr/>
            </a:lvl1pPr>
          </a:lstStyle>
          <a:p>
            <a:r>
              <a:rPr lang="en-US" dirty="0"/>
              <a:t>Four Content Layout</a:t>
            </a:r>
            <a:endParaRPr lang="en-CA" dirty="0"/>
          </a:p>
        </p:txBody>
      </p:sp>
      <p:sp>
        <p:nvSpPr>
          <p:cNvPr id="3" name="Text Placeholder 2"/>
          <p:cNvSpPr>
            <a:spLocks noGrp="1"/>
          </p:cNvSpPr>
          <p:nvPr>
            <p:ph type="body" idx="1" hasCustomPrompt="1"/>
          </p:nvPr>
        </p:nvSpPr>
        <p:spPr>
          <a:xfrm>
            <a:off x="1623697" y="1133856"/>
            <a:ext cx="2386584" cy="338328"/>
          </a:xfrm>
        </p:spPr>
        <p:txBody>
          <a:bodyPr anchor="b">
            <a:noAutofit/>
          </a:bodyPr>
          <a:lstStyle>
            <a:lvl1pPr marL="0" indent="0">
              <a:lnSpc>
                <a:spcPct val="9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5" name="Text Placeholder 4"/>
          <p:cNvSpPr>
            <a:spLocks noGrp="1"/>
          </p:cNvSpPr>
          <p:nvPr>
            <p:ph type="body" sz="quarter" idx="3" hasCustomPrompt="1"/>
          </p:nvPr>
        </p:nvSpPr>
        <p:spPr>
          <a:xfrm>
            <a:off x="4201437" y="1133856"/>
            <a:ext cx="2386584" cy="338328"/>
          </a:xfrm>
        </p:spPr>
        <p:txBody>
          <a:bodyPr anchor="b">
            <a:noAutofit/>
          </a:bodyPr>
          <a:lstStyle>
            <a:lvl1pPr marL="0" indent="0">
              <a:lnSpc>
                <a:spcPct val="90000"/>
              </a:lnSpc>
              <a:spcBef>
                <a:spcPts val="0"/>
              </a:spcBef>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7" name="Date Placeholder 6"/>
          <p:cNvSpPr>
            <a:spLocks noGrp="1"/>
          </p:cNvSpPr>
          <p:nvPr>
            <p:ph type="dt" sz="half" idx="10"/>
          </p:nvPr>
        </p:nvSpPr>
        <p:spPr/>
        <p:txBody>
          <a:bodyPr/>
          <a:lstStyle/>
          <a:p>
            <a:fld id="{BAF25C84-DC05-420E-ABA4-99596C0F9BFB}" type="datetime4">
              <a:rPr lang="en-US" smtClean="0"/>
              <a:t>September 3, 2026</a:t>
            </a:fld>
            <a:endParaRPr lang="en-CA"/>
          </a:p>
        </p:txBody>
      </p:sp>
      <p:sp>
        <p:nvSpPr>
          <p:cNvPr id="9" name="Slide Number Placeholder 8"/>
          <p:cNvSpPr>
            <a:spLocks noGrp="1"/>
          </p:cNvSpPr>
          <p:nvPr>
            <p:ph type="sldNum" sz="quarter" idx="12"/>
          </p:nvPr>
        </p:nvSpPr>
        <p:spPr/>
        <p:txBody>
          <a:bodyPr/>
          <a:lstStyle/>
          <a:p>
            <a:fld id="{00E6A5BD-C011-4A45-AA3A-201790FB7F2B}" type="slidenum">
              <a:rPr lang="en-CA" smtClean="0"/>
              <a:t>‹#›</a:t>
            </a:fld>
            <a:endParaRPr lang="en-CA"/>
          </a:p>
        </p:txBody>
      </p:sp>
      <p:sp>
        <p:nvSpPr>
          <p:cNvPr id="15" name="Content Placeholder 14"/>
          <p:cNvSpPr>
            <a:spLocks noGrp="1"/>
          </p:cNvSpPr>
          <p:nvPr>
            <p:ph sz="quarter" idx="13"/>
          </p:nvPr>
        </p:nvSpPr>
        <p:spPr>
          <a:xfrm>
            <a:off x="1627188" y="1848930"/>
            <a:ext cx="2386584" cy="4343400"/>
          </a:xfrm>
        </p:spPr>
        <p:txBody>
          <a:bodyPr/>
          <a:lstStyle>
            <a:lvl1pPr>
              <a:spcBef>
                <a:spcPts val="1200"/>
              </a:spcBef>
              <a:defRPr sz="2400"/>
            </a:lvl1pPr>
            <a:lvl2pPr>
              <a:defRPr sz="2400"/>
            </a:lvl2pPr>
            <a:lvl3pPr>
              <a:spcBef>
                <a:spcPts val="1000"/>
              </a:spcBef>
              <a:defRPr sz="2100"/>
            </a:lvl3pPr>
            <a:lvl4pPr>
              <a:defRPr sz="2100"/>
            </a:lvl4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9" name="Content Placeholder 18"/>
          <p:cNvSpPr>
            <a:spLocks noGrp="1"/>
          </p:cNvSpPr>
          <p:nvPr>
            <p:ph sz="quarter" idx="14"/>
          </p:nvPr>
        </p:nvSpPr>
        <p:spPr>
          <a:xfrm>
            <a:off x="4203361" y="1848930"/>
            <a:ext cx="2386584" cy="4343400"/>
          </a:xfrm>
        </p:spPr>
        <p:txBody>
          <a:bodyPr/>
          <a:lstStyle>
            <a:lvl1pPr>
              <a:spcBef>
                <a:spcPts val="1200"/>
              </a:spcBef>
              <a:defRPr sz="2400"/>
            </a:lvl1pPr>
            <a:lvl2pPr>
              <a:defRPr sz="2400"/>
            </a:lvl2pPr>
            <a:lvl3pPr>
              <a:spcBef>
                <a:spcPts val="1000"/>
              </a:spcBef>
              <a:defRPr sz="2100"/>
            </a:lvl3pPr>
            <a:lvl4pPr>
              <a:defRPr sz="2100"/>
            </a:lvl4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0" name="Text Placeholder 9"/>
          <p:cNvSpPr>
            <a:spLocks noGrp="1"/>
          </p:cNvSpPr>
          <p:nvPr>
            <p:ph type="body" sz="quarter" idx="15" hasCustomPrompt="1"/>
          </p:nvPr>
        </p:nvSpPr>
        <p:spPr>
          <a:xfrm>
            <a:off x="6779177" y="1133856"/>
            <a:ext cx="2386584" cy="338328"/>
          </a:xfrm>
        </p:spPr>
        <p:txBody>
          <a:bodyPr anchor="b" anchorCtr="0">
            <a:noAutofit/>
          </a:bodyPr>
          <a:lstStyle>
            <a:lvl1pPr marL="0" indent="0">
              <a:lnSpc>
                <a:spcPct val="90000"/>
              </a:lnSpc>
              <a:spcBef>
                <a:spcPts val="0"/>
              </a:spcBef>
              <a:buFontTx/>
              <a:buNone/>
              <a:defRPr sz="1400" b="1"/>
            </a:lvl1pPr>
          </a:lstStyle>
          <a:p>
            <a:pPr lvl="0"/>
            <a:r>
              <a:rPr lang="en-US" dirty="0"/>
              <a:t>Subtitle</a:t>
            </a:r>
          </a:p>
        </p:txBody>
      </p:sp>
      <p:sp>
        <p:nvSpPr>
          <p:cNvPr id="16" name="Content Placeholder 15"/>
          <p:cNvSpPr>
            <a:spLocks noGrp="1"/>
          </p:cNvSpPr>
          <p:nvPr>
            <p:ph sz="quarter" idx="16"/>
          </p:nvPr>
        </p:nvSpPr>
        <p:spPr>
          <a:xfrm>
            <a:off x="6779534" y="1848930"/>
            <a:ext cx="2386584" cy="4329112"/>
          </a:xfrm>
        </p:spPr>
        <p:txBody>
          <a:bodyPr/>
          <a:lstStyle>
            <a:lvl1pPr>
              <a:spcBef>
                <a:spcPts val="1200"/>
              </a:spcBef>
              <a:defRPr sz="2400"/>
            </a:lvl1pPr>
            <a:lvl2pPr>
              <a:defRPr sz="2400"/>
            </a:lvl2pPr>
            <a:lvl3pPr>
              <a:spcBef>
                <a:spcPts val="1000"/>
              </a:spcBef>
              <a:defRPr sz="2100"/>
            </a:lvl3pPr>
            <a:lvl4pPr>
              <a:defRPr sz="2100"/>
            </a:lvl4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4" name="Text Placeholder 13"/>
          <p:cNvSpPr>
            <a:spLocks noGrp="1"/>
          </p:cNvSpPr>
          <p:nvPr>
            <p:ph type="body" sz="quarter" idx="17" hasCustomPrompt="1"/>
          </p:nvPr>
        </p:nvSpPr>
        <p:spPr>
          <a:xfrm>
            <a:off x="9356916" y="1133856"/>
            <a:ext cx="2386584" cy="338328"/>
          </a:xfrm>
        </p:spPr>
        <p:txBody>
          <a:bodyPr anchor="b" anchorCtr="0">
            <a:noAutofit/>
          </a:bodyPr>
          <a:lstStyle>
            <a:lvl1pPr marL="0" indent="0">
              <a:lnSpc>
                <a:spcPct val="90000"/>
              </a:lnSpc>
              <a:spcBef>
                <a:spcPts val="0"/>
              </a:spcBef>
              <a:buFontTx/>
              <a:buNone/>
              <a:defRPr sz="1400" b="1"/>
            </a:lvl1pPr>
          </a:lstStyle>
          <a:p>
            <a:pPr lvl="0"/>
            <a:r>
              <a:rPr lang="en-US" dirty="0"/>
              <a:t>Subtitle</a:t>
            </a:r>
          </a:p>
        </p:txBody>
      </p:sp>
      <p:sp>
        <p:nvSpPr>
          <p:cNvPr id="20" name="Content Placeholder 19"/>
          <p:cNvSpPr>
            <a:spLocks noGrp="1"/>
          </p:cNvSpPr>
          <p:nvPr>
            <p:ph sz="quarter" idx="18"/>
          </p:nvPr>
        </p:nvSpPr>
        <p:spPr>
          <a:xfrm>
            <a:off x="9355708" y="1848929"/>
            <a:ext cx="2386584" cy="4343400"/>
          </a:xfrm>
        </p:spPr>
        <p:txBody>
          <a:bodyPr/>
          <a:lstStyle>
            <a:lvl1pPr>
              <a:spcBef>
                <a:spcPts val="1200"/>
              </a:spcBef>
              <a:defRPr sz="2400"/>
            </a:lvl1pPr>
            <a:lvl2pPr>
              <a:defRPr sz="2400"/>
            </a:lvl2pPr>
            <a:lvl3pPr>
              <a:spcBef>
                <a:spcPts val="1000"/>
              </a:spcBef>
              <a:defRPr sz="2100"/>
            </a:lvl3pPr>
            <a:lvl4pPr>
              <a:defRPr sz="2100"/>
            </a:lvl4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extLst>
      <p:ext uri="{BB962C8B-B14F-4D97-AF65-F5344CB8AC3E}">
        <p14:creationId xmlns:p14="http://schemas.microsoft.com/office/powerpoint/2010/main" val="345826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Column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219456"/>
            <a:ext cx="8995156" cy="914400"/>
          </a:xfrm>
        </p:spPr>
        <p:txBody>
          <a:bodyPr/>
          <a:lstStyle>
            <a:lvl1pPr>
              <a:defRPr/>
            </a:lvl1pPr>
          </a:lstStyle>
          <a:p>
            <a:r>
              <a:rPr lang="en-US" dirty="0"/>
              <a:t>2-Column Table Layout</a:t>
            </a:r>
            <a:endParaRPr lang="en-CA" dirty="0"/>
          </a:p>
        </p:txBody>
      </p:sp>
      <p:sp>
        <p:nvSpPr>
          <p:cNvPr id="3" name="Text Placeholder 2"/>
          <p:cNvSpPr>
            <a:spLocks noGrp="1"/>
          </p:cNvSpPr>
          <p:nvPr>
            <p:ph type="body" idx="1" hasCustomPrompt="1"/>
          </p:nvPr>
        </p:nvSpPr>
        <p:spPr>
          <a:xfrm>
            <a:off x="1627187" y="1133856"/>
            <a:ext cx="4937760" cy="338328"/>
          </a:xfrm>
        </p:spPr>
        <p:txBody>
          <a:bodyPr anchor="b">
            <a:noAutofit/>
          </a:bodyPr>
          <a:lstStyle>
            <a:lvl1pPr marL="0" indent="0">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7" name="Date Placeholder 6"/>
          <p:cNvSpPr>
            <a:spLocks noGrp="1"/>
          </p:cNvSpPr>
          <p:nvPr>
            <p:ph type="dt" sz="half" idx="10"/>
          </p:nvPr>
        </p:nvSpPr>
        <p:spPr/>
        <p:txBody>
          <a:bodyPr/>
          <a:lstStyle/>
          <a:p>
            <a:fld id="{F5C60C1E-BE52-444A-B903-D3D3A7A6ABD9}" type="datetime4">
              <a:rPr lang="en-US" smtClean="0"/>
              <a:t>September 3, 2026</a:t>
            </a:fld>
            <a:endParaRPr lang="en-CA"/>
          </a:p>
        </p:txBody>
      </p:sp>
      <p:sp>
        <p:nvSpPr>
          <p:cNvPr id="9" name="Slide Number Placeholder 8"/>
          <p:cNvSpPr>
            <a:spLocks noGrp="1"/>
          </p:cNvSpPr>
          <p:nvPr>
            <p:ph type="sldNum" sz="quarter" idx="12"/>
          </p:nvPr>
        </p:nvSpPr>
        <p:spPr/>
        <p:txBody>
          <a:bodyPr/>
          <a:lstStyle/>
          <a:p>
            <a:fld id="{00E6A5BD-C011-4A45-AA3A-201790FB7F2B}" type="slidenum">
              <a:rPr lang="en-CA" smtClean="0"/>
              <a:t>‹#›</a:t>
            </a:fld>
            <a:endParaRPr lang="en-CA"/>
          </a:p>
        </p:txBody>
      </p:sp>
      <p:sp>
        <p:nvSpPr>
          <p:cNvPr id="13" name="Table Placeholder 12"/>
          <p:cNvSpPr>
            <a:spLocks noGrp="1"/>
          </p:cNvSpPr>
          <p:nvPr>
            <p:ph type="tbl" sz="quarter" idx="13"/>
          </p:nvPr>
        </p:nvSpPr>
        <p:spPr>
          <a:xfrm>
            <a:off x="438912" y="1853076"/>
            <a:ext cx="11302438" cy="4342937"/>
          </a:xfrm>
        </p:spPr>
        <p:txBody>
          <a:bodyPr/>
          <a:lstStyle/>
          <a:p>
            <a:r>
              <a:rPr lang="en-US"/>
              <a:t>Click icon to add table</a:t>
            </a:r>
            <a:endParaRPr lang="en-CA" dirty="0"/>
          </a:p>
        </p:txBody>
      </p:sp>
      <p:sp>
        <p:nvSpPr>
          <p:cNvPr id="6" name="Text Placeholder 5"/>
          <p:cNvSpPr>
            <a:spLocks noGrp="1"/>
          </p:cNvSpPr>
          <p:nvPr>
            <p:ph type="body" sz="quarter" idx="14" hasCustomPrompt="1"/>
          </p:nvPr>
        </p:nvSpPr>
        <p:spPr>
          <a:xfrm>
            <a:off x="6813550" y="1133856"/>
            <a:ext cx="4933950" cy="338328"/>
          </a:xfrm>
        </p:spPr>
        <p:txBody>
          <a:bodyPr anchor="b" anchorCtr="0"/>
          <a:lstStyle>
            <a:lvl1pPr marL="0" indent="0">
              <a:lnSpc>
                <a:spcPct val="90000"/>
              </a:lnSpc>
              <a:spcBef>
                <a:spcPts val="0"/>
              </a:spcBef>
              <a:buFontTx/>
              <a:buNone/>
              <a:defRPr sz="1400" b="1"/>
            </a:lvl1pPr>
          </a:lstStyle>
          <a:p>
            <a:pPr lvl="0"/>
            <a:r>
              <a:rPr lang="en-US" dirty="0"/>
              <a:t>Subtitle</a:t>
            </a:r>
            <a:endParaRPr lang="en-CA" dirty="0"/>
          </a:p>
        </p:txBody>
      </p:sp>
    </p:spTree>
    <p:extLst>
      <p:ext uri="{BB962C8B-B14F-4D97-AF65-F5344CB8AC3E}">
        <p14:creationId xmlns:p14="http://schemas.microsoft.com/office/powerpoint/2010/main" val="4159578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Column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219456"/>
            <a:ext cx="8995156" cy="914400"/>
          </a:xfrm>
        </p:spPr>
        <p:txBody>
          <a:bodyPr/>
          <a:lstStyle>
            <a:lvl1pPr>
              <a:defRPr/>
            </a:lvl1pPr>
          </a:lstStyle>
          <a:p>
            <a:r>
              <a:rPr lang="en-US" dirty="0"/>
              <a:t>3-Column Table Layout</a:t>
            </a:r>
            <a:endParaRPr lang="en-CA" dirty="0"/>
          </a:p>
        </p:txBody>
      </p:sp>
      <p:sp>
        <p:nvSpPr>
          <p:cNvPr id="3" name="Text Placeholder 2"/>
          <p:cNvSpPr>
            <a:spLocks noGrp="1"/>
          </p:cNvSpPr>
          <p:nvPr>
            <p:ph type="body" idx="1" hasCustomPrompt="1"/>
          </p:nvPr>
        </p:nvSpPr>
        <p:spPr>
          <a:xfrm>
            <a:off x="1627187" y="1133856"/>
            <a:ext cx="3209544" cy="338328"/>
          </a:xfrm>
        </p:spPr>
        <p:txBody>
          <a:bodyPr anchor="b">
            <a:noAutofit/>
          </a:bodyPr>
          <a:lstStyle>
            <a:lvl1pPr marL="0" indent="0">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7" name="Date Placeholder 6"/>
          <p:cNvSpPr>
            <a:spLocks noGrp="1"/>
          </p:cNvSpPr>
          <p:nvPr>
            <p:ph type="dt" sz="half" idx="10"/>
          </p:nvPr>
        </p:nvSpPr>
        <p:spPr/>
        <p:txBody>
          <a:bodyPr/>
          <a:lstStyle/>
          <a:p>
            <a:fld id="{F5C60C1E-BE52-444A-B903-D3D3A7A6ABD9}" type="datetime4">
              <a:rPr lang="en-US" smtClean="0"/>
              <a:t>September 3, 2026</a:t>
            </a:fld>
            <a:endParaRPr lang="en-CA"/>
          </a:p>
        </p:txBody>
      </p:sp>
      <p:sp>
        <p:nvSpPr>
          <p:cNvPr id="9" name="Slide Number Placeholder 8"/>
          <p:cNvSpPr>
            <a:spLocks noGrp="1"/>
          </p:cNvSpPr>
          <p:nvPr>
            <p:ph type="sldNum" sz="quarter" idx="12"/>
          </p:nvPr>
        </p:nvSpPr>
        <p:spPr/>
        <p:txBody>
          <a:bodyPr/>
          <a:lstStyle/>
          <a:p>
            <a:fld id="{00E6A5BD-C011-4A45-AA3A-201790FB7F2B}" type="slidenum">
              <a:rPr lang="en-CA" smtClean="0"/>
              <a:t>‹#›</a:t>
            </a:fld>
            <a:endParaRPr lang="en-CA"/>
          </a:p>
        </p:txBody>
      </p:sp>
      <p:sp>
        <p:nvSpPr>
          <p:cNvPr id="13" name="Table Placeholder 12"/>
          <p:cNvSpPr>
            <a:spLocks noGrp="1"/>
          </p:cNvSpPr>
          <p:nvPr>
            <p:ph type="tbl" sz="quarter" idx="13"/>
          </p:nvPr>
        </p:nvSpPr>
        <p:spPr>
          <a:xfrm>
            <a:off x="438912" y="1853076"/>
            <a:ext cx="11302438" cy="4342937"/>
          </a:xfrm>
        </p:spPr>
        <p:txBody>
          <a:bodyPr/>
          <a:lstStyle/>
          <a:p>
            <a:r>
              <a:rPr lang="en-US"/>
              <a:t>Click icon to add table</a:t>
            </a:r>
            <a:endParaRPr lang="en-CA" dirty="0"/>
          </a:p>
        </p:txBody>
      </p:sp>
      <p:sp>
        <p:nvSpPr>
          <p:cNvPr id="6" name="Text Placeholder 5"/>
          <p:cNvSpPr>
            <a:spLocks noGrp="1"/>
          </p:cNvSpPr>
          <p:nvPr>
            <p:ph type="body" sz="quarter" idx="14" hasCustomPrompt="1"/>
          </p:nvPr>
        </p:nvSpPr>
        <p:spPr>
          <a:xfrm>
            <a:off x="5084064" y="1133856"/>
            <a:ext cx="3209544" cy="338328"/>
          </a:xfrm>
        </p:spPr>
        <p:txBody>
          <a:bodyPr anchor="b" anchorCtr="0">
            <a:noAutofit/>
          </a:bodyPr>
          <a:lstStyle>
            <a:lvl1pPr marL="0" indent="0">
              <a:lnSpc>
                <a:spcPct val="90000"/>
              </a:lnSpc>
              <a:spcBef>
                <a:spcPts val="0"/>
              </a:spcBef>
              <a:buFontTx/>
              <a:buNone/>
              <a:defRPr sz="1400" b="1"/>
            </a:lvl1pPr>
          </a:lstStyle>
          <a:p>
            <a:pPr lvl="0"/>
            <a:r>
              <a:rPr lang="en-US" dirty="0"/>
              <a:t>Subtitle</a:t>
            </a:r>
            <a:endParaRPr lang="en-CA" dirty="0"/>
          </a:p>
        </p:txBody>
      </p:sp>
      <p:sp>
        <p:nvSpPr>
          <p:cNvPr id="12" name="Text Placeholder 11"/>
          <p:cNvSpPr>
            <a:spLocks noGrp="1"/>
          </p:cNvSpPr>
          <p:nvPr>
            <p:ph type="body" sz="quarter" idx="15" hasCustomPrompt="1"/>
          </p:nvPr>
        </p:nvSpPr>
        <p:spPr>
          <a:xfrm>
            <a:off x="8534400" y="1133856"/>
            <a:ext cx="3213100" cy="338328"/>
          </a:xfrm>
        </p:spPr>
        <p:txBody>
          <a:bodyPr anchor="b" anchorCtr="0">
            <a:noAutofit/>
          </a:bodyPr>
          <a:lstStyle>
            <a:lvl1pPr marL="0" indent="0">
              <a:buFontTx/>
              <a:buNone/>
              <a:defRPr sz="1400" b="1"/>
            </a:lvl1pPr>
          </a:lstStyle>
          <a:p>
            <a:pPr lvl="0"/>
            <a:r>
              <a:rPr lang="en-US" dirty="0"/>
              <a:t>Subtitle</a:t>
            </a:r>
            <a:endParaRPr lang="en-CA" dirty="0"/>
          </a:p>
        </p:txBody>
      </p:sp>
    </p:spTree>
    <p:extLst>
      <p:ext uri="{BB962C8B-B14F-4D97-AF65-F5344CB8AC3E}">
        <p14:creationId xmlns:p14="http://schemas.microsoft.com/office/powerpoint/2010/main" val="29712265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Column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7188" y="219456"/>
            <a:ext cx="8995156" cy="914400"/>
          </a:xfrm>
        </p:spPr>
        <p:txBody>
          <a:bodyPr/>
          <a:lstStyle>
            <a:lvl1pPr>
              <a:defRPr/>
            </a:lvl1pPr>
          </a:lstStyle>
          <a:p>
            <a:r>
              <a:rPr lang="en-US" dirty="0"/>
              <a:t>4-Column Table Layout</a:t>
            </a:r>
            <a:endParaRPr lang="en-CA" dirty="0"/>
          </a:p>
        </p:txBody>
      </p:sp>
      <p:sp>
        <p:nvSpPr>
          <p:cNvPr id="3" name="Text Placeholder 2"/>
          <p:cNvSpPr>
            <a:spLocks noGrp="1"/>
          </p:cNvSpPr>
          <p:nvPr>
            <p:ph type="body" idx="1" hasCustomPrompt="1"/>
          </p:nvPr>
        </p:nvSpPr>
        <p:spPr>
          <a:xfrm>
            <a:off x="1627187" y="1133856"/>
            <a:ext cx="2386584" cy="338328"/>
          </a:xfrm>
        </p:spPr>
        <p:txBody>
          <a:bodyPr anchor="b">
            <a:noAutofit/>
          </a:bodyPr>
          <a:lstStyle>
            <a:lvl1pPr marL="0" indent="0">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7" name="Date Placeholder 6"/>
          <p:cNvSpPr>
            <a:spLocks noGrp="1"/>
          </p:cNvSpPr>
          <p:nvPr>
            <p:ph type="dt" sz="half" idx="10"/>
          </p:nvPr>
        </p:nvSpPr>
        <p:spPr/>
        <p:txBody>
          <a:bodyPr/>
          <a:lstStyle/>
          <a:p>
            <a:fld id="{F5C60C1E-BE52-444A-B903-D3D3A7A6ABD9}" type="datetime4">
              <a:rPr lang="en-US" smtClean="0"/>
              <a:t>September 3, 2026</a:t>
            </a:fld>
            <a:endParaRPr lang="en-CA"/>
          </a:p>
        </p:txBody>
      </p:sp>
      <p:sp>
        <p:nvSpPr>
          <p:cNvPr id="9" name="Slide Number Placeholder 8"/>
          <p:cNvSpPr>
            <a:spLocks noGrp="1"/>
          </p:cNvSpPr>
          <p:nvPr>
            <p:ph type="sldNum" sz="quarter" idx="12"/>
          </p:nvPr>
        </p:nvSpPr>
        <p:spPr/>
        <p:txBody>
          <a:bodyPr/>
          <a:lstStyle/>
          <a:p>
            <a:fld id="{00E6A5BD-C011-4A45-AA3A-201790FB7F2B}" type="slidenum">
              <a:rPr lang="en-CA" smtClean="0"/>
              <a:t>‹#›</a:t>
            </a:fld>
            <a:endParaRPr lang="en-CA"/>
          </a:p>
        </p:txBody>
      </p:sp>
      <p:sp>
        <p:nvSpPr>
          <p:cNvPr id="13" name="Table Placeholder 12"/>
          <p:cNvSpPr>
            <a:spLocks noGrp="1"/>
          </p:cNvSpPr>
          <p:nvPr>
            <p:ph type="tbl" sz="quarter" idx="13"/>
          </p:nvPr>
        </p:nvSpPr>
        <p:spPr>
          <a:xfrm>
            <a:off x="438912" y="1853076"/>
            <a:ext cx="11302438" cy="4342937"/>
          </a:xfrm>
        </p:spPr>
        <p:txBody>
          <a:bodyPr/>
          <a:lstStyle/>
          <a:p>
            <a:r>
              <a:rPr lang="en-US"/>
              <a:t>Click icon to add table</a:t>
            </a:r>
            <a:endParaRPr lang="en-CA" dirty="0"/>
          </a:p>
        </p:txBody>
      </p:sp>
      <p:sp>
        <p:nvSpPr>
          <p:cNvPr id="6" name="Text Placeholder 5"/>
          <p:cNvSpPr>
            <a:spLocks noGrp="1"/>
          </p:cNvSpPr>
          <p:nvPr>
            <p:ph type="body" sz="quarter" idx="14" hasCustomPrompt="1"/>
          </p:nvPr>
        </p:nvSpPr>
        <p:spPr>
          <a:xfrm>
            <a:off x="4203805" y="1133856"/>
            <a:ext cx="2386584" cy="338328"/>
          </a:xfrm>
        </p:spPr>
        <p:txBody>
          <a:bodyPr anchor="b" anchorCtr="0">
            <a:noAutofit/>
          </a:bodyPr>
          <a:lstStyle>
            <a:lvl1pPr marL="0" indent="0">
              <a:lnSpc>
                <a:spcPct val="90000"/>
              </a:lnSpc>
              <a:spcBef>
                <a:spcPts val="0"/>
              </a:spcBef>
              <a:buFontTx/>
              <a:buNone/>
              <a:defRPr sz="1400" b="1"/>
            </a:lvl1pPr>
          </a:lstStyle>
          <a:p>
            <a:pPr lvl="0"/>
            <a:r>
              <a:rPr lang="en-US" dirty="0"/>
              <a:t>Subtitle</a:t>
            </a:r>
            <a:endParaRPr lang="en-CA" dirty="0"/>
          </a:p>
        </p:txBody>
      </p:sp>
      <p:sp>
        <p:nvSpPr>
          <p:cNvPr id="5" name="Text Placeholder 4"/>
          <p:cNvSpPr>
            <a:spLocks noGrp="1"/>
          </p:cNvSpPr>
          <p:nvPr>
            <p:ph type="body" sz="quarter" idx="15" hasCustomPrompt="1"/>
          </p:nvPr>
        </p:nvSpPr>
        <p:spPr>
          <a:xfrm>
            <a:off x="6780423" y="1133856"/>
            <a:ext cx="2386584" cy="338328"/>
          </a:xfrm>
        </p:spPr>
        <p:txBody>
          <a:bodyPr anchor="b" anchorCtr="0">
            <a:noAutofit/>
          </a:bodyPr>
          <a:lstStyle>
            <a:lvl1pPr marL="0" indent="0">
              <a:lnSpc>
                <a:spcPct val="90000"/>
              </a:lnSpc>
              <a:spcBef>
                <a:spcPts val="0"/>
              </a:spcBef>
              <a:buFontTx/>
              <a:buNone/>
              <a:defRPr sz="1400" b="1"/>
            </a:lvl1pPr>
          </a:lstStyle>
          <a:p>
            <a:pPr lvl="0"/>
            <a:r>
              <a:rPr lang="en-US" dirty="0"/>
              <a:t>Subtitle</a:t>
            </a:r>
            <a:endParaRPr lang="en-CA" dirty="0"/>
          </a:p>
        </p:txBody>
      </p:sp>
      <p:sp>
        <p:nvSpPr>
          <p:cNvPr id="12" name="Text Placeholder 11"/>
          <p:cNvSpPr>
            <a:spLocks noGrp="1"/>
          </p:cNvSpPr>
          <p:nvPr>
            <p:ph type="body" sz="quarter" idx="16" hasCustomPrompt="1"/>
          </p:nvPr>
        </p:nvSpPr>
        <p:spPr>
          <a:xfrm>
            <a:off x="9357042" y="1133856"/>
            <a:ext cx="2386584" cy="338328"/>
          </a:xfrm>
        </p:spPr>
        <p:txBody>
          <a:bodyPr anchor="b" anchorCtr="0">
            <a:noAutofit/>
          </a:bodyPr>
          <a:lstStyle>
            <a:lvl1pPr marL="0" indent="0">
              <a:lnSpc>
                <a:spcPct val="90000"/>
              </a:lnSpc>
              <a:spcBef>
                <a:spcPts val="0"/>
              </a:spcBef>
              <a:buFontTx/>
              <a:buNone/>
              <a:defRPr sz="1400" b="1"/>
            </a:lvl1pPr>
          </a:lstStyle>
          <a:p>
            <a:pPr lvl="0"/>
            <a:r>
              <a:rPr lang="en-US" dirty="0"/>
              <a:t>Subtitle</a:t>
            </a:r>
            <a:endParaRPr lang="en-CA" dirty="0"/>
          </a:p>
        </p:txBody>
      </p:sp>
    </p:spTree>
    <p:extLst>
      <p:ext uri="{BB962C8B-B14F-4D97-AF65-F5344CB8AC3E}">
        <p14:creationId xmlns:p14="http://schemas.microsoft.com/office/powerpoint/2010/main" val="315895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lvl1pPr>
              <a:defRPr/>
            </a:lvl1pPr>
          </a:lstStyle>
          <a:p>
            <a:r>
              <a:rPr lang="en-US" dirty="0"/>
              <a:t>Content with Caption Layout</a:t>
            </a:r>
            <a:endParaRPr lang="en-CA" dirty="0"/>
          </a:p>
        </p:txBody>
      </p:sp>
      <p:sp>
        <p:nvSpPr>
          <p:cNvPr id="7" name="Date Placeholder 6"/>
          <p:cNvSpPr>
            <a:spLocks noGrp="1"/>
          </p:cNvSpPr>
          <p:nvPr>
            <p:ph type="dt" sz="half" idx="11"/>
          </p:nvPr>
        </p:nvSpPr>
        <p:spPr>
          <a:xfrm>
            <a:off x="9537192" y="6472936"/>
            <a:ext cx="1876388" cy="182880"/>
          </a:xfrm>
        </p:spPr>
        <p:txBody>
          <a:bodyPr/>
          <a:lstStyle/>
          <a:p>
            <a:fld id="{F5C60C1E-BE52-444A-B903-D3D3A7A6ABD9}" type="datetime4">
              <a:rPr lang="en-US" smtClean="0"/>
              <a:t>September 3, 2026</a:t>
            </a:fld>
            <a:endParaRPr lang="en-CA"/>
          </a:p>
        </p:txBody>
      </p:sp>
      <p:sp>
        <p:nvSpPr>
          <p:cNvPr id="9" name="Slide Number Placeholder 8"/>
          <p:cNvSpPr>
            <a:spLocks noGrp="1"/>
          </p:cNvSpPr>
          <p:nvPr>
            <p:ph type="sldNum" sz="quarter" idx="13"/>
          </p:nvPr>
        </p:nvSpPr>
        <p:spPr>
          <a:xfrm>
            <a:off x="11413998" y="6475080"/>
            <a:ext cx="329636" cy="182880"/>
          </a:xfrm>
        </p:spPr>
        <p:txBody>
          <a:bodyPr/>
          <a:lstStyle/>
          <a:p>
            <a:fld id="{00E6A5BD-C011-4A45-AA3A-201790FB7F2B}" type="slidenum">
              <a:rPr lang="en-CA" smtClean="0"/>
              <a:t>‹#›</a:t>
            </a:fld>
            <a:endParaRPr lang="en-CA"/>
          </a:p>
        </p:txBody>
      </p:sp>
      <p:sp>
        <p:nvSpPr>
          <p:cNvPr id="10" name="Content Placeholder 9"/>
          <p:cNvSpPr>
            <a:spLocks noGrp="1"/>
          </p:cNvSpPr>
          <p:nvPr>
            <p:ph sz="quarter" idx="14"/>
          </p:nvPr>
        </p:nvSpPr>
        <p:spPr>
          <a:xfrm>
            <a:off x="1627188" y="1649413"/>
            <a:ext cx="9004300" cy="44897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1" name="Text Placeholder 4"/>
          <p:cNvSpPr>
            <a:spLocks noGrp="1"/>
          </p:cNvSpPr>
          <p:nvPr>
            <p:ph type="body" sz="quarter" idx="3" hasCustomPrompt="1"/>
          </p:nvPr>
        </p:nvSpPr>
        <p:spPr>
          <a:xfrm>
            <a:off x="1633538" y="1133856"/>
            <a:ext cx="8997950" cy="338328"/>
          </a:xfrm>
        </p:spPr>
        <p:txBody>
          <a:bodyPr anchor="b">
            <a:noAutofit/>
          </a:bodyPr>
          <a:lstStyle>
            <a:lvl1pPr marL="0" indent="0">
              <a:buNone/>
              <a:defRPr sz="1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Tree>
    <p:extLst>
      <p:ext uri="{BB962C8B-B14F-4D97-AF65-F5344CB8AC3E}">
        <p14:creationId xmlns:p14="http://schemas.microsoft.com/office/powerpoint/2010/main" val="26946781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627188" y="1649413"/>
            <a:ext cx="8992616" cy="4546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dirty="0"/>
          </a:p>
        </p:txBody>
      </p:sp>
      <p:sp>
        <p:nvSpPr>
          <p:cNvPr id="5" name="Date Placeholder 4"/>
          <p:cNvSpPr>
            <a:spLocks noGrp="1"/>
          </p:cNvSpPr>
          <p:nvPr>
            <p:ph type="dt" sz="half" idx="10"/>
          </p:nvPr>
        </p:nvSpPr>
        <p:spPr/>
        <p:txBody>
          <a:bodyPr/>
          <a:lstStyle/>
          <a:p>
            <a:fld id="{CDBE93D9-1E7C-4963-AD25-D0E8D4EECEE5}" type="datetime4">
              <a:rPr lang="en-US" smtClean="0"/>
              <a:t>September 3, 2026</a:t>
            </a:fld>
            <a:endParaRPr lang="en-CA"/>
          </a:p>
        </p:txBody>
      </p:sp>
      <p:sp>
        <p:nvSpPr>
          <p:cNvPr id="7" name="Slide Number Placeholder 6"/>
          <p:cNvSpPr>
            <a:spLocks noGrp="1"/>
          </p:cNvSpPr>
          <p:nvPr>
            <p:ph type="sldNum" sz="quarter" idx="12"/>
          </p:nvPr>
        </p:nvSpPr>
        <p:spPr/>
        <p:txBody>
          <a:bodyPr/>
          <a:lstStyle/>
          <a:p>
            <a:fld id="{00E6A5BD-C011-4A45-AA3A-201790FB7F2B}" type="slidenum">
              <a:rPr lang="en-CA" smtClean="0"/>
              <a:t>‹#›</a:t>
            </a:fld>
            <a:endParaRPr lang="en-CA"/>
          </a:p>
        </p:txBody>
      </p:sp>
      <p:sp>
        <p:nvSpPr>
          <p:cNvPr id="8" name="Title 7"/>
          <p:cNvSpPr>
            <a:spLocks noGrp="1"/>
          </p:cNvSpPr>
          <p:nvPr>
            <p:ph type="title" hasCustomPrompt="1"/>
          </p:nvPr>
        </p:nvSpPr>
        <p:spPr/>
        <p:txBody>
          <a:bodyPr/>
          <a:lstStyle>
            <a:lvl1pPr>
              <a:defRPr/>
            </a:lvl1pPr>
          </a:lstStyle>
          <a:p>
            <a:r>
              <a:rPr lang="en-US" dirty="0"/>
              <a:t>Picture with Caption Layout</a:t>
            </a:r>
            <a:endParaRPr lang="en-CA" dirty="0"/>
          </a:p>
        </p:txBody>
      </p:sp>
    </p:spTree>
    <p:extLst>
      <p:ext uri="{BB962C8B-B14F-4D97-AF65-F5344CB8AC3E}">
        <p14:creationId xmlns:p14="http://schemas.microsoft.com/office/powerpoint/2010/main" val="4962483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Title Only Layout</a:t>
            </a:r>
            <a:endParaRPr lang="en-CA" dirty="0"/>
          </a:p>
        </p:txBody>
      </p:sp>
      <p:sp>
        <p:nvSpPr>
          <p:cNvPr id="3" name="Date Placeholder 2"/>
          <p:cNvSpPr>
            <a:spLocks noGrp="1"/>
          </p:cNvSpPr>
          <p:nvPr>
            <p:ph type="dt" sz="half" idx="10"/>
          </p:nvPr>
        </p:nvSpPr>
        <p:spPr/>
        <p:txBody>
          <a:bodyPr/>
          <a:lstStyle/>
          <a:p>
            <a:fld id="{9AC9EBFE-5BA1-460F-BE92-8CF5579A714B}" type="datetime4">
              <a:rPr lang="en-US" smtClean="0"/>
              <a:t>September 3, 2026</a:t>
            </a:fld>
            <a:endParaRPr lang="en-CA"/>
          </a:p>
        </p:txBody>
      </p:sp>
      <p:sp>
        <p:nvSpPr>
          <p:cNvPr id="5" name="Slide Number Placeholder 4"/>
          <p:cNvSpPr>
            <a:spLocks noGrp="1"/>
          </p:cNvSpPr>
          <p:nvPr>
            <p:ph type="sldNum" sz="quarter" idx="12"/>
          </p:nvPr>
        </p:nvSpPr>
        <p:spPr/>
        <p:txBody>
          <a:bodyPr/>
          <a:lstStyle/>
          <a:p>
            <a:fld id="{00E6A5BD-C011-4A45-AA3A-201790FB7F2B}" type="slidenum">
              <a:rPr lang="en-CA" smtClean="0"/>
              <a:t>‹#›</a:t>
            </a:fld>
            <a:endParaRPr lang="en-CA"/>
          </a:p>
        </p:txBody>
      </p:sp>
    </p:spTree>
    <p:extLst>
      <p:ext uri="{BB962C8B-B14F-4D97-AF65-F5344CB8AC3E}">
        <p14:creationId xmlns:p14="http://schemas.microsoft.com/office/powerpoint/2010/main" val="7092966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1146A8-A192-4F5D-A963-F694E58B90FD}" type="datetime4">
              <a:rPr lang="en-US" smtClean="0"/>
              <a:t>September 3, 2026</a:t>
            </a:fld>
            <a:endParaRPr lang="en-CA"/>
          </a:p>
        </p:txBody>
      </p:sp>
      <p:sp>
        <p:nvSpPr>
          <p:cNvPr id="4" name="Slide Number Placeholder 3"/>
          <p:cNvSpPr>
            <a:spLocks noGrp="1"/>
          </p:cNvSpPr>
          <p:nvPr>
            <p:ph type="sldNum" sz="quarter" idx="12"/>
          </p:nvPr>
        </p:nvSpPr>
        <p:spPr/>
        <p:txBody>
          <a:bodyPr/>
          <a:lstStyle/>
          <a:p>
            <a:fld id="{00E6A5BD-C011-4A45-AA3A-201790FB7F2B}" type="slidenum">
              <a:rPr lang="en-CA" smtClean="0"/>
              <a:t>‹#›</a:t>
            </a:fld>
            <a:endParaRPr lang="en-CA"/>
          </a:p>
        </p:txBody>
      </p:sp>
    </p:spTree>
    <p:extLst>
      <p:ext uri="{BB962C8B-B14F-4D97-AF65-F5344CB8AC3E}">
        <p14:creationId xmlns:p14="http://schemas.microsoft.com/office/powerpoint/2010/main" val="14204686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agline">
    <p:bg>
      <p:bgPr>
        <a:solidFill>
          <a:schemeClr val="bg1"/>
        </a:solidFill>
        <a:effectLst/>
      </p:bgPr>
    </p:bg>
    <p:spTree>
      <p:nvGrpSpPr>
        <p:cNvPr id="1" name=""/>
        <p:cNvGrpSpPr/>
        <p:nvPr/>
      </p:nvGrpSpPr>
      <p:grpSpPr>
        <a:xfrm>
          <a:off x="0" y="0"/>
          <a:ext cx="0" cy="0"/>
          <a:chOff x="0" y="0"/>
          <a:chExt cx="0" cy="0"/>
        </a:xfrm>
      </p:grpSpPr>
      <p:sp>
        <p:nvSpPr>
          <p:cNvPr id="3" name="AutoShape 3"/>
          <p:cNvSpPr>
            <a:spLocks noChangeAspect="1" noChangeArrowheads="1" noTextEdit="1"/>
          </p:cNvSpPr>
          <p:nvPr/>
        </p:nvSpPr>
        <p:spPr bwMode="auto">
          <a:xfrm>
            <a:off x="2230438" y="2952750"/>
            <a:ext cx="7910512"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5" name="AutoShape 3"/>
          <p:cNvSpPr>
            <a:spLocks noChangeAspect="1" noChangeArrowheads="1" noTextEdit="1"/>
          </p:cNvSpPr>
          <p:nvPr userDrawn="1"/>
        </p:nvSpPr>
        <p:spPr bwMode="auto">
          <a:xfrm>
            <a:off x="2230438" y="2952750"/>
            <a:ext cx="7910512"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6" name="Freeform 5"/>
          <p:cNvSpPr>
            <a:spLocks noEditPoints="1"/>
          </p:cNvSpPr>
          <p:nvPr userDrawn="1"/>
        </p:nvSpPr>
        <p:spPr bwMode="auto">
          <a:xfrm>
            <a:off x="2231136" y="2951163"/>
            <a:ext cx="7927974" cy="949325"/>
          </a:xfrm>
          <a:custGeom>
            <a:avLst/>
            <a:gdLst>
              <a:gd name="T0" fmla="*/ 20 w 9061"/>
              <a:gd name="T1" fmla="*/ 64 h 1076"/>
              <a:gd name="T2" fmla="*/ 310 w 9061"/>
              <a:gd name="T3" fmla="*/ 832 h 1076"/>
              <a:gd name="T4" fmla="*/ 607 w 9061"/>
              <a:gd name="T5" fmla="*/ 832 h 1076"/>
              <a:gd name="T6" fmla="*/ 932 w 9061"/>
              <a:gd name="T7" fmla="*/ 811 h 1076"/>
              <a:gd name="T8" fmla="*/ 647 w 9061"/>
              <a:gd name="T9" fmla="*/ 352 h 1076"/>
              <a:gd name="T10" fmla="*/ 240 w 9061"/>
              <a:gd name="T11" fmla="*/ 296 h 1076"/>
              <a:gd name="T12" fmla="*/ 1565 w 9061"/>
              <a:gd name="T13" fmla="*/ 811 h 1076"/>
              <a:gd name="T14" fmla="*/ 1198 w 9061"/>
              <a:gd name="T15" fmla="*/ 386 h 1076"/>
              <a:gd name="T16" fmla="*/ 1307 w 9061"/>
              <a:gd name="T17" fmla="*/ 844 h 1076"/>
              <a:gd name="T18" fmla="*/ 1322 w 9061"/>
              <a:gd name="T19" fmla="*/ 770 h 1076"/>
              <a:gd name="T20" fmla="*/ 2155 w 9061"/>
              <a:gd name="T21" fmla="*/ 888 h 1076"/>
              <a:gd name="T22" fmla="*/ 1884 w 9061"/>
              <a:gd name="T23" fmla="*/ 658 h 1076"/>
              <a:gd name="T24" fmla="*/ 2127 w 9061"/>
              <a:gd name="T25" fmla="*/ 275 h 1076"/>
              <a:gd name="T26" fmla="*/ 1732 w 9061"/>
              <a:gd name="T27" fmla="*/ 801 h 1076"/>
              <a:gd name="T28" fmla="*/ 1792 w 9061"/>
              <a:gd name="T29" fmla="*/ 820 h 1076"/>
              <a:gd name="T30" fmla="*/ 1766 w 9061"/>
              <a:gd name="T31" fmla="*/ 461 h 1076"/>
              <a:gd name="T32" fmla="*/ 2300 w 9061"/>
              <a:gd name="T33" fmla="*/ 832 h 1076"/>
              <a:gd name="T34" fmla="*/ 2230 w 9061"/>
              <a:gd name="T35" fmla="*/ 811 h 1076"/>
              <a:gd name="T36" fmla="*/ 2214 w 9061"/>
              <a:gd name="T37" fmla="*/ 74 h 1076"/>
              <a:gd name="T38" fmla="*/ 2549 w 9061"/>
              <a:gd name="T39" fmla="*/ 413 h 1076"/>
              <a:gd name="T40" fmla="*/ 2908 w 9061"/>
              <a:gd name="T41" fmla="*/ 811 h 1076"/>
              <a:gd name="T42" fmla="*/ 2480 w 9061"/>
              <a:gd name="T43" fmla="*/ 275 h 1076"/>
              <a:gd name="T44" fmla="*/ 3428 w 9061"/>
              <a:gd name="T45" fmla="*/ 832 h 1076"/>
              <a:gd name="T46" fmla="*/ 3054 w 9061"/>
              <a:gd name="T47" fmla="*/ 382 h 1076"/>
              <a:gd name="T48" fmla="*/ 3006 w 9061"/>
              <a:gd name="T49" fmla="*/ 675 h 1076"/>
              <a:gd name="T50" fmla="*/ 3207 w 9061"/>
              <a:gd name="T51" fmla="*/ 770 h 1076"/>
              <a:gd name="T52" fmla="*/ 3207 w 9061"/>
              <a:gd name="T53" fmla="*/ 770 h 1076"/>
              <a:gd name="T54" fmla="*/ 3876 w 9061"/>
              <a:gd name="T55" fmla="*/ 788 h 1076"/>
              <a:gd name="T56" fmla="*/ 3856 w 9061"/>
              <a:gd name="T57" fmla="*/ 346 h 1076"/>
              <a:gd name="T58" fmla="*/ 3678 w 9061"/>
              <a:gd name="T59" fmla="*/ 125 h 1076"/>
              <a:gd name="T60" fmla="*/ 3513 w 9061"/>
              <a:gd name="T61" fmla="*/ 325 h 1076"/>
              <a:gd name="T62" fmla="*/ 4051 w 9061"/>
              <a:gd name="T63" fmla="*/ 296 h 1076"/>
              <a:gd name="T64" fmla="*/ 4030 w 9061"/>
              <a:gd name="T65" fmla="*/ 832 h 1076"/>
              <a:gd name="T66" fmla="*/ 4068 w 9061"/>
              <a:gd name="T67" fmla="*/ 74 h 1076"/>
              <a:gd name="T68" fmla="*/ 4248 w 9061"/>
              <a:gd name="T69" fmla="*/ 554 h 1076"/>
              <a:gd name="T70" fmla="*/ 4667 w 9061"/>
              <a:gd name="T71" fmla="*/ 554 h 1076"/>
              <a:gd name="T72" fmla="*/ 5132 w 9061"/>
              <a:gd name="T73" fmla="*/ 483 h 1076"/>
              <a:gd name="T74" fmla="*/ 5030 w 9061"/>
              <a:gd name="T75" fmla="*/ 264 h 1076"/>
              <a:gd name="T76" fmla="*/ 4774 w 9061"/>
              <a:gd name="T77" fmla="*/ 811 h 1076"/>
              <a:gd name="T78" fmla="*/ 6045 w 9061"/>
              <a:gd name="T79" fmla="*/ 465 h 1076"/>
              <a:gd name="T80" fmla="*/ 5824 w 9061"/>
              <a:gd name="T81" fmla="*/ 340 h 1076"/>
              <a:gd name="T82" fmla="*/ 5961 w 9061"/>
              <a:gd name="T83" fmla="*/ 761 h 1076"/>
              <a:gd name="T84" fmla="*/ 5694 w 9061"/>
              <a:gd name="T85" fmla="*/ 673 h 1076"/>
              <a:gd name="T86" fmla="*/ 6204 w 9061"/>
              <a:gd name="T87" fmla="*/ 346 h 1076"/>
              <a:gd name="T88" fmla="*/ 6434 w 9061"/>
              <a:gd name="T89" fmla="*/ 750 h 1076"/>
              <a:gd name="T90" fmla="*/ 6473 w 9061"/>
              <a:gd name="T91" fmla="*/ 296 h 1076"/>
              <a:gd name="T92" fmla="*/ 6204 w 9061"/>
              <a:gd name="T93" fmla="*/ 146 h 1076"/>
              <a:gd name="T94" fmla="*/ 6204 w 9061"/>
              <a:gd name="T95" fmla="*/ 346 h 1076"/>
              <a:gd name="T96" fmla="*/ 7189 w 9061"/>
              <a:gd name="T97" fmla="*/ 275 h 1076"/>
              <a:gd name="T98" fmla="*/ 6788 w 9061"/>
              <a:gd name="T99" fmla="*/ 275 h 1076"/>
              <a:gd name="T100" fmla="*/ 7040 w 9061"/>
              <a:gd name="T101" fmla="*/ 812 h 1076"/>
              <a:gd name="T102" fmla="*/ 7566 w 9061"/>
              <a:gd name="T103" fmla="*/ 306 h 1076"/>
              <a:gd name="T104" fmla="*/ 7868 w 9061"/>
              <a:gd name="T105" fmla="*/ 335 h 1076"/>
              <a:gd name="T106" fmla="*/ 7868 w 9061"/>
              <a:gd name="T107" fmla="*/ 264 h 1076"/>
              <a:gd name="T108" fmla="*/ 8321 w 9061"/>
              <a:gd name="T109" fmla="*/ 811 h 1076"/>
              <a:gd name="T110" fmla="*/ 8522 w 9061"/>
              <a:gd name="T111" fmla="*/ 269 h 1076"/>
              <a:gd name="T112" fmla="*/ 8231 w 9061"/>
              <a:gd name="T113" fmla="*/ 296 h 1076"/>
              <a:gd name="T114" fmla="*/ 9056 w 9061"/>
              <a:gd name="T115" fmla="*/ 813 h 1076"/>
              <a:gd name="T116" fmla="*/ 8704 w 9061"/>
              <a:gd name="T117" fmla="*/ 526 h 1076"/>
              <a:gd name="T118" fmla="*/ 8634 w 9061"/>
              <a:gd name="T119" fmla="*/ 832 h 1076"/>
              <a:gd name="T120" fmla="*/ 8988 w 9061"/>
              <a:gd name="T121" fmla="*/ 832 h 1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61" h="1076">
                <a:moveTo>
                  <a:pt x="74" y="832"/>
                </a:moveTo>
                <a:lnTo>
                  <a:pt x="74" y="832"/>
                </a:lnTo>
                <a:cubicBezTo>
                  <a:pt x="89" y="832"/>
                  <a:pt x="95" y="826"/>
                  <a:pt x="95" y="811"/>
                </a:cubicBezTo>
                <a:lnTo>
                  <a:pt x="95" y="85"/>
                </a:lnTo>
                <a:cubicBezTo>
                  <a:pt x="95" y="70"/>
                  <a:pt x="89" y="64"/>
                  <a:pt x="74" y="64"/>
                </a:cubicBezTo>
                <a:lnTo>
                  <a:pt x="20" y="64"/>
                </a:lnTo>
                <a:cubicBezTo>
                  <a:pt x="5" y="64"/>
                  <a:pt x="0" y="70"/>
                  <a:pt x="0" y="85"/>
                </a:cubicBezTo>
                <a:lnTo>
                  <a:pt x="0" y="811"/>
                </a:lnTo>
                <a:cubicBezTo>
                  <a:pt x="0" y="826"/>
                  <a:pt x="5" y="832"/>
                  <a:pt x="20" y="832"/>
                </a:cubicBezTo>
                <a:lnTo>
                  <a:pt x="74" y="832"/>
                </a:lnTo>
                <a:close/>
                <a:moveTo>
                  <a:pt x="310" y="832"/>
                </a:moveTo>
                <a:lnTo>
                  <a:pt x="310" y="832"/>
                </a:lnTo>
                <a:cubicBezTo>
                  <a:pt x="325" y="832"/>
                  <a:pt x="331" y="826"/>
                  <a:pt x="331" y="811"/>
                </a:cubicBezTo>
                <a:lnTo>
                  <a:pt x="331" y="413"/>
                </a:lnTo>
                <a:cubicBezTo>
                  <a:pt x="369" y="357"/>
                  <a:pt x="425" y="339"/>
                  <a:pt x="471" y="339"/>
                </a:cubicBezTo>
                <a:cubicBezTo>
                  <a:pt x="565" y="339"/>
                  <a:pt x="586" y="418"/>
                  <a:pt x="586" y="483"/>
                </a:cubicBezTo>
                <a:lnTo>
                  <a:pt x="586" y="811"/>
                </a:lnTo>
                <a:cubicBezTo>
                  <a:pt x="586" y="826"/>
                  <a:pt x="592" y="832"/>
                  <a:pt x="607" y="832"/>
                </a:cubicBezTo>
                <a:lnTo>
                  <a:pt x="655" y="832"/>
                </a:lnTo>
                <a:cubicBezTo>
                  <a:pt x="671" y="832"/>
                  <a:pt x="676" y="826"/>
                  <a:pt x="676" y="811"/>
                </a:cubicBezTo>
                <a:lnTo>
                  <a:pt x="676" y="413"/>
                </a:lnTo>
                <a:cubicBezTo>
                  <a:pt x="715" y="357"/>
                  <a:pt x="771" y="339"/>
                  <a:pt x="817" y="339"/>
                </a:cubicBezTo>
                <a:cubicBezTo>
                  <a:pt x="912" y="339"/>
                  <a:pt x="932" y="418"/>
                  <a:pt x="932" y="483"/>
                </a:cubicBezTo>
                <a:lnTo>
                  <a:pt x="932" y="811"/>
                </a:lnTo>
                <a:cubicBezTo>
                  <a:pt x="932" y="826"/>
                  <a:pt x="937" y="832"/>
                  <a:pt x="952" y="832"/>
                </a:cubicBezTo>
                <a:lnTo>
                  <a:pt x="1001" y="832"/>
                </a:lnTo>
                <a:cubicBezTo>
                  <a:pt x="1016" y="832"/>
                  <a:pt x="1022" y="826"/>
                  <a:pt x="1022" y="811"/>
                </a:cubicBezTo>
                <a:lnTo>
                  <a:pt x="1022" y="475"/>
                </a:lnTo>
                <a:cubicBezTo>
                  <a:pt x="1022" y="361"/>
                  <a:pt x="971" y="264"/>
                  <a:pt x="834" y="264"/>
                </a:cubicBezTo>
                <a:cubicBezTo>
                  <a:pt x="747" y="264"/>
                  <a:pt x="687" y="304"/>
                  <a:pt x="647" y="352"/>
                </a:cubicBezTo>
                <a:cubicBezTo>
                  <a:pt x="619" y="298"/>
                  <a:pt x="568" y="264"/>
                  <a:pt x="490" y="264"/>
                </a:cubicBezTo>
                <a:cubicBezTo>
                  <a:pt x="405" y="264"/>
                  <a:pt x="355" y="303"/>
                  <a:pt x="325" y="342"/>
                </a:cubicBezTo>
                <a:lnTo>
                  <a:pt x="325" y="296"/>
                </a:lnTo>
                <a:cubicBezTo>
                  <a:pt x="325" y="281"/>
                  <a:pt x="319" y="275"/>
                  <a:pt x="304" y="275"/>
                </a:cubicBezTo>
                <a:lnTo>
                  <a:pt x="261" y="275"/>
                </a:lnTo>
                <a:cubicBezTo>
                  <a:pt x="246" y="275"/>
                  <a:pt x="240" y="281"/>
                  <a:pt x="240" y="296"/>
                </a:cubicBezTo>
                <a:lnTo>
                  <a:pt x="240" y="811"/>
                </a:lnTo>
                <a:cubicBezTo>
                  <a:pt x="240" y="826"/>
                  <a:pt x="246" y="832"/>
                  <a:pt x="261" y="832"/>
                </a:cubicBezTo>
                <a:lnTo>
                  <a:pt x="310" y="832"/>
                </a:lnTo>
                <a:close/>
                <a:moveTo>
                  <a:pt x="1544" y="832"/>
                </a:moveTo>
                <a:lnTo>
                  <a:pt x="1544" y="832"/>
                </a:lnTo>
                <a:cubicBezTo>
                  <a:pt x="1559" y="832"/>
                  <a:pt x="1565" y="826"/>
                  <a:pt x="1565" y="811"/>
                </a:cubicBezTo>
                <a:lnTo>
                  <a:pt x="1565" y="465"/>
                </a:lnTo>
                <a:cubicBezTo>
                  <a:pt x="1565" y="346"/>
                  <a:pt x="1502" y="264"/>
                  <a:pt x="1351" y="264"/>
                </a:cubicBezTo>
                <a:cubicBezTo>
                  <a:pt x="1274" y="264"/>
                  <a:pt x="1203" y="286"/>
                  <a:pt x="1155" y="325"/>
                </a:cubicBezTo>
                <a:cubicBezTo>
                  <a:pt x="1145" y="333"/>
                  <a:pt x="1144" y="344"/>
                  <a:pt x="1151" y="355"/>
                </a:cubicBezTo>
                <a:lnTo>
                  <a:pt x="1169" y="382"/>
                </a:lnTo>
                <a:cubicBezTo>
                  <a:pt x="1179" y="395"/>
                  <a:pt x="1186" y="396"/>
                  <a:pt x="1198" y="386"/>
                </a:cubicBezTo>
                <a:cubicBezTo>
                  <a:pt x="1238" y="355"/>
                  <a:pt x="1292" y="340"/>
                  <a:pt x="1343" y="340"/>
                </a:cubicBezTo>
                <a:cubicBezTo>
                  <a:pt x="1454" y="340"/>
                  <a:pt x="1474" y="411"/>
                  <a:pt x="1474" y="479"/>
                </a:cubicBezTo>
                <a:lnTo>
                  <a:pt x="1474" y="526"/>
                </a:lnTo>
                <a:cubicBezTo>
                  <a:pt x="1444" y="513"/>
                  <a:pt x="1398" y="504"/>
                  <a:pt x="1343" y="504"/>
                </a:cubicBezTo>
                <a:cubicBezTo>
                  <a:pt x="1190" y="504"/>
                  <a:pt x="1122" y="578"/>
                  <a:pt x="1122" y="675"/>
                </a:cubicBezTo>
                <a:cubicBezTo>
                  <a:pt x="1122" y="772"/>
                  <a:pt x="1187" y="844"/>
                  <a:pt x="1307" y="844"/>
                </a:cubicBezTo>
                <a:cubicBezTo>
                  <a:pt x="1400" y="844"/>
                  <a:pt x="1450" y="801"/>
                  <a:pt x="1480" y="761"/>
                </a:cubicBezTo>
                <a:lnTo>
                  <a:pt x="1480" y="811"/>
                </a:lnTo>
                <a:cubicBezTo>
                  <a:pt x="1480" y="826"/>
                  <a:pt x="1486" y="832"/>
                  <a:pt x="1501" y="832"/>
                </a:cubicBezTo>
                <a:lnTo>
                  <a:pt x="1544" y="832"/>
                </a:lnTo>
                <a:close/>
                <a:moveTo>
                  <a:pt x="1322" y="770"/>
                </a:moveTo>
                <a:lnTo>
                  <a:pt x="1322" y="770"/>
                </a:lnTo>
                <a:cubicBezTo>
                  <a:pt x="1237" y="770"/>
                  <a:pt x="1213" y="719"/>
                  <a:pt x="1213" y="673"/>
                </a:cubicBezTo>
                <a:cubicBezTo>
                  <a:pt x="1213" y="615"/>
                  <a:pt x="1251" y="573"/>
                  <a:pt x="1355" y="573"/>
                </a:cubicBezTo>
                <a:cubicBezTo>
                  <a:pt x="1390" y="573"/>
                  <a:pt x="1444" y="578"/>
                  <a:pt x="1474" y="592"/>
                </a:cubicBezTo>
                <a:lnTo>
                  <a:pt x="1474" y="690"/>
                </a:lnTo>
                <a:cubicBezTo>
                  <a:pt x="1435" y="747"/>
                  <a:pt x="1380" y="770"/>
                  <a:pt x="1322" y="770"/>
                </a:cubicBezTo>
                <a:close/>
                <a:moveTo>
                  <a:pt x="2155" y="888"/>
                </a:moveTo>
                <a:lnTo>
                  <a:pt x="2155" y="888"/>
                </a:lnTo>
                <a:cubicBezTo>
                  <a:pt x="2155" y="790"/>
                  <a:pt x="2075" y="746"/>
                  <a:pt x="1974" y="746"/>
                </a:cubicBezTo>
                <a:lnTo>
                  <a:pt x="1834" y="746"/>
                </a:lnTo>
                <a:cubicBezTo>
                  <a:pt x="1766" y="746"/>
                  <a:pt x="1760" y="726"/>
                  <a:pt x="1760" y="709"/>
                </a:cubicBezTo>
                <a:cubicBezTo>
                  <a:pt x="1760" y="688"/>
                  <a:pt x="1771" y="666"/>
                  <a:pt x="1794" y="644"/>
                </a:cubicBezTo>
                <a:cubicBezTo>
                  <a:pt x="1820" y="653"/>
                  <a:pt x="1850" y="658"/>
                  <a:pt x="1884" y="658"/>
                </a:cubicBezTo>
                <a:cubicBezTo>
                  <a:pt x="2037" y="658"/>
                  <a:pt x="2094" y="559"/>
                  <a:pt x="2094" y="460"/>
                </a:cubicBezTo>
                <a:cubicBezTo>
                  <a:pt x="2094" y="409"/>
                  <a:pt x="2079" y="369"/>
                  <a:pt x="2039" y="335"/>
                </a:cubicBezTo>
                <a:cubicBezTo>
                  <a:pt x="2062" y="341"/>
                  <a:pt x="2098" y="346"/>
                  <a:pt x="2127" y="346"/>
                </a:cubicBezTo>
                <a:cubicBezTo>
                  <a:pt x="2141" y="346"/>
                  <a:pt x="2148" y="340"/>
                  <a:pt x="2148" y="325"/>
                </a:cubicBezTo>
                <a:lnTo>
                  <a:pt x="2148" y="296"/>
                </a:lnTo>
                <a:cubicBezTo>
                  <a:pt x="2148" y="281"/>
                  <a:pt x="2142" y="275"/>
                  <a:pt x="2127" y="275"/>
                </a:cubicBezTo>
                <a:lnTo>
                  <a:pt x="1958" y="275"/>
                </a:lnTo>
                <a:cubicBezTo>
                  <a:pt x="1937" y="268"/>
                  <a:pt x="1913" y="264"/>
                  <a:pt x="1881" y="264"/>
                </a:cubicBezTo>
                <a:cubicBezTo>
                  <a:pt x="1736" y="264"/>
                  <a:pt x="1677" y="362"/>
                  <a:pt x="1677" y="462"/>
                </a:cubicBezTo>
                <a:cubicBezTo>
                  <a:pt x="1677" y="522"/>
                  <a:pt x="1699" y="584"/>
                  <a:pt x="1754" y="622"/>
                </a:cubicBezTo>
                <a:cubicBezTo>
                  <a:pt x="1719" y="642"/>
                  <a:pt x="1681" y="674"/>
                  <a:pt x="1681" y="724"/>
                </a:cubicBezTo>
                <a:cubicBezTo>
                  <a:pt x="1681" y="762"/>
                  <a:pt x="1702" y="788"/>
                  <a:pt x="1732" y="801"/>
                </a:cubicBezTo>
                <a:cubicBezTo>
                  <a:pt x="1677" y="823"/>
                  <a:pt x="1640" y="862"/>
                  <a:pt x="1640" y="922"/>
                </a:cubicBezTo>
                <a:cubicBezTo>
                  <a:pt x="1640" y="1020"/>
                  <a:pt x="1736" y="1076"/>
                  <a:pt x="1882" y="1076"/>
                </a:cubicBezTo>
                <a:cubicBezTo>
                  <a:pt x="2060" y="1076"/>
                  <a:pt x="2155" y="994"/>
                  <a:pt x="2155" y="888"/>
                </a:cubicBezTo>
                <a:close/>
                <a:moveTo>
                  <a:pt x="1728" y="911"/>
                </a:moveTo>
                <a:lnTo>
                  <a:pt x="1728" y="911"/>
                </a:lnTo>
                <a:cubicBezTo>
                  <a:pt x="1728" y="873"/>
                  <a:pt x="1747" y="841"/>
                  <a:pt x="1792" y="820"/>
                </a:cubicBezTo>
                <a:lnTo>
                  <a:pt x="1956" y="820"/>
                </a:lnTo>
                <a:cubicBezTo>
                  <a:pt x="2038" y="820"/>
                  <a:pt x="2065" y="854"/>
                  <a:pt x="2065" y="897"/>
                </a:cubicBezTo>
                <a:cubicBezTo>
                  <a:pt x="2065" y="960"/>
                  <a:pt x="2009" y="1011"/>
                  <a:pt x="1884" y="1011"/>
                </a:cubicBezTo>
                <a:cubicBezTo>
                  <a:pt x="1762" y="1011"/>
                  <a:pt x="1728" y="963"/>
                  <a:pt x="1728" y="911"/>
                </a:cubicBezTo>
                <a:close/>
                <a:moveTo>
                  <a:pt x="1766" y="461"/>
                </a:moveTo>
                <a:lnTo>
                  <a:pt x="1766" y="461"/>
                </a:lnTo>
                <a:cubicBezTo>
                  <a:pt x="1766" y="385"/>
                  <a:pt x="1808" y="328"/>
                  <a:pt x="1886" y="328"/>
                </a:cubicBezTo>
                <a:cubicBezTo>
                  <a:pt x="1964" y="328"/>
                  <a:pt x="2005" y="385"/>
                  <a:pt x="2005" y="461"/>
                </a:cubicBezTo>
                <a:cubicBezTo>
                  <a:pt x="2005" y="537"/>
                  <a:pt x="1964" y="593"/>
                  <a:pt x="1886" y="593"/>
                </a:cubicBezTo>
                <a:cubicBezTo>
                  <a:pt x="1808" y="593"/>
                  <a:pt x="1766" y="537"/>
                  <a:pt x="1766" y="461"/>
                </a:cubicBezTo>
                <a:close/>
                <a:moveTo>
                  <a:pt x="2300" y="832"/>
                </a:moveTo>
                <a:lnTo>
                  <a:pt x="2300" y="832"/>
                </a:lnTo>
                <a:cubicBezTo>
                  <a:pt x="2315" y="832"/>
                  <a:pt x="2320" y="826"/>
                  <a:pt x="2320" y="811"/>
                </a:cubicBezTo>
                <a:lnTo>
                  <a:pt x="2320" y="296"/>
                </a:lnTo>
                <a:cubicBezTo>
                  <a:pt x="2320" y="281"/>
                  <a:pt x="2315" y="275"/>
                  <a:pt x="2300" y="275"/>
                </a:cubicBezTo>
                <a:lnTo>
                  <a:pt x="2251" y="275"/>
                </a:lnTo>
                <a:cubicBezTo>
                  <a:pt x="2236" y="275"/>
                  <a:pt x="2230" y="281"/>
                  <a:pt x="2230" y="296"/>
                </a:cubicBezTo>
                <a:lnTo>
                  <a:pt x="2230" y="811"/>
                </a:lnTo>
                <a:cubicBezTo>
                  <a:pt x="2230" y="826"/>
                  <a:pt x="2236" y="832"/>
                  <a:pt x="2251" y="832"/>
                </a:cubicBezTo>
                <a:lnTo>
                  <a:pt x="2300" y="832"/>
                </a:lnTo>
                <a:close/>
                <a:moveTo>
                  <a:pt x="2337" y="74"/>
                </a:moveTo>
                <a:lnTo>
                  <a:pt x="2337" y="74"/>
                </a:lnTo>
                <a:cubicBezTo>
                  <a:pt x="2337" y="40"/>
                  <a:pt x="2314" y="12"/>
                  <a:pt x="2275" y="12"/>
                </a:cubicBezTo>
                <a:cubicBezTo>
                  <a:pt x="2237" y="12"/>
                  <a:pt x="2214" y="40"/>
                  <a:pt x="2214" y="74"/>
                </a:cubicBezTo>
                <a:cubicBezTo>
                  <a:pt x="2214" y="109"/>
                  <a:pt x="2237" y="137"/>
                  <a:pt x="2275" y="137"/>
                </a:cubicBezTo>
                <a:cubicBezTo>
                  <a:pt x="2314" y="137"/>
                  <a:pt x="2337" y="109"/>
                  <a:pt x="2337" y="74"/>
                </a:cubicBezTo>
                <a:close/>
                <a:moveTo>
                  <a:pt x="2528" y="832"/>
                </a:moveTo>
                <a:lnTo>
                  <a:pt x="2528" y="832"/>
                </a:lnTo>
                <a:cubicBezTo>
                  <a:pt x="2543" y="832"/>
                  <a:pt x="2549" y="826"/>
                  <a:pt x="2549" y="811"/>
                </a:cubicBezTo>
                <a:lnTo>
                  <a:pt x="2549" y="413"/>
                </a:lnTo>
                <a:cubicBezTo>
                  <a:pt x="2590" y="357"/>
                  <a:pt x="2648" y="339"/>
                  <a:pt x="2696" y="339"/>
                </a:cubicBezTo>
                <a:cubicBezTo>
                  <a:pt x="2795" y="339"/>
                  <a:pt x="2817" y="418"/>
                  <a:pt x="2817" y="483"/>
                </a:cubicBezTo>
                <a:lnTo>
                  <a:pt x="2817" y="811"/>
                </a:lnTo>
                <a:cubicBezTo>
                  <a:pt x="2817" y="826"/>
                  <a:pt x="2823" y="832"/>
                  <a:pt x="2838" y="832"/>
                </a:cubicBezTo>
                <a:lnTo>
                  <a:pt x="2887" y="832"/>
                </a:lnTo>
                <a:cubicBezTo>
                  <a:pt x="2902" y="832"/>
                  <a:pt x="2908" y="826"/>
                  <a:pt x="2908" y="811"/>
                </a:cubicBezTo>
                <a:lnTo>
                  <a:pt x="2908" y="475"/>
                </a:lnTo>
                <a:cubicBezTo>
                  <a:pt x="2908" y="361"/>
                  <a:pt x="2853" y="264"/>
                  <a:pt x="2715" y="264"/>
                </a:cubicBezTo>
                <a:cubicBezTo>
                  <a:pt x="2627" y="264"/>
                  <a:pt x="2575" y="303"/>
                  <a:pt x="2543" y="342"/>
                </a:cubicBezTo>
                <a:lnTo>
                  <a:pt x="2543" y="296"/>
                </a:lnTo>
                <a:cubicBezTo>
                  <a:pt x="2543" y="281"/>
                  <a:pt x="2538" y="275"/>
                  <a:pt x="2522" y="275"/>
                </a:cubicBezTo>
                <a:lnTo>
                  <a:pt x="2480" y="275"/>
                </a:lnTo>
                <a:cubicBezTo>
                  <a:pt x="2464" y="275"/>
                  <a:pt x="2459" y="281"/>
                  <a:pt x="2459" y="296"/>
                </a:cubicBezTo>
                <a:lnTo>
                  <a:pt x="2459" y="811"/>
                </a:lnTo>
                <a:cubicBezTo>
                  <a:pt x="2459" y="826"/>
                  <a:pt x="2464" y="832"/>
                  <a:pt x="2480" y="832"/>
                </a:cubicBezTo>
                <a:lnTo>
                  <a:pt x="2528" y="832"/>
                </a:lnTo>
                <a:close/>
                <a:moveTo>
                  <a:pt x="3428" y="832"/>
                </a:moveTo>
                <a:lnTo>
                  <a:pt x="3428" y="832"/>
                </a:lnTo>
                <a:cubicBezTo>
                  <a:pt x="3443" y="832"/>
                  <a:pt x="3449" y="826"/>
                  <a:pt x="3449" y="811"/>
                </a:cubicBezTo>
                <a:lnTo>
                  <a:pt x="3449" y="465"/>
                </a:lnTo>
                <a:cubicBezTo>
                  <a:pt x="3449" y="346"/>
                  <a:pt x="3387" y="264"/>
                  <a:pt x="3236" y="264"/>
                </a:cubicBezTo>
                <a:cubicBezTo>
                  <a:pt x="3158" y="264"/>
                  <a:pt x="3087" y="286"/>
                  <a:pt x="3040" y="325"/>
                </a:cubicBezTo>
                <a:cubicBezTo>
                  <a:pt x="3029" y="333"/>
                  <a:pt x="3028" y="344"/>
                  <a:pt x="3035" y="355"/>
                </a:cubicBezTo>
                <a:lnTo>
                  <a:pt x="3054" y="382"/>
                </a:lnTo>
                <a:cubicBezTo>
                  <a:pt x="3063" y="395"/>
                  <a:pt x="3070" y="396"/>
                  <a:pt x="3083" y="386"/>
                </a:cubicBezTo>
                <a:cubicBezTo>
                  <a:pt x="3122" y="355"/>
                  <a:pt x="3177" y="340"/>
                  <a:pt x="3228" y="340"/>
                </a:cubicBezTo>
                <a:cubicBezTo>
                  <a:pt x="3338" y="340"/>
                  <a:pt x="3359" y="411"/>
                  <a:pt x="3359" y="479"/>
                </a:cubicBezTo>
                <a:lnTo>
                  <a:pt x="3359" y="526"/>
                </a:lnTo>
                <a:cubicBezTo>
                  <a:pt x="3329" y="513"/>
                  <a:pt x="3282" y="504"/>
                  <a:pt x="3228" y="504"/>
                </a:cubicBezTo>
                <a:cubicBezTo>
                  <a:pt x="3074" y="504"/>
                  <a:pt x="3006" y="578"/>
                  <a:pt x="3006" y="675"/>
                </a:cubicBezTo>
                <a:cubicBezTo>
                  <a:pt x="3006" y="772"/>
                  <a:pt x="3071" y="844"/>
                  <a:pt x="3192" y="844"/>
                </a:cubicBezTo>
                <a:cubicBezTo>
                  <a:pt x="3284" y="844"/>
                  <a:pt x="3334" y="801"/>
                  <a:pt x="3364" y="761"/>
                </a:cubicBezTo>
                <a:lnTo>
                  <a:pt x="3364" y="811"/>
                </a:lnTo>
                <a:cubicBezTo>
                  <a:pt x="3364" y="826"/>
                  <a:pt x="3370" y="832"/>
                  <a:pt x="3385" y="832"/>
                </a:cubicBezTo>
                <a:lnTo>
                  <a:pt x="3428" y="832"/>
                </a:lnTo>
                <a:close/>
                <a:moveTo>
                  <a:pt x="3207" y="770"/>
                </a:moveTo>
                <a:lnTo>
                  <a:pt x="3207" y="770"/>
                </a:lnTo>
                <a:cubicBezTo>
                  <a:pt x="3121" y="770"/>
                  <a:pt x="3098" y="719"/>
                  <a:pt x="3098" y="673"/>
                </a:cubicBezTo>
                <a:cubicBezTo>
                  <a:pt x="3098" y="615"/>
                  <a:pt x="3135" y="573"/>
                  <a:pt x="3239" y="573"/>
                </a:cubicBezTo>
                <a:cubicBezTo>
                  <a:pt x="3274" y="573"/>
                  <a:pt x="3329" y="578"/>
                  <a:pt x="3359" y="592"/>
                </a:cubicBezTo>
                <a:lnTo>
                  <a:pt x="3359" y="690"/>
                </a:lnTo>
                <a:cubicBezTo>
                  <a:pt x="3319" y="747"/>
                  <a:pt x="3265" y="770"/>
                  <a:pt x="3207" y="770"/>
                </a:cubicBezTo>
                <a:close/>
                <a:moveTo>
                  <a:pt x="3608" y="346"/>
                </a:moveTo>
                <a:lnTo>
                  <a:pt x="3608" y="346"/>
                </a:lnTo>
                <a:lnTo>
                  <a:pt x="3608" y="676"/>
                </a:lnTo>
                <a:cubicBezTo>
                  <a:pt x="3608" y="799"/>
                  <a:pt x="3663" y="844"/>
                  <a:pt x="3760" y="844"/>
                </a:cubicBezTo>
                <a:cubicBezTo>
                  <a:pt x="3798" y="844"/>
                  <a:pt x="3834" y="837"/>
                  <a:pt x="3867" y="818"/>
                </a:cubicBezTo>
                <a:cubicBezTo>
                  <a:pt x="3878" y="811"/>
                  <a:pt x="3882" y="802"/>
                  <a:pt x="3876" y="788"/>
                </a:cubicBezTo>
                <a:lnTo>
                  <a:pt x="3863" y="758"/>
                </a:lnTo>
                <a:cubicBezTo>
                  <a:pt x="3858" y="745"/>
                  <a:pt x="3851" y="743"/>
                  <a:pt x="3838" y="750"/>
                </a:cubicBezTo>
                <a:cubicBezTo>
                  <a:pt x="3818" y="761"/>
                  <a:pt x="3797" y="768"/>
                  <a:pt x="3772" y="768"/>
                </a:cubicBezTo>
                <a:cubicBezTo>
                  <a:pt x="3717" y="768"/>
                  <a:pt x="3699" y="734"/>
                  <a:pt x="3699" y="673"/>
                </a:cubicBezTo>
                <a:lnTo>
                  <a:pt x="3699" y="346"/>
                </a:lnTo>
                <a:lnTo>
                  <a:pt x="3856" y="346"/>
                </a:lnTo>
                <a:cubicBezTo>
                  <a:pt x="3871" y="346"/>
                  <a:pt x="3877" y="340"/>
                  <a:pt x="3877" y="325"/>
                </a:cubicBezTo>
                <a:lnTo>
                  <a:pt x="3877" y="296"/>
                </a:lnTo>
                <a:cubicBezTo>
                  <a:pt x="3877" y="281"/>
                  <a:pt x="3871" y="275"/>
                  <a:pt x="3856" y="275"/>
                </a:cubicBezTo>
                <a:lnTo>
                  <a:pt x="3699" y="275"/>
                </a:lnTo>
                <a:lnTo>
                  <a:pt x="3699" y="146"/>
                </a:lnTo>
                <a:cubicBezTo>
                  <a:pt x="3699" y="131"/>
                  <a:pt x="3693" y="125"/>
                  <a:pt x="3678" y="125"/>
                </a:cubicBezTo>
                <a:lnTo>
                  <a:pt x="3629" y="125"/>
                </a:lnTo>
                <a:cubicBezTo>
                  <a:pt x="3614" y="125"/>
                  <a:pt x="3608" y="131"/>
                  <a:pt x="3608" y="146"/>
                </a:cubicBezTo>
                <a:lnTo>
                  <a:pt x="3608" y="275"/>
                </a:lnTo>
                <a:lnTo>
                  <a:pt x="3534" y="275"/>
                </a:lnTo>
                <a:cubicBezTo>
                  <a:pt x="3519" y="275"/>
                  <a:pt x="3513" y="281"/>
                  <a:pt x="3513" y="296"/>
                </a:cubicBezTo>
                <a:lnTo>
                  <a:pt x="3513" y="325"/>
                </a:lnTo>
                <a:cubicBezTo>
                  <a:pt x="3513" y="340"/>
                  <a:pt x="3519" y="346"/>
                  <a:pt x="3534" y="346"/>
                </a:cubicBezTo>
                <a:lnTo>
                  <a:pt x="3608" y="346"/>
                </a:lnTo>
                <a:close/>
                <a:moveTo>
                  <a:pt x="4030" y="832"/>
                </a:moveTo>
                <a:lnTo>
                  <a:pt x="4030" y="832"/>
                </a:lnTo>
                <a:cubicBezTo>
                  <a:pt x="4045" y="832"/>
                  <a:pt x="4051" y="826"/>
                  <a:pt x="4051" y="811"/>
                </a:cubicBezTo>
                <a:lnTo>
                  <a:pt x="4051" y="296"/>
                </a:lnTo>
                <a:cubicBezTo>
                  <a:pt x="4051" y="281"/>
                  <a:pt x="4045" y="275"/>
                  <a:pt x="4030" y="275"/>
                </a:cubicBezTo>
                <a:lnTo>
                  <a:pt x="3982" y="275"/>
                </a:lnTo>
                <a:cubicBezTo>
                  <a:pt x="3967" y="275"/>
                  <a:pt x="3961" y="281"/>
                  <a:pt x="3961" y="296"/>
                </a:cubicBezTo>
                <a:lnTo>
                  <a:pt x="3961" y="811"/>
                </a:lnTo>
                <a:cubicBezTo>
                  <a:pt x="3961" y="826"/>
                  <a:pt x="3967" y="832"/>
                  <a:pt x="3982" y="832"/>
                </a:cubicBezTo>
                <a:lnTo>
                  <a:pt x="4030" y="832"/>
                </a:lnTo>
                <a:close/>
                <a:moveTo>
                  <a:pt x="4068" y="74"/>
                </a:moveTo>
                <a:lnTo>
                  <a:pt x="4068" y="74"/>
                </a:lnTo>
                <a:cubicBezTo>
                  <a:pt x="4068" y="40"/>
                  <a:pt x="4044" y="12"/>
                  <a:pt x="4006" y="12"/>
                </a:cubicBezTo>
                <a:cubicBezTo>
                  <a:pt x="3968" y="12"/>
                  <a:pt x="3945" y="40"/>
                  <a:pt x="3945" y="74"/>
                </a:cubicBezTo>
                <a:cubicBezTo>
                  <a:pt x="3945" y="109"/>
                  <a:pt x="3968" y="137"/>
                  <a:pt x="4006" y="137"/>
                </a:cubicBezTo>
                <a:cubicBezTo>
                  <a:pt x="4044" y="137"/>
                  <a:pt x="4068" y="109"/>
                  <a:pt x="4068" y="74"/>
                </a:cubicBezTo>
                <a:close/>
                <a:moveTo>
                  <a:pt x="4248" y="554"/>
                </a:moveTo>
                <a:lnTo>
                  <a:pt x="4248" y="554"/>
                </a:lnTo>
                <a:cubicBezTo>
                  <a:pt x="4248" y="439"/>
                  <a:pt x="4295" y="335"/>
                  <a:pt x="4411" y="335"/>
                </a:cubicBezTo>
                <a:cubicBezTo>
                  <a:pt x="4527" y="335"/>
                  <a:pt x="4573" y="439"/>
                  <a:pt x="4573" y="554"/>
                </a:cubicBezTo>
                <a:cubicBezTo>
                  <a:pt x="4573" y="668"/>
                  <a:pt x="4527" y="772"/>
                  <a:pt x="4411" y="772"/>
                </a:cubicBezTo>
                <a:cubicBezTo>
                  <a:pt x="4295" y="772"/>
                  <a:pt x="4248" y="668"/>
                  <a:pt x="4248" y="554"/>
                </a:cubicBezTo>
                <a:close/>
                <a:moveTo>
                  <a:pt x="4667" y="554"/>
                </a:moveTo>
                <a:lnTo>
                  <a:pt x="4667" y="554"/>
                </a:lnTo>
                <a:cubicBezTo>
                  <a:pt x="4667" y="404"/>
                  <a:pt x="4593" y="264"/>
                  <a:pt x="4411" y="264"/>
                </a:cubicBezTo>
                <a:cubicBezTo>
                  <a:pt x="4232" y="264"/>
                  <a:pt x="4155" y="404"/>
                  <a:pt x="4155" y="554"/>
                </a:cubicBezTo>
                <a:cubicBezTo>
                  <a:pt x="4155" y="703"/>
                  <a:pt x="4229" y="844"/>
                  <a:pt x="4411" y="844"/>
                </a:cubicBezTo>
                <a:cubicBezTo>
                  <a:pt x="4590" y="844"/>
                  <a:pt x="4667" y="703"/>
                  <a:pt x="4667" y="554"/>
                </a:cubicBezTo>
                <a:close/>
                <a:moveTo>
                  <a:pt x="4844" y="832"/>
                </a:moveTo>
                <a:lnTo>
                  <a:pt x="4844" y="832"/>
                </a:lnTo>
                <a:cubicBezTo>
                  <a:pt x="4859" y="832"/>
                  <a:pt x="4864" y="826"/>
                  <a:pt x="4864" y="811"/>
                </a:cubicBezTo>
                <a:lnTo>
                  <a:pt x="4864" y="413"/>
                </a:lnTo>
                <a:cubicBezTo>
                  <a:pt x="4905" y="357"/>
                  <a:pt x="4963" y="339"/>
                  <a:pt x="5012" y="339"/>
                </a:cubicBezTo>
                <a:cubicBezTo>
                  <a:pt x="5110" y="339"/>
                  <a:pt x="5132" y="418"/>
                  <a:pt x="5132" y="483"/>
                </a:cubicBezTo>
                <a:lnTo>
                  <a:pt x="5132" y="811"/>
                </a:lnTo>
                <a:cubicBezTo>
                  <a:pt x="5132" y="826"/>
                  <a:pt x="5138" y="832"/>
                  <a:pt x="5153" y="832"/>
                </a:cubicBezTo>
                <a:lnTo>
                  <a:pt x="5202" y="832"/>
                </a:lnTo>
                <a:cubicBezTo>
                  <a:pt x="5217" y="832"/>
                  <a:pt x="5223" y="826"/>
                  <a:pt x="5223" y="811"/>
                </a:cubicBezTo>
                <a:lnTo>
                  <a:pt x="5223" y="475"/>
                </a:lnTo>
                <a:cubicBezTo>
                  <a:pt x="5223" y="361"/>
                  <a:pt x="5168" y="264"/>
                  <a:pt x="5030" y="264"/>
                </a:cubicBezTo>
                <a:cubicBezTo>
                  <a:pt x="4942" y="264"/>
                  <a:pt x="4890" y="303"/>
                  <a:pt x="4859" y="342"/>
                </a:cubicBezTo>
                <a:lnTo>
                  <a:pt x="4859" y="296"/>
                </a:lnTo>
                <a:cubicBezTo>
                  <a:pt x="4859" y="281"/>
                  <a:pt x="4853" y="275"/>
                  <a:pt x="4838" y="275"/>
                </a:cubicBezTo>
                <a:lnTo>
                  <a:pt x="4795" y="275"/>
                </a:lnTo>
                <a:cubicBezTo>
                  <a:pt x="4780" y="275"/>
                  <a:pt x="4774" y="281"/>
                  <a:pt x="4774" y="296"/>
                </a:cubicBezTo>
                <a:lnTo>
                  <a:pt x="4774" y="811"/>
                </a:lnTo>
                <a:cubicBezTo>
                  <a:pt x="4774" y="826"/>
                  <a:pt x="4780" y="832"/>
                  <a:pt x="4795" y="832"/>
                </a:cubicBezTo>
                <a:lnTo>
                  <a:pt x="4844" y="832"/>
                </a:lnTo>
                <a:close/>
                <a:moveTo>
                  <a:pt x="6024" y="832"/>
                </a:moveTo>
                <a:lnTo>
                  <a:pt x="6024" y="832"/>
                </a:lnTo>
                <a:cubicBezTo>
                  <a:pt x="6039" y="832"/>
                  <a:pt x="6045" y="826"/>
                  <a:pt x="6045" y="811"/>
                </a:cubicBezTo>
                <a:lnTo>
                  <a:pt x="6045" y="465"/>
                </a:lnTo>
                <a:cubicBezTo>
                  <a:pt x="6045" y="346"/>
                  <a:pt x="5983" y="264"/>
                  <a:pt x="5832" y="264"/>
                </a:cubicBezTo>
                <a:cubicBezTo>
                  <a:pt x="5754" y="264"/>
                  <a:pt x="5683" y="286"/>
                  <a:pt x="5636" y="325"/>
                </a:cubicBezTo>
                <a:cubicBezTo>
                  <a:pt x="5625" y="333"/>
                  <a:pt x="5624" y="344"/>
                  <a:pt x="5631" y="355"/>
                </a:cubicBezTo>
                <a:lnTo>
                  <a:pt x="5650" y="382"/>
                </a:lnTo>
                <a:cubicBezTo>
                  <a:pt x="5659" y="395"/>
                  <a:pt x="5666" y="396"/>
                  <a:pt x="5679" y="386"/>
                </a:cubicBezTo>
                <a:cubicBezTo>
                  <a:pt x="5718" y="355"/>
                  <a:pt x="5773" y="340"/>
                  <a:pt x="5824" y="340"/>
                </a:cubicBezTo>
                <a:cubicBezTo>
                  <a:pt x="5934" y="340"/>
                  <a:pt x="5955" y="411"/>
                  <a:pt x="5955" y="479"/>
                </a:cubicBezTo>
                <a:lnTo>
                  <a:pt x="5955" y="526"/>
                </a:lnTo>
                <a:cubicBezTo>
                  <a:pt x="5925" y="513"/>
                  <a:pt x="5878" y="504"/>
                  <a:pt x="5824" y="504"/>
                </a:cubicBezTo>
                <a:cubicBezTo>
                  <a:pt x="5671" y="504"/>
                  <a:pt x="5602" y="578"/>
                  <a:pt x="5602" y="675"/>
                </a:cubicBezTo>
                <a:cubicBezTo>
                  <a:pt x="5602" y="772"/>
                  <a:pt x="5667" y="844"/>
                  <a:pt x="5788" y="844"/>
                </a:cubicBezTo>
                <a:cubicBezTo>
                  <a:pt x="5881" y="844"/>
                  <a:pt x="5930" y="801"/>
                  <a:pt x="5961" y="761"/>
                </a:cubicBezTo>
                <a:lnTo>
                  <a:pt x="5961" y="811"/>
                </a:lnTo>
                <a:cubicBezTo>
                  <a:pt x="5961" y="826"/>
                  <a:pt x="5966" y="832"/>
                  <a:pt x="5981" y="832"/>
                </a:cubicBezTo>
                <a:lnTo>
                  <a:pt x="6024" y="832"/>
                </a:lnTo>
                <a:close/>
                <a:moveTo>
                  <a:pt x="5803" y="770"/>
                </a:moveTo>
                <a:lnTo>
                  <a:pt x="5803" y="770"/>
                </a:lnTo>
                <a:cubicBezTo>
                  <a:pt x="5717" y="770"/>
                  <a:pt x="5694" y="719"/>
                  <a:pt x="5694" y="673"/>
                </a:cubicBezTo>
                <a:cubicBezTo>
                  <a:pt x="5694" y="615"/>
                  <a:pt x="5731" y="573"/>
                  <a:pt x="5835" y="573"/>
                </a:cubicBezTo>
                <a:cubicBezTo>
                  <a:pt x="5870" y="573"/>
                  <a:pt x="5925" y="578"/>
                  <a:pt x="5955" y="592"/>
                </a:cubicBezTo>
                <a:lnTo>
                  <a:pt x="5955" y="690"/>
                </a:lnTo>
                <a:cubicBezTo>
                  <a:pt x="5915" y="747"/>
                  <a:pt x="5861" y="770"/>
                  <a:pt x="5803" y="770"/>
                </a:cubicBezTo>
                <a:close/>
                <a:moveTo>
                  <a:pt x="6204" y="346"/>
                </a:moveTo>
                <a:lnTo>
                  <a:pt x="6204" y="346"/>
                </a:lnTo>
                <a:lnTo>
                  <a:pt x="6204" y="676"/>
                </a:lnTo>
                <a:cubicBezTo>
                  <a:pt x="6204" y="799"/>
                  <a:pt x="6259" y="844"/>
                  <a:pt x="6356" y="844"/>
                </a:cubicBezTo>
                <a:cubicBezTo>
                  <a:pt x="6395" y="844"/>
                  <a:pt x="6431" y="837"/>
                  <a:pt x="6463" y="818"/>
                </a:cubicBezTo>
                <a:cubicBezTo>
                  <a:pt x="6475" y="811"/>
                  <a:pt x="6478" y="802"/>
                  <a:pt x="6472" y="788"/>
                </a:cubicBezTo>
                <a:lnTo>
                  <a:pt x="6460" y="758"/>
                </a:lnTo>
                <a:cubicBezTo>
                  <a:pt x="6454" y="745"/>
                  <a:pt x="6447" y="743"/>
                  <a:pt x="6434" y="750"/>
                </a:cubicBezTo>
                <a:cubicBezTo>
                  <a:pt x="6414" y="761"/>
                  <a:pt x="6393" y="768"/>
                  <a:pt x="6368" y="768"/>
                </a:cubicBezTo>
                <a:cubicBezTo>
                  <a:pt x="6313" y="768"/>
                  <a:pt x="6295" y="734"/>
                  <a:pt x="6295" y="673"/>
                </a:cubicBezTo>
                <a:lnTo>
                  <a:pt x="6295" y="346"/>
                </a:lnTo>
                <a:lnTo>
                  <a:pt x="6453" y="346"/>
                </a:lnTo>
                <a:cubicBezTo>
                  <a:pt x="6468" y="346"/>
                  <a:pt x="6473" y="340"/>
                  <a:pt x="6473" y="325"/>
                </a:cubicBezTo>
                <a:lnTo>
                  <a:pt x="6473" y="296"/>
                </a:lnTo>
                <a:cubicBezTo>
                  <a:pt x="6473" y="281"/>
                  <a:pt x="6468" y="275"/>
                  <a:pt x="6453" y="275"/>
                </a:cubicBezTo>
                <a:lnTo>
                  <a:pt x="6295" y="275"/>
                </a:lnTo>
                <a:lnTo>
                  <a:pt x="6295" y="146"/>
                </a:lnTo>
                <a:cubicBezTo>
                  <a:pt x="6295" y="131"/>
                  <a:pt x="6289" y="125"/>
                  <a:pt x="6274" y="125"/>
                </a:cubicBezTo>
                <a:lnTo>
                  <a:pt x="6225" y="125"/>
                </a:lnTo>
                <a:cubicBezTo>
                  <a:pt x="6210" y="125"/>
                  <a:pt x="6204" y="131"/>
                  <a:pt x="6204" y="146"/>
                </a:cubicBezTo>
                <a:lnTo>
                  <a:pt x="6204" y="275"/>
                </a:lnTo>
                <a:lnTo>
                  <a:pt x="6130" y="275"/>
                </a:lnTo>
                <a:cubicBezTo>
                  <a:pt x="6115" y="275"/>
                  <a:pt x="6109" y="281"/>
                  <a:pt x="6109" y="296"/>
                </a:cubicBezTo>
                <a:lnTo>
                  <a:pt x="6109" y="325"/>
                </a:lnTo>
                <a:cubicBezTo>
                  <a:pt x="6109" y="340"/>
                  <a:pt x="6115" y="346"/>
                  <a:pt x="6130" y="346"/>
                </a:cubicBezTo>
                <a:lnTo>
                  <a:pt x="6204" y="346"/>
                </a:lnTo>
                <a:close/>
                <a:moveTo>
                  <a:pt x="7502" y="275"/>
                </a:moveTo>
                <a:lnTo>
                  <a:pt x="7502" y="275"/>
                </a:lnTo>
                <a:cubicBezTo>
                  <a:pt x="7487" y="275"/>
                  <a:pt x="7480" y="281"/>
                  <a:pt x="7478" y="296"/>
                </a:cubicBezTo>
                <a:cubicBezTo>
                  <a:pt x="7451" y="447"/>
                  <a:pt x="7398" y="628"/>
                  <a:pt x="7350" y="741"/>
                </a:cubicBezTo>
                <a:cubicBezTo>
                  <a:pt x="7298" y="628"/>
                  <a:pt x="7241" y="447"/>
                  <a:pt x="7214" y="296"/>
                </a:cubicBezTo>
                <a:cubicBezTo>
                  <a:pt x="7211" y="281"/>
                  <a:pt x="7204" y="275"/>
                  <a:pt x="7189" y="275"/>
                </a:cubicBezTo>
                <a:lnTo>
                  <a:pt x="7150" y="275"/>
                </a:lnTo>
                <a:cubicBezTo>
                  <a:pt x="7135" y="275"/>
                  <a:pt x="7128" y="281"/>
                  <a:pt x="7125" y="296"/>
                </a:cubicBezTo>
                <a:cubicBezTo>
                  <a:pt x="7099" y="447"/>
                  <a:pt x="7042" y="628"/>
                  <a:pt x="6990" y="741"/>
                </a:cubicBezTo>
                <a:cubicBezTo>
                  <a:pt x="6942" y="628"/>
                  <a:pt x="6889" y="447"/>
                  <a:pt x="6862" y="296"/>
                </a:cubicBezTo>
                <a:cubicBezTo>
                  <a:pt x="6860" y="281"/>
                  <a:pt x="6853" y="275"/>
                  <a:pt x="6838" y="275"/>
                </a:cubicBezTo>
                <a:lnTo>
                  <a:pt x="6788" y="275"/>
                </a:lnTo>
                <a:cubicBezTo>
                  <a:pt x="6776" y="275"/>
                  <a:pt x="6770" y="281"/>
                  <a:pt x="6770" y="290"/>
                </a:cubicBezTo>
                <a:cubicBezTo>
                  <a:pt x="6770" y="295"/>
                  <a:pt x="6772" y="301"/>
                  <a:pt x="6773" y="306"/>
                </a:cubicBezTo>
                <a:cubicBezTo>
                  <a:pt x="6808" y="483"/>
                  <a:pt x="6877" y="688"/>
                  <a:pt x="6935" y="813"/>
                </a:cubicBezTo>
                <a:cubicBezTo>
                  <a:pt x="6941" y="826"/>
                  <a:pt x="6950" y="832"/>
                  <a:pt x="6965" y="832"/>
                </a:cubicBezTo>
                <a:lnTo>
                  <a:pt x="7011" y="832"/>
                </a:lnTo>
                <a:cubicBezTo>
                  <a:pt x="7026" y="832"/>
                  <a:pt x="7034" y="826"/>
                  <a:pt x="7040" y="812"/>
                </a:cubicBezTo>
                <a:cubicBezTo>
                  <a:pt x="7104" y="659"/>
                  <a:pt x="7147" y="533"/>
                  <a:pt x="7169" y="412"/>
                </a:cubicBezTo>
                <a:cubicBezTo>
                  <a:pt x="7193" y="533"/>
                  <a:pt x="7234" y="659"/>
                  <a:pt x="7301" y="813"/>
                </a:cubicBezTo>
                <a:cubicBezTo>
                  <a:pt x="7306" y="826"/>
                  <a:pt x="7314" y="832"/>
                  <a:pt x="7330" y="832"/>
                </a:cubicBezTo>
                <a:lnTo>
                  <a:pt x="7374" y="832"/>
                </a:lnTo>
                <a:cubicBezTo>
                  <a:pt x="7389" y="832"/>
                  <a:pt x="7398" y="825"/>
                  <a:pt x="7404" y="813"/>
                </a:cubicBezTo>
                <a:cubicBezTo>
                  <a:pt x="7465" y="690"/>
                  <a:pt x="7531" y="483"/>
                  <a:pt x="7566" y="306"/>
                </a:cubicBezTo>
                <a:cubicBezTo>
                  <a:pt x="7567" y="301"/>
                  <a:pt x="7568" y="295"/>
                  <a:pt x="7568" y="290"/>
                </a:cubicBezTo>
                <a:cubicBezTo>
                  <a:pt x="7568" y="281"/>
                  <a:pt x="7563" y="275"/>
                  <a:pt x="7551" y="275"/>
                </a:cubicBezTo>
                <a:lnTo>
                  <a:pt x="7502" y="275"/>
                </a:lnTo>
                <a:close/>
                <a:moveTo>
                  <a:pt x="7705" y="554"/>
                </a:moveTo>
                <a:lnTo>
                  <a:pt x="7705" y="554"/>
                </a:lnTo>
                <a:cubicBezTo>
                  <a:pt x="7705" y="439"/>
                  <a:pt x="7752" y="335"/>
                  <a:pt x="7868" y="335"/>
                </a:cubicBezTo>
                <a:cubicBezTo>
                  <a:pt x="7984" y="335"/>
                  <a:pt x="8030" y="439"/>
                  <a:pt x="8030" y="554"/>
                </a:cubicBezTo>
                <a:cubicBezTo>
                  <a:pt x="8030" y="668"/>
                  <a:pt x="7984" y="772"/>
                  <a:pt x="7868" y="772"/>
                </a:cubicBezTo>
                <a:cubicBezTo>
                  <a:pt x="7752" y="772"/>
                  <a:pt x="7705" y="668"/>
                  <a:pt x="7705" y="554"/>
                </a:cubicBezTo>
                <a:close/>
                <a:moveTo>
                  <a:pt x="8124" y="554"/>
                </a:moveTo>
                <a:lnTo>
                  <a:pt x="8124" y="554"/>
                </a:lnTo>
                <a:cubicBezTo>
                  <a:pt x="8124" y="404"/>
                  <a:pt x="8050" y="264"/>
                  <a:pt x="7868" y="264"/>
                </a:cubicBezTo>
                <a:cubicBezTo>
                  <a:pt x="7689" y="264"/>
                  <a:pt x="7611" y="404"/>
                  <a:pt x="7611" y="554"/>
                </a:cubicBezTo>
                <a:cubicBezTo>
                  <a:pt x="7611" y="703"/>
                  <a:pt x="7686" y="844"/>
                  <a:pt x="7868" y="844"/>
                </a:cubicBezTo>
                <a:cubicBezTo>
                  <a:pt x="8046" y="844"/>
                  <a:pt x="8124" y="703"/>
                  <a:pt x="8124" y="554"/>
                </a:cubicBezTo>
                <a:close/>
                <a:moveTo>
                  <a:pt x="8300" y="832"/>
                </a:moveTo>
                <a:lnTo>
                  <a:pt x="8300" y="832"/>
                </a:lnTo>
                <a:cubicBezTo>
                  <a:pt x="8315" y="832"/>
                  <a:pt x="8321" y="826"/>
                  <a:pt x="8321" y="811"/>
                </a:cubicBezTo>
                <a:lnTo>
                  <a:pt x="8321" y="413"/>
                </a:lnTo>
                <a:cubicBezTo>
                  <a:pt x="8357" y="363"/>
                  <a:pt x="8410" y="346"/>
                  <a:pt x="8455" y="346"/>
                </a:cubicBezTo>
                <a:cubicBezTo>
                  <a:pt x="8471" y="346"/>
                  <a:pt x="8487" y="348"/>
                  <a:pt x="8503" y="353"/>
                </a:cubicBezTo>
                <a:cubicBezTo>
                  <a:pt x="8518" y="356"/>
                  <a:pt x="8524" y="353"/>
                  <a:pt x="8528" y="338"/>
                </a:cubicBezTo>
                <a:lnTo>
                  <a:pt x="8537" y="295"/>
                </a:lnTo>
                <a:cubicBezTo>
                  <a:pt x="8540" y="282"/>
                  <a:pt x="8535" y="273"/>
                  <a:pt x="8522" y="269"/>
                </a:cubicBezTo>
                <a:cubicBezTo>
                  <a:pt x="8506" y="265"/>
                  <a:pt x="8488" y="264"/>
                  <a:pt x="8473" y="264"/>
                </a:cubicBezTo>
                <a:cubicBezTo>
                  <a:pt x="8392" y="264"/>
                  <a:pt x="8347" y="308"/>
                  <a:pt x="8315" y="348"/>
                </a:cubicBezTo>
                <a:lnTo>
                  <a:pt x="8315" y="296"/>
                </a:lnTo>
                <a:cubicBezTo>
                  <a:pt x="8315" y="281"/>
                  <a:pt x="8310" y="275"/>
                  <a:pt x="8294" y="275"/>
                </a:cubicBezTo>
                <a:lnTo>
                  <a:pt x="8252" y="275"/>
                </a:lnTo>
                <a:cubicBezTo>
                  <a:pt x="8236" y="275"/>
                  <a:pt x="8231" y="281"/>
                  <a:pt x="8231" y="296"/>
                </a:cubicBezTo>
                <a:lnTo>
                  <a:pt x="8231" y="811"/>
                </a:lnTo>
                <a:cubicBezTo>
                  <a:pt x="8231" y="826"/>
                  <a:pt x="8236" y="832"/>
                  <a:pt x="8252" y="832"/>
                </a:cubicBezTo>
                <a:lnTo>
                  <a:pt x="8300" y="832"/>
                </a:lnTo>
                <a:close/>
                <a:moveTo>
                  <a:pt x="9044" y="832"/>
                </a:moveTo>
                <a:lnTo>
                  <a:pt x="9044" y="832"/>
                </a:lnTo>
                <a:cubicBezTo>
                  <a:pt x="9058" y="832"/>
                  <a:pt x="9061" y="825"/>
                  <a:pt x="9056" y="813"/>
                </a:cubicBezTo>
                <a:cubicBezTo>
                  <a:pt x="9009" y="716"/>
                  <a:pt x="8919" y="595"/>
                  <a:pt x="8833" y="515"/>
                </a:cubicBezTo>
                <a:cubicBezTo>
                  <a:pt x="8909" y="447"/>
                  <a:pt x="8978" y="369"/>
                  <a:pt x="9028" y="293"/>
                </a:cubicBezTo>
                <a:cubicBezTo>
                  <a:pt x="9035" y="282"/>
                  <a:pt x="9031" y="275"/>
                  <a:pt x="9018" y="275"/>
                </a:cubicBezTo>
                <a:lnTo>
                  <a:pt x="8962" y="275"/>
                </a:lnTo>
                <a:cubicBezTo>
                  <a:pt x="8945" y="275"/>
                  <a:pt x="8937" y="280"/>
                  <a:pt x="8928" y="293"/>
                </a:cubicBezTo>
                <a:cubicBezTo>
                  <a:pt x="8878" y="367"/>
                  <a:pt x="8789" y="465"/>
                  <a:pt x="8704" y="526"/>
                </a:cubicBezTo>
                <a:lnTo>
                  <a:pt x="8704" y="20"/>
                </a:lnTo>
                <a:cubicBezTo>
                  <a:pt x="8704" y="5"/>
                  <a:pt x="8698" y="0"/>
                  <a:pt x="8683" y="0"/>
                </a:cubicBezTo>
                <a:lnTo>
                  <a:pt x="8634" y="0"/>
                </a:lnTo>
                <a:cubicBezTo>
                  <a:pt x="8619" y="0"/>
                  <a:pt x="8614" y="5"/>
                  <a:pt x="8614" y="20"/>
                </a:cubicBezTo>
                <a:lnTo>
                  <a:pt x="8614" y="811"/>
                </a:lnTo>
                <a:cubicBezTo>
                  <a:pt x="8614" y="826"/>
                  <a:pt x="8619" y="832"/>
                  <a:pt x="8634" y="832"/>
                </a:cubicBezTo>
                <a:lnTo>
                  <a:pt x="8683" y="832"/>
                </a:lnTo>
                <a:cubicBezTo>
                  <a:pt x="8698" y="832"/>
                  <a:pt x="8704" y="826"/>
                  <a:pt x="8704" y="811"/>
                </a:cubicBezTo>
                <a:lnTo>
                  <a:pt x="8704" y="613"/>
                </a:lnTo>
                <a:cubicBezTo>
                  <a:pt x="8727" y="598"/>
                  <a:pt x="8750" y="581"/>
                  <a:pt x="8773" y="564"/>
                </a:cubicBezTo>
                <a:cubicBezTo>
                  <a:pt x="8846" y="634"/>
                  <a:pt x="8914" y="732"/>
                  <a:pt x="8958" y="813"/>
                </a:cubicBezTo>
                <a:cubicBezTo>
                  <a:pt x="8965" y="827"/>
                  <a:pt x="8973" y="832"/>
                  <a:pt x="8988" y="832"/>
                </a:cubicBezTo>
                <a:lnTo>
                  <a:pt x="9044" y="83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CA"/>
          </a:p>
        </p:txBody>
      </p:sp>
    </p:spTree>
    <p:extLst>
      <p:ext uri="{BB962C8B-B14F-4D97-AF65-F5344CB8AC3E}">
        <p14:creationId xmlns:p14="http://schemas.microsoft.com/office/powerpoint/2010/main" val="17534125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Monogram 1">
    <p:bg>
      <p:bgPr>
        <a:solidFill>
          <a:schemeClr val="bg1"/>
        </a:solidFill>
        <a:effectLst/>
      </p:bgPr>
    </p:bg>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18888" y="2185416"/>
            <a:ext cx="2542032" cy="2542032"/>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3"/>
          <p:cNvSpPr>
            <a:spLocks noChangeAspect="1" noChangeArrowheads="1" noTextEdit="1"/>
          </p:cNvSpPr>
          <p:nvPr userDrawn="1"/>
        </p:nvSpPr>
        <p:spPr bwMode="auto">
          <a:xfrm>
            <a:off x="4819650" y="2185988"/>
            <a:ext cx="2543175" cy="254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Tree>
    <p:extLst>
      <p:ext uri="{BB962C8B-B14F-4D97-AF65-F5344CB8AC3E}">
        <p14:creationId xmlns:p14="http://schemas.microsoft.com/office/powerpoint/2010/main" val="1935195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Monogram 2">
    <p:bg>
      <p:bgPr>
        <a:solidFill>
          <a:schemeClr val="accent1"/>
        </a:solidFill>
        <a:effectLst/>
      </p:bgPr>
    </p:bg>
    <p:spTree>
      <p:nvGrpSpPr>
        <p:cNvPr id="1" name=""/>
        <p:cNvGrpSpPr/>
        <p:nvPr/>
      </p:nvGrpSpPr>
      <p:grpSpPr>
        <a:xfrm>
          <a:off x="0" y="0"/>
          <a:ext cx="0" cy="0"/>
          <a:chOff x="0" y="0"/>
          <a:chExt cx="0" cy="0"/>
        </a:xfrm>
      </p:grpSpPr>
      <p:pic>
        <p:nvPicPr>
          <p:cNvPr id="3" name="Picture 3" descr="I:\Dockets\1421 SmallStuff GE PPT\Graphics\GEWhite.em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18888" y="2185416"/>
            <a:ext cx="2542032" cy="2542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9981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cSld name="Title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596771" y="6492875"/>
            <a:ext cx="5397112" cy="365125"/>
          </a:xfrm>
        </p:spPr>
        <p:txBody>
          <a:bodyPr/>
          <a:lstStyle>
            <a:lvl1pPr>
              <a:defRPr>
                <a:solidFill>
                  <a:srgbClr val="FAFAFA"/>
                </a:solidFill>
              </a:defRPr>
            </a:lvl1pPr>
          </a:lstStyle>
          <a:p>
            <a:r>
              <a:rPr lang="en-US"/>
              <a:t>© 2024 GE Vernova and/or its affiliates. All rights reserved.</a:t>
            </a:r>
            <a:endParaRPr lang="en-US" dirty="0"/>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596771" y="2481592"/>
            <a:ext cx="10706100" cy="1861808"/>
          </a:xfrm>
        </p:spPr>
        <p:txBody>
          <a:bodyPr anchor="t" anchorCtr="0"/>
          <a:lstStyle>
            <a:lvl1pPr algn="l">
              <a:lnSpc>
                <a:spcPts val="6500"/>
              </a:lnSpc>
              <a:defRPr sz="7200" cap="all"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596771"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Text&#10;&#10;Description automatically generated">
            <a:extLst>
              <a:ext uri="{FF2B5EF4-FFF2-40B4-BE49-F238E27FC236}">
                <a16:creationId xmlns:a16="http://schemas.microsoft.com/office/drawing/2014/main" id="{404FB6B5-AF11-DEA2-266C-D4A71FA4E0A7}"/>
              </a:ext>
            </a:extLst>
          </p:cNvPr>
          <p:cNvPicPr>
            <a:picLocks noChangeAspect="1"/>
          </p:cNvPicPr>
          <p:nvPr/>
        </p:nvPicPr>
        <p:blipFill>
          <a:blip r:embed="rId2"/>
          <a:stretch>
            <a:fillRect/>
          </a:stretch>
        </p:blipFill>
        <p:spPr>
          <a:xfrm>
            <a:off x="268025" y="272267"/>
            <a:ext cx="2606040" cy="814067"/>
          </a:xfrm>
          <a:prstGeom prst="rect">
            <a:avLst/>
          </a:prstGeom>
        </p:spPr>
      </p:pic>
      <p:cxnSp>
        <p:nvCxnSpPr>
          <p:cNvPr id="4" name="Straight Connector 3">
            <a:extLst>
              <a:ext uri="{FF2B5EF4-FFF2-40B4-BE49-F238E27FC236}">
                <a16:creationId xmlns:a16="http://schemas.microsoft.com/office/drawing/2014/main" id="{7CEC064B-505B-2B8A-CC1B-FFEE37B6694E}"/>
              </a:ext>
            </a:extLst>
          </p:cNvPr>
          <p:cNvCxnSpPr>
            <a:cxnSpLocks/>
          </p:cNvCxnSpPr>
          <p:nvPr/>
        </p:nvCxnSpPr>
        <p:spPr>
          <a:xfrm>
            <a:off x="444366" y="2444249"/>
            <a:ext cx="0" cy="447992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04908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itle 1">
    <p:bg>
      <p:bgPr>
        <a:solidFill>
          <a:srgbClr val="005E60"/>
        </a:solidFill>
        <a:effectLst/>
      </p:bgPr>
    </p:bg>
    <p:spTree>
      <p:nvGrpSpPr>
        <p:cNvPr id="1" name=""/>
        <p:cNvGrpSpPr/>
        <p:nvPr/>
      </p:nvGrpSpPr>
      <p:grpSpPr>
        <a:xfrm>
          <a:off x="0" y="0"/>
          <a:ext cx="0" cy="0"/>
          <a:chOff x="0" y="0"/>
          <a:chExt cx="0" cy="0"/>
        </a:xfrm>
      </p:grpSpPr>
      <p:pic>
        <p:nvPicPr>
          <p:cNvPr id="7" name="Picture 6" descr="Text&#10;&#10;Description automatically generated">
            <a:extLst>
              <a:ext uri="{FF2B5EF4-FFF2-40B4-BE49-F238E27FC236}">
                <a16:creationId xmlns:a16="http://schemas.microsoft.com/office/drawing/2014/main" id="{D752991F-DE20-9C56-71CE-00C693FCEC71}"/>
              </a:ext>
            </a:extLst>
          </p:cNvPr>
          <p:cNvPicPr>
            <a:picLocks noChangeAspect="1"/>
          </p:cNvPicPr>
          <p:nvPr/>
        </p:nvPicPr>
        <p:blipFill>
          <a:blip r:embed="rId2"/>
          <a:stretch>
            <a:fillRect/>
          </a:stretch>
        </p:blipFill>
        <p:spPr>
          <a:xfrm>
            <a:off x="268025"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506380" cy="365125"/>
          </a:xfrm>
        </p:spPr>
        <p:txBody>
          <a:bodyPr/>
          <a:lstStyle>
            <a:lvl1pPr>
              <a:defRPr>
                <a:solidFill>
                  <a:schemeClr val="tx1"/>
                </a:solidFill>
              </a:defRPr>
            </a:lvl1pPr>
          </a:lstStyle>
          <a:p>
            <a:r>
              <a:rPr lang="en-US"/>
              <a:t>© 2024 GE Vernova and/or its affiliates. All rights reserved.</a:t>
            </a:r>
            <a:endParaRPr lang="en-US" dirty="0"/>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rgbClr val="C8FF08"/>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2303236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596771" y="6492875"/>
            <a:ext cx="5397112" cy="365125"/>
          </a:xfrm>
        </p:spPr>
        <p:txBody>
          <a:bodyPr/>
          <a:lstStyle>
            <a:lvl1pPr>
              <a:defRPr>
                <a:solidFill>
                  <a:srgbClr val="FAFAFA"/>
                </a:solidFill>
              </a:defRPr>
            </a:lvl1pPr>
          </a:lstStyle>
          <a:p>
            <a:r>
              <a:rPr lang="en-US"/>
              <a:t>© 2024 GE Vernova and/or its affiliates. All rights reserved.</a:t>
            </a:r>
            <a:endParaRPr lang="en-US" dirty="0"/>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596771" y="2481592"/>
            <a:ext cx="10706100" cy="1861808"/>
          </a:xfrm>
        </p:spPr>
        <p:txBody>
          <a:bodyPr anchor="t" anchorCtr="0"/>
          <a:lstStyle>
            <a:lvl1pPr algn="l">
              <a:lnSpc>
                <a:spcPts val="6500"/>
              </a:lnSpc>
              <a:defRPr sz="7200" cap="all"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596771"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Text&#10;&#10;Description automatically generated">
            <a:extLst>
              <a:ext uri="{FF2B5EF4-FFF2-40B4-BE49-F238E27FC236}">
                <a16:creationId xmlns:a16="http://schemas.microsoft.com/office/drawing/2014/main" id="{404FB6B5-AF11-DEA2-266C-D4A71FA4E0A7}"/>
              </a:ext>
            </a:extLst>
          </p:cNvPr>
          <p:cNvPicPr>
            <a:picLocks noChangeAspect="1"/>
          </p:cNvPicPr>
          <p:nvPr/>
        </p:nvPicPr>
        <p:blipFill>
          <a:blip r:embed="rId2"/>
          <a:stretch>
            <a:fillRect/>
          </a:stretch>
        </p:blipFill>
        <p:spPr>
          <a:xfrm>
            <a:off x="268025" y="272267"/>
            <a:ext cx="2606040" cy="814067"/>
          </a:xfrm>
          <a:prstGeom prst="rect">
            <a:avLst/>
          </a:prstGeom>
        </p:spPr>
      </p:pic>
      <p:cxnSp>
        <p:nvCxnSpPr>
          <p:cNvPr id="4" name="Straight Connector 3">
            <a:extLst>
              <a:ext uri="{FF2B5EF4-FFF2-40B4-BE49-F238E27FC236}">
                <a16:creationId xmlns:a16="http://schemas.microsoft.com/office/drawing/2014/main" id="{7CEC064B-505B-2B8A-CC1B-FFEE37B6694E}"/>
              </a:ext>
            </a:extLst>
          </p:cNvPr>
          <p:cNvCxnSpPr>
            <a:cxnSpLocks/>
          </p:cNvCxnSpPr>
          <p:nvPr/>
        </p:nvCxnSpPr>
        <p:spPr>
          <a:xfrm>
            <a:off x="444366" y="2444249"/>
            <a:ext cx="0" cy="447992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75534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itle 3 Light Photo Background">
    <p:bg>
      <p:bgPr>
        <a:solidFill>
          <a:schemeClr val="tx1"/>
        </a:solidFill>
        <a:effectLst/>
      </p:bgPr>
    </p:bg>
    <p:spTree>
      <p:nvGrpSpPr>
        <p:cNvPr id="1" name=""/>
        <p:cNvGrpSpPr/>
        <p:nvPr/>
      </p:nvGrpSpPr>
      <p:grpSpPr>
        <a:xfrm>
          <a:off x="0" y="0"/>
          <a:ext cx="0" cy="0"/>
          <a:chOff x="0" y="0"/>
          <a:chExt cx="0" cy="0"/>
        </a:xfrm>
      </p:grpSpPr>
      <p:pic>
        <p:nvPicPr>
          <p:cNvPr id="6" name="Picture 5" descr="Text&#10;&#10;Description automatically generated">
            <a:extLst>
              <a:ext uri="{FF2B5EF4-FFF2-40B4-BE49-F238E27FC236}">
                <a16:creationId xmlns:a16="http://schemas.microsoft.com/office/drawing/2014/main" id="{D9E1DC37-7617-9EED-CD74-B8909A49A546}"/>
              </a:ext>
            </a:extLst>
          </p:cNvPr>
          <p:cNvPicPr>
            <a:picLocks noChangeAspect="1"/>
          </p:cNvPicPr>
          <p:nvPr/>
        </p:nvPicPr>
        <p:blipFill>
          <a:blip r:embed="rId2"/>
          <a:stretch>
            <a:fillRect/>
          </a:stretch>
        </p:blipFill>
        <p:spPr>
          <a:xfrm>
            <a:off x="279519"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431618" cy="365125"/>
          </a:xfrm>
        </p:spPr>
        <p:txBody>
          <a:bodyPr/>
          <a:lstStyle>
            <a:lvl1pPr>
              <a:defRPr>
                <a:solidFill>
                  <a:srgbClr val="212121"/>
                </a:solidFill>
              </a:defRPr>
            </a:lvl1pPr>
          </a:lstStyle>
          <a:p>
            <a:r>
              <a:rPr lang="en-US"/>
              <a:t>© 2024 GE Vernova and/or its affiliates. All rights reserved.</a:t>
            </a:r>
            <a:endParaRPr lang="en-US" dirty="0"/>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rgbClr val="005E60"/>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rgbClr val="21212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340074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4 Dark Photo Background">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345354" cy="365125"/>
          </a:xfrm>
        </p:spPr>
        <p:txBody>
          <a:bodyPr/>
          <a:lstStyle>
            <a:lvl1pPr>
              <a:defRPr>
                <a:solidFill>
                  <a:schemeClr val="tx1"/>
                </a:solidFill>
              </a:defRPr>
            </a:lvl1pPr>
          </a:lstStyle>
          <a:p>
            <a:r>
              <a:rPr lang="en-US"/>
              <a:t>© 2024 GE Vernova and/or its affiliates. All rights reserved.</a:t>
            </a:r>
            <a:endParaRPr lang="en-US" dirty="0"/>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descr="Text&#10;&#10;Description automatically generated">
            <a:extLst>
              <a:ext uri="{FF2B5EF4-FFF2-40B4-BE49-F238E27FC236}">
                <a16:creationId xmlns:a16="http://schemas.microsoft.com/office/drawing/2014/main" id="{FD57314C-3D95-C279-F04B-2D532302ED36}"/>
              </a:ext>
            </a:extLst>
          </p:cNvPr>
          <p:cNvPicPr>
            <a:picLocks noChangeAspect="1"/>
          </p:cNvPicPr>
          <p:nvPr/>
        </p:nvPicPr>
        <p:blipFill>
          <a:blip r:embed="rId2"/>
          <a:stretch>
            <a:fillRect/>
          </a:stretch>
        </p:blipFill>
        <p:spPr>
          <a:xfrm>
            <a:off x="259641" y="272267"/>
            <a:ext cx="2606040" cy="814067"/>
          </a:xfrm>
          <a:prstGeom prst="rect">
            <a:avLst/>
          </a:prstGeom>
        </p:spPr>
      </p:pic>
    </p:spTree>
    <p:extLst>
      <p:ext uri="{BB962C8B-B14F-4D97-AF65-F5344CB8AC3E}">
        <p14:creationId xmlns:p14="http://schemas.microsoft.com/office/powerpoint/2010/main" val="2647418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Heading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ABF6-8160-8240-8064-B96381D0190E}"/>
              </a:ext>
            </a:extLst>
          </p:cNvPr>
          <p:cNvSpPr>
            <a:spLocks noGrp="1"/>
          </p:cNvSpPr>
          <p:nvPr>
            <p:ph type="title"/>
          </p:nvPr>
        </p:nvSpPr>
        <p:spPr>
          <a:xfrm>
            <a:off x="419100" y="419101"/>
            <a:ext cx="9578915" cy="457020"/>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D981922-7652-D74D-9BCA-4EBCFEFB0217}"/>
              </a:ext>
            </a:extLst>
          </p:cNvPr>
          <p:cNvSpPr>
            <a:spLocks noGrp="1"/>
          </p:cNvSpPr>
          <p:nvPr>
            <p:ph type="ftr" sz="quarter" idx="11"/>
          </p:nvPr>
        </p:nvSpPr>
        <p:spPr/>
        <p:txBody>
          <a:bodyPr/>
          <a:lstStyle/>
          <a:p>
            <a:r>
              <a:rPr lang="en-US"/>
              <a:t>© 2024 GE Vernova and/or its affiliates. All rights reserved.</a:t>
            </a:r>
            <a:endParaRPr lang="en-US" dirty="0"/>
          </a:p>
        </p:txBody>
      </p:sp>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27CC28C8-137F-49C5-0CB3-B14B3F589E4B}"/>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727161153"/>
      </p:ext>
    </p:extLst>
  </p:cSld>
  <p:clrMapOvr>
    <a:masterClrMapping/>
  </p:clrMapOvr>
  <p:extLst>
    <p:ext uri="{DCECCB84-F9BA-43D5-87BE-67443E8EF086}">
      <p15:sldGuideLst xmlns:p15="http://schemas.microsoft.com/office/powerpoint/2012/main">
        <p15:guide id="1" orient="horz" pos="88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1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099" y="419101"/>
            <a:ext cx="9622047"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p:txBody>
          <a:bodyPr/>
          <a:lstStyle>
            <a:lvl1pPr>
              <a:defRPr>
                <a:solidFill>
                  <a:srgbClr val="212121"/>
                </a:solidFill>
              </a:defRPr>
            </a:lvl1pPr>
            <a:lvl2pPr marL="285750" indent="-285750">
              <a:buFont typeface="Arial" panose="020B0604020202020204" pitchFamily="34" charset="0"/>
              <a:buChar char="•"/>
              <a:defRPr>
                <a:solidFill>
                  <a:srgbClr val="212121"/>
                </a:solidFill>
              </a:defRPr>
            </a:lvl2pPr>
            <a:lvl3pPr marL="517525" indent="-228600">
              <a:defRPr>
                <a:solidFill>
                  <a:srgbClr val="212121"/>
                </a:solidFill>
              </a:defRPr>
            </a:lvl3pPr>
            <a:lvl4pPr marL="685800" indent="-228600">
              <a:defRPr>
                <a:solidFill>
                  <a:srgbClr val="212121"/>
                </a:solidFill>
              </a:defRPr>
            </a:lvl4pPr>
            <a:lvl5pPr marL="914400" indent="-228600">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40C80CBD-F9C2-7B04-2F2E-A2E50A534F57}"/>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728233806"/>
      </p:ext>
    </p:extLst>
  </p:cSld>
  <p:clrMapOvr>
    <a:masterClrMapping/>
  </p:clrMapOvr>
  <p:extLst>
    <p:ext uri="{DCECCB84-F9BA-43D5-87BE-67443E8EF086}">
      <p15:sldGuideLst xmlns:p15="http://schemas.microsoft.com/office/powerpoint/2012/main">
        <p15:guide id="1" orient="horz" pos="88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 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FBB168A5-C2D7-FC4B-8832-1F289E900E7C}"/>
              </a:ext>
            </a:extLst>
          </p:cNvPr>
          <p:cNvSpPr>
            <a:spLocks noGrp="1"/>
          </p:cNvSpPr>
          <p:nvPr>
            <p:ph type="body" sz="quarter" idx="13"/>
          </p:nvPr>
        </p:nvSpPr>
        <p:spPr>
          <a:xfrm>
            <a:off x="419100" y="889824"/>
            <a:ext cx="11353800" cy="513526"/>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0"/>
            <a:ext cx="11353800" cy="4114800"/>
          </a:xfrm>
        </p:spPr>
        <p:txBody>
          <a:bodyPr/>
          <a:lstStyle>
            <a:lvl1pPr>
              <a:defRPr b="0">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568E85E5-0FFC-6287-3929-5E229826C13E}"/>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371243840"/>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69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2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04794"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B906FF28-9E6E-FCE7-887B-D290AB8F5D77}"/>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981299670"/>
      </p:ext>
    </p:extLst>
  </p:cSld>
  <p:clrMapOvr>
    <a:masterClrMapping/>
  </p:clrMapOvr>
  <p:extLst>
    <p:ext uri="{DCECCB84-F9BA-43D5-87BE-67443E8EF086}">
      <p15:sldGuideLst xmlns:p15="http://schemas.microsoft.com/office/powerpoint/2012/main">
        <p15:guide id="1" pos="3840">
          <p15:clr>
            <a:srgbClr val="FBAE40"/>
          </p15:clr>
        </p15:guide>
        <p15:guide id="2" orient="horz" pos="88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 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D6DDDB0A-C694-6D4F-95F6-714A8D0B4F22}"/>
              </a:ext>
            </a:extLst>
          </p:cNvPr>
          <p:cNvSpPr>
            <a:spLocks noGrp="1"/>
          </p:cNvSpPr>
          <p:nvPr>
            <p:ph type="body" sz="quarter" idx="14"/>
          </p:nvPr>
        </p:nvSpPr>
        <p:spPr>
          <a:xfrm>
            <a:off x="419099" y="1403350"/>
            <a:ext cx="5394960" cy="692150"/>
          </a:xfrm>
        </p:spPr>
        <p:txBody>
          <a:bodyPr/>
          <a:lstStyle>
            <a:lvl1pPr>
              <a:spcAft>
                <a:spcPts val="0"/>
              </a:spcAft>
              <a:defRPr b="1">
                <a:solidFill>
                  <a:srgbClr val="212121"/>
                </a:solidFill>
              </a:defRPr>
            </a:lvl1pPr>
          </a:lstStyle>
          <a:p>
            <a:pPr lvl="0"/>
            <a:r>
              <a:rPr lang="en-US"/>
              <a:t>Click to edit Master text styles</a:t>
            </a:r>
          </a:p>
        </p:txBody>
      </p:sp>
      <p:sp>
        <p:nvSpPr>
          <p:cNvPr id="11" name="Text Placeholder 10">
            <a:extLst>
              <a:ext uri="{FF2B5EF4-FFF2-40B4-BE49-F238E27FC236}">
                <a16:creationId xmlns:a16="http://schemas.microsoft.com/office/drawing/2014/main" id="{8D926142-7B75-6D42-854B-61C11884F2E4}"/>
              </a:ext>
            </a:extLst>
          </p:cNvPr>
          <p:cNvSpPr>
            <a:spLocks noGrp="1"/>
          </p:cNvSpPr>
          <p:nvPr>
            <p:ph type="body" sz="quarter" idx="15"/>
          </p:nvPr>
        </p:nvSpPr>
        <p:spPr>
          <a:xfrm>
            <a:off x="6096000" y="1403350"/>
            <a:ext cx="5394960"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5394960"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2095501"/>
            <a:ext cx="5394960"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2F437117-8BD0-3579-70B3-FCB0F41D60C7}"/>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625551820"/>
      </p:ext>
    </p:extLst>
  </p:cSld>
  <p:clrMapOvr>
    <a:masterClrMapping/>
  </p:clrMapOvr>
  <p:extLst>
    <p:ext uri="{DCECCB84-F9BA-43D5-87BE-67443E8EF086}">
      <p15:sldGuideLst xmlns:p15="http://schemas.microsoft.com/office/powerpoint/2012/main">
        <p15:guide id="1" orient="horz" pos="1320">
          <p15:clr>
            <a:srgbClr val="FBAE40"/>
          </p15:clr>
        </p15:guide>
        <p15:guide id="2" pos="3840">
          <p15:clr>
            <a:srgbClr val="FBAE40"/>
          </p15:clr>
        </p15:guide>
        <p15:guide id="3" orient="horz" pos="88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2 Column - Asymetrical">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F4792C0-9FE2-4931-3650-4B59AD3104EA}"/>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93634419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2 Column - Asymetrical - 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56ABEBD3-24BE-15F7-DEF9-9F5230BECA90}"/>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55323102"/>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2 Column Asymmetrical 2">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44409"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E22151AB-5731-BAC5-7B55-0CB75965C41C}"/>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543298221"/>
      </p:ext>
    </p:extLst>
  </p:cSld>
  <p:clrMapOvr>
    <a:masterClrMapping/>
  </p:clrMapOvr>
  <p:extLst>
    <p:ext uri="{DCECCB84-F9BA-43D5-87BE-67443E8EF086}">
      <p15:sldGuideLst xmlns:p15="http://schemas.microsoft.com/office/powerpoint/2012/main">
        <p15:guide id="2" pos="5030">
          <p15:clr>
            <a:srgbClr val="FBAE40"/>
          </p15:clr>
        </p15:guide>
        <p15:guide id="3" orient="horz" pos="88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2 Column - Asymmetrical 2 - 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02C79C54-276E-80B9-1B8A-4B6BBAC71B29}"/>
              </a:ext>
            </a:extLst>
          </p:cNvPr>
          <p:cNvCxnSpPr>
            <a:cxnSpLocks/>
          </p:cNvCxnSpPr>
          <p:nvPr/>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7BBA13F7-1863-C7F2-A83F-768EA305A30E}"/>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334230522"/>
      </p:ext>
    </p:extLst>
  </p:cSld>
  <p:clrMapOvr>
    <a:masterClrMapping/>
  </p:clrMapOvr>
  <p:extLst>
    <p:ext uri="{DCECCB84-F9BA-43D5-87BE-67443E8EF086}">
      <p15:sldGuideLst xmlns:p15="http://schemas.microsoft.com/office/powerpoint/2012/main">
        <p15:guide id="2" pos="5030">
          <p15:clr>
            <a:srgbClr val="FBAE40"/>
          </p15:clr>
        </p15:guide>
        <p15:guide id="3" orient="horz" pos="88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3-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78915"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404E15B6-0BA0-84E6-A568-FC29C85E61F3}"/>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068372079"/>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3-Column - ba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1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2DC5277-B38B-BFA5-234F-37E859463D25}"/>
              </a:ext>
            </a:extLst>
          </p:cNvPr>
          <p:cNvCxnSpPr>
            <a:cxnSpLocks/>
          </p:cNvCxnSpPr>
          <p:nvPr/>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0" name="Picture 9" descr="Text&#10;&#10;Description automatically generated">
            <a:extLst>
              <a:ext uri="{FF2B5EF4-FFF2-40B4-BE49-F238E27FC236}">
                <a16:creationId xmlns:a16="http://schemas.microsoft.com/office/drawing/2014/main" id="{6F06206D-1B55-79AD-7D01-D0EB3C4108CB}"/>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351401481"/>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4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CB7DF46-A9CC-4BD9-D472-6BF977C64294}"/>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707730944"/>
      </p:ext>
    </p:extLst>
  </p:cSld>
  <p:clrMapOvr>
    <a:masterClrMapping/>
  </p:clrMapOvr>
  <p:extLst>
    <p:ext uri="{DCECCB84-F9BA-43D5-87BE-67443E8EF086}">
      <p15:sldGuideLst xmlns:p15="http://schemas.microsoft.com/office/powerpoint/2012/main">
        <p15:guide id="1" pos="2056">
          <p15:clr>
            <a:srgbClr val="FBAE40"/>
          </p15:clr>
        </p15:guide>
        <p15:guide id="2" pos="5628">
          <p15:clr>
            <a:srgbClr val="FBAE40"/>
          </p15:clr>
        </p15:guide>
        <p15:guide id="3" pos="3840">
          <p15:clr>
            <a:srgbClr val="FBAE40"/>
          </p15:clr>
        </p15:guide>
        <p15:guide id="4" orient="horz" pos="88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4 Column - Ba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0"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71E6CAA3-D2BE-B7A9-9C26-22C4F1F5EDDD}"/>
              </a:ext>
            </a:extLst>
          </p:cNvPr>
          <p:cNvCxnSpPr>
            <a:cxnSpLocks/>
          </p:cNvCxnSpPr>
          <p:nvPr/>
        </p:nvCxnSpPr>
        <p:spPr>
          <a:xfrm>
            <a:off x="31230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865847-B1DD-F900-9C6C-8E3E630784E8}"/>
              </a:ext>
            </a:extLst>
          </p:cNvPr>
          <p:cNvCxnSpPr>
            <a:cxnSpLocks/>
          </p:cNvCxnSpPr>
          <p:nvPr/>
        </p:nvCxnSpPr>
        <p:spPr>
          <a:xfrm>
            <a:off x="596150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BCFFAC-C9D0-7B24-E424-D791DC86FA9A}"/>
              </a:ext>
            </a:extLst>
          </p:cNvPr>
          <p:cNvCxnSpPr>
            <a:cxnSpLocks/>
          </p:cNvCxnSpPr>
          <p:nvPr/>
        </p:nvCxnSpPr>
        <p:spPr>
          <a:xfrm>
            <a:off x="87999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2" name="Picture 11" descr="Text&#10;&#10;Description automatically generated">
            <a:extLst>
              <a:ext uri="{FF2B5EF4-FFF2-40B4-BE49-F238E27FC236}">
                <a16:creationId xmlns:a16="http://schemas.microsoft.com/office/drawing/2014/main" id="{F179F5EF-F643-19DD-3442-114B11F58335}"/>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865709272"/>
      </p:ext>
    </p:extLst>
  </p:cSld>
  <p:clrMapOvr>
    <a:masterClrMapping/>
  </p:clrMapOvr>
  <p:extLst>
    <p:ext uri="{DCECCB84-F9BA-43D5-87BE-67443E8EF086}">
      <p15:sldGuideLst xmlns:p15="http://schemas.microsoft.com/office/powerpoint/2012/main">
        <p15:guide id="1" pos="2056">
          <p15:clr>
            <a:srgbClr val="FBAE40"/>
          </p15:clr>
        </p15:guide>
        <p15:guide id="2" pos="5628">
          <p15:clr>
            <a:srgbClr val="FBAE40"/>
          </p15:clr>
        </p15:guide>
        <p15:guide id="3" pos="3840">
          <p15:clr>
            <a:srgbClr val="FBAE40"/>
          </p15:clr>
        </p15:guide>
        <p15:guide id="4" orient="horz" pos="88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3 and 1/3-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466769"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6A24B364-E635-8148-9DBE-C364F1D3BC53}"/>
              </a:ext>
            </a:extLst>
          </p:cNvPr>
          <p:cNvSpPr>
            <a:spLocks noGrp="1"/>
          </p:cNvSpPr>
          <p:nvPr>
            <p:ph type="body" sz="quarter" idx="13"/>
          </p:nvPr>
        </p:nvSpPr>
        <p:spPr>
          <a:xfrm>
            <a:off x="419099" y="1403350"/>
            <a:ext cx="7296912" cy="692150"/>
          </a:xfrm>
        </p:spPr>
        <p:txBody>
          <a:bodyPr/>
          <a:lstStyle>
            <a:lvl1pPr>
              <a:spcAft>
                <a:spcPts val="0"/>
              </a:spcAft>
              <a:defRPr b="1">
                <a:solidFill>
                  <a:srgbClr val="212121"/>
                </a:solidFill>
              </a:defRPr>
            </a:lvl1pPr>
          </a:lstStyle>
          <a:p>
            <a:pPr lvl="0"/>
            <a:r>
              <a:rPr lang="en-US"/>
              <a:t>Click to edit Master text styles</a:t>
            </a:r>
          </a:p>
        </p:txBody>
      </p:sp>
      <p:sp>
        <p:nvSpPr>
          <p:cNvPr id="11" name="Text Placeholder 10">
            <a:extLst>
              <a:ext uri="{FF2B5EF4-FFF2-40B4-BE49-F238E27FC236}">
                <a16:creationId xmlns:a16="http://schemas.microsoft.com/office/drawing/2014/main" id="{F265EA83-2EC6-BE4F-96E1-74D20B473B4D}"/>
              </a:ext>
            </a:extLst>
          </p:cNvPr>
          <p:cNvSpPr>
            <a:spLocks noGrp="1"/>
          </p:cNvSpPr>
          <p:nvPr>
            <p:ph type="body" sz="quarter" idx="15"/>
          </p:nvPr>
        </p:nvSpPr>
        <p:spPr>
          <a:xfrm>
            <a:off x="8000999" y="1403350"/>
            <a:ext cx="3787133"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2095501"/>
            <a:ext cx="7296912"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8000997" y="2095501"/>
            <a:ext cx="3771899"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1A5C9CC5-B8DE-1A0B-AEAF-078158CE873D}"/>
              </a:ext>
            </a:extLst>
          </p:cNvPr>
          <p:cNvCxnSpPr>
            <a:cxnSpLocks/>
          </p:cNvCxnSpPr>
          <p:nvPr/>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C287820B-9605-1150-C001-4792D5A7E407}"/>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905271644"/>
      </p:ext>
    </p:extLst>
  </p:cSld>
  <p:clrMapOvr>
    <a:masterClrMapping/>
  </p:clrMapOvr>
  <p:extLst>
    <p:ext uri="{DCECCB84-F9BA-43D5-87BE-67443E8EF086}">
      <p15:sldGuideLst xmlns:p15="http://schemas.microsoft.com/office/powerpoint/2012/main">
        <p15:guide id="2" pos="5040">
          <p15:clr>
            <a:srgbClr val="FBAE40"/>
          </p15:clr>
        </p15:guide>
        <p15:guide id="3" orient="horz" pos="1320">
          <p15:clr>
            <a:srgbClr val="FBAE40"/>
          </p15:clr>
        </p15:guide>
        <p15:guide id="4" orient="horz" pos="88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1-Column Photo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3C0532-DBFF-2022-5F35-01DC75E41C0E}"/>
              </a:ext>
            </a:extLst>
          </p:cNvPr>
          <p:cNvSpPr/>
          <p:nvPr/>
        </p:nvSpPr>
        <p:spPr>
          <a:xfrm>
            <a:off x="0" y="1402915"/>
            <a:ext cx="121920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21"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353800" cy="4806951"/>
          </a:xfrm>
          <a:noFill/>
        </p:spPr>
        <p:txBody>
          <a:bodyPr lIns="0" tIns="182880" rIns="0" bIns="0">
            <a:noAutofit/>
          </a:bodyPr>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rgbClr val="C8FF08"/>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8" name="Picture 7" descr="Text&#10;&#10;Description automatically generated">
            <a:extLst>
              <a:ext uri="{FF2B5EF4-FFF2-40B4-BE49-F238E27FC236}">
                <a16:creationId xmlns:a16="http://schemas.microsoft.com/office/drawing/2014/main" id="{DCECCD58-6B53-F6DC-FD8A-F86F07E65273}"/>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611229227"/>
      </p:ext>
    </p:extLst>
  </p:cSld>
  <p:clrMapOvr>
    <a:masterClrMapping/>
  </p:clrMapOvr>
  <p:extLst>
    <p:ext uri="{DCECCB84-F9BA-43D5-87BE-67443E8EF086}">
      <p15:sldGuideLst xmlns:p15="http://schemas.microsoft.com/office/powerpoint/2012/main">
        <p15:guide id="1" orient="horz" pos="88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0718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957668418"/>
      </p:ext>
    </p:extLst>
  </p:cSld>
  <p:clrMapOvr>
    <a:masterClrMapping/>
  </p:clrMapOvr>
  <p:extLst>
    <p:ext uri="{DCECCB84-F9BA-43D5-87BE-67443E8EF086}">
      <p15:sldGuideLst xmlns:p15="http://schemas.microsoft.com/office/powerpoint/2012/main">
        <p15:guide id="1" pos="3840">
          <p15:clr>
            <a:srgbClr val="FBAE40"/>
          </p15:clr>
        </p15:guide>
        <p15:guide id="2" orient="horz" pos="88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1_2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988871918"/>
      </p:ext>
    </p:extLst>
  </p:cSld>
  <p:clrMapOvr>
    <a:masterClrMapping/>
  </p:clrMapOvr>
  <p:extLst>
    <p:ext uri="{DCECCB84-F9BA-43D5-87BE-67443E8EF086}">
      <p15:sldGuideLst xmlns:p15="http://schemas.microsoft.com/office/powerpoint/2012/main">
        <p15:guide id="1" pos="3840">
          <p15:clr>
            <a:srgbClr val="FBAE40"/>
          </p15:clr>
        </p15:guide>
        <p15:guide id="2" orient="horz" pos="88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3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6EE8FD0A-8C5E-E7DE-4656-7844FF43109D}"/>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76749163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4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638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600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A126E61B-5B00-C74E-A14F-005A2D3E23ED}"/>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818666274"/>
      </p:ext>
    </p:extLst>
  </p:cSld>
  <p:clrMapOvr>
    <a:masterClrMapping/>
  </p:clrMapOvr>
  <p:extLst>
    <p:ext uri="{DCECCB84-F9BA-43D5-87BE-67443E8EF086}">
      <p15:sldGuideLst xmlns:p15="http://schemas.microsoft.com/office/powerpoint/2012/main">
        <p15:guide id="1" pos="2056">
          <p15:clr>
            <a:srgbClr val="FBAE40"/>
          </p15:clr>
        </p15:guide>
        <p15:guide id="2" pos="5628">
          <p15:clr>
            <a:srgbClr val="FBAE40"/>
          </p15:clr>
        </p15:guide>
        <p15:guide id="3" pos="3840">
          <p15:clr>
            <a:srgbClr val="FBAE40"/>
          </p15:clr>
        </p15:guide>
        <p15:guide id="4" orient="horz" pos="88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 Column Boxed Asymmetrical">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1321A8AC-94BF-D6B2-1376-53BEE47F726B}"/>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065662248"/>
      </p:ext>
    </p:extLst>
  </p:cSld>
  <p:clrMapOvr>
    <a:masterClrMapping/>
  </p:clrMapOvr>
  <p:extLst>
    <p:ext uri="{DCECCB84-F9BA-43D5-87BE-67443E8EF086}">
      <p15:sldGuideLst xmlns:p15="http://schemas.microsoft.com/office/powerpoint/2012/main">
        <p15:guide id="2" pos="5030">
          <p15:clr>
            <a:srgbClr val="FBAE40"/>
          </p15:clr>
        </p15:guide>
        <p15:guide id="3" orient="horz" pos="88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Divider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baseline="0">
                <a:solidFill>
                  <a:srgbClr val="C8FF08"/>
                </a:solidFill>
                <a:latin typeface="Sons Condensed Extrabold" panose="02060906060206060203" pitchFamily="18" charset="0"/>
              </a:defRPr>
            </a:lvl1pPr>
          </a:lstStyle>
          <a:p>
            <a:r>
              <a:rPr lang="en-US" dirty="0"/>
              <a:t>CLICK TO EDIT MASTER TITLE STYLE</a:t>
            </a:r>
          </a:p>
        </p:txBody>
      </p:sp>
      <p:pic>
        <p:nvPicPr>
          <p:cNvPr id="7" name="Picture 6" descr="Text&#10;&#10;Description automatically generated">
            <a:extLst>
              <a:ext uri="{FF2B5EF4-FFF2-40B4-BE49-F238E27FC236}">
                <a16:creationId xmlns:a16="http://schemas.microsoft.com/office/drawing/2014/main" id="{C821F4BE-79DE-EBCE-62E2-F24155984D9E}"/>
              </a:ext>
            </a:extLst>
          </p:cNvPr>
          <p:cNvPicPr>
            <a:picLocks noChangeAspect="1"/>
          </p:cNvPicPr>
          <p:nvPr/>
        </p:nvPicPr>
        <p:blipFill>
          <a:blip r:embed="rId2"/>
          <a:stretch>
            <a:fillRect/>
          </a:stretch>
        </p:blipFill>
        <p:spPr>
          <a:xfrm>
            <a:off x="10309857" y="339154"/>
            <a:ext cx="1553489" cy="485273"/>
          </a:xfrm>
          <a:prstGeom prst="rect">
            <a:avLst/>
          </a:prstGeom>
        </p:spPr>
      </p:pic>
      <p:sp>
        <p:nvSpPr>
          <p:cNvPr id="3" name="Section Number">
            <a:extLst>
              <a:ext uri="{FF2B5EF4-FFF2-40B4-BE49-F238E27FC236}">
                <a16:creationId xmlns:a16="http://schemas.microsoft.com/office/drawing/2014/main" id="{107E2ABA-1900-FC00-3E5B-96B0338B47BC}"/>
              </a:ext>
            </a:extLst>
          </p:cNvPr>
          <p:cNvSpPr>
            <a:spLocks noGrp="1"/>
          </p:cNvSpPr>
          <p:nvPr>
            <p:ph type="body" sz="quarter" idx="13" hasCustomPrompt="1"/>
          </p:nvPr>
        </p:nvSpPr>
        <p:spPr>
          <a:xfrm>
            <a:off x="419100" y="1922078"/>
            <a:ext cx="2660530" cy="365760"/>
          </a:xfrm>
          <a:noFill/>
        </p:spPr>
        <p:txBody>
          <a:bodyPr wrap="none">
            <a:noAutofit/>
          </a:bodyPr>
          <a:lstStyle>
            <a:lvl1pPr>
              <a:spcAft>
                <a:spcPts val="0"/>
              </a:spcAft>
              <a:defRPr sz="1600" cap="all" baseline="0">
                <a:solidFill>
                  <a:schemeClr val="tx1"/>
                </a:solidFill>
              </a:defRPr>
            </a:lvl1pPr>
          </a:lstStyle>
          <a:p>
            <a:pPr lvl="0"/>
            <a:r>
              <a:rPr lang="en-US" dirty="0"/>
              <a:t>[Optional section ##]</a:t>
            </a:r>
          </a:p>
        </p:txBody>
      </p:sp>
    </p:spTree>
    <p:extLst>
      <p:ext uri="{BB962C8B-B14F-4D97-AF65-F5344CB8AC3E}">
        <p14:creationId xmlns:p14="http://schemas.microsoft.com/office/powerpoint/2010/main" val="19246588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ivider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10" name="Section Number">
            <a:extLst>
              <a:ext uri="{FF2B5EF4-FFF2-40B4-BE49-F238E27FC236}">
                <a16:creationId xmlns:a16="http://schemas.microsoft.com/office/drawing/2014/main" id="{E0E81EB4-471C-3F45-B7C7-3BCA82925019}"/>
              </a:ext>
            </a:extLst>
          </p:cNvPr>
          <p:cNvSpPr>
            <a:spLocks noGrp="1"/>
          </p:cNvSpPr>
          <p:nvPr>
            <p:ph type="body" sz="quarter" idx="13" hasCustomPrompt="1"/>
          </p:nvPr>
        </p:nvSpPr>
        <p:spPr>
          <a:xfrm>
            <a:off x="419100" y="1922078"/>
            <a:ext cx="2608772" cy="365760"/>
          </a:xfrm>
          <a:noFill/>
        </p:spPr>
        <p:txBody>
          <a:bodyPr wrap="none">
            <a:noAutofit/>
          </a:bodyPr>
          <a:lstStyle>
            <a:lvl1pPr>
              <a:spcAft>
                <a:spcPts val="0"/>
              </a:spcAft>
              <a:defRPr sz="1600" cap="all" baseline="0">
                <a:solidFill>
                  <a:schemeClr val="tx2"/>
                </a:solidFill>
              </a:defRPr>
            </a:lvl1pPr>
          </a:lstStyle>
          <a:p>
            <a:pPr lvl="0"/>
            <a:r>
              <a:rPr lang="en-US" dirty="0"/>
              <a:t>[Optional section ##]</a:t>
            </a:r>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p:nvPicPr>
        <p:blipFill>
          <a:blip r:embed="rId2"/>
          <a:stretch>
            <a:fillRect/>
          </a:stretch>
        </p:blipFill>
        <p:spPr>
          <a:xfrm>
            <a:off x="10309857" y="339154"/>
            <a:ext cx="1553489" cy="485273"/>
          </a:xfrm>
          <a:prstGeom prst="rect">
            <a:avLst/>
          </a:prstGeom>
        </p:spPr>
      </p:pic>
      <p:sp>
        <p:nvSpPr>
          <p:cNvPr id="3" name="Title 1">
            <a:extLst>
              <a:ext uri="{FF2B5EF4-FFF2-40B4-BE49-F238E27FC236}">
                <a16:creationId xmlns:a16="http://schemas.microsoft.com/office/drawing/2014/main" id="{B449274D-327F-3626-5718-4266E3B0BCE4}"/>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baseline="0">
                <a:solidFill>
                  <a:schemeClr val="tx1"/>
                </a:solidFill>
                <a:latin typeface="Sons Condensed Extrabold" panose="02060906060206060203" pitchFamily="18" charset="0"/>
              </a:defRPr>
            </a:lvl1pPr>
          </a:lstStyle>
          <a:p>
            <a:r>
              <a:rPr lang="en-US" dirty="0"/>
              <a:t>CLICK TO EDIT MASTER TITLE STYLE</a:t>
            </a:r>
          </a:p>
        </p:txBody>
      </p:sp>
    </p:spTree>
    <p:extLst>
      <p:ext uri="{BB962C8B-B14F-4D97-AF65-F5344CB8AC3E}">
        <p14:creationId xmlns:p14="http://schemas.microsoft.com/office/powerpoint/2010/main" val="37953719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ivider 3">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19100" y="2378075"/>
            <a:ext cx="6896100" cy="1965325"/>
          </a:xfrm>
        </p:spPr>
        <p:txBody>
          <a:bodyPr anchor="t" anchorCtr="0"/>
          <a:lstStyle>
            <a:lvl1pPr>
              <a:lnSpc>
                <a:spcPts val="5400"/>
              </a:lnSpc>
              <a:defRPr sz="6000" cap="all" baseline="0">
                <a:solidFill>
                  <a:srgbClr val="005E60"/>
                </a:solidFill>
                <a:latin typeface="Sons Condensed Extrabold" panose="02060906060206060203" pitchFamily="18" charset="0"/>
              </a:defRPr>
            </a:lvl1pPr>
          </a:lstStyle>
          <a:p>
            <a:r>
              <a:rPr lang="en-US" dirty="0"/>
              <a:t>CLICK TO EDIT MASTER TITLE STYLE</a:t>
            </a:r>
          </a:p>
        </p:txBody>
      </p:sp>
      <p:pic>
        <p:nvPicPr>
          <p:cNvPr id="3" name="Picture 2" descr="Text&#10;&#10;Description automatically generated">
            <a:extLst>
              <a:ext uri="{FF2B5EF4-FFF2-40B4-BE49-F238E27FC236}">
                <a16:creationId xmlns:a16="http://schemas.microsoft.com/office/drawing/2014/main" id="{2F5188B4-2B91-7D7A-D602-95ABB4BAA002}"/>
              </a:ext>
            </a:extLst>
          </p:cNvPr>
          <p:cNvPicPr>
            <a:picLocks noChangeAspect="1"/>
          </p:cNvPicPr>
          <p:nvPr/>
        </p:nvPicPr>
        <p:blipFill>
          <a:blip r:embed="rId2"/>
          <a:stretch>
            <a:fillRect/>
          </a:stretch>
        </p:blipFill>
        <p:spPr>
          <a:xfrm>
            <a:off x="10309860" y="339154"/>
            <a:ext cx="1553486" cy="485273"/>
          </a:xfrm>
          <a:prstGeom prst="rect">
            <a:avLst/>
          </a:prstGeom>
        </p:spPr>
      </p:pic>
      <p:sp>
        <p:nvSpPr>
          <p:cNvPr id="4" name="Section Number">
            <a:extLst>
              <a:ext uri="{FF2B5EF4-FFF2-40B4-BE49-F238E27FC236}">
                <a16:creationId xmlns:a16="http://schemas.microsoft.com/office/drawing/2014/main" id="{1C20CF72-79D7-2D57-1E9C-4C8386102CFA}"/>
              </a:ext>
            </a:extLst>
          </p:cNvPr>
          <p:cNvSpPr>
            <a:spLocks noGrp="1"/>
          </p:cNvSpPr>
          <p:nvPr>
            <p:ph type="body" sz="quarter" idx="14" hasCustomPrompt="1"/>
          </p:nvPr>
        </p:nvSpPr>
        <p:spPr>
          <a:xfrm>
            <a:off x="419100" y="1922078"/>
            <a:ext cx="3273006" cy="365760"/>
          </a:xfrm>
          <a:noFill/>
        </p:spPr>
        <p:txBody>
          <a:bodyPr wrap="none">
            <a:noAutofit/>
          </a:bodyPr>
          <a:lstStyle>
            <a:lvl1pPr>
              <a:spcAft>
                <a:spcPts val="0"/>
              </a:spcAft>
              <a:defRPr lang="en-US" sz="1600" kern="1200" cap="all" baseline="0" dirty="0">
                <a:solidFill>
                  <a:srgbClr val="212121"/>
                </a:solidFill>
                <a:latin typeface="Inter" panose="02000503000000020004" pitchFamily="2" charset="0"/>
                <a:ea typeface="+mn-ea"/>
                <a:cs typeface="+mn-cs"/>
              </a:defRPr>
            </a:lvl1pPr>
          </a:lstStyle>
          <a:p>
            <a:pPr marL="0" lvl="0" indent="0" algn="l" defTabSz="914400" rtl="0" eaLnBrk="1" latinLnBrk="0" hangingPunct="1">
              <a:lnSpc>
                <a:spcPct val="100000"/>
              </a:lnSpc>
              <a:spcBef>
                <a:spcPts val="0"/>
              </a:spcBef>
              <a:spcAft>
                <a:spcPts val="0"/>
              </a:spcAft>
              <a:buClr>
                <a:schemeClr val="tx1"/>
              </a:buClr>
              <a:buFont typeface="Arial" panose="020B0604020202020204" pitchFamily="34" charset="0"/>
              <a:buNone/>
            </a:pPr>
            <a:r>
              <a:rPr lang="en-US" dirty="0"/>
              <a:t>[Optional section ##]</a:t>
            </a:r>
          </a:p>
        </p:txBody>
      </p:sp>
    </p:spTree>
    <p:extLst>
      <p:ext uri="{BB962C8B-B14F-4D97-AF65-F5344CB8AC3E}">
        <p14:creationId xmlns:p14="http://schemas.microsoft.com/office/powerpoint/2010/main" val="13450231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ivider 4">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3087525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Infographics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tx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16938" cy="457020"/>
          </a:xfrm>
        </p:spPr>
        <p:txBody>
          <a:bodyPr/>
          <a:lstStyle>
            <a:lvl1pPr>
              <a:defRPr>
                <a:solidFill>
                  <a:schemeClr val="tx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18125"/>
            <a:ext cx="3840480" cy="892175"/>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Text&#10;&#10;Description automatically generated">
            <a:extLst>
              <a:ext uri="{FF2B5EF4-FFF2-40B4-BE49-F238E27FC236}">
                <a16:creationId xmlns:a16="http://schemas.microsoft.com/office/drawing/2014/main" id="{FD051AE3-C2A3-6884-82E8-0091361DC8B0}"/>
              </a:ext>
            </a:extLst>
          </p:cNvPr>
          <p:cNvPicPr>
            <a:picLocks noChangeAspect="1"/>
          </p:cNvPicPr>
          <p:nvPr/>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31738968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1248">
          <p15:clr>
            <a:srgbClr val="FBAE40"/>
          </p15:clr>
        </p15:guide>
        <p15:guide id="3" pos="4128">
          <p15:clr>
            <a:srgbClr val="FBAE40"/>
          </p15:clr>
        </p15:guide>
        <p15:guide id="4" pos="4824">
          <p15:clr>
            <a:srgbClr val="FBAE40"/>
          </p15:clr>
        </p15:guide>
        <p15:guide id="5" orient="horz" pos="884">
          <p15:clr>
            <a:srgbClr val="FBAE40"/>
          </p15:clr>
        </p15:guide>
        <p15:guide id="6" orient="horz" pos="1498">
          <p15:clr>
            <a:srgbClr val="FBAE40"/>
          </p15:clr>
        </p15:guide>
        <p15:guide id="7" orient="horz" pos="2116">
          <p15:clr>
            <a:srgbClr val="FBAE40"/>
          </p15:clr>
        </p15:guide>
        <p15:guide id="8" orient="horz" pos="2736">
          <p15:clr>
            <a:srgbClr val="FBAE40"/>
          </p15:clr>
        </p15:guide>
        <p15:guide id="9" orient="horz" pos="3350">
          <p15:clr>
            <a:srgbClr val="FBAE40"/>
          </p15:clr>
        </p15:guide>
        <p15:guide id="10" pos="55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Infographics 3">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rgbClr val="005E60"/>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26751"/>
            <a:ext cx="3840480" cy="892175"/>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3" name="Picture 2" descr="Text&#10;&#10;Description automatically generated">
            <a:extLst>
              <a:ext uri="{FF2B5EF4-FFF2-40B4-BE49-F238E27FC236}">
                <a16:creationId xmlns:a16="http://schemas.microsoft.com/office/drawing/2014/main" id="{F3C8E8B6-15B9-92DE-0C5F-40F6A4CCD98A}"/>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3198598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2">
          <p15:clr>
            <a:srgbClr val="FBAE40"/>
          </p15:clr>
        </p15:guide>
        <p15:guide id="2" pos="1248">
          <p15:clr>
            <a:srgbClr val="FBAE40"/>
          </p15:clr>
        </p15:guide>
        <p15:guide id="3" pos="4128">
          <p15:clr>
            <a:srgbClr val="FBAE40"/>
          </p15:clr>
        </p15:guide>
        <p15:guide id="4" pos="4824">
          <p15:clr>
            <a:srgbClr val="FBAE40"/>
          </p15:clr>
        </p15:guide>
        <p15:guide id="5" orient="horz" pos="884">
          <p15:clr>
            <a:srgbClr val="FBAE40"/>
          </p15:clr>
        </p15:guide>
        <p15:guide id="6" orient="horz" pos="1498">
          <p15:clr>
            <a:srgbClr val="FBAE40"/>
          </p15:clr>
        </p15:guide>
        <p15:guide id="7" orient="horz" pos="2112">
          <p15:clr>
            <a:srgbClr val="FBAE40"/>
          </p15:clr>
        </p15:guide>
        <p15:guide id="8" orient="horz" pos="2736">
          <p15:clr>
            <a:srgbClr val="FBAE40"/>
          </p15:clr>
        </p15:guide>
        <p15:guide id="9" orient="horz" pos="335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Presente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24" name="Picture Placeholder 13">
            <a:extLst>
              <a:ext uri="{FF2B5EF4-FFF2-40B4-BE49-F238E27FC236}">
                <a16:creationId xmlns:a16="http://schemas.microsoft.com/office/drawing/2014/main" id="{03A9CFF3-144D-F242-AB37-45B8D1EA02D3}"/>
              </a:ext>
            </a:extLst>
          </p:cNvPr>
          <p:cNvSpPr>
            <a:spLocks noGrp="1"/>
          </p:cNvSpPr>
          <p:nvPr>
            <p:ph type="pic" sz="quarter" idx="29"/>
          </p:nvPr>
        </p:nvSpPr>
        <p:spPr>
          <a:xfrm>
            <a:off x="80010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2" name="Picture Placeholder 13">
            <a:extLst>
              <a:ext uri="{FF2B5EF4-FFF2-40B4-BE49-F238E27FC236}">
                <a16:creationId xmlns:a16="http://schemas.microsoft.com/office/drawing/2014/main" id="{D30E5EF1-DEED-0E4E-842C-164ECBEB862E}"/>
              </a:ext>
            </a:extLst>
          </p:cNvPr>
          <p:cNvSpPr>
            <a:spLocks noGrp="1"/>
          </p:cNvSpPr>
          <p:nvPr>
            <p:ph type="pic" sz="quarter" idx="27"/>
          </p:nvPr>
        </p:nvSpPr>
        <p:spPr>
          <a:xfrm>
            <a:off x="4206875"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0" name="Picture Placeholder 13">
            <a:extLst>
              <a:ext uri="{FF2B5EF4-FFF2-40B4-BE49-F238E27FC236}">
                <a16:creationId xmlns:a16="http://schemas.microsoft.com/office/drawing/2014/main" id="{35166569-9518-9B41-8B53-AA608D40024E}"/>
              </a:ext>
            </a:extLst>
          </p:cNvPr>
          <p:cNvSpPr>
            <a:spLocks noGrp="1"/>
          </p:cNvSpPr>
          <p:nvPr>
            <p:ph type="pic" sz="quarter" idx="25"/>
          </p:nvPr>
        </p:nvSpPr>
        <p:spPr>
          <a:xfrm>
            <a:off x="4191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8" name="Picture Placeholder 13">
            <a:extLst>
              <a:ext uri="{FF2B5EF4-FFF2-40B4-BE49-F238E27FC236}">
                <a16:creationId xmlns:a16="http://schemas.microsoft.com/office/drawing/2014/main" id="{E7959487-FA6F-9442-8793-172CFAE0C4DD}"/>
              </a:ext>
            </a:extLst>
          </p:cNvPr>
          <p:cNvSpPr>
            <a:spLocks noGrp="1"/>
          </p:cNvSpPr>
          <p:nvPr>
            <p:ph type="pic" sz="quarter" idx="23"/>
          </p:nvPr>
        </p:nvSpPr>
        <p:spPr>
          <a:xfrm>
            <a:off x="80010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6" name="Picture Placeholder 13">
            <a:extLst>
              <a:ext uri="{FF2B5EF4-FFF2-40B4-BE49-F238E27FC236}">
                <a16:creationId xmlns:a16="http://schemas.microsoft.com/office/drawing/2014/main" id="{22F3E836-EB9D-0A44-8CBF-55C02225AF98}"/>
              </a:ext>
            </a:extLst>
          </p:cNvPr>
          <p:cNvSpPr>
            <a:spLocks noGrp="1"/>
          </p:cNvSpPr>
          <p:nvPr>
            <p:ph type="pic" sz="quarter" idx="21"/>
          </p:nvPr>
        </p:nvSpPr>
        <p:spPr>
          <a:xfrm>
            <a:off x="4206875"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4" name="Picture Placeholder 13">
            <a:extLst>
              <a:ext uri="{FF2B5EF4-FFF2-40B4-BE49-F238E27FC236}">
                <a16:creationId xmlns:a16="http://schemas.microsoft.com/office/drawing/2014/main" id="{C88ED419-5FB1-1040-9DD4-AB69170FDA91}"/>
              </a:ext>
            </a:extLst>
          </p:cNvPr>
          <p:cNvSpPr>
            <a:spLocks noGrp="1"/>
          </p:cNvSpPr>
          <p:nvPr>
            <p:ph type="pic" sz="quarter" idx="19"/>
          </p:nvPr>
        </p:nvSpPr>
        <p:spPr>
          <a:xfrm>
            <a:off x="4191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57559BAC-92F4-B744-9836-450C4A90B309}"/>
              </a:ext>
            </a:extLst>
          </p:cNvPr>
          <p:cNvSpPr>
            <a:spLocks noGrp="1"/>
          </p:cNvSpPr>
          <p:nvPr>
            <p:ph type="body" sz="quarter" idx="18"/>
          </p:nvPr>
        </p:nvSpPr>
        <p:spPr>
          <a:xfrm>
            <a:off x="1714500"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5" name="Text Placeholder 11">
            <a:extLst>
              <a:ext uri="{FF2B5EF4-FFF2-40B4-BE49-F238E27FC236}">
                <a16:creationId xmlns:a16="http://schemas.microsoft.com/office/drawing/2014/main" id="{34D8682B-ACC9-614A-8FC5-30E2225A0263}"/>
              </a:ext>
            </a:extLst>
          </p:cNvPr>
          <p:cNvSpPr>
            <a:spLocks noGrp="1"/>
          </p:cNvSpPr>
          <p:nvPr>
            <p:ph type="body" sz="quarter" idx="20"/>
          </p:nvPr>
        </p:nvSpPr>
        <p:spPr>
          <a:xfrm>
            <a:off x="5500689"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A9DF087C-13B0-8044-B147-F99E711E3B8D}"/>
              </a:ext>
            </a:extLst>
          </p:cNvPr>
          <p:cNvSpPr>
            <a:spLocks noGrp="1"/>
          </p:cNvSpPr>
          <p:nvPr>
            <p:ph type="body" sz="quarter" idx="22"/>
          </p:nvPr>
        </p:nvSpPr>
        <p:spPr>
          <a:xfrm>
            <a:off x="9296400"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9" name="Text Placeholder 11">
            <a:extLst>
              <a:ext uri="{FF2B5EF4-FFF2-40B4-BE49-F238E27FC236}">
                <a16:creationId xmlns:a16="http://schemas.microsoft.com/office/drawing/2014/main" id="{B68F9AA8-58C0-BD45-A206-0D15796A4D36}"/>
              </a:ext>
            </a:extLst>
          </p:cNvPr>
          <p:cNvSpPr>
            <a:spLocks noGrp="1"/>
          </p:cNvSpPr>
          <p:nvPr>
            <p:ph type="body" sz="quarter" idx="24"/>
          </p:nvPr>
        </p:nvSpPr>
        <p:spPr>
          <a:xfrm>
            <a:off x="1714500"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1" name="Text Placeholder 11">
            <a:extLst>
              <a:ext uri="{FF2B5EF4-FFF2-40B4-BE49-F238E27FC236}">
                <a16:creationId xmlns:a16="http://schemas.microsoft.com/office/drawing/2014/main" id="{5655B9A0-5BD5-4B4C-87A7-8A7BC98C3663}"/>
              </a:ext>
            </a:extLst>
          </p:cNvPr>
          <p:cNvSpPr>
            <a:spLocks noGrp="1"/>
          </p:cNvSpPr>
          <p:nvPr>
            <p:ph type="body" sz="quarter" idx="26"/>
          </p:nvPr>
        </p:nvSpPr>
        <p:spPr>
          <a:xfrm>
            <a:off x="5500689"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F2FB16EA-50E6-7147-BF52-0D186E431275}"/>
              </a:ext>
            </a:extLst>
          </p:cNvPr>
          <p:cNvSpPr>
            <a:spLocks noGrp="1"/>
          </p:cNvSpPr>
          <p:nvPr>
            <p:ph type="body" sz="quarter" idx="28"/>
          </p:nvPr>
        </p:nvSpPr>
        <p:spPr>
          <a:xfrm>
            <a:off x="9296400"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pic>
        <p:nvPicPr>
          <p:cNvPr id="3" name="Picture 2" descr="Text&#10;&#10;Description automatically generated">
            <a:extLst>
              <a:ext uri="{FF2B5EF4-FFF2-40B4-BE49-F238E27FC236}">
                <a16:creationId xmlns:a16="http://schemas.microsoft.com/office/drawing/2014/main" id="{FFDD0E8E-1442-D1CD-FDD6-6F1C4CD12602}"/>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098590661"/>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2400">
          <p15:clr>
            <a:srgbClr val="FBAE40"/>
          </p15:clr>
        </p15:guide>
        <p15:guide id="4" pos="1080">
          <p15:clr>
            <a:srgbClr val="FBAE40"/>
          </p15:clr>
        </p15:guide>
        <p15:guide id="5" pos="3465">
          <p15:clr>
            <a:srgbClr val="FBAE40"/>
          </p15:clr>
        </p15:guide>
        <p15:guide id="6" pos="5856">
          <p15:clr>
            <a:srgbClr val="FBAE40"/>
          </p15:clr>
        </p15:guide>
        <p15:guide id="7" orient="horz" pos="884">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icture Righ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5814060" y="0"/>
            <a:ext cx="6377940"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400300"/>
            <a:ext cx="5155223" cy="3810000"/>
          </a:xfrm>
        </p:spPr>
        <p:txBody>
          <a:bodyPr/>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294D2D73-EE0E-202C-17A0-7C9C2608BD70}"/>
              </a:ext>
            </a:extLst>
          </p:cNvPr>
          <p:cNvSpPr>
            <a:spLocks noGrp="1"/>
          </p:cNvSpPr>
          <p:nvPr>
            <p:ph type="title"/>
          </p:nvPr>
        </p:nvSpPr>
        <p:spPr>
          <a:xfrm>
            <a:off x="419100" y="419100"/>
            <a:ext cx="5155223" cy="1777561"/>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07185968"/>
      </p:ext>
    </p:extLst>
  </p:cSld>
  <p:clrMapOvr>
    <a:masterClrMapping/>
  </p:clrMapOvr>
  <p:extLst>
    <p:ext uri="{DCECCB84-F9BA-43D5-87BE-67443E8EF086}">
      <p15:sldGuideLst xmlns:p15="http://schemas.microsoft.com/office/powerpoint/2012/main">
        <p15:guide id="2" orient="horz" pos="151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Picture Lef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0" y="0"/>
            <a:ext cx="5829301"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6362700" y="2400300"/>
            <a:ext cx="5410200" cy="3810000"/>
          </a:xfrm>
        </p:spPr>
        <p:txBody>
          <a:bodyPr/>
          <a:lstStyle>
            <a:lvl1pP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4334DEC1-5B42-CB2D-AE33-3E247803673F}"/>
              </a:ext>
            </a:extLst>
          </p:cNvPr>
          <p:cNvSpPr>
            <a:spLocks noGrp="1"/>
          </p:cNvSpPr>
          <p:nvPr>
            <p:ph type="title"/>
          </p:nvPr>
        </p:nvSpPr>
        <p:spPr>
          <a:xfrm>
            <a:off x="6371897" y="419100"/>
            <a:ext cx="5410200" cy="1777561"/>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5703345"/>
      </p:ext>
    </p:extLst>
  </p:cSld>
  <p:clrMapOvr>
    <a:masterClrMapping/>
  </p:clrMapOvr>
  <p:extLst>
    <p:ext uri="{DCECCB84-F9BA-43D5-87BE-67443E8EF086}">
      <p15:sldGuideLst xmlns:p15="http://schemas.microsoft.com/office/powerpoint/2012/main">
        <p15:guide id="2" pos="4008">
          <p15:clr>
            <a:srgbClr val="FBAE40"/>
          </p15:clr>
        </p15:guide>
        <p15:guide id="4" orient="horz" pos="151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Picture Lar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BB3E71-68E9-0C42-A1F5-AAC39EAA6DE7}"/>
              </a:ext>
            </a:extLst>
          </p:cNvPr>
          <p:cNvSpPr>
            <a:spLocks noGrp="1"/>
          </p:cNvSpPr>
          <p:nvPr>
            <p:ph type="pic" sz="quarter" idx="13"/>
          </p:nvPr>
        </p:nvSpPr>
        <p:spPr>
          <a:xfrm>
            <a:off x="0" y="1403350"/>
            <a:ext cx="12192000" cy="54546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A54797B6-7C2A-BA00-35CD-550A44C0D1B7}"/>
              </a:ext>
            </a:extLst>
          </p:cNvPr>
          <p:cNvPicPr>
            <a:picLocks noChangeAspect="1"/>
          </p:cNvPicPr>
          <p:nvPr/>
        </p:nvPicPr>
        <p:blipFill>
          <a:blip r:embed="rId2"/>
          <a:stretch>
            <a:fillRect/>
          </a:stretch>
        </p:blipFill>
        <p:spPr>
          <a:xfrm>
            <a:off x="10309860" y="339154"/>
            <a:ext cx="1553486" cy="485273"/>
          </a:xfrm>
          <a:prstGeom prst="rect">
            <a:avLst/>
          </a:prstGeom>
        </p:spPr>
      </p:pic>
      <p:sp>
        <p:nvSpPr>
          <p:cNvPr id="4" name="Title 1">
            <a:extLst>
              <a:ext uri="{FF2B5EF4-FFF2-40B4-BE49-F238E27FC236}">
                <a16:creationId xmlns:a16="http://schemas.microsoft.com/office/drawing/2014/main" id="{226AA1CE-AC18-9C55-AAB8-CEA1D2493C62}"/>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862741142"/>
      </p:ext>
    </p:extLst>
  </p:cSld>
  <p:clrMapOvr>
    <a:masterClrMapping/>
  </p:clrMapOvr>
  <p:extLst>
    <p:ext uri="{DCECCB84-F9BA-43D5-87BE-67443E8EF086}">
      <p15:sldGuideLst xmlns:p15="http://schemas.microsoft.com/office/powerpoint/2012/main">
        <p15:guide id="1" orient="horz" pos="884">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Side-by-Side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p:nvSpPr>
        <p:spPr>
          <a:xfrm>
            <a:off x="5676900" y="1402915"/>
            <a:ext cx="6515100" cy="54550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4" name="Rectangle 3">
            <a:extLst>
              <a:ext uri="{FF2B5EF4-FFF2-40B4-BE49-F238E27FC236}">
                <a16:creationId xmlns:a16="http://schemas.microsoft.com/office/drawing/2014/main" id="{AE7B5E4C-27FE-36D0-B175-6C8108EB67C1}"/>
              </a:ext>
            </a:extLst>
          </p:cNvPr>
          <p:cNvSpPr/>
          <p:nvPr/>
        </p:nvSpPr>
        <p:spPr>
          <a:xfrm>
            <a:off x="0" y="1402915"/>
            <a:ext cx="56769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4838700" cy="4806951"/>
          </a:xfrm>
          <a:noFill/>
        </p:spPr>
        <p:txBody>
          <a:bodyPr lIns="0" tIns="182880" rIns="182880" bIns="182880"/>
          <a:lstStyle>
            <a:lvl1pPr>
              <a:buClr>
                <a:schemeClr val="bg1"/>
              </a:buCl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676900" cy="4806951"/>
          </a:xfrm>
          <a:noFill/>
        </p:spPr>
        <p:txBody>
          <a:bodyPr lIns="0" tIns="182880" rIns="182880" bIns="182880"/>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E5F8CA6B-89DC-9D64-DE2A-574599892E86}"/>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56789397"/>
      </p:ext>
    </p:extLst>
  </p:cSld>
  <p:clrMapOvr>
    <a:masterClrMapping/>
  </p:clrMapOvr>
  <p:extLst>
    <p:ext uri="{DCECCB84-F9BA-43D5-87BE-67443E8EF086}">
      <p15:sldGuideLst xmlns:p15="http://schemas.microsoft.com/office/powerpoint/2012/main">
        <p15:guide id="1" pos="3840">
          <p15:clr>
            <a:srgbClr val="FBAE40"/>
          </p15:clr>
        </p15:guide>
        <p15:guide id="2" orient="horz" pos="884">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Side-by-Sid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p:nvSpPr>
        <p:spPr>
          <a:xfrm>
            <a:off x="5676900" y="1"/>
            <a:ext cx="65151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tx2"/>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1" y="419101"/>
            <a:ext cx="483870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4838700" cy="4806951"/>
          </a:xfrm>
          <a:noFill/>
        </p:spPr>
        <p:txBody>
          <a:bodyPr lIns="0" tIns="182880" rIns="182880" bIns="182880"/>
          <a:lstStyle>
            <a:lvl1pPr>
              <a:buClr>
                <a:schemeClr val="bg1"/>
              </a:buCl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676900" cy="4806951"/>
          </a:xfrm>
          <a:noFill/>
        </p:spPr>
        <p:txBody>
          <a:bodyPr lIns="0" tIns="182880" rIns="182880" bIns="182880"/>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DCA04741-1558-2ADE-D887-5A373050980D}"/>
              </a:ext>
            </a:extLst>
          </p:cNvPr>
          <p:cNvPicPr>
            <a:picLocks noChangeAspect="1"/>
          </p:cNvPicPr>
          <p:nvPr/>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4221394153"/>
      </p:ext>
    </p:extLst>
  </p:cSld>
  <p:clrMapOvr>
    <a:masterClrMapping/>
  </p:clrMapOvr>
  <p:extLst>
    <p:ext uri="{DCECCB84-F9BA-43D5-87BE-67443E8EF086}">
      <p15:sldGuideLst xmlns:p15="http://schemas.microsoft.com/office/powerpoint/2012/main">
        <p15:guide id="2" orient="horz">
          <p15:clr>
            <a:srgbClr val="FBAE40"/>
          </p15:clr>
        </p15:guide>
        <p15:guide id="4" orient="horz" pos="456">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Quote Statement 1">
    <p:bg>
      <p:bgPr>
        <a:solidFill>
          <a:srgbClr val="005E60"/>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FC2E251-1249-1447-8D56-F6A4533673E3}"/>
              </a:ext>
            </a:extLst>
          </p:cNvPr>
          <p:cNvSpPr>
            <a:spLocks noGrp="1"/>
          </p:cNvSpPr>
          <p:nvPr>
            <p:ph type="ftr" sz="quarter" idx="10"/>
          </p:nvPr>
        </p:nvSpPr>
        <p:spPr/>
        <p:txBody>
          <a:bodyPr/>
          <a:lstStyle>
            <a:lvl1pPr>
              <a:defRPr>
                <a:solidFill>
                  <a:schemeClr val="tx1"/>
                </a:solidFill>
              </a:defRPr>
            </a:lvl1pPr>
          </a:lstStyle>
          <a:p>
            <a:r>
              <a:rPr lang="en-US"/>
              <a:t>© 2024 GE Vernova and/or its affiliates. All rights reserved.</a:t>
            </a:r>
            <a:endParaRPr lang="en-US" dirty="0"/>
          </a:p>
        </p:txBody>
      </p:sp>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1" y="615950"/>
            <a:ext cx="5494420" cy="5486400"/>
          </a:xfrm>
        </p:spPr>
        <p:txBody>
          <a:bodyPr anchor="t" anchorCtr="0"/>
          <a:lstStyle>
            <a:lvl1pPr marL="0" indent="0">
              <a:lnSpc>
                <a:spcPct val="85000"/>
              </a:lnSpc>
              <a:spcAft>
                <a:spcPts val="1000"/>
              </a:spcAft>
              <a:defRPr sz="5000" cap="all" baseline="0">
                <a:solidFill>
                  <a:schemeClr val="tx1"/>
                </a:solidFill>
                <a:latin typeface="Sons Condensed Extrabold" panose="02060906060206060203" pitchFamily="18" charset="0"/>
              </a:defRPr>
            </a:lvl1pPr>
            <a:lvl2pPr marL="0" indent="0">
              <a:lnSpc>
                <a:spcPct val="100000"/>
              </a:lnSpc>
              <a:buFont typeface="Arial"/>
              <a:buNone/>
              <a:defRPr>
                <a:solidFill>
                  <a:schemeClr val="tx1"/>
                </a:solidFill>
              </a:defRPr>
            </a:lvl2pPr>
            <a:lvl3pPr marL="0" indent="0">
              <a:lnSpc>
                <a:spcPct val="85000"/>
              </a:lnSpc>
              <a:buNone/>
              <a:defRPr sz="5000">
                <a:solidFill>
                  <a:schemeClr val="tx1"/>
                </a:solidFill>
              </a:defRPr>
            </a:lvl3pPr>
            <a:lvl4pPr marL="0" indent="0">
              <a:lnSpc>
                <a:spcPct val="90000"/>
              </a:lnSpc>
              <a:buNone/>
              <a:defRPr sz="3200">
                <a:solidFill>
                  <a:schemeClr val="tx1"/>
                </a:solidFill>
              </a:defRPr>
            </a:lvl4pPr>
            <a:lvl5pPr marL="0" indent="0">
              <a:lnSpc>
                <a:spcPct val="100000"/>
              </a:lnSpc>
              <a:buClr>
                <a:schemeClr val="accent4"/>
              </a:buClr>
              <a:buFont typeface="Arial"/>
              <a:buNone/>
              <a:defRPr sz="1400">
                <a:solidFill>
                  <a:schemeClr val="tx1"/>
                </a:solidFill>
              </a:defRPr>
            </a:lvl5pPr>
          </a:lstStyle>
          <a:p>
            <a:pPr lvl="0"/>
            <a:r>
              <a:rPr lang="en-US" dirty="0"/>
              <a:t>CLICK TO EDIT MASTER TEXT STYLES</a:t>
            </a:r>
          </a:p>
        </p:txBody>
      </p:sp>
      <p:cxnSp>
        <p:nvCxnSpPr>
          <p:cNvPr id="2" name="Straight Connector 1">
            <a:extLst>
              <a:ext uri="{FF2B5EF4-FFF2-40B4-BE49-F238E27FC236}">
                <a16:creationId xmlns:a16="http://schemas.microsoft.com/office/drawing/2014/main" id="{21459A54-2B36-0597-98AB-2AD5027C3A5A}"/>
              </a:ext>
            </a:extLst>
          </p:cNvPr>
          <p:cNvCxnSpPr>
            <a:cxnSpLocks/>
          </p:cNvCxnSpPr>
          <p:nvPr/>
        </p:nvCxnSpPr>
        <p:spPr>
          <a:xfrm>
            <a:off x="2946446" y="640174"/>
            <a:ext cx="0" cy="5486400"/>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6" name="Picture 5" descr="Text&#10;&#10;Description automatically generated">
            <a:extLst>
              <a:ext uri="{FF2B5EF4-FFF2-40B4-BE49-F238E27FC236}">
                <a16:creationId xmlns:a16="http://schemas.microsoft.com/office/drawing/2014/main" id="{3144293E-2C00-D4C2-B60A-12BE7EAB8F50}"/>
              </a:ext>
            </a:extLst>
          </p:cNvPr>
          <p:cNvPicPr>
            <a:picLocks noChangeAspect="1"/>
          </p:cNvPicPr>
          <p:nvPr/>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1847557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Quote Statement 3">
    <p:bg>
      <p:bgPr>
        <a:solidFill>
          <a:schemeClr val="tx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FC2E251-1249-1447-8D56-F6A4533673E3}"/>
              </a:ext>
            </a:extLst>
          </p:cNvPr>
          <p:cNvSpPr>
            <a:spLocks noGrp="1"/>
          </p:cNvSpPr>
          <p:nvPr>
            <p:ph type="ftr" sz="quarter" idx="10"/>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0" y="615950"/>
            <a:ext cx="5313947" cy="5486400"/>
          </a:xfrm>
        </p:spPr>
        <p:txBody>
          <a:bodyPr anchor="t" anchorCtr="0"/>
          <a:lstStyle>
            <a:lvl1pPr marL="0" indent="0">
              <a:lnSpc>
                <a:spcPct val="85000"/>
              </a:lnSpc>
              <a:spcAft>
                <a:spcPts val="0"/>
              </a:spcAft>
              <a:defRPr sz="5000" cap="all" baseline="0">
                <a:solidFill>
                  <a:srgbClr val="005E60"/>
                </a:solidFill>
                <a:latin typeface="Sons Condensed Extrabold" panose="02060906060206060203" pitchFamily="18" charset="0"/>
              </a:defRPr>
            </a:lvl1pPr>
            <a:lvl2pPr marL="0" indent="0">
              <a:lnSpc>
                <a:spcPct val="100000"/>
              </a:lnSpc>
              <a:buFont typeface="Arial"/>
              <a:buNone/>
              <a:defRPr>
                <a:solidFill>
                  <a:srgbClr val="005E60"/>
                </a:solidFill>
              </a:defRPr>
            </a:lvl2pPr>
            <a:lvl3pPr marL="0" indent="0">
              <a:lnSpc>
                <a:spcPct val="85000"/>
              </a:lnSpc>
              <a:buNone/>
              <a:defRPr sz="5000">
                <a:solidFill>
                  <a:srgbClr val="005E60"/>
                </a:solidFill>
              </a:defRPr>
            </a:lvl3pPr>
            <a:lvl4pPr marL="0" indent="0">
              <a:lnSpc>
                <a:spcPct val="90000"/>
              </a:lnSpc>
              <a:buNone/>
              <a:defRPr sz="3200">
                <a:solidFill>
                  <a:srgbClr val="005E60"/>
                </a:solidFill>
              </a:defRPr>
            </a:lvl4pPr>
            <a:lvl5pPr marL="0" indent="0">
              <a:lnSpc>
                <a:spcPct val="100000"/>
              </a:lnSpc>
              <a:buClr>
                <a:schemeClr val="accent4"/>
              </a:buClr>
              <a:buFont typeface="Arial"/>
              <a:buNone/>
              <a:defRPr sz="1400">
                <a:solidFill>
                  <a:srgbClr val="005E60"/>
                </a:solidFill>
              </a:defRPr>
            </a:lvl5pPr>
          </a:lstStyle>
          <a:p>
            <a:pPr lvl="0"/>
            <a:r>
              <a:rPr lang="en-US" dirty="0"/>
              <a:t>CLICK TO EDIT MASTER TEXT STYLES</a:t>
            </a:r>
          </a:p>
        </p:txBody>
      </p:sp>
      <p:cxnSp>
        <p:nvCxnSpPr>
          <p:cNvPr id="5" name="Straight Connector 4">
            <a:extLst>
              <a:ext uri="{FF2B5EF4-FFF2-40B4-BE49-F238E27FC236}">
                <a16:creationId xmlns:a16="http://schemas.microsoft.com/office/drawing/2014/main" id="{3F938A19-85FE-D7E0-BB2C-F157A4FE6AEC}"/>
              </a:ext>
            </a:extLst>
          </p:cNvPr>
          <p:cNvCxnSpPr>
            <a:cxnSpLocks/>
          </p:cNvCxnSpPr>
          <p:nvPr/>
        </p:nvCxnSpPr>
        <p:spPr>
          <a:xfrm>
            <a:off x="2946446" y="640174"/>
            <a:ext cx="0" cy="5486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descr="Text&#10;&#10;Description automatically generated">
            <a:extLst>
              <a:ext uri="{FF2B5EF4-FFF2-40B4-BE49-F238E27FC236}">
                <a16:creationId xmlns:a16="http://schemas.microsoft.com/office/drawing/2014/main" id="{16A940B9-7959-1BE5-1C1F-30DC7A96DB8F}"/>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072010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 Statistics">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None/>
              <a:defRPr>
                <a:solidFill>
                  <a:srgbClr val="212121"/>
                </a:solidFill>
              </a:defRPr>
            </a:lvl2pPr>
            <a:lvl3pPr marL="174625" indent="-174625">
              <a:buClrTx/>
              <a:buFont typeface="Arial" panose="020B0604020202020204" pitchFamily="34" charset="0"/>
              <a:buChar char="•"/>
              <a:defRPr>
                <a:solidFill>
                  <a:schemeClr val="tx2"/>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4B5C3D82-E702-BE2A-C612-2CB61FE360F7}"/>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71435431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1320">
          <p15:clr>
            <a:srgbClr val="FBAE40"/>
          </p15:clr>
        </p15:guide>
        <p15:guide id="4" orient="horz" pos="884">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 Statistics -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p:nvCxnSpPr>
        <p:spPr>
          <a:xfrm>
            <a:off x="4062828"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p:nvCxnSpPr>
        <p:spPr>
          <a:xfrm>
            <a:off x="7848132"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0D252868-F7F1-C0A1-E4BB-8630DDD8758E}"/>
              </a:ext>
            </a:extLst>
          </p:cNvPr>
          <p:cNvPicPr>
            <a:picLocks noChangeAspect="1"/>
          </p:cNvPicPr>
          <p:nvPr/>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38182015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Medium Stat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5" cy="457020"/>
          </a:xfrm>
        </p:spPr>
        <p:txBody>
          <a:bodyP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defRPr sz="9600">
                <a:solidFill>
                  <a:srgbClr val="C8FF08"/>
                </a:solidFill>
                <a:latin typeface="Sons Condensed Extrabold" panose="02060906060206060203" pitchFamily="18" charset="0"/>
              </a:defRPr>
            </a:lvl1pPr>
            <a:lvl2pPr marL="0" indent="0">
              <a:buClr>
                <a:schemeClr val="bg1"/>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p:nvCxnSpPr>
        <p:spPr>
          <a:xfrm>
            <a:off x="419100"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1">
                <a:solidFill>
                  <a:schemeClr val="bg1"/>
                </a:solidFill>
              </a:defRPr>
            </a:lvl1pPr>
          </a:lstStyle>
          <a:p>
            <a:pPr lvl="0"/>
            <a:r>
              <a:rPr lang="en-US"/>
              <a:t>Click to edit Master text styles</a:t>
            </a:r>
          </a:p>
        </p:txBody>
      </p:sp>
      <p:pic>
        <p:nvPicPr>
          <p:cNvPr id="4" name="Picture 3" descr="Text&#10;&#10;Description automatically generated">
            <a:extLst>
              <a:ext uri="{FF2B5EF4-FFF2-40B4-BE49-F238E27FC236}">
                <a16:creationId xmlns:a16="http://schemas.microsoft.com/office/drawing/2014/main" id="{CC81F1F2-00A2-8A73-11A9-FF59CE240F80}"/>
              </a:ext>
            </a:extLst>
          </p:cNvPr>
          <p:cNvPicPr>
            <a:picLocks noChangeAspect="1"/>
          </p:cNvPicPr>
          <p:nvPr/>
        </p:nvPicPr>
        <p:blipFill>
          <a:blip r:embed="rId2"/>
          <a:stretch>
            <a:fillRect/>
          </a:stretch>
        </p:blipFill>
        <p:spPr>
          <a:xfrm>
            <a:off x="10309857" y="339154"/>
            <a:ext cx="1553489" cy="485273"/>
          </a:xfrm>
          <a:prstGeom prst="rect">
            <a:avLst/>
          </a:prstGeom>
        </p:spPr>
      </p:pic>
      <p:sp>
        <p:nvSpPr>
          <p:cNvPr id="10" name="Picture Placeholder 6">
            <a:extLst>
              <a:ext uri="{FF2B5EF4-FFF2-40B4-BE49-F238E27FC236}">
                <a16:creationId xmlns:a16="http://schemas.microsoft.com/office/drawing/2014/main" id="{71A28561-E9BE-F7BE-7CA1-61B13B003AE0}"/>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Tree>
    <p:extLst>
      <p:ext uri="{BB962C8B-B14F-4D97-AF65-F5344CB8AC3E}">
        <p14:creationId xmlns:p14="http://schemas.microsoft.com/office/powerpoint/2010/main" val="36989279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Medium Stat 3">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321247"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buClr>
                <a:srgbClr val="212121"/>
              </a:buClr>
              <a:defRPr sz="9600">
                <a:solidFill>
                  <a:srgbClr val="005E60"/>
                </a:solidFill>
                <a:latin typeface="Sons Condensed Extrabold" panose="02060906060206060203" pitchFamily="18" charset="0"/>
              </a:defRPr>
            </a:lvl1pPr>
            <a:lvl2pPr marL="0" indent="0">
              <a:buClr>
                <a:srgbClr val="212121"/>
              </a:buClr>
              <a:buNone/>
              <a:defRPr>
                <a:solidFill>
                  <a:srgbClr val="212121"/>
                </a:solidFill>
              </a:defRPr>
            </a:lvl2pPr>
            <a:lvl3pPr marL="174625" indent="-174625">
              <a:buClr>
                <a:srgbClr val="212121"/>
              </a:buClr>
              <a:buFont typeface="Arial" panose="020B0604020202020204" pitchFamily="34" charset="0"/>
              <a:buChar char="•"/>
              <a:defRPr>
                <a:solidFill>
                  <a:srgbClr val="212121"/>
                </a:solidFill>
              </a:defRPr>
            </a:lvl3pPr>
            <a:lvl4pPr marL="365760" indent="-182880">
              <a:buClr>
                <a:srgbClr val="212121"/>
              </a:buClr>
              <a:buFont typeface="Arial"/>
              <a:buChar char="–"/>
              <a:defRPr>
                <a:solidFill>
                  <a:srgbClr val="212121"/>
                </a:solidFill>
              </a:defRPr>
            </a:lvl4pPr>
            <a:lvl5pPr marL="548640">
              <a:buClr>
                <a:srgbClr val="212121"/>
              </a:buClr>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p:nvCxnSpPr>
        <p:spPr>
          <a:xfrm>
            <a:off x="41910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1">
                <a:solidFill>
                  <a:srgbClr val="212121"/>
                </a:solidFill>
              </a:defRPr>
            </a:lvl1pPr>
          </a:lstStyle>
          <a:p>
            <a:pPr lvl="0"/>
            <a:r>
              <a:rPr lang="en-US"/>
              <a:t>Click to edit Master text styles</a:t>
            </a:r>
          </a:p>
        </p:txBody>
      </p:sp>
      <p:pic>
        <p:nvPicPr>
          <p:cNvPr id="7" name="Picture 6" descr="Text&#10;&#10;Description automatically generated">
            <a:extLst>
              <a:ext uri="{FF2B5EF4-FFF2-40B4-BE49-F238E27FC236}">
                <a16:creationId xmlns:a16="http://schemas.microsoft.com/office/drawing/2014/main" id="{AAF6CB12-6043-6858-0E99-4D0C63CFABAD}"/>
              </a:ext>
            </a:extLst>
          </p:cNvPr>
          <p:cNvPicPr>
            <a:picLocks noChangeAspect="1"/>
          </p:cNvPicPr>
          <p:nvPr/>
        </p:nvPicPr>
        <p:blipFill>
          <a:blip r:embed="rId2"/>
          <a:stretch>
            <a:fillRect/>
          </a:stretch>
        </p:blipFill>
        <p:spPr>
          <a:xfrm>
            <a:off x="10309860" y="339154"/>
            <a:ext cx="1553486" cy="485273"/>
          </a:xfrm>
          <a:prstGeom prst="rect">
            <a:avLst/>
          </a:prstGeom>
        </p:spPr>
      </p:pic>
      <p:sp>
        <p:nvSpPr>
          <p:cNvPr id="11" name="Picture Placeholder 6">
            <a:extLst>
              <a:ext uri="{FF2B5EF4-FFF2-40B4-BE49-F238E27FC236}">
                <a16:creationId xmlns:a16="http://schemas.microsoft.com/office/drawing/2014/main" id="{D31B6C8E-F2DD-F24A-E739-15C9300FE423}"/>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Tree>
    <p:extLst>
      <p:ext uri="{BB962C8B-B14F-4D97-AF65-F5344CB8AC3E}">
        <p14:creationId xmlns:p14="http://schemas.microsoft.com/office/powerpoint/2010/main" val="39851135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Large Stat 1">
    <p:bg>
      <p:bgPr>
        <a:solidFill>
          <a:schemeClr val="bg1"/>
        </a:solidFill>
        <a:effectLst/>
      </p:bgPr>
    </p:bg>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AABF08DC-CB35-0F04-05DA-1827B5142E52}"/>
              </a:ext>
            </a:extLst>
          </p:cNvPr>
          <p:cNvSpPr>
            <a:spLocks noGrp="1"/>
          </p:cNvSpPr>
          <p:nvPr>
            <p:ph type="body" sz="quarter" idx="4294967295" hasCustomPrompt="1"/>
          </p:nvPr>
        </p:nvSpPr>
        <p:spPr>
          <a:xfrm>
            <a:off x="429039" y="2405291"/>
            <a:ext cx="11353800" cy="4033608"/>
          </a:xfrm>
        </p:spPr>
        <p:txBody>
          <a:bodyPr anchor="t"/>
          <a:lstStyle>
            <a:lvl1pPr>
              <a:lnSpc>
                <a:spcPts val="40000"/>
              </a:lnSpc>
              <a:spcAft>
                <a:spcPts val="0"/>
              </a:spcAft>
              <a:defRPr sz="49600">
                <a:solidFill>
                  <a:schemeClr val="bg2"/>
                </a:solidFill>
                <a:latin typeface="Sons Condensed Extrabold" panose="02060906060206060203" pitchFamily="18" charset="0"/>
              </a:defRPr>
            </a:lvl1pPr>
          </a:lstStyle>
          <a:p>
            <a:r>
              <a:rPr lang="en-US" dirty="0"/>
              <a:t>##</a:t>
            </a: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29970" cy="457020"/>
          </a:xfrm>
        </p:spPr>
        <p:txBody>
          <a:bodyPr/>
          <a:lstStyle>
            <a:lvl1pPr>
              <a:defRPr>
                <a:solidFill>
                  <a:schemeClr val="tx1"/>
                </a:solidFill>
              </a:defRPr>
            </a:lvl1pPr>
          </a:lstStyle>
          <a:p>
            <a:r>
              <a:rPr lang="en-US"/>
              <a:t>Click to edit Master title style</a:t>
            </a:r>
            <a:endParaRPr lang="en-US" dirty="0"/>
          </a:p>
        </p:txBody>
      </p:sp>
      <p:pic>
        <p:nvPicPr>
          <p:cNvPr id="3" name="Picture 2" descr="Text&#10;&#10;Description automatically generated">
            <a:extLst>
              <a:ext uri="{FF2B5EF4-FFF2-40B4-BE49-F238E27FC236}">
                <a16:creationId xmlns:a16="http://schemas.microsoft.com/office/drawing/2014/main" id="{1814A848-6923-A1BC-E08A-7728C5A4BCCD}"/>
              </a:ext>
            </a:extLst>
          </p:cNvPr>
          <p:cNvPicPr>
            <a:picLocks noChangeAspect="1"/>
          </p:cNvPicPr>
          <p:nvPr/>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24935257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Large Stat 2">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6" cy="457020"/>
          </a:xfrm>
          <a:noFill/>
        </p:spPr>
        <p:txBody>
          <a:bodyPr/>
          <a:lstStyle>
            <a:lvl1pPr>
              <a:defRPr>
                <a:solidFill>
                  <a:schemeClr val="bg1"/>
                </a:solidFill>
              </a:defRPr>
            </a:lvl1pPr>
          </a:lstStyle>
          <a:p>
            <a:r>
              <a:rPr lang="en-US"/>
              <a:t>Click to edit Master title style</a:t>
            </a:r>
            <a:endParaRPr lang="en-US" dirty="0"/>
          </a:p>
        </p:txBody>
      </p:sp>
      <p:pic>
        <p:nvPicPr>
          <p:cNvPr id="7" name="Picture 6" descr="Text&#10;&#10;Description automatically generated">
            <a:extLst>
              <a:ext uri="{FF2B5EF4-FFF2-40B4-BE49-F238E27FC236}">
                <a16:creationId xmlns:a16="http://schemas.microsoft.com/office/drawing/2014/main" id="{60FA68EB-1DE5-F3BC-29A5-0AAC8831E29A}"/>
              </a:ext>
            </a:extLst>
          </p:cNvPr>
          <p:cNvPicPr>
            <a:picLocks noChangeAspect="1"/>
          </p:cNvPicPr>
          <p:nvPr/>
        </p:nvPicPr>
        <p:blipFill>
          <a:blip r:embed="rId2"/>
          <a:stretch>
            <a:fillRect/>
          </a:stretch>
        </p:blipFill>
        <p:spPr>
          <a:xfrm>
            <a:off x="10309857" y="339154"/>
            <a:ext cx="1553489" cy="485273"/>
          </a:xfrm>
          <a:prstGeom prst="rect">
            <a:avLst/>
          </a:prstGeom>
        </p:spPr>
      </p:pic>
      <p:sp>
        <p:nvSpPr>
          <p:cNvPr id="3" name="Text Placeholder 4">
            <a:extLst>
              <a:ext uri="{FF2B5EF4-FFF2-40B4-BE49-F238E27FC236}">
                <a16:creationId xmlns:a16="http://schemas.microsoft.com/office/drawing/2014/main" id="{8005F10C-0E79-4A3F-86CA-73848D7D1732}"/>
              </a:ext>
            </a:extLst>
          </p:cNvPr>
          <p:cNvSpPr>
            <a:spLocks noGrp="1"/>
          </p:cNvSpPr>
          <p:nvPr>
            <p:ph type="body" sz="quarter" idx="4294967295" hasCustomPrompt="1"/>
          </p:nvPr>
        </p:nvSpPr>
        <p:spPr>
          <a:xfrm>
            <a:off x="429039" y="2405291"/>
            <a:ext cx="11353800" cy="4033608"/>
          </a:xfrm>
        </p:spPr>
        <p:txBody>
          <a:bodyPr anchor="t"/>
          <a:lstStyle>
            <a:lvl1pPr>
              <a:lnSpc>
                <a:spcPts val="40000"/>
              </a:lnSpc>
              <a:spcAft>
                <a:spcPts val="0"/>
              </a:spcAft>
              <a:defRPr sz="49600">
                <a:solidFill>
                  <a:schemeClr val="bg2"/>
                </a:solidFill>
                <a:latin typeface="Sons Condensed Extrabold" panose="02060906060206060203" pitchFamily="18" charset="0"/>
              </a:defRPr>
            </a:lvl1pPr>
          </a:lstStyle>
          <a:p>
            <a:r>
              <a:rPr lang="en-US" dirty="0"/>
              <a:t>##</a:t>
            </a:r>
          </a:p>
        </p:txBody>
      </p:sp>
    </p:spTree>
    <p:extLst>
      <p:ext uri="{BB962C8B-B14F-4D97-AF65-F5344CB8AC3E}">
        <p14:creationId xmlns:p14="http://schemas.microsoft.com/office/powerpoint/2010/main" val="22298632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1320">
          <p15:clr>
            <a:srgbClr val="FBAE40"/>
          </p15:clr>
        </p15:guide>
        <p15:guide id="4" orient="horz" pos="884">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blank" preserve="1">
  <p:cSld name="Sign-off">
    <p:bg>
      <p:bgRef idx="1001">
        <a:schemeClr val="bg1"/>
      </p:bgRef>
    </p:bg>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A7A56CA2-D329-EF33-C456-27ECDB40249C}"/>
              </a:ext>
            </a:extLst>
          </p:cNvPr>
          <p:cNvPicPr>
            <a:picLocks noChangeAspect="1"/>
          </p:cNvPicPr>
          <p:nvPr/>
        </p:nvPicPr>
        <p:blipFill>
          <a:blip r:embed="rId2"/>
          <a:stretch>
            <a:fillRect/>
          </a:stretch>
        </p:blipFill>
        <p:spPr>
          <a:xfrm>
            <a:off x="2598420" y="2336437"/>
            <a:ext cx="6995160" cy="2185127"/>
          </a:xfrm>
          <a:prstGeom prst="rect">
            <a:avLst/>
          </a:prstGeom>
        </p:spPr>
      </p:pic>
    </p:spTree>
    <p:extLst>
      <p:ext uri="{BB962C8B-B14F-4D97-AF65-F5344CB8AC3E}">
        <p14:creationId xmlns:p14="http://schemas.microsoft.com/office/powerpoint/2010/main" val="40331342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blank" preserve="1">
  <p:cSld name="Sign-off 2">
    <p:bg>
      <p:bgPr>
        <a:solidFill>
          <a:srgbClr val="005E60"/>
        </a:solidFill>
        <a:effectLst/>
      </p:bgPr>
    </p:bg>
    <p:spTree>
      <p:nvGrpSpPr>
        <p:cNvPr id="1" name=""/>
        <p:cNvGrpSpPr/>
        <p:nvPr/>
      </p:nvGrpSpPr>
      <p:grpSpPr>
        <a:xfrm>
          <a:off x="0" y="0"/>
          <a:ext cx="0" cy="0"/>
          <a:chOff x="0" y="0"/>
          <a:chExt cx="0" cy="0"/>
        </a:xfrm>
      </p:grpSpPr>
      <p:pic>
        <p:nvPicPr>
          <p:cNvPr id="2" name="Picture 1" descr="Text&#10;&#10;Description automatically generated">
            <a:extLst>
              <a:ext uri="{FF2B5EF4-FFF2-40B4-BE49-F238E27FC236}">
                <a16:creationId xmlns:a16="http://schemas.microsoft.com/office/drawing/2014/main" id="{F9CD72FB-B974-3D99-2541-287114550180}"/>
              </a:ext>
            </a:extLst>
          </p:cNvPr>
          <p:cNvPicPr>
            <a:picLocks noChangeAspect="1"/>
          </p:cNvPicPr>
          <p:nvPr/>
        </p:nvPicPr>
        <p:blipFill>
          <a:blip r:embed="rId2"/>
          <a:stretch>
            <a:fillRect/>
          </a:stretch>
        </p:blipFill>
        <p:spPr>
          <a:xfrm>
            <a:off x="2598420" y="2336437"/>
            <a:ext cx="6995161" cy="2185127"/>
          </a:xfrm>
          <a:prstGeom prst="rect">
            <a:avLst/>
          </a:prstGeom>
        </p:spPr>
      </p:pic>
    </p:spTree>
    <p:extLst>
      <p:ext uri="{BB962C8B-B14F-4D97-AF65-F5344CB8AC3E}">
        <p14:creationId xmlns:p14="http://schemas.microsoft.com/office/powerpoint/2010/main" val="72390861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Title and Content">
    <p:bg>
      <p:bgRef idx="1001">
        <a:schemeClr val="bg1"/>
      </p:bgRef>
    </p:bg>
    <p:spTree>
      <p:nvGrpSpPr>
        <p:cNvPr id="1" name=""/>
        <p:cNvGrpSpPr/>
        <p:nvPr/>
      </p:nvGrpSpPr>
      <p:grpSpPr>
        <a:xfrm>
          <a:off x="0" y="0"/>
          <a:ext cx="0" cy="0"/>
          <a:chOff x="0" y="0"/>
          <a:chExt cx="0" cy="0"/>
        </a:xfrm>
      </p:grpSpPr>
      <p:sp>
        <p:nvSpPr>
          <p:cNvPr id="2" name="Holder 2"/>
          <p:cNvSpPr>
            <a:spLocks noGrp="1"/>
          </p:cNvSpPr>
          <p:nvPr>
            <p:ph type="title"/>
          </p:nvPr>
        </p:nvSpPr>
        <p:spPr>
          <a:xfrm>
            <a:off x="496076" y="454890"/>
            <a:ext cx="2429928" cy="242502"/>
          </a:xfrm>
          <a:prstGeom prst="rect">
            <a:avLst/>
          </a:prstGeom>
        </p:spPr>
        <p:txBody>
          <a:bodyPr lIns="0" tIns="0" rIns="0" bIns="0"/>
          <a:lstStyle>
            <a:lvl1pPr>
              <a:defRPr sz="1576" b="0" i="0">
                <a:solidFill>
                  <a:srgbClr val="000000"/>
                </a:solidFill>
                <a:latin typeface="Inter" panose="02000503000000020004" pitchFamily="2" charset="0"/>
                <a:cs typeface="Arial" panose="020B0604020202020204" pitchFamily="34" charset="0"/>
              </a:defRPr>
            </a:lvl1pPr>
          </a:lstStyle>
          <a:p>
            <a:r>
              <a:rPr lang="en-US"/>
              <a:t>Click to edit Master title style</a:t>
            </a:r>
            <a:endParaRPr/>
          </a:p>
        </p:txBody>
      </p:sp>
      <p:sp>
        <p:nvSpPr>
          <p:cNvPr id="3" name="Holder 3"/>
          <p:cNvSpPr>
            <a:spLocks noGrp="1"/>
          </p:cNvSpPr>
          <p:nvPr>
            <p:ph type="body" idx="1"/>
          </p:nvPr>
        </p:nvSpPr>
        <p:spPr>
          <a:xfrm>
            <a:off x="496076" y="1219201"/>
            <a:ext cx="2622936" cy="149309"/>
          </a:xfrm>
          <a:prstGeom prst="rect">
            <a:avLst/>
          </a:prstGeom>
        </p:spPr>
        <p:txBody>
          <a:bodyPr lIns="0" tIns="0" rIns="0" bIns="0" anchor="t"/>
          <a:lstStyle>
            <a:lvl1pPr algn="l">
              <a:lnSpc>
                <a:spcPct val="100000"/>
              </a:lnSpc>
              <a:spcBef>
                <a:spcPts val="728"/>
              </a:spcBef>
              <a:defRPr lang="en-US" sz="970" b="0">
                <a:solidFill>
                  <a:srgbClr val="212121"/>
                </a:solidFill>
                <a:latin typeface="Inter" panose="02000503000000020004" pitchFamily="2" charset="0"/>
                <a:cs typeface="Arial" panose="020B0604020202020204" pitchFamily="34" charset="0"/>
              </a:defRPr>
            </a:lvl1pPr>
          </a:lstStyle>
          <a:p>
            <a:pPr lvl="0"/>
            <a:r>
              <a:rPr lang="en-US"/>
              <a:t>Click to edit Master text styles</a:t>
            </a:r>
          </a:p>
        </p:txBody>
      </p:sp>
      <p:sp>
        <p:nvSpPr>
          <p:cNvPr id="11" name="object 4">
            <a:extLst>
              <a:ext uri="{FF2B5EF4-FFF2-40B4-BE49-F238E27FC236}">
                <a16:creationId xmlns:a16="http://schemas.microsoft.com/office/drawing/2014/main" id="{2147EC7E-B00F-0BDE-CC52-275162BBFB8A}"/>
              </a:ext>
            </a:extLst>
          </p:cNvPr>
          <p:cNvSpPr/>
          <p:nvPr/>
        </p:nvSpPr>
        <p:spPr>
          <a:xfrm>
            <a:off x="3314701" y="0"/>
            <a:ext cx="8877517" cy="6410170"/>
          </a:xfrm>
          <a:custGeom>
            <a:avLst/>
            <a:gdLst/>
            <a:ahLst/>
            <a:cxnLst/>
            <a:rect l="l" t="t" r="r" b="b"/>
            <a:pathLst>
              <a:path w="14638655" h="10554970">
                <a:moveTo>
                  <a:pt x="14638297" y="0"/>
                </a:moveTo>
                <a:lnTo>
                  <a:pt x="0" y="0"/>
                </a:lnTo>
                <a:lnTo>
                  <a:pt x="0" y="10554652"/>
                </a:lnTo>
                <a:lnTo>
                  <a:pt x="14638297" y="10554652"/>
                </a:lnTo>
                <a:lnTo>
                  <a:pt x="14638297" y="0"/>
                </a:lnTo>
                <a:close/>
              </a:path>
            </a:pathLst>
          </a:custGeom>
          <a:solidFill>
            <a:srgbClr val="E3E3E3"/>
          </a:solidFill>
          <a:ln>
            <a:noFill/>
          </a:ln>
        </p:spPr>
        <p:txBody>
          <a:bodyPr wrap="square" lIns="0" tIns="0" rIns="0" bIns="0" rtlCol="0"/>
          <a:lstStyle/>
          <a:p>
            <a:endParaRPr sz="1800" dirty="0"/>
          </a:p>
        </p:txBody>
      </p:sp>
      <p:sp>
        <p:nvSpPr>
          <p:cNvPr id="18" name="Slide Number Placeholder 5">
            <a:extLst>
              <a:ext uri="{FF2B5EF4-FFF2-40B4-BE49-F238E27FC236}">
                <a16:creationId xmlns:a16="http://schemas.microsoft.com/office/drawing/2014/main" id="{CA64F7AF-68F6-BA14-1B39-9AC8CD6A735F}"/>
              </a:ext>
            </a:extLst>
          </p:cNvPr>
          <p:cNvSpPr>
            <a:spLocks noGrp="1"/>
          </p:cNvSpPr>
          <p:nvPr>
            <p:ph type="sldNum" sz="quarter" idx="4"/>
          </p:nvPr>
        </p:nvSpPr>
        <p:spPr>
          <a:xfrm>
            <a:off x="11031539" y="6513067"/>
            <a:ext cx="666621" cy="107722"/>
          </a:xfrm>
          <a:prstGeom prst="rect">
            <a:avLst/>
          </a:prstGeom>
        </p:spPr>
        <p:txBody>
          <a:bodyPr vert="horz" wrap="square" lIns="0" tIns="0" rIns="0" bIns="0" rtlCol="0" anchor="b">
            <a:spAutoFit/>
          </a:bodyPr>
          <a:lstStyle>
            <a:lvl1pPr algn="r">
              <a:defRPr sz="700" b="0">
                <a:solidFill>
                  <a:srgbClr val="000000"/>
                </a:solidFill>
                <a:latin typeface="Inter" panose="02000503000000020004" pitchFamily="2" charset="0"/>
                <a:cs typeface="Arial" panose="020B0604020202020204" pitchFamily="34" charset="0"/>
              </a:defRPr>
            </a:lvl1pPr>
          </a:lstStyle>
          <a:p>
            <a:fld id="{14719505-AD43-774F-936C-A3AE71DD4EEA}" type="slidenum">
              <a:rPr lang="en-GB" smtClean="0"/>
              <a:pPr/>
              <a:t>‹#›</a:t>
            </a:fld>
            <a:endParaRPr lang="en-GB" dirty="0"/>
          </a:p>
        </p:txBody>
      </p:sp>
    </p:spTree>
    <p:extLst>
      <p:ext uri="{BB962C8B-B14F-4D97-AF65-F5344CB8AC3E}">
        <p14:creationId xmlns:p14="http://schemas.microsoft.com/office/powerpoint/2010/main" val="4176788429"/>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cSld name="Section slide 1">
    <p:bg>
      <p:bgPr>
        <a:solidFill>
          <a:schemeClr val="tx1"/>
        </a:solidFill>
        <a:effectLst/>
      </p:bgPr>
    </p:bg>
    <p:spTree>
      <p:nvGrpSpPr>
        <p:cNvPr id="1" name=""/>
        <p:cNvGrpSpPr/>
        <p:nvPr/>
      </p:nvGrpSpPr>
      <p:grpSpPr>
        <a:xfrm>
          <a:off x="0" y="0"/>
          <a:ext cx="0" cy="0"/>
          <a:chOff x="0" y="0"/>
          <a:chExt cx="0" cy="0"/>
        </a:xfrm>
      </p:grpSpPr>
      <p:sp>
        <p:nvSpPr>
          <p:cNvPr id="18" name="Freeform 5">
            <a:extLst>
              <a:ext uri="{FF2B5EF4-FFF2-40B4-BE49-F238E27FC236}">
                <a16:creationId xmlns:a16="http://schemas.microsoft.com/office/drawing/2014/main" id="{B744D86D-6548-4008-9314-2FAFC4018D26}"/>
              </a:ext>
            </a:extLst>
          </p:cNvPr>
          <p:cNvSpPr>
            <a:spLocks noEditPoints="1"/>
          </p:cNvSpPr>
          <p:nvPr/>
        </p:nvSpPr>
        <p:spPr bwMode="auto">
          <a:xfrm>
            <a:off x="11265933" y="514352"/>
            <a:ext cx="410130" cy="409891"/>
          </a:xfrm>
          <a:custGeom>
            <a:avLst/>
            <a:gdLst>
              <a:gd name="T0" fmla="*/ 2386 w 5760"/>
              <a:gd name="T1" fmla="*/ 3095 h 5760"/>
              <a:gd name="T2" fmla="*/ 1754 w 5760"/>
              <a:gd name="T3" fmla="*/ 4131 h 5760"/>
              <a:gd name="T4" fmla="*/ 2386 w 5760"/>
              <a:gd name="T5" fmla="*/ 3095 h 5760"/>
              <a:gd name="T6" fmla="*/ 2480 w 5760"/>
              <a:gd name="T7" fmla="*/ 1601 h 5760"/>
              <a:gd name="T8" fmla="*/ 2019 w 5760"/>
              <a:gd name="T9" fmla="*/ 2248 h 5760"/>
              <a:gd name="T10" fmla="*/ 2480 w 5760"/>
              <a:gd name="T11" fmla="*/ 1601 h 5760"/>
              <a:gd name="T12" fmla="*/ 3894 w 5760"/>
              <a:gd name="T13" fmla="*/ 1634 h 5760"/>
              <a:gd name="T14" fmla="*/ 3527 w 5760"/>
              <a:gd name="T15" fmla="*/ 2129 h 5760"/>
              <a:gd name="T16" fmla="*/ 3894 w 5760"/>
              <a:gd name="T17" fmla="*/ 1634 h 5760"/>
              <a:gd name="T18" fmla="*/ 4482 w 5760"/>
              <a:gd name="T19" fmla="*/ 3645 h 5760"/>
              <a:gd name="T20" fmla="*/ 2889 w 5760"/>
              <a:gd name="T21" fmla="*/ 3501 h 5760"/>
              <a:gd name="T22" fmla="*/ 3375 w 5760"/>
              <a:gd name="T23" fmla="*/ 2488 h 5760"/>
              <a:gd name="T24" fmla="*/ 2536 w 5760"/>
              <a:gd name="T25" fmla="*/ 3678 h 5760"/>
              <a:gd name="T26" fmla="*/ 1293 w 5760"/>
              <a:gd name="T27" fmla="*/ 3916 h 5760"/>
              <a:gd name="T28" fmla="*/ 2417 w 5760"/>
              <a:gd name="T29" fmla="*/ 2830 h 5760"/>
              <a:gd name="T30" fmla="*/ 2121 w 5760"/>
              <a:gd name="T31" fmla="*/ 2791 h 5760"/>
              <a:gd name="T32" fmla="*/ 1387 w 5760"/>
              <a:gd name="T33" fmla="*/ 2065 h 5760"/>
              <a:gd name="T34" fmla="*/ 1643 w 5760"/>
              <a:gd name="T35" fmla="*/ 1794 h 5760"/>
              <a:gd name="T36" fmla="*/ 1779 w 5760"/>
              <a:gd name="T37" fmla="*/ 2272 h 5760"/>
              <a:gd name="T38" fmla="*/ 2712 w 5760"/>
              <a:gd name="T39" fmla="*/ 1579 h 5760"/>
              <a:gd name="T40" fmla="*/ 2170 w 5760"/>
              <a:gd name="T41" fmla="*/ 2592 h 5760"/>
              <a:gd name="T42" fmla="*/ 2817 w 5760"/>
              <a:gd name="T43" fmla="*/ 1985 h 5760"/>
              <a:gd name="T44" fmla="*/ 2688 w 5760"/>
              <a:gd name="T45" fmla="*/ 2463 h 5760"/>
              <a:gd name="T46" fmla="*/ 3295 w 5760"/>
              <a:gd name="T47" fmla="*/ 2297 h 5760"/>
              <a:gd name="T48" fmla="*/ 3853 w 5760"/>
              <a:gd name="T49" fmla="*/ 1322 h 5760"/>
              <a:gd name="T50" fmla="*/ 3574 w 5760"/>
              <a:gd name="T51" fmla="*/ 2352 h 5760"/>
              <a:gd name="T52" fmla="*/ 3900 w 5760"/>
              <a:gd name="T53" fmla="*/ 2471 h 5760"/>
              <a:gd name="T54" fmla="*/ 3861 w 5760"/>
              <a:gd name="T55" fmla="*/ 2728 h 5760"/>
              <a:gd name="T56" fmla="*/ 3182 w 5760"/>
              <a:gd name="T57" fmla="*/ 3468 h 5760"/>
              <a:gd name="T58" fmla="*/ 4203 w 5760"/>
              <a:gd name="T59" fmla="*/ 3645 h 5760"/>
              <a:gd name="T60" fmla="*/ 3750 w 5760"/>
              <a:gd name="T61" fmla="*/ 3429 h 5760"/>
              <a:gd name="T62" fmla="*/ 3750 w 5760"/>
              <a:gd name="T63" fmla="*/ 3813 h 5760"/>
              <a:gd name="T64" fmla="*/ 3949 w 5760"/>
              <a:gd name="T65" fmla="*/ 3015 h 5760"/>
              <a:gd name="T66" fmla="*/ 4482 w 5760"/>
              <a:gd name="T67" fmla="*/ 3645 h 5760"/>
              <a:gd name="T68" fmla="*/ 5449 w 5760"/>
              <a:gd name="T69" fmla="*/ 2880 h 5760"/>
              <a:gd name="T70" fmla="*/ 3406 w 5760"/>
              <a:gd name="T71" fmla="*/ 621 h 5760"/>
              <a:gd name="T72" fmla="*/ 2513 w 5760"/>
              <a:gd name="T73" fmla="*/ 693 h 5760"/>
              <a:gd name="T74" fmla="*/ 3685 w 5760"/>
              <a:gd name="T75" fmla="*/ 469 h 5760"/>
              <a:gd name="T76" fmla="*/ 2880 w 5760"/>
              <a:gd name="T77" fmla="*/ 309 h 5760"/>
              <a:gd name="T78" fmla="*/ 622 w 5760"/>
              <a:gd name="T79" fmla="*/ 2352 h 5760"/>
              <a:gd name="T80" fmla="*/ 694 w 5760"/>
              <a:gd name="T81" fmla="*/ 3247 h 5760"/>
              <a:gd name="T82" fmla="*/ 462 w 5760"/>
              <a:gd name="T83" fmla="*/ 2073 h 5760"/>
              <a:gd name="T84" fmla="*/ 310 w 5760"/>
              <a:gd name="T85" fmla="*/ 2880 h 5760"/>
              <a:gd name="T86" fmla="*/ 2353 w 5760"/>
              <a:gd name="T87" fmla="*/ 5144 h 5760"/>
              <a:gd name="T88" fmla="*/ 3248 w 5760"/>
              <a:gd name="T89" fmla="*/ 5072 h 5760"/>
              <a:gd name="T90" fmla="*/ 2074 w 5760"/>
              <a:gd name="T91" fmla="*/ 5296 h 5760"/>
              <a:gd name="T92" fmla="*/ 2880 w 5760"/>
              <a:gd name="T93" fmla="*/ 5448 h 5760"/>
              <a:gd name="T94" fmla="*/ 5137 w 5760"/>
              <a:gd name="T95" fmla="*/ 3413 h 5760"/>
              <a:gd name="T96" fmla="*/ 5065 w 5760"/>
              <a:gd name="T97" fmla="*/ 2512 h 5760"/>
              <a:gd name="T98" fmla="*/ 5297 w 5760"/>
              <a:gd name="T99" fmla="*/ 3692 h 5760"/>
              <a:gd name="T100" fmla="*/ 5449 w 5760"/>
              <a:gd name="T101" fmla="*/ 2880 h 5760"/>
              <a:gd name="T102" fmla="*/ 5623 w 5760"/>
              <a:gd name="T103" fmla="*/ 2880 h 5760"/>
              <a:gd name="T104" fmla="*/ 2880 w 5760"/>
              <a:gd name="T105" fmla="*/ 5622 h 5760"/>
              <a:gd name="T106" fmla="*/ 2880 w 5760"/>
              <a:gd name="T107" fmla="*/ 135 h 5760"/>
              <a:gd name="T108" fmla="*/ 5623 w 5760"/>
              <a:gd name="T109" fmla="*/ 2880 h 5760"/>
              <a:gd name="T110" fmla="*/ 5760 w 5760"/>
              <a:gd name="T111" fmla="*/ 2880 h 5760"/>
              <a:gd name="T112" fmla="*/ 0 w 5760"/>
              <a:gd name="T113" fmla="*/ 2880 h 5760"/>
              <a:gd name="T114" fmla="*/ 5760 w 5760"/>
              <a:gd name="T115" fmla="*/ 2880 h 5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760" h="5760">
                <a:moveTo>
                  <a:pt x="2386" y="3095"/>
                </a:moveTo>
                <a:lnTo>
                  <a:pt x="2386" y="3095"/>
                </a:lnTo>
                <a:cubicBezTo>
                  <a:pt x="2027" y="3269"/>
                  <a:pt x="1572" y="3581"/>
                  <a:pt x="1572" y="3924"/>
                </a:cubicBezTo>
                <a:cubicBezTo>
                  <a:pt x="1572" y="4051"/>
                  <a:pt x="1635" y="4131"/>
                  <a:pt x="1754" y="4131"/>
                </a:cubicBezTo>
                <a:cubicBezTo>
                  <a:pt x="2105" y="4131"/>
                  <a:pt x="2320" y="3573"/>
                  <a:pt x="2386" y="3095"/>
                </a:cubicBezTo>
                <a:lnTo>
                  <a:pt x="2386" y="3095"/>
                </a:lnTo>
                <a:close/>
                <a:moveTo>
                  <a:pt x="2480" y="1601"/>
                </a:moveTo>
                <a:lnTo>
                  <a:pt x="2480" y="1601"/>
                </a:lnTo>
                <a:cubicBezTo>
                  <a:pt x="2480" y="1563"/>
                  <a:pt x="2458" y="1546"/>
                  <a:pt x="2425" y="1546"/>
                </a:cubicBezTo>
                <a:cubicBezTo>
                  <a:pt x="2257" y="1546"/>
                  <a:pt x="2019" y="1985"/>
                  <a:pt x="2019" y="2248"/>
                </a:cubicBezTo>
                <a:cubicBezTo>
                  <a:pt x="2281" y="2104"/>
                  <a:pt x="2480" y="1778"/>
                  <a:pt x="2480" y="1601"/>
                </a:cubicBezTo>
                <a:lnTo>
                  <a:pt x="2480" y="1601"/>
                </a:lnTo>
                <a:close/>
                <a:moveTo>
                  <a:pt x="3894" y="1634"/>
                </a:moveTo>
                <a:lnTo>
                  <a:pt x="3894" y="1634"/>
                </a:lnTo>
                <a:cubicBezTo>
                  <a:pt x="3894" y="1595"/>
                  <a:pt x="3885" y="1546"/>
                  <a:pt x="3836" y="1546"/>
                </a:cubicBezTo>
                <a:cubicBezTo>
                  <a:pt x="3717" y="1546"/>
                  <a:pt x="3527" y="1803"/>
                  <a:pt x="3527" y="2129"/>
                </a:cubicBezTo>
                <a:cubicBezTo>
                  <a:pt x="3765" y="1921"/>
                  <a:pt x="3894" y="1745"/>
                  <a:pt x="3894" y="1634"/>
                </a:cubicBezTo>
                <a:lnTo>
                  <a:pt x="3894" y="1634"/>
                </a:lnTo>
                <a:close/>
                <a:moveTo>
                  <a:pt x="4482" y="3645"/>
                </a:moveTo>
                <a:lnTo>
                  <a:pt x="4482" y="3645"/>
                </a:lnTo>
                <a:cubicBezTo>
                  <a:pt x="4482" y="4004"/>
                  <a:pt x="4173" y="4379"/>
                  <a:pt x="3717" y="4379"/>
                </a:cubicBezTo>
                <a:cubicBezTo>
                  <a:pt x="3168" y="4379"/>
                  <a:pt x="2889" y="3916"/>
                  <a:pt x="2889" y="3501"/>
                </a:cubicBezTo>
                <a:cubicBezTo>
                  <a:pt x="2889" y="2919"/>
                  <a:pt x="3287" y="2672"/>
                  <a:pt x="3455" y="2584"/>
                </a:cubicBezTo>
                <a:cubicBezTo>
                  <a:pt x="3422" y="2559"/>
                  <a:pt x="3397" y="2529"/>
                  <a:pt x="3375" y="2488"/>
                </a:cubicBezTo>
                <a:cubicBezTo>
                  <a:pt x="3182" y="2623"/>
                  <a:pt x="3008" y="2744"/>
                  <a:pt x="2640" y="2951"/>
                </a:cubicBezTo>
                <a:cubicBezTo>
                  <a:pt x="2624" y="3206"/>
                  <a:pt x="2601" y="3485"/>
                  <a:pt x="2536" y="3678"/>
                </a:cubicBezTo>
                <a:cubicBezTo>
                  <a:pt x="2400" y="4084"/>
                  <a:pt x="2121" y="4379"/>
                  <a:pt x="1754" y="4379"/>
                </a:cubicBezTo>
                <a:cubicBezTo>
                  <a:pt x="1444" y="4379"/>
                  <a:pt x="1293" y="4155"/>
                  <a:pt x="1293" y="3916"/>
                </a:cubicBezTo>
                <a:cubicBezTo>
                  <a:pt x="1293" y="3741"/>
                  <a:pt x="1395" y="3518"/>
                  <a:pt x="1580" y="3349"/>
                </a:cubicBezTo>
                <a:cubicBezTo>
                  <a:pt x="1812" y="3142"/>
                  <a:pt x="2066" y="3015"/>
                  <a:pt x="2417" y="2830"/>
                </a:cubicBezTo>
                <a:cubicBezTo>
                  <a:pt x="2425" y="2783"/>
                  <a:pt x="2433" y="2736"/>
                  <a:pt x="2442" y="2678"/>
                </a:cubicBezTo>
                <a:cubicBezTo>
                  <a:pt x="2353" y="2758"/>
                  <a:pt x="2226" y="2791"/>
                  <a:pt x="2121" y="2791"/>
                </a:cubicBezTo>
                <a:cubicBezTo>
                  <a:pt x="1955" y="2791"/>
                  <a:pt x="1818" y="2648"/>
                  <a:pt x="1787" y="2496"/>
                </a:cubicBezTo>
                <a:cubicBezTo>
                  <a:pt x="1563" y="2480"/>
                  <a:pt x="1395" y="2320"/>
                  <a:pt x="1387" y="2065"/>
                </a:cubicBezTo>
                <a:cubicBezTo>
                  <a:pt x="1387" y="1882"/>
                  <a:pt x="1459" y="1723"/>
                  <a:pt x="1580" y="1723"/>
                </a:cubicBezTo>
                <a:cubicBezTo>
                  <a:pt x="1627" y="1723"/>
                  <a:pt x="1643" y="1762"/>
                  <a:pt x="1643" y="1794"/>
                </a:cubicBezTo>
                <a:cubicBezTo>
                  <a:pt x="1643" y="1825"/>
                  <a:pt x="1602" y="1930"/>
                  <a:pt x="1602" y="2032"/>
                </a:cubicBezTo>
                <a:cubicBezTo>
                  <a:pt x="1602" y="2137"/>
                  <a:pt x="1652" y="2272"/>
                  <a:pt x="1779" y="2272"/>
                </a:cubicBezTo>
                <a:cubicBezTo>
                  <a:pt x="1779" y="1858"/>
                  <a:pt x="2082" y="1322"/>
                  <a:pt x="2442" y="1322"/>
                </a:cubicBezTo>
                <a:cubicBezTo>
                  <a:pt x="2680" y="1322"/>
                  <a:pt x="2712" y="1499"/>
                  <a:pt x="2712" y="1579"/>
                </a:cubicBezTo>
                <a:cubicBezTo>
                  <a:pt x="2712" y="1954"/>
                  <a:pt x="2337" y="2369"/>
                  <a:pt x="2033" y="2471"/>
                </a:cubicBezTo>
                <a:cubicBezTo>
                  <a:pt x="2042" y="2504"/>
                  <a:pt x="2074" y="2592"/>
                  <a:pt x="2170" y="2592"/>
                </a:cubicBezTo>
                <a:cubicBezTo>
                  <a:pt x="2290" y="2592"/>
                  <a:pt x="2433" y="2480"/>
                  <a:pt x="2505" y="2391"/>
                </a:cubicBezTo>
                <a:cubicBezTo>
                  <a:pt x="2536" y="2225"/>
                  <a:pt x="2657" y="1985"/>
                  <a:pt x="2817" y="1985"/>
                </a:cubicBezTo>
                <a:cubicBezTo>
                  <a:pt x="2880" y="1985"/>
                  <a:pt x="2911" y="2032"/>
                  <a:pt x="2911" y="2090"/>
                </a:cubicBezTo>
                <a:cubicBezTo>
                  <a:pt x="2911" y="2209"/>
                  <a:pt x="2784" y="2361"/>
                  <a:pt x="2688" y="2463"/>
                </a:cubicBezTo>
                <a:cubicBezTo>
                  <a:pt x="2673" y="2543"/>
                  <a:pt x="2665" y="2631"/>
                  <a:pt x="2665" y="2703"/>
                </a:cubicBezTo>
                <a:cubicBezTo>
                  <a:pt x="2944" y="2535"/>
                  <a:pt x="3088" y="2449"/>
                  <a:pt x="3295" y="2297"/>
                </a:cubicBezTo>
                <a:cubicBezTo>
                  <a:pt x="3279" y="2242"/>
                  <a:pt x="3279" y="2176"/>
                  <a:pt x="3279" y="2112"/>
                </a:cubicBezTo>
                <a:cubicBezTo>
                  <a:pt x="3279" y="1739"/>
                  <a:pt x="3527" y="1322"/>
                  <a:pt x="3853" y="1322"/>
                </a:cubicBezTo>
                <a:cubicBezTo>
                  <a:pt x="4037" y="1322"/>
                  <a:pt x="4131" y="1452"/>
                  <a:pt x="4131" y="1595"/>
                </a:cubicBezTo>
                <a:cubicBezTo>
                  <a:pt x="4131" y="1866"/>
                  <a:pt x="3900" y="2104"/>
                  <a:pt x="3574" y="2352"/>
                </a:cubicBezTo>
                <a:cubicBezTo>
                  <a:pt x="3599" y="2416"/>
                  <a:pt x="3637" y="2471"/>
                  <a:pt x="3701" y="2504"/>
                </a:cubicBezTo>
                <a:cubicBezTo>
                  <a:pt x="3709" y="2488"/>
                  <a:pt x="3813" y="2471"/>
                  <a:pt x="3900" y="2471"/>
                </a:cubicBezTo>
                <a:cubicBezTo>
                  <a:pt x="3996" y="2471"/>
                  <a:pt x="4131" y="2496"/>
                  <a:pt x="4131" y="2592"/>
                </a:cubicBezTo>
                <a:cubicBezTo>
                  <a:pt x="4131" y="2703"/>
                  <a:pt x="3980" y="2728"/>
                  <a:pt x="3861" y="2728"/>
                </a:cubicBezTo>
                <a:cubicBezTo>
                  <a:pt x="3797" y="2736"/>
                  <a:pt x="3693" y="2711"/>
                  <a:pt x="3693" y="2711"/>
                </a:cubicBezTo>
                <a:cubicBezTo>
                  <a:pt x="3518" y="2758"/>
                  <a:pt x="3182" y="2959"/>
                  <a:pt x="3182" y="3468"/>
                </a:cubicBezTo>
                <a:cubicBezTo>
                  <a:pt x="3182" y="3813"/>
                  <a:pt x="3397" y="4131"/>
                  <a:pt x="3734" y="4131"/>
                </a:cubicBezTo>
                <a:cubicBezTo>
                  <a:pt x="3988" y="4131"/>
                  <a:pt x="4195" y="3940"/>
                  <a:pt x="4203" y="3645"/>
                </a:cubicBezTo>
                <a:cubicBezTo>
                  <a:pt x="4204" y="3454"/>
                  <a:pt x="4123" y="3253"/>
                  <a:pt x="3933" y="3253"/>
                </a:cubicBezTo>
                <a:cubicBezTo>
                  <a:pt x="3836" y="3253"/>
                  <a:pt x="3750" y="3325"/>
                  <a:pt x="3750" y="3429"/>
                </a:cubicBezTo>
                <a:cubicBezTo>
                  <a:pt x="3742" y="3589"/>
                  <a:pt x="3861" y="3606"/>
                  <a:pt x="3861" y="3708"/>
                </a:cubicBezTo>
                <a:cubicBezTo>
                  <a:pt x="3861" y="3780"/>
                  <a:pt x="3806" y="3813"/>
                  <a:pt x="3750" y="3813"/>
                </a:cubicBezTo>
                <a:cubicBezTo>
                  <a:pt x="3590" y="3813"/>
                  <a:pt x="3469" y="3653"/>
                  <a:pt x="3469" y="3454"/>
                </a:cubicBezTo>
                <a:cubicBezTo>
                  <a:pt x="3469" y="3214"/>
                  <a:pt x="3678" y="3015"/>
                  <a:pt x="3949" y="3015"/>
                </a:cubicBezTo>
                <a:cubicBezTo>
                  <a:pt x="4300" y="3015"/>
                  <a:pt x="4482" y="3319"/>
                  <a:pt x="4482" y="3645"/>
                </a:cubicBezTo>
                <a:lnTo>
                  <a:pt x="4482" y="3645"/>
                </a:lnTo>
                <a:close/>
                <a:moveTo>
                  <a:pt x="5449" y="2880"/>
                </a:moveTo>
                <a:lnTo>
                  <a:pt x="5449" y="2880"/>
                </a:lnTo>
                <a:cubicBezTo>
                  <a:pt x="5449" y="1969"/>
                  <a:pt x="4985" y="1027"/>
                  <a:pt x="3988" y="726"/>
                </a:cubicBezTo>
                <a:cubicBezTo>
                  <a:pt x="3781" y="662"/>
                  <a:pt x="3607" y="621"/>
                  <a:pt x="3406" y="621"/>
                </a:cubicBezTo>
                <a:cubicBezTo>
                  <a:pt x="2944" y="621"/>
                  <a:pt x="2928" y="884"/>
                  <a:pt x="2712" y="884"/>
                </a:cubicBezTo>
                <a:cubicBezTo>
                  <a:pt x="2593" y="884"/>
                  <a:pt x="2513" y="798"/>
                  <a:pt x="2513" y="693"/>
                </a:cubicBezTo>
                <a:cubicBezTo>
                  <a:pt x="2513" y="510"/>
                  <a:pt x="2729" y="367"/>
                  <a:pt x="3071" y="367"/>
                </a:cubicBezTo>
                <a:cubicBezTo>
                  <a:pt x="3391" y="367"/>
                  <a:pt x="3637" y="447"/>
                  <a:pt x="3685" y="469"/>
                </a:cubicBezTo>
                <a:lnTo>
                  <a:pt x="3693" y="447"/>
                </a:lnTo>
                <a:cubicBezTo>
                  <a:pt x="3607" y="414"/>
                  <a:pt x="3303" y="309"/>
                  <a:pt x="2880" y="309"/>
                </a:cubicBezTo>
                <a:cubicBezTo>
                  <a:pt x="1961" y="309"/>
                  <a:pt x="1028" y="781"/>
                  <a:pt x="727" y="1770"/>
                </a:cubicBezTo>
                <a:cubicBezTo>
                  <a:pt x="663" y="1977"/>
                  <a:pt x="622" y="2154"/>
                  <a:pt x="622" y="2352"/>
                </a:cubicBezTo>
                <a:cubicBezTo>
                  <a:pt x="622" y="2816"/>
                  <a:pt x="885" y="2838"/>
                  <a:pt x="885" y="3054"/>
                </a:cubicBezTo>
                <a:cubicBezTo>
                  <a:pt x="885" y="3167"/>
                  <a:pt x="798" y="3247"/>
                  <a:pt x="694" y="3247"/>
                </a:cubicBezTo>
                <a:cubicBezTo>
                  <a:pt x="511" y="3247"/>
                  <a:pt x="368" y="3037"/>
                  <a:pt x="368" y="2687"/>
                </a:cubicBezTo>
                <a:cubicBezTo>
                  <a:pt x="368" y="2369"/>
                  <a:pt x="448" y="2121"/>
                  <a:pt x="462" y="2073"/>
                </a:cubicBezTo>
                <a:lnTo>
                  <a:pt x="440" y="2065"/>
                </a:lnTo>
                <a:cubicBezTo>
                  <a:pt x="415" y="2161"/>
                  <a:pt x="310" y="2457"/>
                  <a:pt x="310" y="2880"/>
                </a:cubicBezTo>
                <a:cubicBezTo>
                  <a:pt x="310" y="3805"/>
                  <a:pt x="782" y="4738"/>
                  <a:pt x="1771" y="5041"/>
                </a:cubicBezTo>
                <a:cubicBezTo>
                  <a:pt x="1978" y="5105"/>
                  <a:pt x="2154" y="5144"/>
                  <a:pt x="2353" y="5144"/>
                </a:cubicBezTo>
                <a:cubicBezTo>
                  <a:pt x="2817" y="5144"/>
                  <a:pt x="2831" y="4873"/>
                  <a:pt x="3047" y="4873"/>
                </a:cubicBezTo>
                <a:cubicBezTo>
                  <a:pt x="3160" y="4873"/>
                  <a:pt x="3248" y="4961"/>
                  <a:pt x="3248" y="5072"/>
                </a:cubicBezTo>
                <a:cubicBezTo>
                  <a:pt x="3248" y="5249"/>
                  <a:pt x="3038" y="5392"/>
                  <a:pt x="2688" y="5392"/>
                </a:cubicBezTo>
                <a:cubicBezTo>
                  <a:pt x="2370" y="5392"/>
                  <a:pt x="2113" y="5312"/>
                  <a:pt x="2074" y="5296"/>
                </a:cubicBezTo>
                <a:lnTo>
                  <a:pt x="2066" y="5320"/>
                </a:lnTo>
                <a:cubicBezTo>
                  <a:pt x="2154" y="5359"/>
                  <a:pt x="2458" y="5448"/>
                  <a:pt x="2880" y="5448"/>
                </a:cubicBezTo>
                <a:cubicBezTo>
                  <a:pt x="3797" y="5448"/>
                  <a:pt x="4739" y="4984"/>
                  <a:pt x="5034" y="3987"/>
                </a:cubicBezTo>
                <a:cubicBezTo>
                  <a:pt x="5098" y="3788"/>
                  <a:pt x="5137" y="3606"/>
                  <a:pt x="5137" y="3413"/>
                </a:cubicBezTo>
                <a:cubicBezTo>
                  <a:pt x="5137" y="2943"/>
                  <a:pt x="4874" y="2927"/>
                  <a:pt x="4874" y="2711"/>
                </a:cubicBezTo>
                <a:cubicBezTo>
                  <a:pt x="4874" y="2592"/>
                  <a:pt x="4954" y="2512"/>
                  <a:pt x="5065" y="2512"/>
                </a:cubicBezTo>
                <a:cubicBezTo>
                  <a:pt x="5250" y="2512"/>
                  <a:pt x="5393" y="2728"/>
                  <a:pt x="5393" y="3079"/>
                </a:cubicBezTo>
                <a:cubicBezTo>
                  <a:pt x="5393" y="3390"/>
                  <a:pt x="5313" y="3637"/>
                  <a:pt x="5297" y="3692"/>
                </a:cubicBezTo>
                <a:lnTo>
                  <a:pt x="5322" y="3700"/>
                </a:lnTo>
                <a:cubicBezTo>
                  <a:pt x="5352" y="3606"/>
                  <a:pt x="5449" y="3310"/>
                  <a:pt x="5449" y="2880"/>
                </a:cubicBezTo>
                <a:lnTo>
                  <a:pt x="5449" y="2880"/>
                </a:lnTo>
                <a:close/>
                <a:moveTo>
                  <a:pt x="5623" y="2880"/>
                </a:moveTo>
                <a:lnTo>
                  <a:pt x="5623" y="2880"/>
                </a:lnTo>
                <a:cubicBezTo>
                  <a:pt x="5623" y="4395"/>
                  <a:pt x="4396" y="5622"/>
                  <a:pt x="2880" y="5622"/>
                </a:cubicBezTo>
                <a:cubicBezTo>
                  <a:pt x="1364" y="5622"/>
                  <a:pt x="136" y="4395"/>
                  <a:pt x="136" y="2880"/>
                </a:cubicBezTo>
                <a:cubicBezTo>
                  <a:pt x="136" y="1363"/>
                  <a:pt x="1364" y="135"/>
                  <a:pt x="2880" y="135"/>
                </a:cubicBezTo>
                <a:cubicBezTo>
                  <a:pt x="4396" y="135"/>
                  <a:pt x="5623" y="1372"/>
                  <a:pt x="5623" y="2880"/>
                </a:cubicBezTo>
                <a:lnTo>
                  <a:pt x="5623" y="2880"/>
                </a:lnTo>
                <a:close/>
                <a:moveTo>
                  <a:pt x="5760" y="2880"/>
                </a:moveTo>
                <a:lnTo>
                  <a:pt x="5760" y="2880"/>
                </a:lnTo>
                <a:cubicBezTo>
                  <a:pt x="5760" y="1292"/>
                  <a:pt x="4468" y="0"/>
                  <a:pt x="2880" y="0"/>
                </a:cubicBezTo>
                <a:cubicBezTo>
                  <a:pt x="1293" y="0"/>
                  <a:pt x="0" y="1292"/>
                  <a:pt x="0" y="2880"/>
                </a:cubicBezTo>
                <a:cubicBezTo>
                  <a:pt x="0" y="4473"/>
                  <a:pt x="1293" y="5760"/>
                  <a:pt x="2880" y="5760"/>
                </a:cubicBezTo>
                <a:cubicBezTo>
                  <a:pt x="4468" y="5760"/>
                  <a:pt x="5760" y="4473"/>
                  <a:pt x="5760" y="2880"/>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Inter" panose="02000503000000020004" pitchFamily="2" charset="0"/>
            </a:endParaRPr>
          </a:p>
        </p:txBody>
      </p:sp>
      <p:sp>
        <p:nvSpPr>
          <p:cNvPr id="5" name="Footer Placeholder 4">
            <a:extLst>
              <a:ext uri="{FF2B5EF4-FFF2-40B4-BE49-F238E27FC236}">
                <a16:creationId xmlns:a16="http://schemas.microsoft.com/office/drawing/2014/main" id="{F4898ABC-1AD3-DD4F-9068-FE60D075595D}"/>
              </a:ext>
            </a:extLst>
          </p:cNvPr>
          <p:cNvSpPr>
            <a:spLocks noGrp="1"/>
          </p:cNvSpPr>
          <p:nvPr>
            <p:ph type="ftr" sz="quarter" idx="14"/>
          </p:nvPr>
        </p:nvSpPr>
        <p:spPr>
          <a:xfrm>
            <a:off x="517527" y="6375870"/>
            <a:ext cx="3983325" cy="365125"/>
          </a:xfrm>
        </p:spPr>
        <p:txBody>
          <a:bodyPr/>
          <a:lstStyle>
            <a:lvl1pPr>
              <a:defRPr>
                <a:solidFill>
                  <a:schemeClr val="tx1"/>
                </a:solidFill>
              </a:defRPr>
            </a:lvl1pPr>
          </a:lstStyle>
          <a:p>
            <a:pPr marL="179388" indent="-179388"/>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5BD5DBFA-CCB4-6049-89ED-2571E0272B0D}"/>
              </a:ext>
            </a:extLst>
          </p:cNvPr>
          <p:cNvSpPr>
            <a:spLocks noGrp="1"/>
          </p:cNvSpPr>
          <p:nvPr>
            <p:ph type="sldNum" sz="quarter" idx="15"/>
          </p:nvPr>
        </p:nvSpPr>
        <p:spPr/>
        <p:txBody>
          <a:bodyPr/>
          <a:lstStyle>
            <a:lvl1pPr>
              <a:defRPr>
                <a:solidFill>
                  <a:schemeClr val="tx1"/>
                </a:solidFill>
              </a:defRPr>
            </a:lvl1pPr>
          </a:lstStyle>
          <a:p>
            <a:fld id="{14719505-AD43-774F-936C-A3AE71DD4EEA}" type="slidenum">
              <a:rPr lang="en-GB" smtClean="0"/>
              <a:pPr/>
              <a:t>‹#›</a:t>
            </a:fld>
            <a:endParaRPr lang="en-GB" dirty="0"/>
          </a:p>
        </p:txBody>
      </p:sp>
    </p:spTree>
    <p:extLst>
      <p:ext uri="{BB962C8B-B14F-4D97-AF65-F5344CB8AC3E}">
        <p14:creationId xmlns:p14="http://schemas.microsoft.com/office/powerpoint/2010/main" val="2059321210"/>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D981922-7652-D74D-9BCA-4EBCFEFB0217}"/>
              </a:ext>
            </a:extLst>
          </p:cNvPr>
          <p:cNvSpPr>
            <a:spLocks noGrp="1"/>
          </p:cNvSpPr>
          <p:nvPr>
            <p:ph type="ftr" sz="quarter" idx="11"/>
          </p:nvPr>
        </p:nvSpPr>
        <p:spPr/>
        <p:txBody>
          <a:bodyPr/>
          <a:lstStyle/>
          <a:p>
            <a:pPr defTabSz="914126"/>
            <a:r>
              <a:rPr lang="en-US">
                <a:ea typeface="Inter" panose="02000503000000020004" pitchFamily="2" charset="0"/>
              </a:rPr>
              <a:t>© 2024 GE Vernova and/or its affiliates. All rights reserved.</a:t>
            </a:r>
          </a:p>
          <a:p>
            <a:pPr defTabSz="914126"/>
            <a:r>
              <a:rPr lang="en-US"/>
              <a:t>GE and the GE Monogram are trademarks of General Electric Company used under trademark license.</a:t>
            </a:r>
          </a:p>
        </p:txBody>
      </p:sp>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27CC28C8-137F-49C5-0CB3-B14B3F589E4B}"/>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828710475"/>
      </p:ext>
    </p:extLst>
  </p:cSld>
  <p:clrMapOvr>
    <a:masterClrMapping/>
  </p:clrMapOvr>
  <p:extLst>
    <p:ext uri="{DCECCB84-F9BA-43D5-87BE-67443E8EF086}">
      <p15:sldGuideLst xmlns:p15="http://schemas.microsoft.com/office/powerpoint/2012/main">
        <p15:guide id="1" orient="horz" pos="88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5.xml"/><Relationship Id="rId18" Type="http://schemas.openxmlformats.org/officeDocument/2006/relationships/slideLayout" Target="../slideLayouts/slideLayout40.xml"/><Relationship Id="rId26" Type="http://schemas.openxmlformats.org/officeDocument/2006/relationships/slideLayout" Target="../slideLayouts/slideLayout48.xml"/><Relationship Id="rId39" Type="http://schemas.openxmlformats.org/officeDocument/2006/relationships/slideLayout" Target="../slideLayouts/slideLayout61.xml"/><Relationship Id="rId21" Type="http://schemas.openxmlformats.org/officeDocument/2006/relationships/slideLayout" Target="../slideLayouts/slideLayout43.xml"/><Relationship Id="rId34" Type="http://schemas.openxmlformats.org/officeDocument/2006/relationships/slideLayout" Target="../slideLayouts/slideLayout56.xml"/><Relationship Id="rId42" Type="http://schemas.openxmlformats.org/officeDocument/2006/relationships/slideLayout" Target="../slideLayouts/slideLayout64.xml"/><Relationship Id="rId47" Type="http://schemas.openxmlformats.org/officeDocument/2006/relationships/slideLayout" Target="../slideLayouts/slideLayout69.xml"/><Relationship Id="rId50" Type="http://schemas.openxmlformats.org/officeDocument/2006/relationships/theme" Target="../theme/theme2.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9" Type="http://schemas.openxmlformats.org/officeDocument/2006/relationships/slideLayout" Target="../slideLayouts/slideLayout51.xml"/><Relationship Id="rId11" Type="http://schemas.openxmlformats.org/officeDocument/2006/relationships/slideLayout" Target="../slideLayouts/slideLayout33.xml"/><Relationship Id="rId24" Type="http://schemas.openxmlformats.org/officeDocument/2006/relationships/slideLayout" Target="../slideLayouts/slideLayout46.xml"/><Relationship Id="rId32" Type="http://schemas.openxmlformats.org/officeDocument/2006/relationships/slideLayout" Target="../slideLayouts/slideLayout54.xml"/><Relationship Id="rId37" Type="http://schemas.openxmlformats.org/officeDocument/2006/relationships/slideLayout" Target="../slideLayouts/slideLayout59.xml"/><Relationship Id="rId40" Type="http://schemas.openxmlformats.org/officeDocument/2006/relationships/slideLayout" Target="../slideLayouts/slideLayout62.xml"/><Relationship Id="rId45" Type="http://schemas.openxmlformats.org/officeDocument/2006/relationships/slideLayout" Target="../slideLayouts/slideLayout67.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28" Type="http://schemas.openxmlformats.org/officeDocument/2006/relationships/slideLayout" Target="../slideLayouts/slideLayout50.xml"/><Relationship Id="rId36" Type="http://schemas.openxmlformats.org/officeDocument/2006/relationships/slideLayout" Target="../slideLayouts/slideLayout58.xml"/><Relationship Id="rId49" Type="http://schemas.openxmlformats.org/officeDocument/2006/relationships/slideLayout" Target="../slideLayouts/slideLayout71.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31" Type="http://schemas.openxmlformats.org/officeDocument/2006/relationships/slideLayout" Target="../slideLayouts/slideLayout53.xml"/><Relationship Id="rId44" Type="http://schemas.openxmlformats.org/officeDocument/2006/relationships/slideLayout" Target="../slideLayouts/slideLayout66.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 Id="rId27" Type="http://schemas.openxmlformats.org/officeDocument/2006/relationships/slideLayout" Target="../slideLayouts/slideLayout49.xml"/><Relationship Id="rId30" Type="http://schemas.openxmlformats.org/officeDocument/2006/relationships/slideLayout" Target="../slideLayouts/slideLayout52.xml"/><Relationship Id="rId35" Type="http://schemas.openxmlformats.org/officeDocument/2006/relationships/slideLayout" Target="../slideLayouts/slideLayout57.xml"/><Relationship Id="rId43" Type="http://schemas.openxmlformats.org/officeDocument/2006/relationships/slideLayout" Target="../slideLayouts/slideLayout65.xml"/><Relationship Id="rId48" Type="http://schemas.openxmlformats.org/officeDocument/2006/relationships/slideLayout" Target="../slideLayouts/slideLayout70.xml"/><Relationship Id="rId8" Type="http://schemas.openxmlformats.org/officeDocument/2006/relationships/slideLayout" Target="../slideLayouts/slideLayout30.xml"/><Relationship Id="rId3" Type="http://schemas.openxmlformats.org/officeDocument/2006/relationships/slideLayout" Target="../slideLayouts/slideLayout25.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slideLayout" Target="../slideLayouts/slideLayout47.xml"/><Relationship Id="rId33" Type="http://schemas.openxmlformats.org/officeDocument/2006/relationships/slideLayout" Target="../slideLayouts/slideLayout55.xml"/><Relationship Id="rId38" Type="http://schemas.openxmlformats.org/officeDocument/2006/relationships/slideLayout" Target="../slideLayouts/slideLayout60.xml"/><Relationship Id="rId46" Type="http://schemas.openxmlformats.org/officeDocument/2006/relationships/slideLayout" Target="../slideLayouts/slideLayout68.xml"/><Relationship Id="rId20" Type="http://schemas.openxmlformats.org/officeDocument/2006/relationships/slideLayout" Target="../slideLayouts/slideLayout42.xml"/><Relationship Id="rId41" Type="http://schemas.openxmlformats.org/officeDocument/2006/relationships/slideLayout" Target="../slideLayouts/slideLayout63.xml"/><Relationship Id="rId1" Type="http://schemas.openxmlformats.org/officeDocument/2006/relationships/slideLayout" Target="../slideLayouts/slideLayout23.xml"/><Relationship Id="rId6"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612648" y="6345936"/>
            <a:ext cx="384048" cy="384048"/>
          </a:xfrm>
          <a:prstGeom prst="rect">
            <a:avLst/>
          </a:prstGeom>
        </p:spPr>
      </p:pic>
      <p:sp>
        <p:nvSpPr>
          <p:cNvPr id="2" name="Title Placeholder 1"/>
          <p:cNvSpPr>
            <a:spLocks noGrp="1"/>
          </p:cNvSpPr>
          <p:nvPr>
            <p:ph type="title"/>
          </p:nvPr>
        </p:nvSpPr>
        <p:spPr>
          <a:xfrm>
            <a:off x="1627188" y="222086"/>
            <a:ext cx="8997696" cy="914400"/>
          </a:xfrm>
          <a:prstGeom prst="rect">
            <a:avLst/>
          </a:prstGeom>
        </p:spPr>
        <p:txBody>
          <a:bodyPr vert="horz" lIns="0" tIns="0" rIns="0" bIns="0" rtlCol="0" anchor="ctr" anchorCtr="0">
            <a:noAutofit/>
          </a:bodyPr>
          <a:lstStyle/>
          <a:p>
            <a:r>
              <a:rPr lang="en-US"/>
              <a:t>Click to edit Master title style</a:t>
            </a:r>
            <a:endParaRPr lang="en-CA" dirty="0"/>
          </a:p>
        </p:txBody>
      </p:sp>
      <p:sp>
        <p:nvSpPr>
          <p:cNvPr id="3" name="Text Placeholder 2"/>
          <p:cNvSpPr>
            <a:spLocks noGrp="1"/>
          </p:cNvSpPr>
          <p:nvPr>
            <p:ph type="body" idx="1"/>
          </p:nvPr>
        </p:nvSpPr>
        <p:spPr>
          <a:xfrm>
            <a:off x="1627189" y="1846398"/>
            <a:ext cx="8997696" cy="4343400"/>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 name="Date Placeholder 3"/>
          <p:cNvSpPr>
            <a:spLocks noGrp="1"/>
          </p:cNvSpPr>
          <p:nvPr>
            <p:ph type="dt" sz="half" idx="2"/>
          </p:nvPr>
        </p:nvSpPr>
        <p:spPr>
          <a:xfrm>
            <a:off x="9537192" y="6472936"/>
            <a:ext cx="1876388" cy="182880"/>
          </a:xfrm>
          <a:prstGeom prst="rect">
            <a:avLst/>
          </a:prstGeom>
        </p:spPr>
        <p:txBody>
          <a:bodyPr vert="horz" lIns="0" tIns="0" rIns="0" bIns="0" rtlCol="0" anchor="t" anchorCtr="0">
            <a:noAutofit/>
          </a:bodyPr>
          <a:lstStyle>
            <a:lvl1pPr algn="r">
              <a:defRPr sz="1200">
                <a:solidFill>
                  <a:schemeClr val="accent2"/>
                </a:solidFill>
              </a:defRPr>
            </a:lvl1pPr>
          </a:lstStyle>
          <a:p>
            <a:fld id="{59AD7A44-F5B9-48AC-81DD-DBE0808B6C3A}" type="datetime4">
              <a:rPr lang="en-US" smtClean="0"/>
              <a:t>September 3, 2026</a:t>
            </a:fld>
            <a:endParaRPr lang="en-CA" dirty="0"/>
          </a:p>
        </p:txBody>
      </p:sp>
      <p:sp>
        <p:nvSpPr>
          <p:cNvPr id="6" name="Slide Number Placeholder 5"/>
          <p:cNvSpPr>
            <a:spLocks noGrp="1"/>
          </p:cNvSpPr>
          <p:nvPr>
            <p:ph type="sldNum" sz="quarter" idx="4"/>
          </p:nvPr>
        </p:nvSpPr>
        <p:spPr>
          <a:xfrm>
            <a:off x="11413998" y="6475080"/>
            <a:ext cx="329636" cy="182880"/>
          </a:xfrm>
          <a:prstGeom prst="rect">
            <a:avLst/>
          </a:prstGeom>
        </p:spPr>
        <p:txBody>
          <a:bodyPr vert="horz" lIns="0" tIns="0" rIns="0" bIns="0" rtlCol="0" anchor="t" anchorCtr="0">
            <a:noAutofit/>
          </a:bodyPr>
          <a:lstStyle>
            <a:lvl1pPr algn="r">
              <a:defRPr sz="1200">
                <a:solidFill>
                  <a:schemeClr val="accent2"/>
                </a:solidFill>
              </a:defRPr>
            </a:lvl1pPr>
          </a:lstStyle>
          <a:p>
            <a:fld id="{00E6A5BD-C011-4A45-AA3A-201790FB7F2B}" type="slidenum">
              <a:rPr lang="en-CA" smtClean="0"/>
              <a:pPr/>
              <a:t>‹#›</a:t>
            </a:fld>
            <a:endParaRPr lang="en-CA" dirty="0"/>
          </a:p>
        </p:txBody>
      </p:sp>
      <p:cxnSp>
        <p:nvCxnSpPr>
          <p:cNvPr id="11" name="Straight Connector 10"/>
          <p:cNvCxnSpPr/>
          <p:nvPr userDrawn="1"/>
        </p:nvCxnSpPr>
        <p:spPr>
          <a:xfrm>
            <a:off x="1627188" y="6410996"/>
            <a:ext cx="10115740" cy="0"/>
          </a:xfrm>
          <a:prstGeom prst="line">
            <a:avLst/>
          </a:prstGeom>
          <a:ln w="31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573624" y="6475913"/>
            <a:ext cx="5963568" cy="156282"/>
          </a:xfrm>
          <a:prstGeom prst="rect">
            <a:avLst/>
          </a:prstGeom>
          <a:noFill/>
        </p:spPr>
        <p:txBody>
          <a:bodyPr wrap="square" lIns="0" tIns="0" rIns="0" bIns="0" rtlCol="0">
            <a:noAutofit/>
          </a:bodyPr>
          <a:lstStyle/>
          <a:p>
            <a:r>
              <a:rPr lang="en-CA" sz="1200" dirty="0">
                <a:solidFill>
                  <a:schemeClr val="accent2"/>
                </a:solidFill>
              </a:rPr>
              <a:t>Confidential. Not to be copied, distributed, or reproduced without prior approval. </a:t>
            </a:r>
          </a:p>
        </p:txBody>
      </p:sp>
    </p:spTree>
    <p:extLst>
      <p:ext uri="{BB962C8B-B14F-4D97-AF65-F5344CB8AC3E}">
        <p14:creationId xmlns:p14="http://schemas.microsoft.com/office/powerpoint/2010/main" val="257238052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Lst>
  <p:hf hdr="0"/>
  <p:txStyles>
    <p:titleStyle>
      <a:lvl1pPr algn="l" defTabSz="914400" rtl="0" eaLnBrk="1" latinLnBrk="0" hangingPunct="1">
        <a:lnSpc>
          <a:spcPct val="90000"/>
        </a:lnSpc>
        <a:spcBef>
          <a:spcPct val="0"/>
        </a:spcBef>
        <a:buNone/>
        <a:defRPr sz="3600" kern="1200">
          <a:solidFill>
            <a:schemeClr val="accent2"/>
          </a:solidFill>
          <a:latin typeface="+mj-lt"/>
          <a:ea typeface="+mj-ea"/>
          <a:cs typeface="+mj-cs"/>
        </a:defRPr>
      </a:lvl1pPr>
    </p:titleStyle>
    <p:bodyStyle>
      <a:lvl1pPr marL="192024" indent="-192024" algn="l" defTabSz="914400" rtl="0" eaLnBrk="1" latinLnBrk="0" hangingPunct="1">
        <a:lnSpc>
          <a:spcPct val="99000"/>
        </a:lnSpc>
        <a:spcBef>
          <a:spcPts val="1400"/>
        </a:spcBef>
        <a:spcAft>
          <a:spcPts val="0"/>
        </a:spcAft>
        <a:buFont typeface="Arial" panose="020B0604020202020204" pitchFamily="34" charset="0"/>
        <a:buChar char="•"/>
        <a:defRPr sz="2800" kern="1200">
          <a:solidFill>
            <a:schemeClr val="accent2"/>
          </a:solidFill>
          <a:latin typeface="+mn-lt"/>
          <a:ea typeface="+mn-ea"/>
          <a:cs typeface="+mn-cs"/>
        </a:defRPr>
      </a:lvl1pPr>
      <a:lvl2pPr marL="192024" indent="0" algn="l" defTabSz="914400" rtl="0" eaLnBrk="1" latinLnBrk="0" hangingPunct="1">
        <a:lnSpc>
          <a:spcPct val="99000"/>
        </a:lnSpc>
        <a:spcBef>
          <a:spcPts val="0"/>
        </a:spcBef>
        <a:buFontTx/>
        <a:buNone/>
        <a:defRPr sz="2800" kern="1200">
          <a:solidFill>
            <a:schemeClr val="accent2"/>
          </a:solidFill>
          <a:latin typeface="+mn-lt"/>
          <a:ea typeface="+mn-ea"/>
          <a:cs typeface="+mn-cs"/>
        </a:defRPr>
      </a:lvl2pPr>
      <a:lvl3pPr marL="192088" indent="-192088" algn="l" defTabSz="914400" rtl="0" eaLnBrk="1" latinLnBrk="0" hangingPunct="1">
        <a:lnSpc>
          <a:spcPct val="99000"/>
        </a:lnSpc>
        <a:spcBef>
          <a:spcPts val="1200"/>
        </a:spcBef>
        <a:buSzPct val="91000"/>
        <a:buFont typeface="Arial" panose="020B0604020202020204" pitchFamily="34" charset="0"/>
        <a:buChar char="•"/>
        <a:defRPr sz="2400" kern="1200">
          <a:solidFill>
            <a:schemeClr val="accent2"/>
          </a:solidFill>
          <a:latin typeface="+mn-lt"/>
          <a:ea typeface="+mn-ea"/>
          <a:cs typeface="+mn-cs"/>
        </a:defRPr>
      </a:lvl3pPr>
      <a:lvl4pPr marL="192024" indent="0" algn="l" defTabSz="914400" rtl="0" eaLnBrk="1" latinLnBrk="0" hangingPunct="1">
        <a:lnSpc>
          <a:spcPct val="99000"/>
        </a:lnSpc>
        <a:spcBef>
          <a:spcPts val="0"/>
        </a:spcBef>
        <a:buFontTx/>
        <a:buNone/>
        <a:defRPr sz="2400" kern="1200">
          <a:solidFill>
            <a:schemeClr val="accent2"/>
          </a:solidFill>
          <a:latin typeface="+mn-lt"/>
          <a:ea typeface="+mn-ea"/>
          <a:cs typeface="+mn-cs"/>
        </a:defRPr>
      </a:lvl4pPr>
      <a:lvl5pPr marL="192024" indent="-192024" algn="l" defTabSz="914400" rtl="0" eaLnBrk="1" latinLnBrk="0" hangingPunct="1">
        <a:lnSpc>
          <a:spcPct val="99000"/>
        </a:lnSpc>
        <a:spcBef>
          <a:spcPts val="900"/>
        </a:spcBef>
        <a:buSzPct val="91000"/>
        <a:buFont typeface="Arial" panose="020B0604020202020204" pitchFamily="34" charset="0"/>
        <a:buChar char="•"/>
        <a:defRPr sz="1800" kern="1200">
          <a:solidFill>
            <a:schemeClr val="accent2"/>
          </a:solidFill>
          <a:latin typeface="+mn-lt"/>
          <a:ea typeface="+mn-ea"/>
          <a:cs typeface="+mn-cs"/>
        </a:defRPr>
      </a:lvl5pPr>
      <a:lvl6pPr marL="192024"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6pPr>
      <a:lvl7pPr marL="0" indent="0" algn="l" defTabSz="914400" rtl="0" eaLnBrk="1" latinLnBrk="0" hangingPunct="1">
        <a:lnSpc>
          <a:spcPct val="99000"/>
        </a:lnSpc>
        <a:spcBef>
          <a:spcPts val="900"/>
        </a:spcBef>
        <a:buSzPct val="91000"/>
        <a:buFontTx/>
        <a:buNone/>
        <a:defRPr sz="1800" b="1" kern="1200">
          <a:solidFill>
            <a:schemeClr val="accent2"/>
          </a:solidFill>
          <a:latin typeface="+mn-lt"/>
          <a:ea typeface="+mn-ea"/>
          <a:cs typeface="+mn-cs"/>
        </a:defRPr>
      </a:lvl7pPr>
      <a:lvl8pPr marL="0"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8pPr>
      <a:lvl9pPr marL="0" indent="0" algn="l" defTabSz="914400" rtl="0" eaLnBrk="1" latinLnBrk="0" hangingPunct="1">
        <a:lnSpc>
          <a:spcPct val="99000"/>
        </a:lnSpc>
        <a:spcBef>
          <a:spcPts val="900"/>
        </a:spcBef>
        <a:buSzPct val="91000"/>
        <a:buFontTx/>
        <a:buNone/>
        <a:defRPr sz="1800" i="1" kern="1200">
          <a:solidFill>
            <a:schemeClr val="accent2"/>
          </a:solidFill>
          <a:latin typeface="+mn-lt"/>
          <a:ea typeface="+mn-ea"/>
          <a:cs typeface="+mn-cs"/>
        </a:defRPr>
      </a:lvl9pPr>
    </p:bodyStyle>
    <p:otherStyle>
      <a:defPPr>
        <a:defRPr lang="en-US"/>
      </a:defPPr>
      <a:lvl1pPr marL="0" algn="l" defTabSz="914400" rtl="0" eaLnBrk="1" latinLnBrk="0" hangingPunct="1">
        <a:lnSpc>
          <a:spcPct val="99000"/>
        </a:lnSpc>
        <a:defRPr sz="1400" kern="1200">
          <a:solidFill>
            <a:schemeClr val="accent2"/>
          </a:solidFill>
          <a:latin typeface="+mn-lt"/>
          <a:ea typeface="+mn-ea"/>
          <a:cs typeface="+mn-cs"/>
        </a:defRPr>
      </a:lvl1pPr>
      <a:lvl2pPr marL="0" algn="l" defTabSz="914400" rtl="0" eaLnBrk="1" latinLnBrk="0" hangingPunct="1">
        <a:lnSpc>
          <a:spcPct val="99000"/>
        </a:lnSpc>
        <a:spcBef>
          <a:spcPts val="900"/>
        </a:spcBef>
        <a:defRPr sz="1400" b="1" kern="1200">
          <a:solidFill>
            <a:schemeClr val="accent2"/>
          </a:solidFill>
          <a:latin typeface="+mn-lt"/>
          <a:ea typeface="+mn-ea"/>
          <a:cs typeface="+mn-cs"/>
        </a:defRPr>
      </a:lvl2pPr>
      <a:lvl3pPr marL="155448" indent="-155448" algn="l" defTabSz="914400" rtl="0" eaLnBrk="1" latinLnBrk="0" hangingPunct="1">
        <a:lnSpc>
          <a:spcPct val="99000"/>
        </a:lnSpc>
        <a:buSzPct val="91000"/>
        <a:buFont typeface="Arial" panose="020B0604020202020204" pitchFamily="34" charset="0"/>
        <a:buChar char="•"/>
        <a:defRPr sz="1400" kern="1200">
          <a:solidFill>
            <a:schemeClr val="accent2"/>
          </a:solidFill>
          <a:latin typeface="+mn-lt"/>
          <a:ea typeface="+mn-ea"/>
          <a:cs typeface="+mn-cs"/>
        </a:defRPr>
      </a:lvl3pPr>
      <a:lvl4pPr marL="155448" indent="-155448" algn="l" defTabSz="914400" rtl="0" eaLnBrk="1" latinLnBrk="0" hangingPunct="1">
        <a:lnSpc>
          <a:spcPct val="99000"/>
        </a:lnSpc>
        <a:spcBef>
          <a:spcPts val="900"/>
        </a:spcBef>
        <a:buSzPct val="91000"/>
        <a:buFont typeface="Arial" panose="020B0604020202020204" pitchFamily="34" charset="0"/>
        <a:buChar char="•"/>
        <a:defRPr sz="1400" b="1" kern="1200">
          <a:solidFill>
            <a:schemeClr val="accent2"/>
          </a:solidFill>
          <a:latin typeface="+mn-lt"/>
          <a:ea typeface="+mn-ea"/>
          <a:cs typeface="+mn-cs"/>
        </a:defRPr>
      </a:lvl4pPr>
      <a:lvl5pPr marL="155448" algn="l" defTabSz="914400" rtl="0" eaLnBrk="1" latinLnBrk="0" hangingPunct="1">
        <a:lnSpc>
          <a:spcPct val="99000"/>
        </a:lnSpc>
        <a:defRPr sz="1400" kern="1200">
          <a:solidFill>
            <a:schemeClr val="accent2"/>
          </a:solidFill>
          <a:latin typeface="+mn-lt"/>
          <a:ea typeface="+mn-ea"/>
          <a:cs typeface="+mn-cs"/>
        </a:defRPr>
      </a:lvl5pPr>
      <a:lvl6pPr marL="0" algn="l" defTabSz="914400" rtl="0" eaLnBrk="1" latinLnBrk="0" hangingPunct="1">
        <a:lnSpc>
          <a:spcPct val="99000"/>
        </a:lnSpc>
        <a:defRPr sz="1400" kern="1200">
          <a:solidFill>
            <a:schemeClr val="accent2"/>
          </a:solidFill>
          <a:latin typeface="+mn-lt"/>
          <a:ea typeface="+mn-ea"/>
          <a:cs typeface="+mn-cs"/>
        </a:defRPr>
      </a:lvl6pPr>
      <a:lvl7pPr marL="0" algn="l" defTabSz="914400" rtl="0" eaLnBrk="1" latinLnBrk="0" hangingPunct="1">
        <a:lnSpc>
          <a:spcPct val="99000"/>
        </a:lnSpc>
        <a:defRPr sz="1400" kern="1200">
          <a:solidFill>
            <a:schemeClr val="accent2"/>
          </a:solidFill>
          <a:latin typeface="+mn-lt"/>
          <a:ea typeface="+mn-ea"/>
          <a:cs typeface="+mn-cs"/>
        </a:defRPr>
      </a:lvl7pPr>
      <a:lvl8pPr marL="0" algn="l" defTabSz="914400" rtl="0" eaLnBrk="1" latinLnBrk="0" hangingPunct="1">
        <a:lnSpc>
          <a:spcPct val="99000"/>
        </a:lnSpc>
        <a:defRPr sz="1400" kern="1200">
          <a:solidFill>
            <a:schemeClr val="accent2"/>
          </a:solidFill>
          <a:latin typeface="+mn-lt"/>
          <a:ea typeface="+mn-ea"/>
          <a:cs typeface="+mn-cs"/>
        </a:defRPr>
      </a:lvl8pPr>
      <a:lvl9pPr marL="0" algn="l" defTabSz="914400" rtl="0" eaLnBrk="1" latinLnBrk="0" hangingPunct="1">
        <a:lnSpc>
          <a:spcPct val="99000"/>
        </a:lnSpc>
        <a:defRPr sz="1400" kern="1200">
          <a:solidFill>
            <a:schemeClr val="accent2"/>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06021D6-6421-7F41-A534-39EA22A630F1}"/>
              </a:ext>
            </a:extLst>
          </p:cNvPr>
          <p:cNvSpPr>
            <a:spLocks noGrp="1"/>
          </p:cNvSpPr>
          <p:nvPr>
            <p:ph type="ftr" sz="quarter" idx="3"/>
          </p:nvPr>
        </p:nvSpPr>
        <p:spPr>
          <a:xfrm>
            <a:off x="419100" y="6492875"/>
            <a:ext cx="10248900" cy="244653"/>
          </a:xfrm>
          <a:prstGeom prst="rect">
            <a:avLst/>
          </a:prstGeom>
        </p:spPr>
        <p:txBody>
          <a:bodyPr vert="horz" lIns="0" tIns="0" rIns="0" bIns="0" rtlCol="0" anchor="t" anchorCtr="0"/>
          <a:lstStyle>
            <a:lvl1pPr algn="l">
              <a:defRPr sz="800">
                <a:solidFill>
                  <a:srgbClr val="212121"/>
                </a:solidFill>
                <a:latin typeface="Inter" panose="02000503000000020004" pitchFamily="2" charset="0"/>
              </a:defRPr>
            </a:lvl1pPr>
          </a:lstStyle>
          <a:p>
            <a:r>
              <a:rPr lang="en-US"/>
              <a:t>© 2024 GE Vernova and/or its affiliates. All rights reserved.</a:t>
            </a:r>
            <a:endParaRPr lang="en-US" dirty="0"/>
          </a:p>
        </p:txBody>
      </p:sp>
      <p:sp>
        <p:nvSpPr>
          <p:cNvPr id="6" name="Slide Number Placeholder 5">
            <a:extLst>
              <a:ext uri="{FF2B5EF4-FFF2-40B4-BE49-F238E27FC236}">
                <a16:creationId xmlns:a16="http://schemas.microsoft.com/office/drawing/2014/main" id="{ADA382ED-C79F-1C4C-93EA-8B7E3CF99412}"/>
              </a:ext>
            </a:extLst>
          </p:cNvPr>
          <p:cNvSpPr>
            <a:spLocks noGrp="1"/>
          </p:cNvSpPr>
          <p:nvPr>
            <p:ph type="sldNum" sz="quarter" idx="4"/>
          </p:nvPr>
        </p:nvSpPr>
        <p:spPr>
          <a:xfrm>
            <a:off x="11222182" y="6492875"/>
            <a:ext cx="550718" cy="365125"/>
          </a:xfrm>
          <a:prstGeom prst="rect">
            <a:avLst/>
          </a:prstGeom>
        </p:spPr>
        <p:txBody>
          <a:bodyPr vert="horz" lIns="0" tIns="0" rIns="0" bIns="0" rtlCol="0" anchor="t" anchorCtr="0"/>
          <a:lstStyle>
            <a:lvl1pPr algn="r">
              <a:defRPr sz="800">
                <a:solidFill>
                  <a:srgbClr val="212121"/>
                </a:solidFill>
                <a:latin typeface="Inter" panose="02000503000000020004" pitchFamily="2" charset="0"/>
              </a:defRPr>
            </a:lvl1pPr>
          </a:lstStyle>
          <a:p>
            <a:fld id="{7A7A97EF-C944-4447-B862-B593E9B4A0FF}" type="slidenum">
              <a:rPr lang="en-US" smtClean="0"/>
              <a:pPr/>
              <a:t>‹#›</a:t>
            </a:fld>
            <a:endParaRPr lang="en-US" dirty="0"/>
          </a:p>
        </p:txBody>
      </p:sp>
      <p:sp>
        <p:nvSpPr>
          <p:cNvPr id="2" name="Title Placeholder 1">
            <a:extLst>
              <a:ext uri="{FF2B5EF4-FFF2-40B4-BE49-F238E27FC236}">
                <a16:creationId xmlns:a16="http://schemas.microsoft.com/office/drawing/2014/main" id="{33201E47-C943-F44B-9CD7-62EF3F532401}"/>
              </a:ext>
            </a:extLst>
          </p:cNvPr>
          <p:cNvSpPr>
            <a:spLocks noGrp="1"/>
          </p:cNvSpPr>
          <p:nvPr>
            <p:ph type="title"/>
          </p:nvPr>
        </p:nvSpPr>
        <p:spPr>
          <a:xfrm>
            <a:off x="419100" y="419101"/>
            <a:ext cx="9044077" cy="45702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542F5A-6368-8D4D-90C8-17B76FDD3681}"/>
              </a:ext>
            </a:extLst>
          </p:cNvPr>
          <p:cNvSpPr>
            <a:spLocks noGrp="1"/>
          </p:cNvSpPr>
          <p:nvPr>
            <p:ph type="body" idx="1"/>
          </p:nvPr>
        </p:nvSpPr>
        <p:spPr>
          <a:xfrm>
            <a:off x="419100" y="1403349"/>
            <a:ext cx="11353800" cy="480695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64612169"/>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 id="2147483721" r:id="rId20"/>
    <p:sldLayoutId id="2147483722" r:id="rId21"/>
    <p:sldLayoutId id="2147483723" r:id="rId22"/>
    <p:sldLayoutId id="2147483724" r:id="rId23"/>
    <p:sldLayoutId id="2147483725" r:id="rId24"/>
    <p:sldLayoutId id="2147483726" r:id="rId25"/>
    <p:sldLayoutId id="2147483727" r:id="rId26"/>
    <p:sldLayoutId id="2147483728" r:id="rId27"/>
    <p:sldLayoutId id="2147483729" r:id="rId28"/>
    <p:sldLayoutId id="2147483730" r:id="rId29"/>
    <p:sldLayoutId id="2147483731" r:id="rId30"/>
    <p:sldLayoutId id="2147483732" r:id="rId31"/>
    <p:sldLayoutId id="2147483733" r:id="rId32"/>
    <p:sldLayoutId id="2147483734" r:id="rId33"/>
    <p:sldLayoutId id="2147483735" r:id="rId34"/>
    <p:sldLayoutId id="2147483736" r:id="rId35"/>
    <p:sldLayoutId id="2147483737" r:id="rId36"/>
    <p:sldLayoutId id="2147483738" r:id="rId37"/>
    <p:sldLayoutId id="2147483739" r:id="rId38"/>
    <p:sldLayoutId id="2147483740" r:id="rId39"/>
    <p:sldLayoutId id="2147483741" r:id="rId40"/>
    <p:sldLayoutId id="2147483742" r:id="rId41"/>
    <p:sldLayoutId id="2147483743" r:id="rId42"/>
    <p:sldLayoutId id="2147483744" r:id="rId43"/>
    <p:sldLayoutId id="2147483745" r:id="rId44"/>
    <p:sldLayoutId id="2147483746" r:id="rId45"/>
    <p:sldLayoutId id="2147483747" r:id="rId46"/>
    <p:sldLayoutId id="2147483748" r:id="rId47"/>
    <p:sldLayoutId id="2147483749" r:id="rId48"/>
    <p:sldLayoutId id="2147483750" r:id="rId49"/>
  </p:sldLayoutIdLst>
  <p:hf hdr="0" dt="0"/>
  <p:txStyles>
    <p:title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p:titleStyle>
    <p:body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pos="74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8.xml"/><Relationship Id="rId5" Type="http://schemas.openxmlformats.org/officeDocument/2006/relationships/image" Target="../media/image13.png"/><Relationship Id="rId4" Type="http://schemas.openxmlformats.org/officeDocument/2006/relationships/image" Target="../media/image12.jpeg"/></Relationships>
</file>

<file path=ppt/slides/_rels/slide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401674-B0B0-40BC-4D0C-1201B2361BB6}"/>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3" name="Title 2">
            <a:extLst>
              <a:ext uri="{FF2B5EF4-FFF2-40B4-BE49-F238E27FC236}">
                <a16:creationId xmlns:a16="http://schemas.microsoft.com/office/drawing/2014/main" id="{1D5FD4F5-F941-24DC-87F5-E93C4FD27CB7}"/>
              </a:ext>
            </a:extLst>
          </p:cNvPr>
          <p:cNvSpPr>
            <a:spLocks noGrp="1"/>
          </p:cNvSpPr>
          <p:nvPr>
            <p:ph type="ctrTitle"/>
          </p:nvPr>
        </p:nvSpPr>
        <p:spPr>
          <a:xfrm>
            <a:off x="596770" y="2481592"/>
            <a:ext cx="11362857" cy="1861808"/>
          </a:xfrm>
        </p:spPr>
        <p:txBody>
          <a:bodyPr/>
          <a:lstStyle/>
          <a:p>
            <a:r>
              <a:rPr lang="en-US" dirty="0"/>
              <a:t>Leader in Residence</a:t>
            </a:r>
          </a:p>
        </p:txBody>
      </p:sp>
      <p:sp>
        <p:nvSpPr>
          <p:cNvPr id="4" name="Subtitle 3">
            <a:extLst>
              <a:ext uri="{FF2B5EF4-FFF2-40B4-BE49-F238E27FC236}">
                <a16:creationId xmlns:a16="http://schemas.microsoft.com/office/drawing/2014/main" id="{2985A1DB-DE68-1D12-D39E-B8E6DD988981}"/>
              </a:ext>
            </a:extLst>
          </p:cNvPr>
          <p:cNvSpPr>
            <a:spLocks noGrp="1"/>
          </p:cNvSpPr>
          <p:nvPr>
            <p:ph type="subTitle" idx="1"/>
          </p:nvPr>
        </p:nvSpPr>
        <p:spPr/>
        <p:txBody>
          <a:bodyPr/>
          <a:lstStyle/>
          <a:p>
            <a:endParaRPr lang="en-US" dirty="0"/>
          </a:p>
          <a:p>
            <a:r>
              <a:rPr lang="en-US" dirty="0"/>
              <a:t>Jim Vono, CEO FieldCore / GM One Field Services</a:t>
            </a:r>
          </a:p>
        </p:txBody>
      </p:sp>
      <p:pic>
        <p:nvPicPr>
          <p:cNvPr id="7" name="Picture 6">
            <a:extLst>
              <a:ext uri="{FF2B5EF4-FFF2-40B4-BE49-F238E27FC236}">
                <a16:creationId xmlns:a16="http://schemas.microsoft.com/office/drawing/2014/main" id="{C2AE1D98-B847-D94D-3788-E642A3E4F2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6588" y="251012"/>
            <a:ext cx="5715412" cy="6492875"/>
          </a:xfrm>
          <a:prstGeom prst="rect">
            <a:avLst/>
          </a:prstGeom>
        </p:spPr>
      </p:pic>
    </p:spTree>
    <p:extLst>
      <p:ext uri="{BB962C8B-B14F-4D97-AF65-F5344CB8AC3E}">
        <p14:creationId xmlns:p14="http://schemas.microsoft.com/office/powerpoint/2010/main" val="145690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ounded Rectangle 45">
            <a:extLst>
              <a:ext uri="{FF2B5EF4-FFF2-40B4-BE49-F238E27FC236}">
                <a16:creationId xmlns:a16="http://schemas.microsoft.com/office/drawing/2014/main" id="{3E7DB6A9-BCE9-44C6-A73F-925006AC2E9D}"/>
              </a:ext>
            </a:extLst>
          </p:cNvPr>
          <p:cNvSpPr/>
          <p:nvPr/>
        </p:nvSpPr>
        <p:spPr bwMode="auto">
          <a:xfrm>
            <a:off x="327954" y="727267"/>
            <a:ext cx="5615646" cy="2384733"/>
          </a:xfrm>
          <a:prstGeom prst="roundRect">
            <a:avLst>
              <a:gd name="adj" fmla="val 3340"/>
            </a:avLst>
          </a:prstGeom>
          <a:solidFill>
            <a:schemeClr val="bg1"/>
          </a:solidFill>
          <a:ln w="1270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0" bIns="45720" numCol="1" rtlCol="0" anchor="ctr" anchorCtr="0" compatLnSpc="1">
            <a:prstTxWarp prst="textNoShape">
              <a:avLst/>
            </a:prstTxWarp>
          </a:bodyPr>
          <a:lstStyle/>
          <a:p>
            <a:pPr>
              <a:lnSpc>
                <a:spcPts val="1800"/>
              </a:lnSpc>
              <a:spcBef>
                <a:spcPts val="1200"/>
              </a:spcBef>
              <a:spcAft>
                <a:spcPts val="1200"/>
              </a:spcAft>
            </a:pPr>
            <a:endParaRPr lang="en-US" b="1" dirty="0">
              <a:latin typeface="Montserrat Light" panose="00000400000000000000" pitchFamily="2" charset="0"/>
            </a:endParaRPr>
          </a:p>
        </p:txBody>
      </p:sp>
      <p:sp>
        <p:nvSpPr>
          <p:cNvPr id="82" name="Rounded Rectangle 45">
            <a:extLst>
              <a:ext uri="{FF2B5EF4-FFF2-40B4-BE49-F238E27FC236}">
                <a16:creationId xmlns:a16="http://schemas.microsoft.com/office/drawing/2014/main" id="{127FCAC8-08C4-48D1-9FE6-98BCBAD05A30}"/>
              </a:ext>
            </a:extLst>
          </p:cNvPr>
          <p:cNvSpPr/>
          <p:nvPr/>
        </p:nvSpPr>
        <p:spPr bwMode="auto">
          <a:xfrm>
            <a:off x="8551287" y="4845440"/>
            <a:ext cx="2059290" cy="1249040"/>
          </a:xfrm>
          <a:prstGeom prst="roundRect">
            <a:avLst>
              <a:gd name="adj" fmla="val 3340"/>
            </a:avLst>
          </a:prstGeom>
          <a:solidFill>
            <a:schemeClr val="bg1"/>
          </a:solidFill>
          <a:ln w="1270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0" bIns="45720" numCol="1" rtlCol="0" anchor="ctr" anchorCtr="0" compatLnSpc="1">
            <a:prstTxWarp prst="textNoShape">
              <a:avLst/>
            </a:prstTxWarp>
          </a:bodyPr>
          <a:lstStyle/>
          <a:p>
            <a:pPr>
              <a:lnSpc>
                <a:spcPts val="1800"/>
              </a:lnSpc>
              <a:spcBef>
                <a:spcPts val="1200"/>
              </a:spcBef>
              <a:spcAft>
                <a:spcPts val="1200"/>
              </a:spcAft>
            </a:pPr>
            <a:endParaRPr lang="en-US" b="1" dirty="0">
              <a:latin typeface="Montserrat Light" panose="00000400000000000000" pitchFamily="2" charset="0"/>
            </a:endParaRPr>
          </a:p>
        </p:txBody>
      </p:sp>
      <p:sp>
        <p:nvSpPr>
          <p:cNvPr id="33" name="Text Box 6"/>
          <p:cNvSpPr txBox="1">
            <a:spLocks noChangeArrowheads="1"/>
          </p:cNvSpPr>
          <p:nvPr/>
        </p:nvSpPr>
        <p:spPr bwMode="auto">
          <a:xfrm>
            <a:off x="2115013" y="4832835"/>
            <a:ext cx="1617347" cy="306467"/>
          </a:xfrm>
          <a:prstGeom prst="roundRect">
            <a:avLst/>
          </a:prstGeom>
          <a:solidFill>
            <a:schemeClr val="tx2"/>
          </a:solidFill>
          <a:ln w="9525">
            <a:solidFill>
              <a:schemeClr val="bg1">
                <a:lumMod val="85000"/>
              </a:schemeClr>
            </a:solidFill>
            <a:round/>
            <a:headEnd/>
            <a:tailEnd/>
          </a:ln>
        </p:spPr>
        <p:txBody>
          <a:bodyPr wrap="none" anchor="ctr"/>
          <a:lstStyle>
            <a:defPPr>
              <a:defRPr lang="en-US"/>
            </a:defPPr>
            <a:lvl1pPr algn="ctr">
              <a:defRPr sz="1100">
                <a:solidFill>
                  <a:srgbClr val="FFFFFF"/>
                </a:solidFill>
                <a:effectLst/>
                <a:ea typeface="MS PGothic"/>
                <a:cs typeface="MS PGothic"/>
              </a:defRPr>
            </a:lvl1pPr>
            <a:lvl2pPr>
              <a:defRPr>
                <a:latin typeface="GE Inspira" pitchFamily="34" charset="0"/>
                <a:cs typeface="Times New Roman" charset="0"/>
              </a:defRPr>
            </a:lvl2pPr>
            <a:lvl3pPr>
              <a:defRPr>
                <a:latin typeface="GE Inspira" pitchFamily="34" charset="0"/>
                <a:cs typeface="Times New Roman" charset="0"/>
              </a:defRPr>
            </a:lvl3pPr>
            <a:lvl4pPr>
              <a:defRPr>
                <a:latin typeface="GE Inspira" pitchFamily="34" charset="0"/>
                <a:cs typeface="Times New Roman" charset="0"/>
              </a:defRPr>
            </a:lvl4pPr>
            <a:lvl5pPr>
              <a:defRPr>
                <a:latin typeface="GE Inspira" pitchFamily="34" charset="0"/>
                <a:cs typeface="Times New Roman" charset="0"/>
              </a:defRPr>
            </a:lvl5pPr>
            <a:lvl6pPr>
              <a:defRPr>
                <a:latin typeface="GE Inspira" pitchFamily="34" charset="0"/>
                <a:cs typeface="Times New Roman" charset="0"/>
              </a:defRPr>
            </a:lvl6pPr>
            <a:lvl7pPr>
              <a:defRPr>
                <a:latin typeface="GE Inspira" pitchFamily="34" charset="0"/>
                <a:cs typeface="Times New Roman" charset="0"/>
              </a:defRPr>
            </a:lvl7pPr>
            <a:lvl8pPr>
              <a:defRPr>
                <a:latin typeface="GE Inspira" pitchFamily="34" charset="0"/>
                <a:cs typeface="Times New Roman" charset="0"/>
              </a:defRPr>
            </a:lvl8pPr>
            <a:lvl9pPr>
              <a:defRPr>
                <a:latin typeface="GE Inspira" pitchFamily="34" charset="0"/>
                <a:cs typeface="Times New Roman" charset="0"/>
              </a:defRPr>
            </a:lvl9pPr>
          </a:lstStyle>
          <a:p>
            <a:r>
              <a:rPr lang="en-US" sz="700" b="1" dirty="0">
                <a:latin typeface="Montserrat Light" panose="00000400000000000000" pitchFamily="2" charset="0"/>
              </a:rPr>
              <a:t>Quality Supervisor</a:t>
            </a:r>
          </a:p>
          <a:p>
            <a:r>
              <a:rPr lang="en-US" sz="700" b="1" dirty="0">
                <a:latin typeface="Montserrat Light" panose="00000400000000000000" pitchFamily="2" charset="0"/>
              </a:rPr>
              <a:t>(E. Granby, CT) </a:t>
            </a:r>
          </a:p>
        </p:txBody>
      </p:sp>
      <p:sp>
        <p:nvSpPr>
          <p:cNvPr id="3076" name="Text Box 4"/>
          <p:cNvSpPr txBox="1">
            <a:spLocks noChangeArrowheads="1"/>
          </p:cNvSpPr>
          <p:nvPr/>
        </p:nvSpPr>
        <p:spPr bwMode="auto">
          <a:xfrm>
            <a:off x="2115013" y="4450738"/>
            <a:ext cx="1617347" cy="306467"/>
          </a:xfrm>
          <a:prstGeom prst="roundRect">
            <a:avLst/>
          </a:prstGeom>
          <a:solidFill>
            <a:schemeClr val="tx1"/>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a:defRPr sz="3200">
                <a:solidFill>
                  <a:schemeClr val="tx1"/>
                </a:solidFill>
                <a:latin typeface="GE Inspira Pitch" pitchFamily="34" charset="0"/>
              </a:defRPr>
            </a:lvl1pPr>
            <a:lvl2pPr marL="742950" indent="-285750">
              <a:defRPr sz="3200">
                <a:solidFill>
                  <a:schemeClr val="tx1"/>
                </a:solidFill>
                <a:latin typeface="GE Inspira Pitch" pitchFamily="34" charset="0"/>
              </a:defRPr>
            </a:lvl2pPr>
            <a:lvl3pPr marL="1143000" indent="-228600">
              <a:defRPr sz="3200">
                <a:solidFill>
                  <a:schemeClr val="tx1"/>
                </a:solidFill>
                <a:latin typeface="GE Inspira Pitch" pitchFamily="34" charset="0"/>
              </a:defRPr>
            </a:lvl3pPr>
            <a:lvl4pPr marL="1600200" indent="-228600">
              <a:defRPr sz="3200">
                <a:solidFill>
                  <a:schemeClr val="tx1"/>
                </a:solidFill>
                <a:latin typeface="GE Inspira Pitch" pitchFamily="34" charset="0"/>
              </a:defRPr>
            </a:lvl4pPr>
            <a:lvl5pPr marL="2057400" indent="-228600">
              <a:defRPr sz="3200">
                <a:solidFill>
                  <a:schemeClr val="tx1"/>
                </a:solidFill>
                <a:latin typeface="GE Inspira Pitch" pitchFamily="34" charset="0"/>
              </a:defRPr>
            </a:lvl5pPr>
            <a:lvl6pPr marL="2514600" indent="-228600" eaLnBrk="0" fontAlgn="base" hangingPunct="0">
              <a:spcBef>
                <a:spcPct val="0"/>
              </a:spcBef>
              <a:spcAft>
                <a:spcPct val="0"/>
              </a:spcAft>
              <a:defRPr sz="3200">
                <a:solidFill>
                  <a:schemeClr val="tx1"/>
                </a:solidFill>
                <a:latin typeface="GE Inspira Pitch" pitchFamily="34" charset="0"/>
              </a:defRPr>
            </a:lvl6pPr>
            <a:lvl7pPr marL="2971800" indent="-228600" eaLnBrk="0" fontAlgn="base" hangingPunct="0">
              <a:spcBef>
                <a:spcPct val="0"/>
              </a:spcBef>
              <a:spcAft>
                <a:spcPct val="0"/>
              </a:spcAft>
              <a:defRPr sz="3200">
                <a:solidFill>
                  <a:schemeClr val="tx1"/>
                </a:solidFill>
                <a:latin typeface="GE Inspira Pitch" pitchFamily="34" charset="0"/>
              </a:defRPr>
            </a:lvl7pPr>
            <a:lvl8pPr marL="3429000" indent="-228600" eaLnBrk="0" fontAlgn="base" hangingPunct="0">
              <a:spcBef>
                <a:spcPct val="0"/>
              </a:spcBef>
              <a:spcAft>
                <a:spcPct val="0"/>
              </a:spcAft>
              <a:defRPr sz="3200">
                <a:solidFill>
                  <a:schemeClr val="tx1"/>
                </a:solidFill>
                <a:latin typeface="GE Inspira Pitch" pitchFamily="34" charset="0"/>
              </a:defRPr>
            </a:lvl8pPr>
            <a:lvl9pPr marL="3886200" indent="-228600" eaLnBrk="0" fontAlgn="base" hangingPunct="0">
              <a:spcBef>
                <a:spcPct val="0"/>
              </a:spcBef>
              <a:spcAft>
                <a:spcPct val="0"/>
              </a:spcAft>
              <a:defRPr sz="3200">
                <a:solidFill>
                  <a:schemeClr val="tx1"/>
                </a:solidFill>
                <a:latin typeface="GE Inspira Pitch" pitchFamily="34" charset="0"/>
              </a:defRPr>
            </a:lvl9pPr>
          </a:lstStyle>
          <a:p>
            <a:pPr algn="ctr" eaLnBrk="1" hangingPunct="1"/>
            <a:r>
              <a:rPr lang="en-US" sz="900" b="1" dirty="0">
                <a:solidFill>
                  <a:srgbClr val="FFFFFF"/>
                </a:solidFill>
                <a:latin typeface="Montserrat Light" panose="00000400000000000000" pitchFamily="2" charset="0"/>
              </a:rPr>
              <a:t>Black Belt </a:t>
            </a:r>
            <a:r>
              <a:rPr lang="en-US" sz="900" b="1" dirty="0">
                <a:solidFill>
                  <a:srgbClr val="FF0000"/>
                </a:solidFill>
                <a:latin typeface="Montserrat Light" panose="00000400000000000000" pitchFamily="2" charset="0"/>
              </a:rPr>
              <a:t>- IC</a:t>
            </a:r>
          </a:p>
          <a:p>
            <a:pPr algn="ctr" eaLnBrk="1" hangingPunct="1"/>
            <a:r>
              <a:rPr lang="en-US" sz="900" b="1" dirty="0">
                <a:solidFill>
                  <a:srgbClr val="FFFFFF"/>
                </a:solidFill>
                <a:latin typeface="Montserrat Light" panose="00000400000000000000" pitchFamily="2" charset="0"/>
              </a:rPr>
              <a:t>(Dallas, TX)</a:t>
            </a:r>
          </a:p>
        </p:txBody>
      </p:sp>
      <p:sp>
        <p:nvSpPr>
          <p:cNvPr id="3077" name="Text Box 5"/>
          <p:cNvSpPr txBox="1">
            <a:spLocks noChangeArrowheads="1"/>
          </p:cNvSpPr>
          <p:nvPr/>
        </p:nvSpPr>
        <p:spPr bwMode="auto">
          <a:xfrm>
            <a:off x="443645" y="5922071"/>
            <a:ext cx="1617347" cy="306467"/>
          </a:xfrm>
          <a:prstGeom prst="roundRect">
            <a:avLst/>
          </a:prstGeom>
          <a:solidFill>
            <a:schemeClr val="accent6"/>
          </a:solidFill>
          <a:ln w="9525">
            <a:noFill/>
            <a:miter lim="800000"/>
            <a:headEnd/>
            <a:tailEnd/>
          </a:ln>
          <a:effectLst/>
        </p:spPr>
        <p:txBody>
          <a:bodyPr wrap="square" tIns="0" bIns="0">
            <a:spAutoFit/>
          </a:bodyPr>
          <a:lstStyle>
            <a:lvl1pPr>
              <a:defRPr sz="3200">
                <a:solidFill>
                  <a:schemeClr val="tx1"/>
                </a:solidFill>
                <a:latin typeface="GE Inspira Pitch" pitchFamily="34" charset="0"/>
              </a:defRPr>
            </a:lvl1pPr>
            <a:lvl2pPr marL="742950" indent="-285750">
              <a:defRPr sz="3200">
                <a:solidFill>
                  <a:schemeClr val="tx1"/>
                </a:solidFill>
                <a:latin typeface="GE Inspira Pitch" pitchFamily="34" charset="0"/>
              </a:defRPr>
            </a:lvl2pPr>
            <a:lvl3pPr marL="1143000" indent="-228600">
              <a:defRPr sz="3200">
                <a:solidFill>
                  <a:schemeClr val="tx1"/>
                </a:solidFill>
                <a:latin typeface="GE Inspira Pitch" pitchFamily="34" charset="0"/>
              </a:defRPr>
            </a:lvl3pPr>
            <a:lvl4pPr marL="1600200" indent="-228600">
              <a:defRPr sz="3200">
                <a:solidFill>
                  <a:schemeClr val="tx1"/>
                </a:solidFill>
                <a:latin typeface="GE Inspira Pitch" pitchFamily="34" charset="0"/>
              </a:defRPr>
            </a:lvl4pPr>
            <a:lvl5pPr marL="2057400" indent="-228600">
              <a:defRPr sz="3200">
                <a:solidFill>
                  <a:schemeClr val="tx1"/>
                </a:solidFill>
                <a:latin typeface="GE Inspira Pitch" pitchFamily="34" charset="0"/>
              </a:defRPr>
            </a:lvl5pPr>
            <a:lvl6pPr marL="2514600" indent="-228600" eaLnBrk="0" fontAlgn="base" hangingPunct="0">
              <a:spcBef>
                <a:spcPct val="0"/>
              </a:spcBef>
              <a:spcAft>
                <a:spcPct val="0"/>
              </a:spcAft>
              <a:defRPr sz="3200">
                <a:solidFill>
                  <a:schemeClr val="tx1"/>
                </a:solidFill>
                <a:latin typeface="GE Inspira Pitch" pitchFamily="34" charset="0"/>
              </a:defRPr>
            </a:lvl6pPr>
            <a:lvl7pPr marL="2971800" indent="-228600" eaLnBrk="0" fontAlgn="base" hangingPunct="0">
              <a:spcBef>
                <a:spcPct val="0"/>
              </a:spcBef>
              <a:spcAft>
                <a:spcPct val="0"/>
              </a:spcAft>
              <a:defRPr sz="3200">
                <a:solidFill>
                  <a:schemeClr val="tx1"/>
                </a:solidFill>
                <a:latin typeface="GE Inspira Pitch" pitchFamily="34" charset="0"/>
              </a:defRPr>
            </a:lvl7pPr>
            <a:lvl8pPr marL="3429000" indent="-228600" eaLnBrk="0" fontAlgn="base" hangingPunct="0">
              <a:spcBef>
                <a:spcPct val="0"/>
              </a:spcBef>
              <a:spcAft>
                <a:spcPct val="0"/>
              </a:spcAft>
              <a:defRPr sz="3200">
                <a:solidFill>
                  <a:schemeClr val="tx1"/>
                </a:solidFill>
                <a:latin typeface="GE Inspira Pitch" pitchFamily="34" charset="0"/>
              </a:defRPr>
            </a:lvl8pPr>
            <a:lvl9pPr marL="3886200" indent="-228600" eaLnBrk="0" fontAlgn="base" hangingPunct="0">
              <a:spcBef>
                <a:spcPct val="0"/>
              </a:spcBef>
              <a:spcAft>
                <a:spcPct val="0"/>
              </a:spcAft>
              <a:defRPr sz="3200">
                <a:solidFill>
                  <a:schemeClr val="tx1"/>
                </a:solidFill>
                <a:latin typeface="GE Inspira Pitch" pitchFamily="34" charset="0"/>
              </a:defRPr>
            </a:lvl9pPr>
          </a:lstStyle>
          <a:p>
            <a:pPr algn="ctr"/>
            <a:r>
              <a:rPr lang="en-US" sz="900" b="1" dirty="0">
                <a:solidFill>
                  <a:srgbClr val="FFFFFF"/>
                </a:solidFill>
                <a:latin typeface="Montserrat Light" panose="00000400000000000000" pitchFamily="2" charset="0"/>
              </a:rPr>
              <a:t>USAF Aircraft Mechanic</a:t>
            </a:r>
            <a:endParaRPr lang="en-US" sz="1000" b="1" dirty="0">
              <a:solidFill>
                <a:srgbClr val="FFFFFF"/>
              </a:solidFill>
              <a:latin typeface="Montserrat Light" panose="00000400000000000000" pitchFamily="2" charset="0"/>
            </a:endParaRPr>
          </a:p>
          <a:p>
            <a:pPr algn="ctr" eaLnBrk="1" hangingPunct="1"/>
            <a:r>
              <a:rPr lang="en-US" sz="900" b="1" dirty="0">
                <a:solidFill>
                  <a:srgbClr val="FFFFFF"/>
                </a:solidFill>
                <a:latin typeface="Montserrat Light" panose="00000400000000000000" pitchFamily="2" charset="0"/>
              </a:rPr>
              <a:t>McChord AFB WA</a:t>
            </a:r>
          </a:p>
        </p:txBody>
      </p:sp>
      <p:sp>
        <p:nvSpPr>
          <p:cNvPr id="3078" name="Text Box 6"/>
          <p:cNvSpPr txBox="1">
            <a:spLocks noChangeArrowheads="1"/>
          </p:cNvSpPr>
          <p:nvPr/>
        </p:nvSpPr>
        <p:spPr bwMode="auto">
          <a:xfrm>
            <a:off x="2115013" y="5214932"/>
            <a:ext cx="1617347" cy="306467"/>
          </a:xfrm>
          <a:prstGeom prst="roundRect">
            <a:avLst/>
          </a:prstGeom>
          <a:solidFill>
            <a:schemeClr val="tx2"/>
          </a:solidFill>
          <a:ln w="9525">
            <a:solidFill>
              <a:schemeClr val="bg1">
                <a:lumMod val="85000"/>
              </a:schemeClr>
            </a:solidFill>
            <a:round/>
            <a:headEnd/>
            <a:tailEnd/>
          </a:ln>
        </p:spPr>
        <p:txBody>
          <a:bodyPr wrap="none" anchor="ctr"/>
          <a:lstStyle>
            <a:defPPr>
              <a:defRPr lang="en-US"/>
            </a:defPPr>
            <a:lvl1pPr algn="ctr">
              <a:defRPr sz="1100">
                <a:solidFill>
                  <a:srgbClr val="FFFFFF"/>
                </a:solidFill>
                <a:effectLst/>
                <a:ea typeface="MS PGothic"/>
                <a:cs typeface="MS PGothic"/>
              </a:defRPr>
            </a:lvl1pPr>
            <a:lvl2pPr>
              <a:defRPr>
                <a:latin typeface="GE Inspira" pitchFamily="34" charset="0"/>
                <a:cs typeface="Times New Roman" charset="0"/>
              </a:defRPr>
            </a:lvl2pPr>
            <a:lvl3pPr>
              <a:defRPr>
                <a:latin typeface="GE Inspira" pitchFamily="34" charset="0"/>
                <a:cs typeface="Times New Roman" charset="0"/>
              </a:defRPr>
            </a:lvl3pPr>
            <a:lvl4pPr>
              <a:defRPr>
                <a:latin typeface="GE Inspira" pitchFamily="34" charset="0"/>
                <a:cs typeface="Times New Roman" charset="0"/>
              </a:defRPr>
            </a:lvl4pPr>
            <a:lvl5pPr>
              <a:defRPr>
                <a:latin typeface="GE Inspira" pitchFamily="34" charset="0"/>
                <a:cs typeface="Times New Roman" charset="0"/>
              </a:defRPr>
            </a:lvl5pPr>
            <a:lvl6pPr>
              <a:defRPr>
                <a:latin typeface="GE Inspira" pitchFamily="34" charset="0"/>
                <a:cs typeface="Times New Roman" charset="0"/>
              </a:defRPr>
            </a:lvl6pPr>
            <a:lvl7pPr>
              <a:defRPr>
                <a:latin typeface="GE Inspira" pitchFamily="34" charset="0"/>
                <a:cs typeface="Times New Roman" charset="0"/>
              </a:defRPr>
            </a:lvl7pPr>
            <a:lvl8pPr>
              <a:defRPr>
                <a:latin typeface="GE Inspira" pitchFamily="34" charset="0"/>
                <a:cs typeface="Times New Roman" charset="0"/>
              </a:defRPr>
            </a:lvl8pPr>
            <a:lvl9pPr>
              <a:defRPr>
                <a:latin typeface="GE Inspira" pitchFamily="34" charset="0"/>
                <a:cs typeface="Times New Roman" charset="0"/>
              </a:defRPr>
            </a:lvl9pPr>
          </a:lstStyle>
          <a:p>
            <a:r>
              <a:rPr lang="en-US" sz="700" b="1" dirty="0">
                <a:latin typeface="Montserrat Light" panose="00000400000000000000" pitchFamily="2" charset="0"/>
              </a:rPr>
              <a:t>QA / QC </a:t>
            </a:r>
            <a:r>
              <a:rPr lang="en-US" sz="700" b="1" dirty="0">
                <a:solidFill>
                  <a:srgbClr val="FF0000"/>
                </a:solidFill>
                <a:latin typeface="Montserrat Light" panose="00000400000000000000" pitchFamily="2" charset="0"/>
              </a:rPr>
              <a:t>- IC</a:t>
            </a:r>
          </a:p>
          <a:p>
            <a:r>
              <a:rPr lang="en-US" sz="700" b="1" dirty="0">
                <a:latin typeface="Montserrat Light" panose="00000400000000000000" pitchFamily="2" charset="0"/>
              </a:rPr>
              <a:t>(E. Granby, CT)</a:t>
            </a:r>
          </a:p>
        </p:txBody>
      </p:sp>
      <p:sp>
        <p:nvSpPr>
          <p:cNvPr id="3079" name="Text Box 7"/>
          <p:cNvSpPr txBox="1">
            <a:spLocks noChangeArrowheads="1"/>
          </p:cNvSpPr>
          <p:nvPr/>
        </p:nvSpPr>
        <p:spPr bwMode="auto">
          <a:xfrm>
            <a:off x="443644" y="5566618"/>
            <a:ext cx="1617347" cy="306467"/>
          </a:xfrm>
          <a:prstGeom prst="roundRect">
            <a:avLst/>
          </a:prstGeom>
          <a:solidFill>
            <a:schemeClr val="tx2"/>
          </a:solidFill>
          <a:ln w="9525">
            <a:solidFill>
              <a:schemeClr val="bg1">
                <a:lumMod val="85000"/>
              </a:schemeClr>
            </a:solidFill>
            <a:round/>
            <a:headEnd/>
            <a:tailEnd/>
          </a:ln>
        </p:spPr>
        <p:txBody>
          <a:bodyPr wrap="none" anchor="ctr"/>
          <a:lstStyle>
            <a:defPPr>
              <a:defRPr lang="en-US"/>
            </a:defPPr>
            <a:lvl1pPr algn="ctr">
              <a:defRPr sz="1400">
                <a:solidFill>
                  <a:srgbClr val="FFFFFF"/>
                </a:solidFill>
                <a:effectLst>
                  <a:outerShdw blurRad="38100" dist="38100" dir="2700000" algn="tl">
                    <a:srgbClr val="000000"/>
                  </a:outerShdw>
                </a:effectLst>
                <a:ea typeface="MS PGothic"/>
                <a:cs typeface="MS PGothic"/>
              </a:defRPr>
            </a:lvl1pPr>
            <a:lvl2pPr>
              <a:defRPr>
                <a:latin typeface="GE Inspira" pitchFamily="34" charset="0"/>
                <a:cs typeface="Times New Roman" charset="0"/>
              </a:defRPr>
            </a:lvl2pPr>
            <a:lvl3pPr>
              <a:defRPr>
                <a:latin typeface="GE Inspira" pitchFamily="34" charset="0"/>
                <a:cs typeface="Times New Roman" charset="0"/>
              </a:defRPr>
            </a:lvl3pPr>
            <a:lvl4pPr>
              <a:defRPr>
                <a:latin typeface="GE Inspira" pitchFamily="34" charset="0"/>
                <a:cs typeface="Times New Roman" charset="0"/>
              </a:defRPr>
            </a:lvl4pPr>
            <a:lvl5pPr>
              <a:defRPr>
                <a:latin typeface="GE Inspira" pitchFamily="34" charset="0"/>
                <a:cs typeface="Times New Roman" charset="0"/>
              </a:defRPr>
            </a:lvl5pPr>
            <a:lvl6pPr>
              <a:defRPr>
                <a:latin typeface="GE Inspira" pitchFamily="34" charset="0"/>
                <a:cs typeface="Times New Roman" charset="0"/>
              </a:defRPr>
            </a:lvl6pPr>
            <a:lvl7pPr>
              <a:defRPr>
                <a:latin typeface="GE Inspira" pitchFamily="34" charset="0"/>
                <a:cs typeface="Times New Roman" charset="0"/>
              </a:defRPr>
            </a:lvl7pPr>
            <a:lvl8pPr>
              <a:defRPr>
                <a:latin typeface="GE Inspira" pitchFamily="34" charset="0"/>
                <a:cs typeface="Times New Roman" charset="0"/>
              </a:defRPr>
            </a:lvl8pPr>
            <a:lvl9pPr>
              <a:defRPr>
                <a:latin typeface="GE Inspira" pitchFamily="34" charset="0"/>
                <a:cs typeface="Times New Roman" charset="0"/>
              </a:defRPr>
            </a:lvl9pPr>
          </a:lstStyle>
          <a:p>
            <a:r>
              <a:rPr lang="en-US" sz="700" b="1" dirty="0">
                <a:effectLst/>
                <a:latin typeface="Montserrat Light" panose="00000400000000000000" pitchFamily="2" charset="0"/>
              </a:rPr>
              <a:t>Jet Engine Mechanic</a:t>
            </a:r>
          </a:p>
          <a:p>
            <a:r>
              <a:rPr lang="en-US" sz="700" b="1" dirty="0">
                <a:effectLst/>
                <a:latin typeface="Montserrat Light" panose="00000400000000000000" pitchFamily="2" charset="0"/>
              </a:rPr>
              <a:t>(E. Granby, CT) GTC</a:t>
            </a:r>
          </a:p>
        </p:txBody>
      </p:sp>
      <p:sp>
        <p:nvSpPr>
          <p:cNvPr id="3087" name="Text Box 15"/>
          <p:cNvSpPr txBox="1">
            <a:spLocks noChangeArrowheads="1"/>
          </p:cNvSpPr>
          <p:nvPr/>
        </p:nvSpPr>
        <p:spPr bwMode="auto">
          <a:xfrm>
            <a:off x="2115013" y="4049750"/>
            <a:ext cx="1617347" cy="306467"/>
          </a:xfrm>
          <a:prstGeom prst="roundRect">
            <a:avLst/>
          </a:prstGeom>
          <a:solidFill>
            <a:schemeClr val="tx1"/>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a:defRPr sz="3200">
                <a:solidFill>
                  <a:schemeClr val="tx1"/>
                </a:solidFill>
                <a:latin typeface="GE Inspira Pitch" pitchFamily="34" charset="0"/>
              </a:defRPr>
            </a:lvl1pPr>
            <a:lvl2pPr marL="742950" indent="-285750">
              <a:defRPr sz="3200">
                <a:solidFill>
                  <a:schemeClr val="tx1"/>
                </a:solidFill>
                <a:latin typeface="GE Inspira Pitch" pitchFamily="34" charset="0"/>
              </a:defRPr>
            </a:lvl2pPr>
            <a:lvl3pPr marL="1143000" indent="-228600">
              <a:defRPr sz="3200">
                <a:solidFill>
                  <a:schemeClr val="tx1"/>
                </a:solidFill>
                <a:latin typeface="GE Inspira Pitch" pitchFamily="34" charset="0"/>
              </a:defRPr>
            </a:lvl3pPr>
            <a:lvl4pPr marL="1600200" indent="-228600">
              <a:defRPr sz="3200">
                <a:solidFill>
                  <a:schemeClr val="tx1"/>
                </a:solidFill>
                <a:latin typeface="GE Inspira Pitch" pitchFamily="34" charset="0"/>
              </a:defRPr>
            </a:lvl4pPr>
            <a:lvl5pPr marL="2057400" indent="-228600">
              <a:defRPr sz="3200">
                <a:solidFill>
                  <a:schemeClr val="tx1"/>
                </a:solidFill>
                <a:latin typeface="GE Inspira Pitch" pitchFamily="34" charset="0"/>
              </a:defRPr>
            </a:lvl5pPr>
            <a:lvl6pPr marL="2514600" indent="-228600" eaLnBrk="0" fontAlgn="base" hangingPunct="0">
              <a:spcBef>
                <a:spcPct val="0"/>
              </a:spcBef>
              <a:spcAft>
                <a:spcPct val="0"/>
              </a:spcAft>
              <a:defRPr sz="3200">
                <a:solidFill>
                  <a:schemeClr val="tx1"/>
                </a:solidFill>
                <a:latin typeface="GE Inspira Pitch" pitchFamily="34" charset="0"/>
              </a:defRPr>
            </a:lvl6pPr>
            <a:lvl7pPr marL="2971800" indent="-228600" eaLnBrk="0" fontAlgn="base" hangingPunct="0">
              <a:spcBef>
                <a:spcPct val="0"/>
              </a:spcBef>
              <a:spcAft>
                <a:spcPct val="0"/>
              </a:spcAft>
              <a:defRPr sz="3200">
                <a:solidFill>
                  <a:schemeClr val="tx1"/>
                </a:solidFill>
                <a:latin typeface="GE Inspira Pitch" pitchFamily="34" charset="0"/>
              </a:defRPr>
            </a:lvl7pPr>
            <a:lvl8pPr marL="3429000" indent="-228600" eaLnBrk="0" fontAlgn="base" hangingPunct="0">
              <a:spcBef>
                <a:spcPct val="0"/>
              </a:spcBef>
              <a:spcAft>
                <a:spcPct val="0"/>
              </a:spcAft>
              <a:defRPr sz="3200">
                <a:solidFill>
                  <a:schemeClr val="tx1"/>
                </a:solidFill>
                <a:latin typeface="GE Inspira Pitch" pitchFamily="34" charset="0"/>
              </a:defRPr>
            </a:lvl8pPr>
            <a:lvl9pPr marL="3886200" indent="-228600" eaLnBrk="0" fontAlgn="base" hangingPunct="0">
              <a:spcBef>
                <a:spcPct val="0"/>
              </a:spcBef>
              <a:spcAft>
                <a:spcPct val="0"/>
              </a:spcAft>
              <a:defRPr sz="3200">
                <a:solidFill>
                  <a:schemeClr val="tx1"/>
                </a:solidFill>
                <a:latin typeface="GE Inspira Pitch" pitchFamily="34" charset="0"/>
              </a:defRPr>
            </a:lvl9pPr>
          </a:lstStyle>
          <a:p>
            <a:pPr algn="ctr" eaLnBrk="1" hangingPunct="1"/>
            <a:r>
              <a:rPr lang="en-US" sz="900" b="1" dirty="0">
                <a:solidFill>
                  <a:srgbClr val="FFFFFF"/>
                </a:solidFill>
                <a:latin typeface="Montserrat Light" panose="00000400000000000000" pitchFamily="2" charset="0"/>
              </a:rPr>
              <a:t>Shop Operations Leader</a:t>
            </a:r>
          </a:p>
          <a:p>
            <a:pPr algn="ctr" eaLnBrk="1" hangingPunct="1"/>
            <a:r>
              <a:rPr lang="en-US" sz="900" b="1" dirty="0">
                <a:solidFill>
                  <a:srgbClr val="FFFFFF"/>
                </a:solidFill>
                <a:latin typeface="Montserrat Light" panose="00000400000000000000" pitchFamily="2" charset="0"/>
              </a:rPr>
              <a:t>(Dallas, TX)</a:t>
            </a:r>
          </a:p>
        </p:txBody>
      </p:sp>
      <p:sp>
        <p:nvSpPr>
          <p:cNvPr id="3088" name="Text Box 16"/>
          <p:cNvSpPr txBox="1">
            <a:spLocks noChangeArrowheads="1"/>
          </p:cNvSpPr>
          <p:nvPr/>
        </p:nvSpPr>
        <p:spPr bwMode="auto">
          <a:xfrm>
            <a:off x="5576651" y="3649502"/>
            <a:ext cx="1617347" cy="306467"/>
          </a:xfrm>
          <a:prstGeom prst="roundRect">
            <a:avLst/>
          </a:prstGeom>
          <a:solidFill>
            <a:schemeClr val="tx1"/>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a:defRPr sz="3200">
                <a:solidFill>
                  <a:schemeClr val="tx1"/>
                </a:solidFill>
                <a:latin typeface="GE Inspira Pitch" pitchFamily="34" charset="0"/>
              </a:defRPr>
            </a:lvl1pPr>
            <a:lvl2pPr marL="742950" indent="-285750">
              <a:defRPr sz="3200">
                <a:solidFill>
                  <a:schemeClr val="tx1"/>
                </a:solidFill>
                <a:latin typeface="GE Inspira Pitch" pitchFamily="34" charset="0"/>
              </a:defRPr>
            </a:lvl2pPr>
            <a:lvl3pPr marL="1143000" indent="-228600">
              <a:defRPr sz="3200">
                <a:solidFill>
                  <a:schemeClr val="tx1"/>
                </a:solidFill>
                <a:latin typeface="GE Inspira Pitch" pitchFamily="34" charset="0"/>
              </a:defRPr>
            </a:lvl3pPr>
            <a:lvl4pPr marL="1600200" indent="-228600">
              <a:defRPr sz="3200">
                <a:solidFill>
                  <a:schemeClr val="tx1"/>
                </a:solidFill>
                <a:latin typeface="GE Inspira Pitch" pitchFamily="34" charset="0"/>
              </a:defRPr>
            </a:lvl4pPr>
            <a:lvl5pPr marL="2057400" indent="-228600">
              <a:defRPr sz="3200">
                <a:solidFill>
                  <a:schemeClr val="tx1"/>
                </a:solidFill>
                <a:latin typeface="GE Inspira Pitch" pitchFamily="34" charset="0"/>
              </a:defRPr>
            </a:lvl5pPr>
            <a:lvl6pPr marL="2514600" indent="-228600" eaLnBrk="0" fontAlgn="base" hangingPunct="0">
              <a:spcBef>
                <a:spcPct val="0"/>
              </a:spcBef>
              <a:spcAft>
                <a:spcPct val="0"/>
              </a:spcAft>
              <a:defRPr sz="3200">
                <a:solidFill>
                  <a:schemeClr val="tx1"/>
                </a:solidFill>
                <a:latin typeface="GE Inspira Pitch" pitchFamily="34" charset="0"/>
              </a:defRPr>
            </a:lvl6pPr>
            <a:lvl7pPr marL="2971800" indent="-228600" eaLnBrk="0" fontAlgn="base" hangingPunct="0">
              <a:spcBef>
                <a:spcPct val="0"/>
              </a:spcBef>
              <a:spcAft>
                <a:spcPct val="0"/>
              </a:spcAft>
              <a:defRPr sz="3200">
                <a:solidFill>
                  <a:schemeClr val="tx1"/>
                </a:solidFill>
                <a:latin typeface="GE Inspira Pitch" pitchFamily="34" charset="0"/>
              </a:defRPr>
            </a:lvl7pPr>
            <a:lvl8pPr marL="3429000" indent="-228600" eaLnBrk="0" fontAlgn="base" hangingPunct="0">
              <a:spcBef>
                <a:spcPct val="0"/>
              </a:spcBef>
              <a:spcAft>
                <a:spcPct val="0"/>
              </a:spcAft>
              <a:defRPr sz="3200">
                <a:solidFill>
                  <a:schemeClr val="tx1"/>
                </a:solidFill>
                <a:latin typeface="GE Inspira Pitch" pitchFamily="34" charset="0"/>
              </a:defRPr>
            </a:lvl8pPr>
            <a:lvl9pPr marL="3886200" indent="-228600" eaLnBrk="0" fontAlgn="base" hangingPunct="0">
              <a:spcBef>
                <a:spcPct val="0"/>
              </a:spcBef>
              <a:spcAft>
                <a:spcPct val="0"/>
              </a:spcAft>
              <a:defRPr sz="3200">
                <a:solidFill>
                  <a:schemeClr val="tx1"/>
                </a:solidFill>
                <a:latin typeface="GE Inspira Pitch" pitchFamily="34" charset="0"/>
              </a:defRPr>
            </a:lvl9pPr>
          </a:lstStyle>
          <a:p>
            <a:pPr algn="ctr" eaLnBrk="1" hangingPunct="1"/>
            <a:r>
              <a:rPr lang="en-US" sz="900" b="1" dirty="0">
                <a:solidFill>
                  <a:srgbClr val="FFFFFF"/>
                </a:solidFill>
                <a:latin typeface="Montserrat Light" panose="00000400000000000000" pitchFamily="2" charset="0"/>
              </a:rPr>
              <a:t>NAM Airline CSM </a:t>
            </a:r>
            <a:r>
              <a:rPr lang="en-US" sz="900" b="1" dirty="0">
                <a:solidFill>
                  <a:srgbClr val="FF0000"/>
                </a:solidFill>
                <a:latin typeface="Montserrat Light" panose="00000400000000000000" pitchFamily="2" charset="0"/>
              </a:rPr>
              <a:t>- IC</a:t>
            </a:r>
          </a:p>
          <a:p>
            <a:pPr algn="ctr" eaLnBrk="1" hangingPunct="1"/>
            <a:r>
              <a:rPr lang="en-US" sz="900" b="1" dirty="0">
                <a:solidFill>
                  <a:srgbClr val="FFFFFF"/>
                </a:solidFill>
                <a:latin typeface="Montserrat Light" panose="00000400000000000000" pitchFamily="2" charset="0"/>
              </a:rPr>
              <a:t> (</a:t>
            </a:r>
            <a:r>
              <a:rPr lang="en-US" sz="900" b="1" dirty="0" err="1">
                <a:solidFill>
                  <a:srgbClr val="FFFFFF"/>
                </a:solidFill>
                <a:latin typeface="Montserrat Light" panose="00000400000000000000" pitchFamily="2" charset="0"/>
              </a:rPr>
              <a:t>Evendale</a:t>
            </a:r>
            <a:r>
              <a:rPr lang="en-US" sz="900" b="1" dirty="0">
                <a:solidFill>
                  <a:srgbClr val="FFFFFF"/>
                </a:solidFill>
                <a:latin typeface="Montserrat Light" panose="00000400000000000000" pitchFamily="2" charset="0"/>
              </a:rPr>
              <a:t>, OH)</a:t>
            </a:r>
          </a:p>
        </p:txBody>
      </p:sp>
      <p:sp>
        <p:nvSpPr>
          <p:cNvPr id="34" name="Text Box 15"/>
          <p:cNvSpPr txBox="1">
            <a:spLocks noChangeArrowheads="1"/>
          </p:cNvSpPr>
          <p:nvPr/>
        </p:nvSpPr>
        <p:spPr bwMode="auto">
          <a:xfrm>
            <a:off x="3879737" y="3651225"/>
            <a:ext cx="1617347" cy="306467"/>
          </a:xfrm>
          <a:prstGeom prst="roundRect">
            <a:avLst/>
          </a:prstGeom>
          <a:solidFill>
            <a:schemeClr val="tx1"/>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a:defRPr sz="3200">
                <a:solidFill>
                  <a:schemeClr val="tx1"/>
                </a:solidFill>
                <a:latin typeface="GE Inspira Pitch" pitchFamily="34" charset="0"/>
              </a:defRPr>
            </a:lvl1pPr>
            <a:lvl2pPr marL="742950" indent="-285750">
              <a:defRPr sz="3200">
                <a:solidFill>
                  <a:schemeClr val="tx1"/>
                </a:solidFill>
                <a:latin typeface="GE Inspira Pitch" pitchFamily="34" charset="0"/>
              </a:defRPr>
            </a:lvl2pPr>
            <a:lvl3pPr marL="1143000" indent="-228600">
              <a:defRPr sz="3200">
                <a:solidFill>
                  <a:schemeClr val="tx1"/>
                </a:solidFill>
                <a:latin typeface="GE Inspira Pitch" pitchFamily="34" charset="0"/>
              </a:defRPr>
            </a:lvl3pPr>
            <a:lvl4pPr marL="1600200" indent="-228600">
              <a:defRPr sz="3200">
                <a:solidFill>
                  <a:schemeClr val="tx1"/>
                </a:solidFill>
                <a:latin typeface="GE Inspira Pitch" pitchFamily="34" charset="0"/>
              </a:defRPr>
            </a:lvl4pPr>
            <a:lvl5pPr marL="2057400" indent="-228600">
              <a:defRPr sz="3200">
                <a:solidFill>
                  <a:schemeClr val="tx1"/>
                </a:solidFill>
                <a:latin typeface="GE Inspira Pitch" pitchFamily="34" charset="0"/>
              </a:defRPr>
            </a:lvl5pPr>
            <a:lvl6pPr marL="2514600" indent="-228600" eaLnBrk="0" fontAlgn="base" hangingPunct="0">
              <a:spcBef>
                <a:spcPct val="0"/>
              </a:spcBef>
              <a:spcAft>
                <a:spcPct val="0"/>
              </a:spcAft>
              <a:defRPr sz="3200">
                <a:solidFill>
                  <a:schemeClr val="tx1"/>
                </a:solidFill>
                <a:latin typeface="GE Inspira Pitch" pitchFamily="34" charset="0"/>
              </a:defRPr>
            </a:lvl6pPr>
            <a:lvl7pPr marL="2971800" indent="-228600" eaLnBrk="0" fontAlgn="base" hangingPunct="0">
              <a:spcBef>
                <a:spcPct val="0"/>
              </a:spcBef>
              <a:spcAft>
                <a:spcPct val="0"/>
              </a:spcAft>
              <a:defRPr sz="3200">
                <a:solidFill>
                  <a:schemeClr val="tx1"/>
                </a:solidFill>
                <a:latin typeface="GE Inspira Pitch" pitchFamily="34" charset="0"/>
              </a:defRPr>
            </a:lvl7pPr>
            <a:lvl8pPr marL="3429000" indent="-228600" eaLnBrk="0" fontAlgn="base" hangingPunct="0">
              <a:spcBef>
                <a:spcPct val="0"/>
              </a:spcBef>
              <a:spcAft>
                <a:spcPct val="0"/>
              </a:spcAft>
              <a:defRPr sz="3200">
                <a:solidFill>
                  <a:schemeClr val="tx1"/>
                </a:solidFill>
                <a:latin typeface="GE Inspira Pitch" pitchFamily="34" charset="0"/>
              </a:defRPr>
            </a:lvl8pPr>
            <a:lvl9pPr marL="3886200" indent="-228600" eaLnBrk="0" fontAlgn="base" hangingPunct="0">
              <a:spcBef>
                <a:spcPct val="0"/>
              </a:spcBef>
              <a:spcAft>
                <a:spcPct val="0"/>
              </a:spcAft>
              <a:defRPr sz="3200">
                <a:solidFill>
                  <a:schemeClr val="tx1"/>
                </a:solidFill>
                <a:latin typeface="GE Inspira Pitch" pitchFamily="34" charset="0"/>
              </a:defRPr>
            </a:lvl9pPr>
          </a:lstStyle>
          <a:p>
            <a:pPr algn="ctr" eaLnBrk="1" hangingPunct="1"/>
            <a:r>
              <a:rPr lang="en-US" sz="900" b="1" dirty="0">
                <a:solidFill>
                  <a:srgbClr val="FFFFFF"/>
                </a:solidFill>
                <a:latin typeface="Montserrat Light" panose="00000400000000000000" pitchFamily="2" charset="0"/>
              </a:rPr>
              <a:t>Shop Ops Leader</a:t>
            </a:r>
          </a:p>
          <a:p>
            <a:pPr algn="ctr" eaLnBrk="1" hangingPunct="1"/>
            <a:r>
              <a:rPr lang="en-US" sz="900" b="1" dirty="0">
                <a:solidFill>
                  <a:srgbClr val="FFFFFF"/>
                </a:solidFill>
                <a:latin typeface="Montserrat Light" panose="00000400000000000000" pitchFamily="2" charset="0"/>
              </a:rPr>
              <a:t>(Winfield, KS)</a:t>
            </a:r>
          </a:p>
        </p:txBody>
      </p:sp>
      <p:sp>
        <p:nvSpPr>
          <p:cNvPr id="35" name="Text Box 15"/>
          <p:cNvSpPr txBox="1">
            <a:spLocks noChangeArrowheads="1"/>
          </p:cNvSpPr>
          <p:nvPr/>
        </p:nvSpPr>
        <p:spPr bwMode="auto">
          <a:xfrm>
            <a:off x="3879737" y="4049750"/>
            <a:ext cx="1617347" cy="306467"/>
          </a:xfrm>
          <a:prstGeom prst="roundRect">
            <a:avLst/>
          </a:prstGeom>
          <a:solidFill>
            <a:schemeClr val="tx1"/>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bIns="0">
            <a:spAutoFit/>
          </a:bodyPr>
          <a:lstStyle>
            <a:lvl1pPr>
              <a:defRPr sz="3200">
                <a:solidFill>
                  <a:schemeClr val="tx1"/>
                </a:solidFill>
                <a:latin typeface="GE Inspira Pitch" pitchFamily="34" charset="0"/>
              </a:defRPr>
            </a:lvl1pPr>
            <a:lvl2pPr marL="742950" indent="-285750">
              <a:defRPr sz="3200">
                <a:solidFill>
                  <a:schemeClr val="tx1"/>
                </a:solidFill>
                <a:latin typeface="GE Inspira Pitch" pitchFamily="34" charset="0"/>
              </a:defRPr>
            </a:lvl2pPr>
            <a:lvl3pPr marL="1143000" indent="-228600">
              <a:defRPr sz="3200">
                <a:solidFill>
                  <a:schemeClr val="tx1"/>
                </a:solidFill>
                <a:latin typeface="GE Inspira Pitch" pitchFamily="34" charset="0"/>
              </a:defRPr>
            </a:lvl3pPr>
            <a:lvl4pPr marL="1600200" indent="-228600">
              <a:defRPr sz="3200">
                <a:solidFill>
                  <a:schemeClr val="tx1"/>
                </a:solidFill>
                <a:latin typeface="GE Inspira Pitch" pitchFamily="34" charset="0"/>
              </a:defRPr>
            </a:lvl4pPr>
            <a:lvl5pPr marL="2057400" indent="-228600">
              <a:defRPr sz="3200">
                <a:solidFill>
                  <a:schemeClr val="tx1"/>
                </a:solidFill>
                <a:latin typeface="GE Inspira Pitch" pitchFamily="34" charset="0"/>
              </a:defRPr>
            </a:lvl5pPr>
            <a:lvl6pPr marL="2514600" indent="-228600" eaLnBrk="0" fontAlgn="base" hangingPunct="0">
              <a:spcBef>
                <a:spcPct val="0"/>
              </a:spcBef>
              <a:spcAft>
                <a:spcPct val="0"/>
              </a:spcAft>
              <a:defRPr sz="3200">
                <a:solidFill>
                  <a:schemeClr val="tx1"/>
                </a:solidFill>
                <a:latin typeface="GE Inspira Pitch" pitchFamily="34" charset="0"/>
              </a:defRPr>
            </a:lvl6pPr>
            <a:lvl7pPr marL="2971800" indent="-228600" eaLnBrk="0" fontAlgn="base" hangingPunct="0">
              <a:spcBef>
                <a:spcPct val="0"/>
              </a:spcBef>
              <a:spcAft>
                <a:spcPct val="0"/>
              </a:spcAft>
              <a:defRPr sz="3200">
                <a:solidFill>
                  <a:schemeClr val="tx1"/>
                </a:solidFill>
                <a:latin typeface="GE Inspira Pitch" pitchFamily="34" charset="0"/>
              </a:defRPr>
            </a:lvl7pPr>
            <a:lvl8pPr marL="3429000" indent="-228600" eaLnBrk="0" fontAlgn="base" hangingPunct="0">
              <a:spcBef>
                <a:spcPct val="0"/>
              </a:spcBef>
              <a:spcAft>
                <a:spcPct val="0"/>
              </a:spcAft>
              <a:defRPr sz="3200">
                <a:solidFill>
                  <a:schemeClr val="tx1"/>
                </a:solidFill>
                <a:latin typeface="GE Inspira Pitch" pitchFamily="34" charset="0"/>
              </a:defRPr>
            </a:lvl8pPr>
            <a:lvl9pPr marL="3886200" indent="-228600" eaLnBrk="0" fontAlgn="base" hangingPunct="0">
              <a:spcBef>
                <a:spcPct val="0"/>
              </a:spcBef>
              <a:spcAft>
                <a:spcPct val="0"/>
              </a:spcAft>
              <a:defRPr sz="3200">
                <a:solidFill>
                  <a:schemeClr val="tx1"/>
                </a:solidFill>
                <a:latin typeface="GE Inspira Pitch" pitchFamily="34" charset="0"/>
              </a:defRPr>
            </a:lvl9pPr>
          </a:lstStyle>
          <a:p>
            <a:pPr algn="ctr" eaLnBrk="1" hangingPunct="1"/>
            <a:r>
              <a:rPr lang="en-US" sz="900" b="1" dirty="0">
                <a:solidFill>
                  <a:srgbClr val="FFFFFF"/>
                </a:solidFill>
                <a:latin typeface="Montserrat Light" panose="00000400000000000000" pitchFamily="2" charset="0"/>
              </a:rPr>
              <a:t>Lean Leader </a:t>
            </a:r>
            <a:r>
              <a:rPr lang="en-US" sz="900" b="1" dirty="0">
                <a:solidFill>
                  <a:srgbClr val="FF0000"/>
                </a:solidFill>
                <a:latin typeface="Montserrat Light" panose="00000400000000000000" pitchFamily="2" charset="0"/>
              </a:rPr>
              <a:t>- IC</a:t>
            </a:r>
          </a:p>
          <a:p>
            <a:pPr algn="ctr" eaLnBrk="1" hangingPunct="1"/>
            <a:r>
              <a:rPr lang="en-US" sz="900" b="1" dirty="0">
                <a:solidFill>
                  <a:srgbClr val="FFFFFF"/>
                </a:solidFill>
                <a:latin typeface="Montserrat Light" panose="00000400000000000000" pitchFamily="2" charset="0"/>
              </a:rPr>
              <a:t>(Dallas, TX)</a:t>
            </a:r>
          </a:p>
        </p:txBody>
      </p:sp>
      <p:sp>
        <p:nvSpPr>
          <p:cNvPr id="36" name="Text Box 15"/>
          <p:cNvSpPr txBox="1">
            <a:spLocks noChangeArrowheads="1"/>
          </p:cNvSpPr>
          <p:nvPr/>
        </p:nvSpPr>
        <p:spPr bwMode="auto">
          <a:xfrm>
            <a:off x="5576651" y="3258621"/>
            <a:ext cx="1617347" cy="306467"/>
          </a:xfrm>
          <a:prstGeom prst="roundRect">
            <a:avLst/>
          </a:prstGeom>
          <a:solidFill>
            <a:schemeClr val="accent1"/>
          </a:solidFill>
          <a:ln w="9525">
            <a:noFill/>
            <a:miter lim="800000"/>
            <a:headEnd/>
            <a:tailEnd/>
          </a:ln>
          <a:effectLst/>
        </p:spPr>
        <p:txBody>
          <a:bodyPr wrap="square" tIns="0" bIns="0">
            <a:spAutoFit/>
          </a:bodyPr>
          <a:lstStyle>
            <a:lvl1pPr>
              <a:defRPr sz="3200">
                <a:solidFill>
                  <a:schemeClr val="tx1"/>
                </a:solidFill>
                <a:latin typeface="GE Inspira Pitch" pitchFamily="34" charset="0"/>
              </a:defRPr>
            </a:lvl1pPr>
            <a:lvl2pPr marL="742950" indent="-285750">
              <a:defRPr sz="3200">
                <a:solidFill>
                  <a:schemeClr val="tx1"/>
                </a:solidFill>
                <a:latin typeface="GE Inspira Pitch" pitchFamily="34" charset="0"/>
              </a:defRPr>
            </a:lvl2pPr>
            <a:lvl3pPr marL="1143000" indent="-228600">
              <a:defRPr sz="3200">
                <a:solidFill>
                  <a:schemeClr val="tx1"/>
                </a:solidFill>
                <a:latin typeface="GE Inspira Pitch" pitchFamily="34" charset="0"/>
              </a:defRPr>
            </a:lvl3pPr>
            <a:lvl4pPr marL="1600200" indent="-228600">
              <a:defRPr sz="3200">
                <a:solidFill>
                  <a:schemeClr val="tx1"/>
                </a:solidFill>
                <a:latin typeface="GE Inspira Pitch" pitchFamily="34" charset="0"/>
              </a:defRPr>
            </a:lvl4pPr>
            <a:lvl5pPr marL="2057400" indent="-228600">
              <a:defRPr sz="3200">
                <a:solidFill>
                  <a:schemeClr val="tx1"/>
                </a:solidFill>
                <a:latin typeface="GE Inspira Pitch" pitchFamily="34" charset="0"/>
              </a:defRPr>
            </a:lvl5pPr>
            <a:lvl6pPr marL="2514600" indent="-228600" eaLnBrk="0" fontAlgn="base" hangingPunct="0">
              <a:spcBef>
                <a:spcPct val="0"/>
              </a:spcBef>
              <a:spcAft>
                <a:spcPct val="0"/>
              </a:spcAft>
              <a:defRPr sz="3200">
                <a:solidFill>
                  <a:schemeClr val="tx1"/>
                </a:solidFill>
                <a:latin typeface="GE Inspira Pitch" pitchFamily="34" charset="0"/>
              </a:defRPr>
            </a:lvl6pPr>
            <a:lvl7pPr marL="2971800" indent="-228600" eaLnBrk="0" fontAlgn="base" hangingPunct="0">
              <a:spcBef>
                <a:spcPct val="0"/>
              </a:spcBef>
              <a:spcAft>
                <a:spcPct val="0"/>
              </a:spcAft>
              <a:defRPr sz="3200">
                <a:solidFill>
                  <a:schemeClr val="tx1"/>
                </a:solidFill>
                <a:latin typeface="GE Inspira Pitch" pitchFamily="34" charset="0"/>
              </a:defRPr>
            </a:lvl7pPr>
            <a:lvl8pPr marL="3429000" indent="-228600" eaLnBrk="0" fontAlgn="base" hangingPunct="0">
              <a:spcBef>
                <a:spcPct val="0"/>
              </a:spcBef>
              <a:spcAft>
                <a:spcPct val="0"/>
              </a:spcAft>
              <a:defRPr sz="3200">
                <a:solidFill>
                  <a:schemeClr val="tx1"/>
                </a:solidFill>
                <a:latin typeface="GE Inspira Pitch" pitchFamily="34" charset="0"/>
              </a:defRPr>
            </a:lvl8pPr>
            <a:lvl9pPr marL="3886200" indent="-228600" eaLnBrk="0" fontAlgn="base" hangingPunct="0">
              <a:spcBef>
                <a:spcPct val="0"/>
              </a:spcBef>
              <a:spcAft>
                <a:spcPct val="0"/>
              </a:spcAft>
              <a:defRPr sz="3200">
                <a:solidFill>
                  <a:schemeClr val="tx1"/>
                </a:solidFill>
                <a:latin typeface="GE Inspira Pitch" pitchFamily="34" charset="0"/>
              </a:defRPr>
            </a:lvl9pPr>
          </a:lstStyle>
          <a:p>
            <a:pPr algn="ctr" eaLnBrk="1" hangingPunct="1"/>
            <a:r>
              <a:rPr lang="en-US" sz="900" b="1" dirty="0">
                <a:solidFill>
                  <a:srgbClr val="FFFFFF"/>
                </a:solidFill>
                <a:latin typeface="Montserrat Light" panose="00000400000000000000" pitchFamily="2" charset="0"/>
              </a:rPr>
              <a:t>Shop Operations Leader</a:t>
            </a:r>
          </a:p>
          <a:p>
            <a:pPr algn="ctr" eaLnBrk="1" hangingPunct="1"/>
            <a:r>
              <a:rPr lang="en-US" sz="900" b="1" dirty="0">
                <a:solidFill>
                  <a:srgbClr val="FFFFFF"/>
                </a:solidFill>
                <a:latin typeface="Montserrat Light" panose="00000400000000000000" pitchFamily="2" charset="0"/>
              </a:rPr>
              <a:t>(Houston TX) GE Energy</a:t>
            </a:r>
          </a:p>
        </p:txBody>
      </p:sp>
      <p:sp>
        <p:nvSpPr>
          <p:cNvPr id="37" name="Text Box 15"/>
          <p:cNvSpPr txBox="1">
            <a:spLocks noChangeArrowheads="1"/>
          </p:cNvSpPr>
          <p:nvPr/>
        </p:nvSpPr>
        <p:spPr bwMode="auto">
          <a:xfrm>
            <a:off x="7264773" y="2924079"/>
            <a:ext cx="1617347" cy="306467"/>
          </a:xfrm>
          <a:prstGeom prst="roundRect">
            <a:avLst/>
          </a:prstGeom>
          <a:solidFill>
            <a:schemeClr val="accent1"/>
          </a:solidFill>
          <a:ln w="9525">
            <a:noFill/>
            <a:miter lim="800000"/>
            <a:headEnd/>
            <a:tailEnd/>
          </a:ln>
          <a:effectLst/>
        </p:spPr>
        <p:txBody>
          <a:bodyPr wrap="square" tIns="0" bIns="0">
            <a:spAutoFit/>
          </a:bodyPr>
          <a:lstStyle>
            <a:lvl1pPr>
              <a:defRPr sz="3200">
                <a:solidFill>
                  <a:schemeClr val="tx1"/>
                </a:solidFill>
                <a:latin typeface="GE Inspira Pitch" pitchFamily="34" charset="0"/>
              </a:defRPr>
            </a:lvl1pPr>
            <a:lvl2pPr marL="742950" indent="-285750">
              <a:defRPr sz="3200">
                <a:solidFill>
                  <a:schemeClr val="tx1"/>
                </a:solidFill>
                <a:latin typeface="GE Inspira Pitch" pitchFamily="34" charset="0"/>
              </a:defRPr>
            </a:lvl2pPr>
            <a:lvl3pPr marL="1143000" indent="-228600">
              <a:defRPr sz="3200">
                <a:solidFill>
                  <a:schemeClr val="tx1"/>
                </a:solidFill>
                <a:latin typeface="GE Inspira Pitch" pitchFamily="34" charset="0"/>
              </a:defRPr>
            </a:lvl3pPr>
            <a:lvl4pPr marL="1600200" indent="-228600">
              <a:defRPr sz="3200">
                <a:solidFill>
                  <a:schemeClr val="tx1"/>
                </a:solidFill>
                <a:latin typeface="GE Inspira Pitch" pitchFamily="34" charset="0"/>
              </a:defRPr>
            </a:lvl4pPr>
            <a:lvl5pPr marL="2057400" indent="-228600">
              <a:defRPr sz="3200">
                <a:solidFill>
                  <a:schemeClr val="tx1"/>
                </a:solidFill>
                <a:latin typeface="GE Inspira Pitch" pitchFamily="34" charset="0"/>
              </a:defRPr>
            </a:lvl5pPr>
            <a:lvl6pPr marL="2514600" indent="-228600" eaLnBrk="0" fontAlgn="base" hangingPunct="0">
              <a:spcBef>
                <a:spcPct val="0"/>
              </a:spcBef>
              <a:spcAft>
                <a:spcPct val="0"/>
              </a:spcAft>
              <a:defRPr sz="3200">
                <a:solidFill>
                  <a:schemeClr val="tx1"/>
                </a:solidFill>
                <a:latin typeface="GE Inspira Pitch" pitchFamily="34" charset="0"/>
              </a:defRPr>
            </a:lvl6pPr>
            <a:lvl7pPr marL="2971800" indent="-228600" eaLnBrk="0" fontAlgn="base" hangingPunct="0">
              <a:spcBef>
                <a:spcPct val="0"/>
              </a:spcBef>
              <a:spcAft>
                <a:spcPct val="0"/>
              </a:spcAft>
              <a:defRPr sz="3200">
                <a:solidFill>
                  <a:schemeClr val="tx1"/>
                </a:solidFill>
                <a:latin typeface="GE Inspira Pitch" pitchFamily="34" charset="0"/>
              </a:defRPr>
            </a:lvl7pPr>
            <a:lvl8pPr marL="3429000" indent="-228600" eaLnBrk="0" fontAlgn="base" hangingPunct="0">
              <a:spcBef>
                <a:spcPct val="0"/>
              </a:spcBef>
              <a:spcAft>
                <a:spcPct val="0"/>
              </a:spcAft>
              <a:defRPr sz="3200">
                <a:solidFill>
                  <a:schemeClr val="tx1"/>
                </a:solidFill>
                <a:latin typeface="GE Inspira Pitch" pitchFamily="34" charset="0"/>
              </a:defRPr>
            </a:lvl8pPr>
            <a:lvl9pPr marL="3886200" indent="-228600" eaLnBrk="0" fontAlgn="base" hangingPunct="0">
              <a:spcBef>
                <a:spcPct val="0"/>
              </a:spcBef>
              <a:spcAft>
                <a:spcPct val="0"/>
              </a:spcAft>
              <a:defRPr sz="3200">
                <a:solidFill>
                  <a:schemeClr val="tx1"/>
                </a:solidFill>
                <a:latin typeface="GE Inspira Pitch" pitchFamily="34" charset="0"/>
              </a:defRPr>
            </a:lvl9pPr>
          </a:lstStyle>
          <a:p>
            <a:pPr algn="ctr" eaLnBrk="1" hangingPunct="1"/>
            <a:r>
              <a:rPr lang="en-US" sz="900" b="1" dirty="0">
                <a:solidFill>
                  <a:srgbClr val="FFFFFF"/>
                </a:solidFill>
                <a:latin typeface="Montserrat Light" panose="00000400000000000000" pitchFamily="2" charset="0"/>
              </a:rPr>
              <a:t>ES Quality Leader</a:t>
            </a:r>
          </a:p>
          <a:p>
            <a:pPr algn="ctr" eaLnBrk="1" hangingPunct="1"/>
            <a:r>
              <a:rPr lang="en-US" sz="900" b="1" dirty="0">
                <a:solidFill>
                  <a:srgbClr val="FFFFFF"/>
                </a:solidFill>
                <a:latin typeface="Montserrat Light" panose="00000400000000000000" pitchFamily="2" charset="0"/>
              </a:rPr>
              <a:t>(Atlanta, GA) GE Energy</a:t>
            </a:r>
          </a:p>
        </p:txBody>
      </p:sp>
      <p:sp>
        <p:nvSpPr>
          <p:cNvPr id="38" name="Text Box 15"/>
          <p:cNvSpPr txBox="1">
            <a:spLocks noChangeArrowheads="1"/>
          </p:cNvSpPr>
          <p:nvPr/>
        </p:nvSpPr>
        <p:spPr bwMode="auto">
          <a:xfrm>
            <a:off x="7264772" y="2546009"/>
            <a:ext cx="1617347" cy="306467"/>
          </a:xfrm>
          <a:prstGeom prst="roundRect">
            <a:avLst/>
          </a:prstGeom>
          <a:solidFill>
            <a:schemeClr val="accent1"/>
          </a:solidFill>
          <a:ln w="9525">
            <a:noFill/>
            <a:miter lim="800000"/>
            <a:headEnd/>
            <a:tailEnd/>
          </a:ln>
          <a:effectLst/>
        </p:spPr>
        <p:txBody>
          <a:bodyPr wrap="square" tIns="0" bIns="0">
            <a:spAutoFit/>
          </a:bodyPr>
          <a:lstStyle>
            <a:lvl1pPr>
              <a:defRPr sz="3200">
                <a:solidFill>
                  <a:schemeClr val="tx1"/>
                </a:solidFill>
                <a:latin typeface="GE Inspira Pitch" pitchFamily="34" charset="0"/>
              </a:defRPr>
            </a:lvl1pPr>
            <a:lvl2pPr marL="742950" indent="-285750">
              <a:defRPr sz="3200">
                <a:solidFill>
                  <a:schemeClr val="tx1"/>
                </a:solidFill>
                <a:latin typeface="GE Inspira Pitch" pitchFamily="34" charset="0"/>
              </a:defRPr>
            </a:lvl2pPr>
            <a:lvl3pPr marL="1143000" indent="-228600">
              <a:defRPr sz="3200">
                <a:solidFill>
                  <a:schemeClr val="tx1"/>
                </a:solidFill>
                <a:latin typeface="GE Inspira Pitch" pitchFamily="34" charset="0"/>
              </a:defRPr>
            </a:lvl3pPr>
            <a:lvl4pPr marL="1600200" indent="-228600">
              <a:defRPr sz="3200">
                <a:solidFill>
                  <a:schemeClr val="tx1"/>
                </a:solidFill>
                <a:latin typeface="GE Inspira Pitch" pitchFamily="34" charset="0"/>
              </a:defRPr>
            </a:lvl4pPr>
            <a:lvl5pPr marL="2057400" indent="-228600">
              <a:defRPr sz="3200">
                <a:solidFill>
                  <a:schemeClr val="tx1"/>
                </a:solidFill>
                <a:latin typeface="GE Inspira Pitch" pitchFamily="34" charset="0"/>
              </a:defRPr>
            </a:lvl5pPr>
            <a:lvl6pPr marL="2514600" indent="-228600" eaLnBrk="0" fontAlgn="base" hangingPunct="0">
              <a:spcBef>
                <a:spcPct val="0"/>
              </a:spcBef>
              <a:spcAft>
                <a:spcPct val="0"/>
              </a:spcAft>
              <a:defRPr sz="3200">
                <a:solidFill>
                  <a:schemeClr val="tx1"/>
                </a:solidFill>
                <a:latin typeface="GE Inspira Pitch" pitchFamily="34" charset="0"/>
              </a:defRPr>
            </a:lvl6pPr>
            <a:lvl7pPr marL="2971800" indent="-228600" eaLnBrk="0" fontAlgn="base" hangingPunct="0">
              <a:spcBef>
                <a:spcPct val="0"/>
              </a:spcBef>
              <a:spcAft>
                <a:spcPct val="0"/>
              </a:spcAft>
              <a:defRPr sz="3200">
                <a:solidFill>
                  <a:schemeClr val="tx1"/>
                </a:solidFill>
                <a:latin typeface="GE Inspira Pitch" pitchFamily="34" charset="0"/>
              </a:defRPr>
            </a:lvl7pPr>
            <a:lvl8pPr marL="3429000" indent="-228600" eaLnBrk="0" fontAlgn="base" hangingPunct="0">
              <a:spcBef>
                <a:spcPct val="0"/>
              </a:spcBef>
              <a:spcAft>
                <a:spcPct val="0"/>
              </a:spcAft>
              <a:defRPr sz="3200">
                <a:solidFill>
                  <a:schemeClr val="tx1"/>
                </a:solidFill>
                <a:latin typeface="GE Inspira Pitch" pitchFamily="34" charset="0"/>
              </a:defRPr>
            </a:lvl8pPr>
            <a:lvl9pPr marL="3886200" indent="-228600" eaLnBrk="0" fontAlgn="base" hangingPunct="0">
              <a:spcBef>
                <a:spcPct val="0"/>
              </a:spcBef>
              <a:spcAft>
                <a:spcPct val="0"/>
              </a:spcAft>
              <a:defRPr sz="3200">
                <a:solidFill>
                  <a:schemeClr val="tx1"/>
                </a:solidFill>
                <a:latin typeface="GE Inspira Pitch" pitchFamily="34" charset="0"/>
              </a:defRPr>
            </a:lvl9pPr>
          </a:lstStyle>
          <a:p>
            <a:pPr algn="ctr" eaLnBrk="1" hangingPunct="1"/>
            <a:r>
              <a:rPr lang="en-US" sz="900" b="1" dirty="0">
                <a:solidFill>
                  <a:srgbClr val="FFFFFF"/>
                </a:solidFill>
                <a:latin typeface="Montserrat Light" panose="00000400000000000000" pitchFamily="2" charset="0"/>
              </a:rPr>
              <a:t>GM Global Ops Americas</a:t>
            </a:r>
          </a:p>
          <a:p>
            <a:pPr algn="ctr" eaLnBrk="1" hangingPunct="1"/>
            <a:r>
              <a:rPr lang="en-US" sz="900" b="1" dirty="0">
                <a:solidFill>
                  <a:srgbClr val="FFFFFF"/>
                </a:solidFill>
                <a:latin typeface="Montserrat Light" panose="00000400000000000000" pitchFamily="2" charset="0"/>
              </a:rPr>
              <a:t>(Atlanta, GA) GE Energy</a:t>
            </a:r>
          </a:p>
        </p:txBody>
      </p:sp>
      <p:sp>
        <p:nvSpPr>
          <p:cNvPr id="45" name="Text Box 15"/>
          <p:cNvSpPr txBox="1">
            <a:spLocks noChangeArrowheads="1"/>
          </p:cNvSpPr>
          <p:nvPr/>
        </p:nvSpPr>
        <p:spPr bwMode="auto">
          <a:xfrm>
            <a:off x="7264772" y="2167939"/>
            <a:ext cx="1617347" cy="306467"/>
          </a:xfrm>
          <a:prstGeom prst="roundRect">
            <a:avLst/>
          </a:prstGeom>
          <a:solidFill>
            <a:schemeClr val="accent1"/>
          </a:solidFill>
          <a:ln w="9525">
            <a:noFill/>
            <a:miter lim="800000"/>
            <a:headEnd/>
            <a:tailEnd/>
          </a:ln>
          <a:effectLst/>
        </p:spPr>
        <p:txBody>
          <a:bodyPr wrap="square" tIns="0" bIns="0">
            <a:spAutoFit/>
          </a:bodyPr>
          <a:lstStyle>
            <a:defPPr>
              <a:defRPr lang="en-US"/>
            </a:defPPr>
            <a:lvl1pPr algn="ctr" eaLnBrk="1" hangingPunct="1">
              <a:defRPr sz="1100" b="1">
                <a:solidFill>
                  <a:srgbClr val="FFFFFF"/>
                </a:solidFill>
                <a:latin typeface="GE Inspira Pitch"/>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sz="900" dirty="0">
                <a:latin typeface="Montserrat Light" panose="00000400000000000000" pitchFamily="2" charset="0"/>
              </a:rPr>
              <a:t>GM Repairs Americas</a:t>
            </a:r>
          </a:p>
          <a:p>
            <a:r>
              <a:rPr lang="en-US" sz="900" dirty="0">
                <a:latin typeface="Montserrat Light" panose="00000400000000000000" pitchFamily="2" charset="0"/>
              </a:rPr>
              <a:t>(Atlanta, GA) PGS</a:t>
            </a:r>
          </a:p>
        </p:txBody>
      </p:sp>
      <p:sp>
        <p:nvSpPr>
          <p:cNvPr id="42" name="Text Box 15"/>
          <p:cNvSpPr txBox="1">
            <a:spLocks noChangeArrowheads="1"/>
          </p:cNvSpPr>
          <p:nvPr/>
        </p:nvSpPr>
        <p:spPr bwMode="auto">
          <a:xfrm>
            <a:off x="8945042" y="1861472"/>
            <a:ext cx="1617347" cy="306467"/>
          </a:xfrm>
          <a:prstGeom prst="roundRect">
            <a:avLst/>
          </a:prstGeom>
          <a:solidFill>
            <a:schemeClr val="accent1"/>
          </a:solidFill>
          <a:ln w="9525">
            <a:noFill/>
            <a:miter lim="800000"/>
            <a:headEnd/>
            <a:tailEnd/>
          </a:ln>
          <a:effectLst/>
        </p:spPr>
        <p:txBody>
          <a:bodyPr wrap="square" tIns="0" bIns="0">
            <a:spAutoFit/>
          </a:bodyPr>
          <a:lstStyle>
            <a:defPPr>
              <a:defRPr lang="en-US"/>
            </a:defPPr>
            <a:lvl1pPr algn="ctr">
              <a:defRPr sz="1100" b="1">
                <a:solidFill>
                  <a:srgbClr val="FFFFFF"/>
                </a:solidFill>
                <a:latin typeface="GE Inspira Pitch"/>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sz="900" dirty="0">
                <a:latin typeface="Montserrat Light" panose="00000400000000000000" pitchFamily="2" charset="0"/>
              </a:rPr>
              <a:t>GM </a:t>
            </a:r>
          </a:p>
          <a:p>
            <a:r>
              <a:rPr lang="en-US" sz="900" dirty="0">
                <a:latin typeface="Montserrat Light" panose="00000400000000000000" pitchFamily="2" charset="0"/>
              </a:rPr>
              <a:t>Global Repairs Solutions </a:t>
            </a:r>
          </a:p>
        </p:txBody>
      </p:sp>
      <p:sp>
        <p:nvSpPr>
          <p:cNvPr id="51" name="Text Box 15">
            <a:extLst>
              <a:ext uri="{FF2B5EF4-FFF2-40B4-BE49-F238E27FC236}">
                <a16:creationId xmlns:a16="http://schemas.microsoft.com/office/drawing/2014/main" id="{DD8521B2-BD6A-4DB1-853A-9C9C48589BF0}"/>
              </a:ext>
            </a:extLst>
          </p:cNvPr>
          <p:cNvSpPr txBox="1">
            <a:spLocks noChangeArrowheads="1"/>
          </p:cNvSpPr>
          <p:nvPr/>
        </p:nvSpPr>
        <p:spPr bwMode="auto">
          <a:xfrm>
            <a:off x="8945041" y="1483402"/>
            <a:ext cx="1617347" cy="306467"/>
          </a:xfrm>
          <a:prstGeom prst="roundRect">
            <a:avLst/>
          </a:prstGeom>
          <a:solidFill>
            <a:schemeClr val="accent1"/>
          </a:solidFill>
          <a:ln w="9525">
            <a:noFill/>
            <a:miter lim="800000"/>
            <a:headEnd/>
            <a:tailEnd/>
          </a:ln>
          <a:effectLst/>
        </p:spPr>
        <p:txBody>
          <a:bodyPr wrap="square" tIns="0" bIns="0">
            <a:spAutoFit/>
          </a:bodyPr>
          <a:lstStyle>
            <a:defPPr>
              <a:defRPr lang="en-US"/>
            </a:defPPr>
            <a:lvl1pPr algn="ctr">
              <a:defRPr sz="900" b="1">
                <a:solidFill>
                  <a:srgbClr val="FFFFFF"/>
                </a:solidFill>
                <a:latin typeface="GE Inspira Pitch"/>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dirty="0">
                <a:latin typeface="Montserrat Light" panose="00000400000000000000" pitchFamily="2" charset="0"/>
              </a:rPr>
              <a:t>GM Power Services</a:t>
            </a:r>
          </a:p>
          <a:p>
            <a:r>
              <a:rPr lang="en-US" dirty="0">
                <a:latin typeface="Montserrat Light" panose="00000400000000000000" pitchFamily="2" charset="0"/>
              </a:rPr>
              <a:t>Asia Pacific </a:t>
            </a:r>
          </a:p>
        </p:txBody>
      </p:sp>
      <p:sp>
        <p:nvSpPr>
          <p:cNvPr id="50" name="Text Box 15">
            <a:extLst>
              <a:ext uri="{FF2B5EF4-FFF2-40B4-BE49-F238E27FC236}">
                <a16:creationId xmlns:a16="http://schemas.microsoft.com/office/drawing/2014/main" id="{F5DCE3E9-6005-4503-90AF-5ED1D1FE4ED7}"/>
              </a:ext>
            </a:extLst>
          </p:cNvPr>
          <p:cNvSpPr txBox="1">
            <a:spLocks noChangeArrowheads="1"/>
          </p:cNvSpPr>
          <p:nvPr/>
        </p:nvSpPr>
        <p:spPr bwMode="auto">
          <a:xfrm>
            <a:off x="8945040" y="1105332"/>
            <a:ext cx="1617347" cy="306467"/>
          </a:xfrm>
          <a:prstGeom prst="roundRect">
            <a:avLst/>
          </a:prstGeom>
          <a:solidFill>
            <a:schemeClr val="accent1"/>
          </a:solidFill>
          <a:ln w="9525">
            <a:noFill/>
            <a:miter lim="800000"/>
            <a:headEnd/>
            <a:tailEnd/>
          </a:ln>
          <a:effectLst/>
        </p:spPr>
        <p:txBody>
          <a:bodyPr wrap="square" tIns="0" bIns="0">
            <a:spAutoFit/>
          </a:bodyPr>
          <a:lstStyle>
            <a:defPPr>
              <a:defRPr lang="en-US"/>
            </a:defPPr>
            <a:lvl1pPr algn="ctr">
              <a:defRPr sz="900" b="1">
                <a:solidFill>
                  <a:srgbClr val="FFFFFF"/>
                </a:solidFill>
                <a:latin typeface="GE Inspira Pitch"/>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dirty="0">
                <a:latin typeface="Montserrat Light" panose="00000400000000000000" pitchFamily="2" charset="0"/>
              </a:rPr>
              <a:t>GM ITR</a:t>
            </a:r>
          </a:p>
          <a:p>
            <a:r>
              <a:rPr lang="en-US" dirty="0">
                <a:latin typeface="Montserrat Light" panose="00000400000000000000" pitchFamily="2" charset="0"/>
              </a:rPr>
              <a:t>Asia Pacific &amp; SEA </a:t>
            </a:r>
          </a:p>
        </p:txBody>
      </p:sp>
      <p:sp>
        <p:nvSpPr>
          <p:cNvPr id="53" name="TextBox 52">
            <a:extLst>
              <a:ext uri="{FF2B5EF4-FFF2-40B4-BE49-F238E27FC236}">
                <a16:creationId xmlns:a16="http://schemas.microsoft.com/office/drawing/2014/main" id="{0C737A86-0016-4689-9705-E92D8C9900A8}"/>
              </a:ext>
            </a:extLst>
          </p:cNvPr>
          <p:cNvSpPr txBox="1"/>
          <p:nvPr/>
        </p:nvSpPr>
        <p:spPr>
          <a:xfrm>
            <a:off x="9182432" y="2581177"/>
            <a:ext cx="402354" cy="215444"/>
          </a:xfrm>
          <a:prstGeom prst="rect">
            <a:avLst/>
          </a:prstGeom>
          <a:noFill/>
        </p:spPr>
        <p:txBody>
          <a:bodyPr wrap="none" lIns="0" tIns="0" rIns="0" bIns="0" rtlCol="0">
            <a:spAutoFit/>
          </a:bodyPr>
          <a:lstStyle/>
          <a:p>
            <a:r>
              <a:rPr lang="en-US" sz="1400" dirty="0">
                <a:solidFill>
                  <a:schemeClr val="accent2"/>
                </a:solidFill>
                <a:latin typeface="Montserrat Light" panose="00000400000000000000" pitchFamily="2" charset="0"/>
              </a:rPr>
              <a:t>7 yrs</a:t>
            </a:r>
          </a:p>
        </p:txBody>
      </p:sp>
      <p:sp>
        <p:nvSpPr>
          <p:cNvPr id="62" name="TextBox 61">
            <a:extLst>
              <a:ext uri="{FF2B5EF4-FFF2-40B4-BE49-F238E27FC236}">
                <a16:creationId xmlns:a16="http://schemas.microsoft.com/office/drawing/2014/main" id="{A84D5074-8083-4501-88B4-3E22DA4F9FB4}"/>
              </a:ext>
            </a:extLst>
          </p:cNvPr>
          <p:cNvSpPr txBox="1"/>
          <p:nvPr/>
        </p:nvSpPr>
        <p:spPr>
          <a:xfrm>
            <a:off x="10885742" y="1155913"/>
            <a:ext cx="527388" cy="215444"/>
          </a:xfrm>
          <a:prstGeom prst="rect">
            <a:avLst/>
          </a:prstGeom>
          <a:noFill/>
        </p:spPr>
        <p:txBody>
          <a:bodyPr wrap="none" lIns="0" tIns="0" rIns="0" bIns="0" rtlCol="0">
            <a:spAutoFit/>
          </a:bodyPr>
          <a:lstStyle/>
          <a:p>
            <a:r>
              <a:rPr lang="en-US" sz="1400" dirty="0">
                <a:solidFill>
                  <a:schemeClr val="accent2"/>
                </a:solidFill>
                <a:latin typeface="Montserrat Light" panose="00000400000000000000" pitchFamily="2" charset="0"/>
              </a:rPr>
              <a:t> 10 yrs</a:t>
            </a:r>
          </a:p>
        </p:txBody>
      </p:sp>
      <p:sp>
        <p:nvSpPr>
          <p:cNvPr id="9" name="Right Brace 8">
            <a:extLst>
              <a:ext uri="{FF2B5EF4-FFF2-40B4-BE49-F238E27FC236}">
                <a16:creationId xmlns:a16="http://schemas.microsoft.com/office/drawing/2014/main" id="{853873AB-4621-4224-A8F0-E63415BDC23B}"/>
              </a:ext>
            </a:extLst>
          </p:cNvPr>
          <p:cNvSpPr/>
          <p:nvPr/>
        </p:nvSpPr>
        <p:spPr>
          <a:xfrm>
            <a:off x="10629900" y="444845"/>
            <a:ext cx="219808" cy="162134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ontserrat Light" panose="00000400000000000000" pitchFamily="2" charset="0"/>
            </a:endParaRPr>
          </a:p>
        </p:txBody>
      </p:sp>
      <p:sp>
        <p:nvSpPr>
          <p:cNvPr id="63" name="Right Brace 62">
            <a:extLst>
              <a:ext uri="{FF2B5EF4-FFF2-40B4-BE49-F238E27FC236}">
                <a16:creationId xmlns:a16="http://schemas.microsoft.com/office/drawing/2014/main" id="{C70D4A6B-29F2-4AE7-8D93-F83ECBB9BBCA}"/>
              </a:ext>
            </a:extLst>
          </p:cNvPr>
          <p:cNvSpPr/>
          <p:nvPr/>
        </p:nvSpPr>
        <p:spPr>
          <a:xfrm>
            <a:off x="8922371" y="2248334"/>
            <a:ext cx="219808" cy="87043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ontserrat Light" panose="00000400000000000000" pitchFamily="2" charset="0"/>
            </a:endParaRPr>
          </a:p>
        </p:txBody>
      </p:sp>
      <p:sp>
        <p:nvSpPr>
          <p:cNvPr id="65" name="TextBox 64">
            <a:extLst>
              <a:ext uri="{FF2B5EF4-FFF2-40B4-BE49-F238E27FC236}">
                <a16:creationId xmlns:a16="http://schemas.microsoft.com/office/drawing/2014/main" id="{A747271E-0E90-4E9A-A40C-ECA02DCAEC94}"/>
              </a:ext>
            </a:extLst>
          </p:cNvPr>
          <p:cNvSpPr txBox="1"/>
          <p:nvPr/>
        </p:nvSpPr>
        <p:spPr>
          <a:xfrm>
            <a:off x="7788257" y="3900951"/>
            <a:ext cx="426399" cy="215444"/>
          </a:xfrm>
          <a:prstGeom prst="rect">
            <a:avLst/>
          </a:prstGeom>
          <a:noFill/>
        </p:spPr>
        <p:txBody>
          <a:bodyPr wrap="none" lIns="0" tIns="0" rIns="0" bIns="0" rtlCol="0">
            <a:spAutoFit/>
          </a:bodyPr>
          <a:lstStyle/>
          <a:p>
            <a:r>
              <a:rPr lang="en-US" sz="1400" dirty="0">
                <a:solidFill>
                  <a:schemeClr val="accent2"/>
                </a:solidFill>
                <a:latin typeface="Montserrat Light" panose="00000400000000000000" pitchFamily="2" charset="0"/>
              </a:rPr>
              <a:t>11 </a:t>
            </a:r>
            <a:r>
              <a:rPr lang="en-US" sz="1400" dirty="0" err="1">
                <a:solidFill>
                  <a:schemeClr val="accent2"/>
                </a:solidFill>
                <a:latin typeface="Montserrat Light" panose="00000400000000000000" pitchFamily="2" charset="0"/>
              </a:rPr>
              <a:t>yrs</a:t>
            </a:r>
            <a:endParaRPr lang="en-US" sz="1400" dirty="0">
              <a:solidFill>
                <a:schemeClr val="accent2"/>
              </a:solidFill>
              <a:latin typeface="Montserrat Light" panose="00000400000000000000" pitchFamily="2" charset="0"/>
            </a:endParaRPr>
          </a:p>
        </p:txBody>
      </p:sp>
      <p:sp>
        <p:nvSpPr>
          <p:cNvPr id="67" name="Right Brace 66">
            <a:extLst>
              <a:ext uri="{FF2B5EF4-FFF2-40B4-BE49-F238E27FC236}">
                <a16:creationId xmlns:a16="http://schemas.microsoft.com/office/drawing/2014/main" id="{69D6FC05-1FD1-4D8D-A987-C518B9439A99}"/>
              </a:ext>
            </a:extLst>
          </p:cNvPr>
          <p:cNvSpPr/>
          <p:nvPr/>
        </p:nvSpPr>
        <p:spPr>
          <a:xfrm>
            <a:off x="7546126" y="3257745"/>
            <a:ext cx="219808" cy="149946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ontserrat Light" panose="00000400000000000000" pitchFamily="2" charset="0"/>
            </a:endParaRPr>
          </a:p>
        </p:txBody>
      </p:sp>
      <p:sp>
        <p:nvSpPr>
          <p:cNvPr id="68" name="Right Brace 67">
            <a:extLst>
              <a:ext uri="{FF2B5EF4-FFF2-40B4-BE49-F238E27FC236}">
                <a16:creationId xmlns:a16="http://schemas.microsoft.com/office/drawing/2014/main" id="{912FF707-552A-42F5-8134-F25228793014}"/>
              </a:ext>
            </a:extLst>
          </p:cNvPr>
          <p:cNvSpPr/>
          <p:nvPr/>
        </p:nvSpPr>
        <p:spPr>
          <a:xfrm>
            <a:off x="3769833" y="4832835"/>
            <a:ext cx="219808" cy="13217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ontserrat Light" panose="00000400000000000000" pitchFamily="2" charset="0"/>
            </a:endParaRPr>
          </a:p>
        </p:txBody>
      </p:sp>
      <p:sp>
        <p:nvSpPr>
          <p:cNvPr id="69" name="TextBox 68">
            <a:extLst>
              <a:ext uri="{FF2B5EF4-FFF2-40B4-BE49-F238E27FC236}">
                <a16:creationId xmlns:a16="http://schemas.microsoft.com/office/drawing/2014/main" id="{91D01D7D-2305-4ED9-9F6B-A59DC493E729}"/>
              </a:ext>
            </a:extLst>
          </p:cNvPr>
          <p:cNvSpPr txBox="1"/>
          <p:nvPr/>
        </p:nvSpPr>
        <p:spPr>
          <a:xfrm>
            <a:off x="4027114" y="5386003"/>
            <a:ext cx="426399" cy="215444"/>
          </a:xfrm>
          <a:prstGeom prst="rect">
            <a:avLst/>
          </a:prstGeom>
          <a:noFill/>
        </p:spPr>
        <p:txBody>
          <a:bodyPr wrap="none" lIns="0" tIns="0" rIns="0" bIns="0" rtlCol="0">
            <a:spAutoFit/>
          </a:bodyPr>
          <a:lstStyle/>
          <a:p>
            <a:r>
              <a:rPr lang="en-US" sz="1400" dirty="0">
                <a:solidFill>
                  <a:schemeClr val="accent2"/>
                </a:solidFill>
                <a:latin typeface="Montserrat Light" panose="00000400000000000000" pitchFamily="2" charset="0"/>
              </a:rPr>
              <a:t>11 </a:t>
            </a:r>
            <a:r>
              <a:rPr lang="en-US" sz="1400" dirty="0" err="1">
                <a:solidFill>
                  <a:schemeClr val="accent2"/>
                </a:solidFill>
                <a:latin typeface="Montserrat Light" panose="00000400000000000000" pitchFamily="2" charset="0"/>
              </a:rPr>
              <a:t>yrs</a:t>
            </a:r>
            <a:endParaRPr lang="en-US" sz="1400" dirty="0">
              <a:solidFill>
                <a:schemeClr val="accent2"/>
              </a:solidFill>
              <a:latin typeface="Montserrat Light" panose="00000400000000000000" pitchFamily="2" charset="0"/>
            </a:endParaRPr>
          </a:p>
        </p:txBody>
      </p:sp>
      <p:sp>
        <p:nvSpPr>
          <p:cNvPr id="29" name="Rectangle 3">
            <a:extLst>
              <a:ext uri="{FF2B5EF4-FFF2-40B4-BE49-F238E27FC236}">
                <a16:creationId xmlns:a16="http://schemas.microsoft.com/office/drawing/2014/main" id="{450119E8-F86F-4E77-B8BF-3029B5FB7CFE}"/>
              </a:ext>
            </a:extLst>
          </p:cNvPr>
          <p:cNvSpPr>
            <a:spLocks noChangeArrowheads="1"/>
          </p:cNvSpPr>
          <p:nvPr/>
        </p:nvSpPr>
        <p:spPr bwMode="auto">
          <a:xfrm>
            <a:off x="8495624" y="4449264"/>
            <a:ext cx="2079625"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ctr"/>
            <a:r>
              <a:rPr lang="en-US" i="1" dirty="0">
                <a:solidFill>
                  <a:srgbClr val="1E4191"/>
                </a:solidFill>
                <a:latin typeface="Montserrat Light" panose="00000400000000000000" pitchFamily="2" charset="0"/>
              </a:rPr>
              <a:t>Jim Vono</a:t>
            </a:r>
          </a:p>
        </p:txBody>
      </p:sp>
      <p:cxnSp>
        <p:nvCxnSpPr>
          <p:cNvPr id="3" name="Straight Connector 2">
            <a:extLst>
              <a:ext uri="{FF2B5EF4-FFF2-40B4-BE49-F238E27FC236}">
                <a16:creationId xmlns:a16="http://schemas.microsoft.com/office/drawing/2014/main" id="{896E3963-6184-412B-A18F-1ACBCA2DE18E}"/>
              </a:ext>
            </a:extLst>
          </p:cNvPr>
          <p:cNvCxnSpPr>
            <a:cxnSpLocks/>
          </p:cNvCxnSpPr>
          <p:nvPr/>
        </p:nvCxnSpPr>
        <p:spPr>
          <a:xfrm>
            <a:off x="443644" y="3608704"/>
            <a:ext cx="11118241" cy="0"/>
          </a:xfrm>
          <a:prstGeom prst="line">
            <a:avLst/>
          </a:prstGeom>
          <a:ln w="19050">
            <a:solidFill>
              <a:schemeClr val="tx1"/>
            </a:solidFill>
            <a:prstDash val="dash"/>
          </a:ln>
          <a:effectLst>
            <a:outerShdw blurRad="50800" dist="38100" dir="16200000"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 name="Arrow: Down 4">
            <a:extLst>
              <a:ext uri="{FF2B5EF4-FFF2-40B4-BE49-F238E27FC236}">
                <a16:creationId xmlns:a16="http://schemas.microsoft.com/office/drawing/2014/main" id="{CD060049-B328-41D7-9790-A197C4EEFB53}"/>
              </a:ext>
            </a:extLst>
          </p:cNvPr>
          <p:cNvSpPr/>
          <p:nvPr/>
        </p:nvSpPr>
        <p:spPr>
          <a:xfrm>
            <a:off x="11208099" y="3600256"/>
            <a:ext cx="813887" cy="2425803"/>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ontserrat Light" panose="00000400000000000000" pitchFamily="2" charset="0"/>
            </a:endParaRPr>
          </a:p>
        </p:txBody>
      </p:sp>
      <p:sp>
        <p:nvSpPr>
          <p:cNvPr id="39" name="Arrow: Down 38">
            <a:extLst>
              <a:ext uri="{FF2B5EF4-FFF2-40B4-BE49-F238E27FC236}">
                <a16:creationId xmlns:a16="http://schemas.microsoft.com/office/drawing/2014/main" id="{E971B86F-299C-4EE3-8264-57F772B963FC}"/>
              </a:ext>
            </a:extLst>
          </p:cNvPr>
          <p:cNvSpPr/>
          <p:nvPr/>
        </p:nvSpPr>
        <p:spPr>
          <a:xfrm rot="10800000">
            <a:off x="11208118" y="43249"/>
            <a:ext cx="813887" cy="355302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ontserrat Light" panose="00000400000000000000" pitchFamily="2" charset="0"/>
            </a:endParaRPr>
          </a:p>
        </p:txBody>
      </p:sp>
      <p:sp>
        <p:nvSpPr>
          <p:cNvPr id="8" name="TextBox 7">
            <a:extLst>
              <a:ext uri="{FF2B5EF4-FFF2-40B4-BE49-F238E27FC236}">
                <a16:creationId xmlns:a16="http://schemas.microsoft.com/office/drawing/2014/main" id="{7A7D039B-9A77-4EB7-844E-D3B640A585A0}"/>
              </a:ext>
            </a:extLst>
          </p:cNvPr>
          <p:cNvSpPr txBox="1"/>
          <p:nvPr/>
        </p:nvSpPr>
        <p:spPr>
          <a:xfrm>
            <a:off x="11499131" y="1825160"/>
            <a:ext cx="291811" cy="1458191"/>
          </a:xfrm>
          <a:prstGeom prst="rect">
            <a:avLst/>
          </a:prstGeom>
          <a:noFill/>
        </p:spPr>
        <p:txBody>
          <a:bodyPr vert="wordArtVert" wrap="square" lIns="0" tIns="0" rIns="0" bIns="0" rtlCol="0">
            <a:spAutoFit/>
          </a:bodyPr>
          <a:lstStyle>
            <a:defPPr>
              <a:defRPr lang="en-US"/>
            </a:defPPr>
            <a:lvl1pPr>
              <a:defRPr sz="1600" b="1">
                <a:solidFill>
                  <a:schemeClr val="bg1"/>
                </a:solidFill>
              </a:defRPr>
            </a:lvl1pPr>
          </a:lstStyle>
          <a:p>
            <a:r>
              <a:rPr lang="en-US" dirty="0">
                <a:latin typeface="Montserrat Light" panose="00000400000000000000" pitchFamily="2" charset="0"/>
              </a:rPr>
              <a:t>Power</a:t>
            </a:r>
          </a:p>
        </p:txBody>
      </p:sp>
      <p:sp>
        <p:nvSpPr>
          <p:cNvPr id="41" name="TextBox 40">
            <a:extLst>
              <a:ext uri="{FF2B5EF4-FFF2-40B4-BE49-F238E27FC236}">
                <a16:creationId xmlns:a16="http://schemas.microsoft.com/office/drawing/2014/main" id="{1AE01713-FF67-4163-911C-740991CA3B73}"/>
              </a:ext>
            </a:extLst>
          </p:cNvPr>
          <p:cNvSpPr txBox="1"/>
          <p:nvPr/>
        </p:nvSpPr>
        <p:spPr>
          <a:xfrm>
            <a:off x="11494255" y="3616450"/>
            <a:ext cx="291811" cy="2341482"/>
          </a:xfrm>
          <a:prstGeom prst="rect">
            <a:avLst/>
          </a:prstGeom>
          <a:noFill/>
        </p:spPr>
        <p:txBody>
          <a:bodyPr vert="wordArtVert" wrap="square" lIns="0" tIns="0" rIns="0" bIns="0" rtlCol="0">
            <a:spAutoFit/>
          </a:bodyPr>
          <a:lstStyle/>
          <a:p>
            <a:r>
              <a:rPr lang="en-US" sz="1600" b="1" dirty="0">
                <a:solidFill>
                  <a:schemeClr val="bg1"/>
                </a:solidFill>
                <a:latin typeface="Montserrat Light" panose="00000400000000000000" pitchFamily="2" charset="0"/>
              </a:rPr>
              <a:t>Aviation </a:t>
            </a:r>
          </a:p>
        </p:txBody>
      </p:sp>
      <p:sp>
        <p:nvSpPr>
          <p:cNvPr id="43" name="TextBox 42">
            <a:extLst>
              <a:ext uri="{FF2B5EF4-FFF2-40B4-BE49-F238E27FC236}">
                <a16:creationId xmlns:a16="http://schemas.microsoft.com/office/drawing/2014/main" id="{A5973481-E738-4EB2-9231-05356AD404A7}"/>
              </a:ext>
            </a:extLst>
          </p:cNvPr>
          <p:cNvSpPr txBox="1"/>
          <p:nvPr/>
        </p:nvSpPr>
        <p:spPr>
          <a:xfrm>
            <a:off x="315665" y="3186730"/>
            <a:ext cx="813887" cy="307777"/>
          </a:xfrm>
          <a:prstGeom prst="rect">
            <a:avLst/>
          </a:prstGeom>
          <a:noFill/>
        </p:spPr>
        <p:txBody>
          <a:bodyPr wrap="square" lIns="0" tIns="0" rIns="0" bIns="0" rtlCol="0">
            <a:spAutoFit/>
          </a:bodyPr>
          <a:lstStyle/>
          <a:p>
            <a:pPr algn="ctr"/>
            <a:r>
              <a:rPr lang="en-US" sz="2000" b="1" dirty="0">
                <a:solidFill>
                  <a:schemeClr val="accent2"/>
                </a:solidFill>
                <a:latin typeface="Montserrat Light" panose="00000400000000000000" pitchFamily="2" charset="0"/>
              </a:rPr>
              <a:t>19 yrs</a:t>
            </a:r>
          </a:p>
        </p:txBody>
      </p:sp>
      <p:sp>
        <p:nvSpPr>
          <p:cNvPr id="44" name="TextBox 43">
            <a:extLst>
              <a:ext uri="{FF2B5EF4-FFF2-40B4-BE49-F238E27FC236}">
                <a16:creationId xmlns:a16="http://schemas.microsoft.com/office/drawing/2014/main" id="{59BC2DA0-795C-47EC-84E2-D304DD774799}"/>
              </a:ext>
            </a:extLst>
          </p:cNvPr>
          <p:cNvSpPr txBox="1"/>
          <p:nvPr/>
        </p:nvSpPr>
        <p:spPr>
          <a:xfrm>
            <a:off x="305233" y="3673505"/>
            <a:ext cx="813887" cy="307777"/>
          </a:xfrm>
          <a:prstGeom prst="rect">
            <a:avLst/>
          </a:prstGeom>
          <a:noFill/>
        </p:spPr>
        <p:txBody>
          <a:bodyPr wrap="square" lIns="0" tIns="0" rIns="0" bIns="0" rtlCol="0">
            <a:spAutoFit/>
          </a:bodyPr>
          <a:lstStyle/>
          <a:p>
            <a:pPr algn="ctr"/>
            <a:r>
              <a:rPr lang="en-US" sz="2000" b="1" dirty="0">
                <a:solidFill>
                  <a:schemeClr val="accent2"/>
                </a:solidFill>
                <a:latin typeface="Montserrat Light" panose="00000400000000000000" pitchFamily="2" charset="0"/>
              </a:rPr>
              <a:t>20 yrs</a:t>
            </a:r>
          </a:p>
        </p:txBody>
      </p:sp>
      <p:sp>
        <p:nvSpPr>
          <p:cNvPr id="10" name="Star: 6 Points 9">
            <a:extLst>
              <a:ext uri="{FF2B5EF4-FFF2-40B4-BE49-F238E27FC236}">
                <a16:creationId xmlns:a16="http://schemas.microsoft.com/office/drawing/2014/main" id="{50E4086D-0CFE-4434-8761-4219A80D4C1E}"/>
              </a:ext>
            </a:extLst>
          </p:cNvPr>
          <p:cNvSpPr/>
          <p:nvPr/>
        </p:nvSpPr>
        <p:spPr>
          <a:xfrm>
            <a:off x="2110513" y="5210812"/>
            <a:ext cx="152400" cy="184248"/>
          </a:xfrm>
          <a:prstGeom prst="star6">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ontserrat Light" panose="00000400000000000000" pitchFamily="2" charset="0"/>
            </a:endParaRPr>
          </a:p>
        </p:txBody>
      </p:sp>
      <p:sp>
        <p:nvSpPr>
          <p:cNvPr id="46" name="Star: 6 Points 45">
            <a:extLst>
              <a:ext uri="{FF2B5EF4-FFF2-40B4-BE49-F238E27FC236}">
                <a16:creationId xmlns:a16="http://schemas.microsoft.com/office/drawing/2014/main" id="{12DB58D5-AB41-497A-8E02-81A85254BCB2}"/>
              </a:ext>
            </a:extLst>
          </p:cNvPr>
          <p:cNvSpPr/>
          <p:nvPr/>
        </p:nvSpPr>
        <p:spPr>
          <a:xfrm>
            <a:off x="2110513" y="4822562"/>
            <a:ext cx="152400" cy="184248"/>
          </a:xfrm>
          <a:prstGeom prst="star6">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ontserrat Light" panose="00000400000000000000" pitchFamily="2" charset="0"/>
            </a:endParaRPr>
          </a:p>
        </p:txBody>
      </p:sp>
      <p:sp>
        <p:nvSpPr>
          <p:cNvPr id="47" name="Star: 6 Points 46">
            <a:extLst>
              <a:ext uri="{FF2B5EF4-FFF2-40B4-BE49-F238E27FC236}">
                <a16:creationId xmlns:a16="http://schemas.microsoft.com/office/drawing/2014/main" id="{5483F5E4-1A4D-4C9B-950E-BDD52014892C}"/>
              </a:ext>
            </a:extLst>
          </p:cNvPr>
          <p:cNvSpPr/>
          <p:nvPr/>
        </p:nvSpPr>
        <p:spPr>
          <a:xfrm>
            <a:off x="2110513" y="4434311"/>
            <a:ext cx="152400" cy="184248"/>
          </a:xfrm>
          <a:prstGeom prst="star6">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ontserrat Light" panose="00000400000000000000" pitchFamily="2" charset="0"/>
            </a:endParaRPr>
          </a:p>
        </p:txBody>
      </p:sp>
      <p:sp>
        <p:nvSpPr>
          <p:cNvPr id="48" name="Star: 6 Points 47">
            <a:extLst>
              <a:ext uri="{FF2B5EF4-FFF2-40B4-BE49-F238E27FC236}">
                <a16:creationId xmlns:a16="http://schemas.microsoft.com/office/drawing/2014/main" id="{51384138-E598-43AC-8258-A069197CBCB6}"/>
              </a:ext>
            </a:extLst>
          </p:cNvPr>
          <p:cNvSpPr/>
          <p:nvPr/>
        </p:nvSpPr>
        <p:spPr>
          <a:xfrm>
            <a:off x="7269514" y="2925476"/>
            <a:ext cx="152400" cy="184248"/>
          </a:xfrm>
          <a:prstGeom prst="star6">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ontserrat Light" panose="00000400000000000000" pitchFamily="2" charset="0"/>
            </a:endParaRPr>
          </a:p>
        </p:txBody>
      </p:sp>
      <p:sp>
        <p:nvSpPr>
          <p:cNvPr id="49" name="Star: 6 Points 48">
            <a:extLst>
              <a:ext uri="{FF2B5EF4-FFF2-40B4-BE49-F238E27FC236}">
                <a16:creationId xmlns:a16="http://schemas.microsoft.com/office/drawing/2014/main" id="{330A5575-7BD7-41D2-88ED-FF4C65CA52B5}"/>
              </a:ext>
            </a:extLst>
          </p:cNvPr>
          <p:cNvSpPr/>
          <p:nvPr/>
        </p:nvSpPr>
        <p:spPr>
          <a:xfrm>
            <a:off x="8761263" y="5070378"/>
            <a:ext cx="152400" cy="184248"/>
          </a:xfrm>
          <a:prstGeom prst="star6">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ontserrat Light" panose="00000400000000000000" pitchFamily="2" charset="0"/>
            </a:endParaRPr>
          </a:p>
        </p:txBody>
      </p:sp>
      <p:sp>
        <p:nvSpPr>
          <p:cNvPr id="52" name="Star: 6 Points 51">
            <a:extLst>
              <a:ext uri="{FF2B5EF4-FFF2-40B4-BE49-F238E27FC236}">
                <a16:creationId xmlns:a16="http://schemas.microsoft.com/office/drawing/2014/main" id="{A7D415F1-2C01-45FD-86AB-072FE2EFF9AC}"/>
              </a:ext>
            </a:extLst>
          </p:cNvPr>
          <p:cNvSpPr/>
          <p:nvPr/>
        </p:nvSpPr>
        <p:spPr>
          <a:xfrm>
            <a:off x="8761263" y="5387248"/>
            <a:ext cx="152400" cy="184248"/>
          </a:xfrm>
          <a:prstGeom prst="star6">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Light" panose="00000400000000000000" pitchFamily="2" charset="0"/>
            </a:endParaRPr>
          </a:p>
        </p:txBody>
      </p:sp>
      <p:sp>
        <p:nvSpPr>
          <p:cNvPr id="54" name="TextBox 53">
            <a:extLst>
              <a:ext uri="{FF2B5EF4-FFF2-40B4-BE49-F238E27FC236}">
                <a16:creationId xmlns:a16="http://schemas.microsoft.com/office/drawing/2014/main" id="{5DBEE0F4-D592-4F67-8123-B304E14CE48B}"/>
              </a:ext>
            </a:extLst>
          </p:cNvPr>
          <p:cNvSpPr txBox="1"/>
          <p:nvPr/>
        </p:nvSpPr>
        <p:spPr>
          <a:xfrm>
            <a:off x="9093811" y="5054780"/>
            <a:ext cx="681277" cy="215444"/>
          </a:xfrm>
          <a:prstGeom prst="rect">
            <a:avLst/>
          </a:prstGeom>
          <a:noFill/>
        </p:spPr>
        <p:txBody>
          <a:bodyPr wrap="none" lIns="0" tIns="0" rIns="0" bIns="0" rtlCol="0">
            <a:spAutoFit/>
          </a:bodyPr>
          <a:lstStyle/>
          <a:p>
            <a:r>
              <a:rPr lang="en-US" sz="1400" dirty="0">
                <a:solidFill>
                  <a:schemeClr val="accent2"/>
                </a:solidFill>
                <a:latin typeface="Montserrat Light" panose="00000400000000000000" pitchFamily="2" charset="0"/>
              </a:rPr>
              <a:t>Quality </a:t>
            </a:r>
          </a:p>
        </p:txBody>
      </p:sp>
      <p:sp>
        <p:nvSpPr>
          <p:cNvPr id="55" name="TextBox 54">
            <a:extLst>
              <a:ext uri="{FF2B5EF4-FFF2-40B4-BE49-F238E27FC236}">
                <a16:creationId xmlns:a16="http://schemas.microsoft.com/office/drawing/2014/main" id="{7EF62ED3-823D-4E20-9771-98F40106DFDC}"/>
              </a:ext>
            </a:extLst>
          </p:cNvPr>
          <p:cNvSpPr txBox="1"/>
          <p:nvPr/>
        </p:nvSpPr>
        <p:spPr>
          <a:xfrm>
            <a:off x="9093810" y="5374040"/>
            <a:ext cx="1037143" cy="215444"/>
          </a:xfrm>
          <a:prstGeom prst="rect">
            <a:avLst/>
          </a:prstGeom>
          <a:noFill/>
        </p:spPr>
        <p:txBody>
          <a:bodyPr wrap="none" lIns="0" tIns="0" rIns="0" bIns="0" rtlCol="0">
            <a:spAutoFit/>
          </a:bodyPr>
          <a:lstStyle/>
          <a:p>
            <a:r>
              <a:rPr lang="en-US" sz="1400" dirty="0">
                <a:solidFill>
                  <a:schemeClr val="accent2"/>
                </a:solidFill>
                <a:latin typeface="Montserrat Light" panose="00000400000000000000" pitchFamily="2" charset="0"/>
              </a:rPr>
              <a:t>Operations </a:t>
            </a:r>
          </a:p>
        </p:txBody>
      </p:sp>
      <p:sp>
        <p:nvSpPr>
          <p:cNvPr id="56" name="Star: 6 Points 55">
            <a:extLst>
              <a:ext uri="{FF2B5EF4-FFF2-40B4-BE49-F238E27FC236}">
                <a16:creationId xmlns:a16="http://schemas.microsoft.com/office/drawing/2014/main" id="{3B65DCFB-EB57-48DC-B49F-C0AC61349FB0}"/>
              </a:ext>
            </a:extLst>
          </p:cNvPr>
          <p:cNvSpPr/>
          <p:nvPr/>
        </p:nvSpPr>
        <p:spPr>
          <a:xfrm>
            <a:off x="2110513" y="4046060"/>
            <a:ext cx="152400" cy="184248"/>
          </a:xfrm>
          <a:prstGeom prst="star6">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Light" panose="00000400000000000000" pitchFamily="2" charset="0"/>
            </a:endParaRPr>
          </a:p>
        </p:txBody>
      </p:sp>
      <p:sp>
        <p:nvSpPr>
          <p:cNvPr id="57" name="Star: 6 Points 56">
            <a:extLst>
              <a:ext uri="{FF2B5EF4-FFF2-40B4-BE49-F238E27FC236}">
                <a16:creationId xmlns:a16="http://schemas.microsoft.com/office/drawing/2014/main" id="{7280DEA1-B3A9-4640-902F-60B1F1F68540}"/>
              </a:ext>
            </a:extLst>
          </p:cNvPr>
          <p:cNvSpPr/>
          <p:nvPr/>
        </p:nvSpPr>
        <p:spPr>
          <a:xfrm>
            <a:off x="3879717" y="3627193"/>
            <a:ext cx="152400" cy="184248"/>
          </a:xfrm>
          <a:prstGeom prst="star6">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Light" panose="00000400000000000000" pitchFamily="2" charset="0"/>
            </a:endParaRPr>
          </a:p>
        </p:txBody>
      </p:sp>
      <p:sp>
        <p:nvSpPr>
          <p:cNvPr id="58" name="Star: 6 Points 57">
            <a:extLst>
              <a:ext uri="{FF2B5EF4-FFF2-40B4-BE49-F238E27FC236}">
                <a16:creationId xmlns:a16="http://schemas.microsoft.com/office/drawing/2014/main" id="{3AAC82F5-60D2-4163-9498-72C819D7CD5E}"/>
              </a:ext>
            </a:extLst>
          </p:cNvPr>
          <p:cNvSpPr/>
          <p:nvPr/>
        </p:nvSpPr>
        <p:spPr>
          <a:xfrm>
            <a:off x="5572355" y="3242428"/>
            <a:ext cx="152400" cy="184248"/>
          </a:xfrm>
          <a:prstGeom prst="star6">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Light" panose="00000400000000000000" pitchFamily="2" charset="0"/>
            </a:endParaRPr>
          </a:p>
        </p:txBody>
      </p:sp>
      <p:sp>
        <p:nvSpPr>
          <p:cNvPr id="59" name="Star: 6 Points 58">
            <a:extLst>
              <a:ext uri="{FF2B5EF4-FFF2-40B4-BE49-F238E27FC236}">
                <a16:creationId xmlns:a16="http://schemas.microsoft.com/office/drawing/2014/main" id="{7F682644-A365-4F24-B9D7-F638C538D981}"/>
              </a:ext>
            </a:extLst>
          </p:cNvPr>
          <p:cNvSpPr/>
          <p:nvPr/>
        </p:nvSpPr>
        <p:spPr>
          <a:xfrm>
            <a:off x="7264772" y="2545086"/>
            <a:ext cx="152400" cy="184248"/>
          </a:xfrm>
          <a:prstGeom prst="star6">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Light" panose="00000400000000000000" pitchFamily="2" charset="0"/>
            </a:endParaRPr>
          </a:p>
        </p:txBody>
      </p:sp>
      <p:sp>
        <p:nvSpPr>
          <p:cNvPr id="60" name="Star: 6 Points 59">
            <a:extLst>
              <a:ext uri="{FF2B5EF4-FFF2-40B4-BE49-F238E27FC236}">
                <a16:creationId xmlns:a16="http://schemas.microsoft.com/office/drawing/2014/main" id="{655CBAD1-1E76-4F37-9911-4C30C3D93E7D}"/>
              </a:ext>
            </a:extLst>
          </p:cNvPr>
          <p:cNvSpPr/>
          <p:nvPr/>
        </p:nvSpPr>
        <p:spPr>
          <a:xfrm>
            <a:off x="7256932" y="2158847"/>
            <a:ext cx="152400" cy="184248"/>
          </a:xfrm>
          <a:prstGeom prst="star6">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Light" panose="00000400000000000000" pitchFamily="2" charset="0"/>
            </a:endParaRPr>
          </a:p>
        </p:txBody>
      </p:sp>
      <p:sp>
        <p:nvSpPr>
          <p:cNvPr id="64" name="Star: 6 Points 63">
            <a:extLst>
              <a:ext uri="{FF2B5EF4-FFF2-40B4-BE49-F238E27FC236}">
                <a16:creationId xmlns:a16="http://schemas.microsoft.com/office/drawing/2014/main" id="{7D2721A0-5B03-4242-9625-4AAF0A658C88}"/>
              </a:ext>
            </a:extLst>
          </p:cNvPr>
          <p:cNvSpPr/>
          <p:nvPr/>
        </p:nvSpPr>
        <p:spPr>
          <a:xfrm>
            <a:off x="8956075" y="1855516"/>
            <a:ext cx="152400" cy="184248"/>
          </a:xfrm>
          <a:prstGeom prst="star6">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Light" panose="00000400000000000000" pitchFamily="2" charset="0"/>
            </a:endParaRPr>
          </a:p>
        </p:txBody>
      </p:sp>
      <p:sp>
        <p:nvSpPr>
          <p:cNvPr id="66" name="Star: 6 Points 65">
            <a:extLst>
              <a:ext uri="{FF2B5EF4-FFF2-40B4-BE49-F238E27FC236}">
                <a16:creationId xmlns:a16="http://schemas.microsoft.com/office/drawing/2014/main" id="{28C7E0E4-D702-41E1-98A9-37BAEE7B4CB2}"/>
              </a:ext>
            </a:extLst>
          </p:cNvPr>
          <p:cNvSpPr/>
          <p:nvPr/>
        </p:nvSpPr>
        <p:spPr>
          <a:xfrm>
            <a:off x="8936152" y="1094357"/>
            <a:ext cx="152400" cy="184248"/>
          </a:xfrm>
          <a:prstGeom prst="star6">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Light" panose="00000400000000000000" pitchFamily="2" charset="0"/>
            </a:endParaRPr>
          </a:p>
        </p:txBody>
      </p:sp>
      <p:pic>
        <p:nvPicPr>
          <p:cNvPr id="1028" name="Picture 4" descr="Department of the Air Force Logo">
            <a:extLst>
              <a:ext uri="{FF2B5EF4-FFF2-40B4-BE49-F238E27FC236}">
                <a16:creationId xmlns:a16="http://schemas.microsoft.com/office/drawing/2014/main" id="{5D7AC8CC-5427-4787-840F-5D4C329F5D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487" y="5942558"/>
            <a:ext cx="265492" cy="265492"/>
          </a:xfrm>
          <a:prstGeom prst="rect">
            <a:avLst/>
          </a:prstGeom>
          <a:noFill/>
          <a:extLst>
            <a:ext uri="{909E8E84-426E-40DD-AFC4-6F175D3DCCD1}">
              <a14:hiddenFill xmlns:a14="http://schemas.microsoft.com/office/drawing/2010/main">
                <a:solidFill>
                  <a:srgbClr val="FFFFFF"/>
                </a:solidFill>
              </a14:hiddenFill>
            </a:ext>
          </a:extLst>
        </p:spPr>
      </p:pic>
      <p:sp>
        <p:nvSpPr>
          <p:cNvPr id="11" name="Arrow: Curved Up 10">
            <a:extLst>
              <a:ext uri="{FF2B5EF4-FFF2-40B4-BE49-F238E27FC236}">
                <a16:creationId xmlns:a16="http://schemas.microsoft.com/office/drawing/2014/main" id="{7D4BDE2D-889D-44A4-82E0-BC2329C6D733}"/>
              </a:ext>
            </a:extLst>
          </p:cNvPr>
          <p:cNvSpPr/>
          <p:nvPr/>
        </p:nvSpPr>
        <p:spPr>
          <a:xfrm rot="16200000">
            <a:off x="7058695" y="3496754"/>
            <a:ext cx="489675" cy="199032"/>
          </a:xfrm>
          <a:prstGeom prst="curvedUp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solidFill>
                <a:schemeClr val="tx1"/>
              </a:solidFill>
              <a:latin typeface="Montserrat Light" panose="00000400000000000000" pitchFamily="2" charset="0"/>
            </a:endParaRPr>
          </a:p>
        </p:txBody>
      </p:sp>
      <p:sp>
        <p:nvSpPr>
          <p:cNvPr id="70" name="TextBox 69">
            <a:extLst>
              <a:ext uri="{FF2B5EF4-FFF2-40B4-BE49-F238E27FC236}">
                <a16:creationId xmlns:a16="http://schemas.microsoft.com/office/drawing/2014/main" id="{2E2F240B-D24B-4710-A809-BF433E885EDA}"/>
              </a:ext>
            </a:extLst>
          </p:cNvPr>
          <p:cNvSpPr txBox="1"/>
          <p:nvPr/>
        </p:nvSpPr>
        <p:spPr>
          <a:xfrm>
            <a:off x="3549758" y="4443090"/>
            <a:ext cx="179536" cy="215444"/>
          </a:xfrm>
          <a:prstGeom prst="rect">
            <a:avLst/>
          </a:prstGeom>
          <a:solidFill>
            <a:schemeClr val="bg1"/>
          </a:solidFill>
        </p:spPr>
        <p:txBody>
          <a:bodyPr wrap="none" lIns="0" tIns="0" rIns="0" bIns="0" rtlCol="0">
            <a:spAutoFit/>
          </a:bodyPr>
          <a:lstStyle/>
          <a:p>
            <a:r>
              <a:rPr lang="en-US" sz="1400" dirty="0">
                <a:solidFill>
                  <a:schemeClr val="accent2"/>
                </a:solidFill>
                <a:latin typeface="Montserrat Light" panose="00000400000000000000" pitchFamily="2" charset="0"/>
                <a:sym typeface="Webdings" panose="05030102010509060703" pitchFamily="18" charset="2"/>
              </a:rPr>
              <a:t></a:t>
            </a:r>
            <a:endParaRPr lang="en-US" sz="1400" dirty="0">
              <a:solidFill>
                <a:schemeClr val="accent2"/>
              </a:solidFill>
              <a:latin typeface="Montserrat Light" panose="00000400000000000000" pitchFamily="2" charset="0"/>
            </a:endParaRPr>
          </a:p>
        </p:txBody>
      </p:sp>
      <p:sp>
        <p:nvSpPr>
          <p:cNvPr id="71" name="TextBox 70">
            <a:extLst>
              <a:ext uri="{FF2B5EF4-FFF2-40B4-BE49-F238E27FC236}">
                <a16:creationId xmlns:a16="http://schemas.microsoft.com/office/drawing/2014/main" id="{D6BD5C55-9FCD-44C5-BABE-02D5DEE6D940}"/>
              </a:ext>
            </a:extLst>
          </p:cNvPr>
          <p:cNvSpPr txBox="1"/>
          <p:nvPr/>
        </p:nvSpPr>
        <p:spPr>
          <a:xfrm>
            <a:off x="5312873" y="3655275"/>
            <a:ext cx="179536" cy="215444"/>
          </a:xfrm>
          <a:prstGeom prst="rect">
            <a:avLst/>
          </a:prstGeom>
          <a:solidFill>
            <a:schemeClr val="bg1"/>
          </a:solidFill>
        </p:spPr>
        <p:txBody>
          <a:bodyPr wrap="none" lIns="0" tIns="0" rIns="0" bIns="0" rtlCol="0">
            <a:spAutoFit/>
          </a:bodyPr>
          <a:lstStyle/>
          <a:p>
            <a:r>
              <a:rPr lang="en-US" sz="1400" dirty="0">
                <a:solidFill>
                  <a:schemeClr val="accent2"/>
                </a:solidFill>
                <a:latin typeface="Montserrat Light" panose="00000400000000000000" pitchFamily="2" charset="0"/>
                <a:sym typeface="Webdings" panose="05030102010509060703" pitchFamily="18" charset="2"/>
              </a:rPr>
              <a:t></a:t>
            </a:r>
            <a:endParaRPr lang="en-US" sz="1400" dirty="0">
              <a:solidFill>
                <a:schemeClr val="accent2"/>
              </a:solidFill>
              <a:latin typeface="Montserrat Light" panose="00000400000000000000" pitchFamily="2" charset="0"/>
            </a:endParaRPr>
          </a:p>
        </p:txBody>
      </p:sp>
      <p:sp>
        <p:nvSpPr>
          <p:cNvPr id="72" name="TextBox 71">
            <a:extLst>
              <a:ext uri="{FF2B5EF4-FFF2-40B4-BE49-F238E27FC236}">
                <a16:creationId xmlns:a16="http://schemas.microsoft.com/office/drawing/2014/main" id="{8BA5CFC6-13BE-48FA-BB3C-E861F1121A92}"/>
              </a:ext>
            </a:extLst>
          </p:cNvPr>
          <p:cNvSpPr txBox="1"/>
          <p:nvPr/>
        </p:nvSpPr>
        <p:spPr>
          <a:xfrm>
            <a:off x="7011468" y="3655802"/>
            <a:ext cx="179536" cy="215444"/>
          </a:xfrm>
          <a:prstGeom prst="rect">
            <a:avLst/>
          </a:prstGeom>
          <a:solidFill>
            <a:schemeClr val="bg1"/>
          </a:solidFill>
        </p:spPr>
        <p:txBody>
          <a:bodyPr wrap="none" lIns="0" tIns="0" rIns="0" bIns="0" rtlCol="0">
            <a:spAutoFit/>
          </a:bodyPr>
          <a:lstStyle/>
          <a:p>
            <a:r>
              <a:rPr lang="en-US" sz="1400" dirty="0">
                <a:solidFill>
                  <a:schemeClr val="accent2"/>
                </a:solidFill>
                <a:latin typeface="Montserrat Light" panose="00000400000000000000" pitchFamily="2" charset="0"/>
                <a:sym typeface="Webdings" panose="05030102010509060703" pitchFamily="18" charset="2"/>
              </a:rPr>
              <a:t></a:t>
            </a:r>
            <a:endParaRPr lang="en-US" sz="1400" dirty="0">
              <a:solidFill>
                <a:schemeClr val="accent2"/>
              </a:solidFill>
              <a:latin typeface="Montserrat Light" panose="00000400000000000000" pitchFamily="2" charset="0"/>
            </a:endParaRPr>
          </a:p>
        </p:txBody>
      </p:sp>
      <p:sp>
        <p:nvSpPr>
          <p:cNvPr id="74" name="TextBox 73">
            <a:extLst>
              <a:ext uri="{FF2B5EF4-FFF2-40B4-BE49-F238E27FC236}">
                <a16:creationId xmlns:a16="http://schemas.microsoft.com/office/drawing/2014/main" id="{2915C498-74AB-4656-9A95-AA501A532964}"/>
              </a:ext>
            </a:extLst>
          </p:cNvPr>
          <p:cNvSpPr txBox="1"/>
          <p:nvPr/>
        </p:nvSpPr>
        <p:spPr>
          <a:xfrm>
            <a:off x="8704696" y="2892151"/>
            <a:ext cx="166041" cy="215444"/>
          </a:xfrm>
          <a:prstGeom prst="rect">
            <a:avLst/>
          </a:prstGeom>
          <a:solidFill>
            <a:schemeClr val="bg1"/>
          </a:solidFill>
        </p:spPr>
        <p:txBody>
          <a:bodyPr wrap="square" lIns="0" tIns="0" rIns="0" bIns="0" rtlCol="0">
            <a:spAutoFit/>
          </a:bodyPr>
          <a:lstStyle/>
          <a:p>
            <a:r>
              <a:rPr lang="en-US" sz="1400" dirty="0">
                <a:solidFill>
                  <a:schemeClr val="accent2"/>
                </a:solidFill>
                <a:latin typeface="Montserrat Light" panose="00000400000000000000" pitchFamily="2" charset="0"/>
                <a:sym typeface="Webdings" panose="05030102010509060703" pitchFamily="18" charset="2"/>
              </a:rPr>
              <a:t></a:t>
            </a:r>
            <a:endParaRPr lang="en-US" sz="1400" dirty="0">
              <a:solidFill>
                <a:schemeClr val="accent2"/>
              </a:solidFill>
              <a:latin typeface="Montserrat Light" panose="00000400000000000000" pitchFamily="2" charset="0"/>
            </a:endParaRPr>
          </a:p>
        </p:txBody>
      </p:sp>
      <p:sp>
        <p:nvSpPr>
          <p:cNvPr id="75" name="TextBox 74">
            <a:extLst>
              <a:ext uri="{FF2B5EF4-FFF2-40B4-BE49-F238E27FC236}">
                <a16:creationId xmlns:a16="http://schemas.microsoft.com/office/drawing/2014/main" id="{8F94079F-D4CC-46E8-A47B-08BB73B38957}"/>
              </a:ext>
            </a:extLst>
          </p:cNvPr>
          <p:cNvSpPr txBox="1"/>
          <p:nvPr/>
        </p:nvSpPr>
        <p:spPr>
          <a:xfrm>
            <a:off x="10397787" y="1465166"/>
            <a:ext cx="179536" cy="215444"/>
          </a:xfrm>
          <a:prstGeom prst="rect">
            <a:avLst/>
          </a:prstGeom>
          <a:solidFill>
            <a:schemeClr val="bg1"/>
          </a:solidFill>
        </p:spPr>
        <p:txBody>
          <a:bodyPr wrap="none" lIns="0" tIns="0" rIns="0" bIns="0" rtlCol="0">
            <a:spAutoFit/>
          </a:bodyPr>
          <a:lstStyle/>
          <a:p>
            <a:r>
              <a:rPr lang="en-US" sz="1400" dirty="0">
                <a:solidFill>
                  <a:schemeClr val="accent2"/>
                </a:solidFill>
                <a:latin typeface="Montserrat Light" panose="00000400000000000000" pitchFamily="2" charset="0"/>
                <a:sym typeface="Webdings" panose="05030102010509060703" pitchFamily="18" charset="2"/>
              </a:rPr>
              <a:t></a:t>
            </a:r>
            <a:endParaRPr lang="en-US" sz="1400" dirty="0">
              <a:solidFill>
                <a:schemeClr val="accent2"/>
              </a:solidFill>
              <a:latin typeface="Montserrat Light" panose="00000400000000000000" pitchFamily="2" charset="0"/>
            </a:endParaRPr>
          </a:p>
        </p:txBody>
      </p:sp>
      <p:sp>
        <p:nvSpPr>
          <p:cNvPr id="76" name="TextBox 75">
            <a:extLst>
              <a:ext uri="{FF2B5EF4-FFF2-40B4-BE49-F238E27FC236}">
                <a16:creationId xmlns:a16="http://schemas.microsoft.com/office/drawing/2014/main" id="{2ACFF033-4DEF-4E26-8262-F7CDB1E01475}"/>
              </a:ext>
            </a:extLst>
          </p:cNvPr>
          <p:cNvSpPr txBox="1"/>
          <p:nvPr/>
        </p:nvSpPr>
        <p:spPr>
          <a:xfrm>
            <a:off x="8722047" y="5685808"/>
            <a:ext cx="230832" cy="276999"/>
          </a:xfrm>
          <a:prstGeom prst="rect">
            <a:avLst/>
          </a:prstGeom>
          <a:solidFill>
            <a:schemeClr val="bg1"/>
          </a:solidFill>
        </p:spPr>
        <p:txBody>
          <a:bodyPr wrap="none" lIns="0" tIns="0" rIns="0" bIns="0" rtlCol="0">
            <a:spAutoFit/>
          </a:bodyPr>
          <a:lstStyle/>
          <a:p>
            <a:r>
              <a:rPr lang="en-US" dirty="0">
                <a:solidFill>
                  <a:schemeClr val="accent2"/>
                </a:solidFill>
                <a:latin typeface="Montserrat Light" panose="00000400000000000000" pitchFamily="2" charset="0"/>
                <a:sym typeface="Webdings" panose="05030102010509060703" pitchFamily="18" charset="2"/>
              </a:rPr>
              <a:t></a:t>
            </a:r>
            <a:endParaRPr lang="en-US" dirty="0">
              <a:solidFill>
                <a:schemeClr val="accent2"/>
              </a:solidFill>
              <a:latin typeface="Montserrat Light" panose="00000400000000000000" pitchFamily="2" charset="0"/>
            </a:endParaRPr>
          </a:p>
        </p:txBody>
      </p:sp>
      <p:sp>
        <p:nvSpPr>
          <p:cNvPr id="77" name="TextBox 76">
            <a:extLst>
              <a:ext uri="{FF2B5EF4-FFF2-40B4-BE49-F238E27FC236}">
                <a16:creationId xmlns:a16="http://schemas.microsoft.com/office/drawing/2014/main" id="{AD09AD60-A827-48E7-8571-42F9F3BC5FA8}"/>
              </a:ext>
            </a:extLst>
          </p:cNvPr>
          <p:cNvSpPr txBox="1"/>
          <p:nvPr/>
        </p:nvSpPr>
        <p:spPr>
          <a:xfrm>
            <a:off x="9093810" y="5740976"/>
            <a:ext cx="1343316" cy="215444"/>
          </a:xfrm>
          <a:prstGeom prst="rect">
            <a:avLst/>
          </a:prstGeom>
          <a:noFill/>
        </p:spPr>
        <p:txBody>
          <a:bodyPr wrap="none" lIns="0" tIns="0" rIns="0" bIns="0" rtlCol="0">
            <a:spAutoFit/>
          </a:bodyPr>
          <a:lstStyle/>
          <a:p>
            <a:r>
              <a:rPr lang="en-US" sz="1400" dirty="0">
                <a:solidFill>
                  <a:schemeClr val="accent2"/>
                </a:solidFill>
                <a:latin typeface="Montserrat Light" panose="00000400000000000000" pitchFamily="2" charset="0"/>
              </a:rPr>
              <a:t>Move required </a:t>
            </a:r>
          </a:p>
        </p:txBody>
      </p:sp>
      <p:sp>
        <p:nvSpPr>
          <p:cNvPr id="78" name="TextBox 77">
            <a:extLst>
              <a:ext uri="{FF2B5EF4-FFF2-40B4-BE49-F238E27FC236}">
                <a16:creationId xmlns:a16="http://schemas.microsoft.com/office/drawing/2014/main" id="{64CF91D5-424C-40B7-871B-8CE44E11DBB4}"/>
              </a:ext>
            </a:extLst>
          </p:cNvPr>
          <p:cNvSpPr txBox="1"/>
          <p:nvPr/>
        </p:nvSpPr>
        <p:spPr>
          <a:xfrm>
            <a:off x="1835503" y="5560212"/>
            <a:ext cx="230832" cy="276999"/>
          </a:xfrm>
          <a:prstGeom prst="rect">
            <a:avLst/>
          </a:prstGeom>
          <a:solidFill>
            <a:schemeClr val="bg1"/>
          </a:solidFill>
        </p:spPr>
        <p:txBody>
          <a:bodyPr wrap="none" lIns="0" tIns="0" rIns="0" bIns="0" rtlCol="0">
            <a:spAutoFit/>
          </a:bodyPr>
          <a:lstStyle/>
          <a:p>
            <a:r>
              <a:rPr lang="en-US" dirty="0">
                <a:solidFill>
                  <a:schemeClr val="accent2"/>
                </a:solidFill>
                <a:latin typeface="Montserrat Light" panose="00000400000000000000" pitchFamily="2" charset="0"/>
                <a:sym typeface="Webdings" panose="05030102010509060703" pitchFamily="18" charset="2"/>
              </a:rPr>
              <a:t></a:t>
            </a:r>
            <a:endParaRPr lang="en-US" dirty="0">
              <a:solidFill>
                <a:schemeClr val="accent2"/>
              </a:solidFill>
              <a:latin typeface="Montserrat Light" panose="00000400000000000000" pitchFamily="2" charset="0"/>
            </a:endParaRPr>
          </a:p>
        </p:txBody>
      </p:sp>
      <p:sp>
        <p:nvSpPr>
          <p:cNvPr id="79" name="TextBox 78">
            <a:extLst>
              <a:ext uri="{FF2B5EF4-FFF2-40B4-BE49-F238E27FC236}">
                <a16:creationId xmlns:a16="http://schemas.microsoft.com/office/drawing/2014/main" id="{FB7F4471-6CD1-468C-A2A2-C8129F0B377F}"/>
              </a:ext>
            </a:extLst>
          </p:cNvPr>
          <p:cNvSpPr txBox="1"/>
          <p:nvPr/>
        </p:nvSpPr>
        <p:spPr>
          <a:xfrm>
            <a:off x="1829196" y="5896369"/>
            <a:ext cx="230832" cy="276999"/>
          </a:xfrm>
          <a:prstGeom prst="rect">
            <a:avLst/>
          </a:prstGeom>
          <a:solidFill>
            <a:schemeClr val="bg1"/>
          </a:solidFill>
        </p:spPr>
        <p:txBody>
          <a:bodyPr wrap="none" lIns="0" tIns="0" rIns="0" bIns="0" rtlCol="0">
            <a:spAutoFit/>
          </a:bodyPr>
          <a:lstStyle/>
          <a:p>
            <a:r>
              <a:rPr lang="en-US" dirty="0">
                <a:solidFill>
                  <a:schemeClr val="accent2"/>
                </a:solidFill>
                <a:latin typeface="Montserrat Light" panose="00000400000000000000" pitchFamily="2" charset="0"/>
                <a:sym typeface="Webdings" panose="05030102010509060703" pitchFamily="18" charset="2"/>
              </a:rPr>
              <a:t></a:t>
            </a:r>
            <a:endParaRPr lang="en-US" dirty="0">
              <a:solidFill>
                <a:schemeClr val="accent2"/>
              </a:solidFill>
              <a:latin typeface="Montserrat Light" panose="00000400000000000000" pitchFamily="2" charset="0"/>
            </a:endParaRPr>
          </a:p>
        </p:txBody>
      </p:sp>
      <p:sp>
        <p:nvSpPr>
          <p:cNvPr id="83" name="TextBox 82">
            <a:extLst>
              <a:ext uri="{FF2B5EF4-FFF2-40B4-BE49-F238E27FC236}">
                <a16:creationId xmlns:a16="http://schemas.microsoft.com/office/drawing/2014/main" id="{005F2590-4E62-4530-99F4-351A52CDBE62}"/>
              </a:ext>
            </a:extLst>
          </p:cNvPr>
          <p:cNvSpPr txBox="1"/>
          <p:nvPr/>
        </p:nvSpPr>
        <p:spPr>
          <a:xfrm>
            <a:off x="7078215" y="3245323"/>
            <a:ext cx="179536" cy="215444"/>
          </a:xfrm>
          <a:prstGeom prst="rect">
            <a:avLst/>
          </a:prstGeom>
          <a:solidFill>
            <a:schemeClr val="bg1"/>
          </a:solidFill>
        </p:spPr>
        <p:txBody>
          <a:bodyPr wrap="none" lIns="0" tIns="0" rIns="0" bIns="0" rtlCol="0">
            <a:spAutoFit/>
          </a:bodyPr>
          <a:lstStyle/>
          <a:p>
            <a:r>
              <a:rPr lang="en-US" sz="1400" dirty="0">
                <a:solidFill>
                  <a:schemeClr val="accent2"/>
                </a:solidFill>
                <a:latin typeface="Montserrat Light" panose="00000400000000000000" pitchFamily="2" charset="0"/>
                <a:sym typeface="Webdings" panose="05030102010509060703" pitchFamily="18" charset="2"/>
              </a:rPr>
              <a:t></a:t>
            </a:r>
            <a:endParaRPr lang="en-US" sz="1400" dirty="0">
              <a:solidFill>
                <a:schemeClr val="accent2"/>
              </a:solidFill>
              <a:latin typeface="Montserrat Light" panose="00000400000000000000" pitchFamily="2" charset="0"/>
            </a:endParaRPr>
          </a:p>
        </p:txBody>
      </p:sp>
      <p:cxnSp>
        <p:nvCxnSpPr>
          <p:cNvPr id="73" name="Straight Arrow Connector 72">
            <a:extLst>
              <a:ext uri="{FF2B5EF4-FFF2-40B4-BE49-F238E27FC236}">
                <a16:creationId xmlns:a16="http://schemas.microsoft.com/office/drawing/2014/main" id="{5CB1799A-9DF1-4B95-9FB8-404337AAB5C0}"/>
              </a:ext>
            </a:extLst>
          </p:cNvPr>
          <p:cNvCxnSpPr>
            <a:cxnSpLocks/>
          </p:cNvCxnSpPr>
          <p:nvPr/>
        </p:nvCxnSpPr>
        <p:spPr>
          <a:xfrm flipV="1">
            <a:off x="488444" y="1329969"/>
            <a:ext cx="1910877" cy="1316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Title 1">
            <a:extLst>
              <a:ext uri="{FF2B5EF4-FFF2-40B4-BE49-F238E27FC236}">
                <a16:creationId xmlns:a16="http://schemas.microsoft.com/office/drawing/2014/main" id="{BB658021-72D6-469D-A332-A9D7F8F9EB72}"/>
              </a:ext>
            </a:extLst>
          </p:cNvPr>
          <p:cNvSpPr txBox="1">
            <a:spLocks/>
          </p:cNvSpPr>
          <p:nvPr/>
        </p:nvSpPr>
        <p:spPr>
          <a:xfrm>
            <a:off x="2859617" y="2578214"/>
            <a:ext cx="2653867" cy="540076"/>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3600" kern="1200">
                <a:solidFill>
                  <a:schemeClr val="accent2"/>
                </a:solidFill>
                <a:latin typeface="+mj-lt"/>
                <a:ea typeface="+mj-ea"/>
                <a:cs typeface="+mj-cs"/>
              </a:defRPr>
            </a:lvl1pPr>
          </a:lstStyle>
          <a:p>
            <a:pPr algn="ctr"/>
            <a:r>
              <a:rPr lang="en-US" sz="1600" dirty="0">
                <a:latin typeface="Montserrat Light" panose="00000400000000000000" pitchFamily="2" charset="0"/>
              </a:rPr>
              <a:t>What it really looks like</a:t>
            </a:r>
          </a:p>
        </p:txBody>
      </p:sp>
      <p:sp>
        <p:nvSpPr>
          <p:cNvPr id="84" name="Freeform: Shape 83">
            <a:extLst>
              <a:ext uri="{FF2B5EF4-FFF2-40B4-BE49-F238E27FC236}">
                <a16:creationId xmlns:a16="http://schemas.microsoft.com/office/drawing/2014/main" id="{F1F012E8-B1E3-4E17-B087-426F37B2FCF2}"/>
              </a:ext>
            </a:extLst>
          </p:cNvPr>
          <p:cNvSpPr/>
          <p:nvPr/>
        </p:nvSpPr>
        <p:spPr>
          <a:xfrm>
            <a:off x="3535589" y="1329969"/>
            <a:ext cx="2189166" cy="1363240"/>
          </a:xfrm>
          <a:custGeom>
            <a:avLst/>
            <a:gdLst>
              <a:gd name="connsiteX0" fmla="*/ 0 w 5128953"/>
              <a:gd name="connsiteY0" fmla="*/ 3358342 h 3358342"/>
              <a:gd name="connsiteX1" fmla="*/ 58189 w 5128953"/>
              <a:gd name="connsiteY1" fmla="*/ 3325091 h 3358342"/>
              <a:gd name="connsiteX2" fmla="*/ 83127 w 5128953"/>
              <a:gd name="connsiteY2" fmla="*/ 3300153 h 3358342"/>
              <a:gd name="connsiteX3" fmla="*/ 116378 w 5128953"/>
              <a:gd name="connsiteY3" fmla="*/ 3283527 h 3358342"/>
              <a:gd name="connsiteX4" fmla="*/ 149629 w 5128953"/>
              <a:gd name="connsiteY4" fmla="*/ 3258589 h 3358342"/>
              <a:gd name="connsiteX5" fmla="*/ 166255 w 5128953"/>
              <a:gd name="connsiteY5" fmla="*/ 3241964 h 3358342"/>
              <a:gd name="connsiteX6" fmla="*/ 199505 w 5128953"/>
              <a:gd name="connsiteY6" fmla="*/ 3225338 h 3358342"/>
              <a:gd name="connsiteX7" fmla="*/ 216131 w 5128953"/>
              <a:gd name="connsiteY7" fmla="*/ 3208713 h 3358342"/>
              <a:gd name="connsiteX8" fmla="*/ 249382 w 5128953"/>
              <a:gd name="connsiteY8" fmla="*/ 3192087 h 3358342"/>
              <a:gd name="connsiteX9" fmla="*/ 282633 w 5128953"/>
              <a:gd name="connsiteY9" fmla="*/ 3167149 h 3358342"/>
              <a:gd name="connsiteX10" fmla="*/ 324196 w 5128953"/>
              <a:gd name="connsiteY10" fmla="*/ 3142211 h 3358342"/>
              <a:gd name="connsiteX11" fmla="*/ 340822 w 5128953"/>
              <a:gd name="connsiteY11" fmla="*/ 3125586 h 3358342"/>
              <a:gd name="connsiteX12" fmla="*/ 399011 w 5128953"/>
              <a:gd name="connsiteY12" fmla="*/ 3092335 h 3358342"/>
              <a:gd name="connsiteX13" fmla="*/ 423949 w 5128953"/>
              <a:gd name="connsiteY13" fmla="*/ 3075709 h 3358342"/>
              <a:gd name="connsiteX14" fmla="*/ 498764 w 5128953"/>
              <a:gd name="connsiteY14" fmla="*/ 3050771 h 3358342"/>
              <a:gd name="connsiteX15" fmla="*/ 706582 w 5128953"/>
              <a:gd name="connsiteY15" fmla="*/ 3034146 h 3358342"/>
              <a:gd name="connsiteX16" fmla="*/ 731520 w 5128953"/>
              <a:gd name="connsiteY16" fmla="*/ 3025833 h 3358342"/>
              <a:gd name="connsiteX17" fmla="*/ 756458 w 5128953"/>
              <a:gd name="connsiteY17" fmla="*/ 2959331 h 3358342"/>
              <a:gd name="connsiteX18" fmla="*/ 764771 w 5128953"/>
              <a:gd name="connsiteY18" fmla="*/ 2934393 h 3358342"/>
              <a:gd name="connsiteX19" fmla="*/ 756458 w 5128953"/>
              <a:gd name="connsiteY19" fmla="*/ 2859578 h 3358342"/>
              <a:gd name="connsiteX20" fmla="*/ 689956 w 5128953"/>
              <a:gd name="connsiteY20" fmla="*/ 2826327 h 3358342"/>
              <a:gd name="connsiteX21" fmla="*/ 473825 w 5128953"/>
              <a:gd name="connsiteY21" fmla="*/ 2834640 h 3358342"/>
              <a:gd name="connsiteX22" fmla="*/ 482138 w 5128953"/>
              <a:gd name="connsiteY22" fmla="*/ 3067396 h 3358342"/>
              <a:gd name="connsiteX23" fmla="*/ 490451 w 5128953"/>
              <a:gd name="connsiteY23" fmla="*/ 3092335 h 3358342"/>
              <a:gd name="connsiteX24" fmla="*/ 515389 w 5128953"/>
              <a:gd name="connsiteY24" fmla="*/ 3117273 h 3358342"/>
              <a:gd name="connsiteX25" fmla="*/ 523702 w 5128953"/>
              <a:gd name="connsiteY25" fmla="*/ 3142211 h 3358342"/>
              <a:gd name="connsiteX26" fmla="*/ 548640 w 5128953"/>
              <a:gd name="connsiteY26" fmla="*/ 3150524 h 3358342"/>
              <a:gd name="connsiteX27" fmla="*/ 590204 w 5128953"/>
              <a:gd name="connsiteY27" fmla="*/ 3167149 h 3358342"/>
              <a:gd name="connsiteX28" fmla="*/ 631767 w 5128953"/>
              <a:gd name="connsiteY28" fmla="*/ 3175462 h 3358342"/>
              <a:gd name="connsiteX29" fmla="*/ 723207 w 5128953"/>
              <a:gd name="connsiteY29" fmla="*/ 3200400 h 3358342"/>
              <a:gd name="connsiteX30" fmla="*/ 781396 w 5128953"/>
              <a:gd name="connsiteY30" fmla="*/ 3208713 h 3358342"/>
              <a:gd name="connsiteX31" fmla="*/ 822960 w 5128953"/>
              <a:gd name="connsiteY31" fmla="*/ 3200400 h 3358342"/>
              <a:gd name="connsiteX32" fmla="*/ 847898 w 5128953"/>
              <a:gd name="connsiteY32" fmla="*/ 3150524 h 3358342"/>
              <a:gd name="connsiteX33" fmla="*/ 914400 w 5128953"/>
              <a:gd name="connsiteY33" fmla="*/ 3092335 h 3358342"/>
              <a:gd name="connsiteX34" fmla="*/ 947651 w 5128953"/>
              <a:gd name="connsiteY34" fmla="*/ 3059084 h 3358342"/>
              <a:gd name="connsiteX35" fmla="*/ 980902 w 5128953"/>
              <a:gd name="connsiteY35" fmla="*/ 3025833 h 3358342"/>
              <a:gd name="connsiteX36" fmla="*/ 997527 w 5128953"/>
              <a:gd name="connsiteY36" fmla="*/ 3009207 h 3358342"/>
              <a:gd name="connsiteX37" fmla="*/ 1030778 w 5128953"/>
              <a:gd name="connsiteY37" fmla="*/ 2934393 h 3358342"/>
              <a:gd name="connsiteX38" fmla="*/ 1047404 w 5128953"/>
              <a:gd name="connsiteY38" fmla="*/ 2917767 h 3358342"/>
              <a:gd name="connsiteX39" fmla="*/ 1072342 w 5128953"/>
              <a:gd name="connsiteY39" fmla="*/ 2901142 h 3358342"/>
              <a:gd name="connsiteX40" fmla="*/ 1113905 w 5128953"/>
              <a:gd name="connsiteY40" fmla="*/ 2876204 h 3358342"/>
              <a:gd name="connsiteX41" fmla="*/ 1363287 w 5128953"/>
              <a:gd name="connsiteY41" fmla="*/ 2884516 h 3358342"/>
              <a:gd name="connsiteX42" fmla="*/ 1388225 w 5128953"/>
              <a:gd name="connsiteY42" fmla="*/ 2892829 h 3358342"/>
              <a:gd name="connsiteX43" fmla="*/ 1562793 w 5128953"/>
              <a:gd name="connsiteY43" fmla="*/ 2884516 h 3358342"/>
              <a:gd name="connsiteX44" fmla="*/ 1687484 w 5128953"/>
              <a:gd name="connsiteY44" fmla="*/ 2867891 h 3358342"/>
              <a:gd name="connsiteX45" fmla="*/ 1729047 w 5128953"/>
              <a:gd name="connsiteY45" fmla="*/ 2859578 h 3358342"/>
              <a:gd name="connsiteX46" fmla="*/ 1753985 w 5128953"/>
              <a:gd name="connsiteY46" fmla="*/ 2851266 h 3358342"/>
              <a:gd name="connsiteX47" fmla="*/ 2044931 w 5128953"/>
              <a:gd name="connsiteY47" fmla="*/ 2834640 h 3358342"/>
              <a:gd name="connsiteX48" fmla="*/ 2061556 w 5128953"/>
              <a:gd name="connsiteY48" fmla="*/ 2809702 h 3358342"/>
              <a:gd name="connsiteX49" fmla="*/ 2069869 w 5128953"/>
              <a:gd name="connsiteY49" fmla="*/ 2784764 h 3358342"/>
              <a:gd name="connsiteX50" fmla="*/ 2086495 w 5128953"/>
              <a:gd name="connsiteY50" fmla="*/ 2768138 h 3358342"/>
              <a:gd name="connsiteX51" fmla="*/ 2103120 w 5128953"/>
              <a:gd name="connsiteY51" fmla="*/ 2743200 h 3358342"/>
              <a:gd name="connsiteX52" fmla="*/ 2152996 w 5128953"/>
              <a:gd name="connsiteY52" fmla="*/ 2685011 h 3358342"/>
              <a:gd name="connsiteX53" fmla="*/ 2161309 w 5128953"/>
              <a:gd name="connsiteY53" fmla="*/ 2660073 h 3358342"/>
              <a:gd name="connsiteX54" fmla="*/ 2169622 w 5128953"/>
              <a:gd name="connsiteY54" fmla="*/ 2518756 h 3358342"/>
              <a:gd name="connsiteX55" fmla="*/ 2152996 w 5128953"/>
              <a:gd name="connsiteY55" fmla="*/ 2419004 h 3358342"/>
              <a:gd name="connsiteX56" fmla="*/ 2144684 w 5128953"/>
              <a:gd name="connsiteY56" fmla="*/ 2377440 h 3358342"/>
              <a:gd name="connsiteX57" fmla="*/ 2128058 w 5128953"/>
              <a:gd name="connsiteY57" fmla="*/ 2319251 h 3358342"/>
              <a:gd name="connsiteX58" fmla="*/ 2169622 w 5128953"/>
              <a:gd name="connsiteY58" fmla="*/ 2277687 h 3358342"/>
              <a:gd name="connsiteX59" fmla="*/ 2219498 w 5128953"/>
              <a:gd name="connsiteY59" fmla="*/ 2227811 h 3358342"/>
              <a:gd name="connsiteX60" fmla="*/ 2236124 w 5128953"/>
              <a:gd name="connsiteY60" fmla="*/ 2211186 h 3358342"/>
              <a:gd name="connsiteX61" fmla="*/ 2335876 w 5128953"/>
              <a:gd name="connsiteY61" fmla="*/ 2202873 h 3358342"/>
              <a:gd name="connsiteX62" fmla="*/ 2427316 w 5128953"/>
              <a:gd name="connsiteY62" fmla="*/ 2186247 h 3358342"/>
              <a:gd name="connsiteX63" fmla="*/ 2477193 w 5128953"/>
              <a:gd name="connsiteY63" fmla="*/ 2152996 h 3358342"/>
              <a:gd name="connsiteX64" fmla="*/ 2485505 w 5128953"/>
              <a:gd name="connsiteY64" fmla="*/ 2119746 h 3358342"/>
              <a:gd name="connsiteX65" fmla="*/ 2460567 w 5128953"/>
              <a:gd name="connsiteY65" fmla="*/ 2111433 h 3358342"/>
              <a:gd name="connsiteX66" fmla="*/ 2094807 w 5128953"/>
              <a:gd name="connsiteY66" fmla="*/ 2111433 h 3358342"/>
              <a:gd name="connsiteX67" fmla="*/ 1828800 w 5128953"/>
              <a:gd name="connsiteY67" fmla="*/ 2111433 h 3358342"/>
              <a:gd name="connsiteX68" fmla="*/ 1546167 w 5128953"/>
              <a:gd name="connsiteY68" fmla="*/ 2103120 h 3358342"/>
              <a:gd name="connsiteX69" fmla="*/ 1529542 w 5128953"/>
              <a:gd name="connsiteY69" fmla="*/ 2078182 h 3358342"/>
              <a:gd name="connsiteX70" fmla="*/ 1579418 w 5128953"/>
              <a:gd name="connsiteY70" fmla="*/ 2053244 h 3358342"/>
              <a:gd name="connsiteX71" fmla="*/ 1620982 w 5128953"/>
              <a:gd name="connsiteY71" fmla="*/ 2028306 h 3358342"/>
              <a:gd name="connsiteX72" fmla="*/ 1637607 w 5128953"/>
              <a:gd name="connsiteY72" fmla="*/ 2011680 h 3358342"/>
              <a:gd name="connsiteX73" fmla="*/ 1695796 w 5128953"/>
              <a:gd name="connsiteY73" fmla="*/ 1995055 h 3358342"/>
              <a:gd name="connsiteX74" fmla="*/ 1712422 w 5128953"/>
              <a:gd name="connsiteY74" fmla="*/ 1978429 h 3358342"/>
              <a:gd name="connsiteX75" fmla="*/ 1762298 w 5128953"/>
              <a:gd name="connsiteY75" fmla="*/ 1961804 h 3358342"/>
              <a:gd name="connsiteX76" fmla="*/ 1820487 w 5128953"/>
              <a:gd name="connsiteY76" fmla="*/ 1945178 h 3358342"/>
              <a:gd name="connsiteX77" fmla="*/ 2019993 w 5128953"/>
              <a:gd name="connsiteY77" fmla="*/ 1953491 h 3358342"/>
              <a:gd name="connsiteX78" fmla="*/ 2086495 w 5128953"/>
              <a:gd name="connsiteY78" fmla="*/ 1961804 h 3358342"/>
              <a:gd name="connsiteX79" fmla="*/ 2169622 w 5128953"/>
              <a:gd name="connsiteY79" fmla="*/ 1945178 h 3358342"/>
              <a:gd name="connsiteX80" fmla="*/ 2244436 w 5128953"/>
              <a:gd name="connsiteY80" fmla="*/ 1911927 h 3358342"/>
              <a:gd name="connsiteX81" fmla="*/ 2294313 w 5128953"/>
              <a:gd name="connsiteY81" fmla="*/ 1886989 h 3358342"/>
              <a:gd name="connsiteX82" fmla="*/ 2352502 w 5128953"/>
              <a:gd name="connsiteY82" fmla="*/ 1862051 h 3358342"/>
              <a:gd name="connsiteX83" fmla="*/ 2394065 w 5128953"/>
              <a:gd name="connsiteY83" fmla="*/ 1837113 h 3358342"/>
              <a:gd name="connsiteX84" fmla="*/ 2443942 w 5128953"/>
              <a:gd name="connsiteY84" fmla="*/ 1820487 h 3358342"/>
              <a:gd name="connsiteX85" fmla="*/ 2543695 w 5128953"/>
              <a:gd name="connsiteY85" fmla="*/ 1770611 h 3358342"/>
              <a:gd name="connsiteX86" fmla="*/ 2576945 w 5128953"/>
              <a:gd name="connsiteY86" fmla="*/ 1745673 h 3358342"/>
              <a:gd name="connsiteX87" fmla="*/ 2718262 w 5128953"/>
              <a:gd name="connsiteY87" fmla="*/ 1745673 h 3358342"/>
              <a:gd name="connsiteX88" fmla="*/ 2859578 w 5128953"/>
              <a:gd name="connsiteY88" fmla="*/ 1770611 h 3358342"/>
              <a:gd name="connsiteX89" fmla="*/ 2917767 w 5128953"/>
              <a:gd name="connsiteY89" fmla="*/ 1778924 h 3358342"/>
              <a:gd name="connsiteX90" fmla="*/ 2934393 w 5128953"/>
              <a:gd name="connsiteY90" fmla="*/ 1795549 h 3358342"/>
              <a:gd name="connsiteX91" fmla="*/ 2951018 w 5128953"/>
              <a:gd name="connsiteY91" fmla="*/ 1911927 h 3358342"/>
              <a:gd name="connsiteX92" fmla="*/ 2967644 w 5128953"/>
              <a:gd name="connsiteY92" fmla="*/ 1970116 h 3358342"/>
              <a:gd name="connsiteX93" fmla="*/ 2984269 w 5128953"/>
              <a:gd name="connsiteY93" fmla="*/ 1995055 h 3358342"/>
              <a:gd name="connsiteX94" fmla="*/ 3050771 w 5128953"/>
              <a:gd name="connsiteY94" fmla="*/ 1953491 h 3358342"/>
              <a:gd name="connsiteX95" fmla="*/ 3092335 w 5128953"/>
              <a:gd name="connsiteY95" fmla="*/ 1920240 h 3358342"/>
              <a:gd name="connsiteX96" fmla="*/ 3125585 w 5128953"/>
              <a:gd name="connsiteY96" fmla="*/ 1870364 h 3358342"/>
              <a:gd name="connsiteX97" fmla="*/ 3108960 w 5128953"/>
              <a:gd name="connsiteY97" fmla="*/ 1778924 h 3358342"/>
              <a:gd name="connsiteX98" fmla="*/ 3100647 w 5128953"/>
              <a:gd name="connsiteY98" fmla="*/ 1753986 h 3358342"/>
              <a:gd name="connsiteX99" fmla="*/ 3084022 w 5128953"/>
              <a:gd name="connsiteY99" fmla="*/ 1737360 h 3358342"/>
              <a:gd name="connsiteX100" fmla="*/ 3067396 w 5128953"/>
              <a:gd name="connsiteY100" fmla="*/ 1679171 h 3358342"/>
              <a:gd name="connsiteX101" fmla="*/ 3059084 w 5128953"/>
              <a:gd name="connsiteY101" fmla="*/ 1645920 h 3358342"/>
              <a:gd name="connsiteX102" fmla="*/ 3067396 w 5128953"/>
              <a:gd name="connsiteY102" fmla="*/ 1504604 h 3358342"/>
              <a:gd name="connsiteX103" fmla="*/ 3075709 w 5128953"/>
              <a:gd name="connsiteY103" fmla="*/ 1471353 h 3358342"/>
              <a:gd name="connsiteX104" fmla="*/ 3084022 w 5128953"/>
              <a:gd name="connsiteY104" fmla="*/ 1429789 h 3358342"/>
              <a:gd name="connsiteX105" fmla="*/ 3100647 w 5128953"/>
              <a:gd name="connsiteY105" fmla="*/ 1305098 h 3358342"/>
              <a:gd name="connsiteX106" fmla="*/ 3125585 w 5128953"/>
              <a:gd name="connsiteY106" fmla="*/ 1363287 h 3358342"/>
              <a:gd name="connsiteX107" fmla="*/ 3150524 w 5128953"/>
              <a:gd name="connsiteY107" fmla="*/ 1404851 h 3358342"/>
              <a:gd name="connsiteX108" fmla="*/ 3167149 w 5128953"/>
              <a:gd name="connsiteY108" fmla="*/ 1479666 h 3358342"/>
              <a:gd name="connsiteX109" fmla="*/ 3183775 w 5128953"/>
              <a:gd name="connsiteY109" fmla="*/ 1529542 h 3358342"/>
              <a:gd name="connsiteX110" fmla="*/ 3208713 w 5128953"/>
              <a:gd name="connsiteY110" fmla="*/ 1537855 h 3358342"/>
              <a:gd name="connsiteX111" fmla="*/ 3291840 w 5128953"/>
              <a:gd name="connsiteY111" fmla="*/ 1487978 h 3358342"/>
              <a:gd name="connsiteX112" fmla="*/ 3316778 w 5128953"/>
              <a:gd name="connsiteY112" fmla="*/ 1454727 h 3358342"/>
              <a:gd name="connsiteX113" fmla="*/ 3341716 w 5128953"/>
              <a:gd name="connsiteY113" fmla="*/ 1438102 h 3358342"/>
              <a:gd name="connsiteX114" fmla="*/ 3358342 w 5128953"/>
              <a:gd name="connsiteY114" fmla="*/ 1421476 h 3358342"/>
              <a:gd name="connsiteX115" fmla="*/ 3391593 w 5128953"/>
              <a:gd name="connsiteY115" fmla="*/ 1396538 h 3358342"/>
              <a:gd name="connsiteX116" fmla="*/ 3416531 w 5128953"/>
              <a:gd name="connsiteY116" fmla="*/ 1379913 h 3358342"/>
              <a:gd name="connsiteX117" fmla="*/ 3466407 w 5128953"/>
              <a:gd name="connsiteY117" fmla="*/ 1330036 h 3358342"/>
              <a:gd name="connsiteX118" fmla="*/ 3483033 w 5128953"/>
              <a:gd name="connsiteY118" fmla="*/ 1313411 h 3358342"/>
              <a:gd name="connsiteX119" fmla="*/ 3516284 w 5128953"/>
              <a:gd name="connsiteY119" fmla="*/ 1255222 h 3358342"/>
              <a:gd name="connsiteX120" fmla="*/ 3541222 w 5128953"/>
              <a:gd name="connsiteY120" fmla="*/ 1205346 h 3358342"/>
              <a:gd name="connsiteX121" fmla="*/ 3532909 w 5128953"/>
              <a:gd name="connsiteY121" fmla="*/ 1138844 h 3358342"/>
              <a:gd name="connsiteX122" fmla="*/ 3441469 w 5128953"/>
              <a:gd name="connsiteY122" fmla="*/ 1113906 h 3358342"/>
              <a:gd name="connsiteX123" fmla="*/ 3316778 w 5128953"/>
              <a:gd name="connsiteY123" fmla="*/ 1113906 h 3358342"/>
              <a:gd name="connsiteX124" fmla="*/ 3300153 w 5128953"/>
              <a:gd name="connsiteY124" fmla="*/ 1163782 h 3358342"/>
              <a:gd name="connsiteX125" fmla="*/ 3291840 w 5128953"/>
              <a:gd name="connsiteY125" fmla="*/ 1188720 h 3358342"/>
              <a:gd name="connsiteX126" fmla="*/ 3300153 w 5128953"/>
              <a:gd name="connsiteY126" fmla="*/ 1313411 h 3358342"/>
              <a:gd name="connsiteX127" fmla="*/ 3308465 w 5128953"/>
              <a:gd name="connsiteY127" fmla="*/ 1346662 h 3358342"/>
              <a:gd name="connsiteX128" fmla="*/ 3366655 w 5128953"/>
              <a:gd name="connsiteY128" fmla="*/ 1396538 h 3358342"/>
              <a:gd name="connsiteX129" fmla="*/ 3424844 w 5128953"/>
              <a:gd name="connsiteY129" fmla="*/ 1413164 h 3358342"/>
              <a:gd name="connsiteX130" fmla="*/ 3449782 w 5128953"/>
              <a:gd name="connsiteY130" fmla="*/ 1421476 h 3358342"/>
              <a:gd name="connsiteX131" fmla="*/ 3574473 w 5128953"/>
              <a:gd name="connsiteY131" fmla="*/ 1413164 h 3358342"/>
              <a:gd name="connsiteX132" fmla="*/ 3607724 w 5128953"/>
              <a:gd name="connsiteY132" fmla="*/ 1396538 h 3358342"/>
              <a:gd name="connsiteX133" fmla="*/ 3632662 w 5128953"/>
              <a:gd name="connsiteY133" fmla="*/ 1388226 h 3358342"/>
              <a:gd name="connsiteX134" fmla="*/ 3649287 w 5128953"/>
              <a:gd name="connsiteY134" fmla="*/ 1371600 h 3358342"/>
              <a:gd name="connsiteX135" fmla="*/ 3699164 w 5128953"/>
              <a:gd name="connsiteY135" fmla="*/ 1346662 h 3358342"/>
              <a:gd name="connsiteX136" fmla="*/ 3765665 w 5128953"/>
              <a:gd name="connsiteY136" fmla="*/ 1288473 h 3358342"/>
              <a:gd name="connsiteX137" fmla="*/ 3782291 w 5128953"/>
              <a:gd name="connsiteY137" fmla="*/ 1263535 h 3358342"/>
              <a:gd name="connsiteX138" fmla="*/ 3815542 w 5128953"/>
              <a:gd name="connsiteY138" fmla="*/ 1230284 h 3358342"/>
              <a:gd name="connsiteX139" fmla="*/ 3848793 w 5128953"/>
              <a:gd name="connsiteY139" fmla="*/ 1188720 h 3358342"/>
              <a:gd name="connsiteX140" fmla="*/ 3857105 w 5128953"/>
              <a:gd name="connsiteY140" fmla="*/ 1163782 h 3358342"/>
              <a:gd name="connsiteX141" fmla="*/ 3857105 w 5128953"/>
              <a:gd name="connsiteY141" fmla="*/ 1039091 h 3358342"/>
              <a:gd name="connsiteX142" fmla="*/ 3807229 w 5128953"/>
              <a:gd name="connsiteY142" fmla="*/ 1014153 h 3358342"/>
              <a:gd name="connsiteX143" fmla="*/ 3690851 w 5128953"/>
              <a:gd name="connsiteY143" fmla="*/ 1022466 h 3358342"/>
              <a:gd name="connsiteX144" fmla="*/ 3665913 w 5128953"/>
              <a:gd name="connsiteY144" fmla="*/ 1030778 h 3358342"/>
              <a:gd name="connsiteX145" fmla="*/ 3649287 w 5128953"/>
              <a:gd name="connsiteY145" fmla="*/ 1047404 h 3358342"/>
              <a:gd name="connsiteX146" fmla="*/ 3640975 w 5128953"/>
              <a:gd name="connsiteY146" fmla="*/ 1221971 h 3358342"/>
              <a:gd name="connsiteX147" fmla="*/ 3674225 w 5128953"/>
              <a:gd name="connsiteY147" fmla="*/ 1263535 h 3358342"/>
              <a:gd name="connsiteX148" fmla="*/ 3873731 w 5128953"/>
              <a:gd name="connsiteY148" fmla="*/ 1255222 h 3358342"/>
              <a:gd name="connsiteX149" fmla="*/ 3906982 w 5128953"/>
              <a:gd name="connsiteY149" fmla="*/ 1238596 h 3358342"/>
              <a:gd name="connsiteX150" fmla="*/ 3965171 w 5128953"/>
              <a:gd name="connsiteY150" fmla="*/ 1205346 h 3358342"/>
              <a:gd name="connsiteX151" fmla="*/ 4006735 w 5128953"/>
              <a:gd name="connsiteY151" fmla="*/ 1180407 h 3358342"/>
              <a:gd name="connsiteX152" fmla="*/ 4064924 w 5128953"/>
              <a:gd name="connsiteY152" fmla="*/ 1130531 h 3358342"/>
              <a:gd name="connsiteX153" fmla="*/ 4089862 w 5128953"/>
              <a:gd name="connsiteY153" fmla="*/ 1105593 h 3358342"/>
              <a:gd name="connsiteX154" fmla="*/ 4123113 w 5128953"/>
              <a:gd name="connsiteY154" fmla="*/ 1055716 h 3358342"/>
              <a:gd name="connsiteX155" fmla="*/ 4131425 w 5128953"/>
              <a:gd name="connsiteY155" fmla="*/ 931026 h 3358342"/>
              <a:gd name="connsiteX156" fmla="*/ 4114800 w 5128953"/>
              <a:gd name="connsiteY156" fmla="*/ 914400 h 3358342"/>
              <a:gd name="connsiteX157" fmla="*/ 4039985 w 5128953"/>
              <a:gd name="connsiteY157" fmla="*/ 897775 h 3358342"/>
              <a:gd name="connsiteX158" fmla="*/ 3948545 w 5128953"/>
              <a:gd name="connsiteY158" fmla="*/ 906087 h 3358342"/>
              <a:gd name="connsiteX159" fmla="*/ 3931920 w 5128953"/>
              <a:gd name="connsiteY159" fmla="*/ 922713 h 3358342"/>
              <a:gd name="connsiteX160" fmla="*/ 3915295 w 5128953"/>
              <a:gd name="connsiteY160" fmla="*/ 947651 h 3358342"/>
              <a:gd name="connsiteX161" fmla="*/ 3898669 w 5128953"/>
              <a:gd name="connsiteY161" fmla="*/ 1005840 h 3358342"/>
              <a:gd name="connsiteX162" fmla="*/ 3906982 w 5128953"/>
              <a:gd name="connsiteY162" fmla="*/ 1113906 h 3358342"/>
              <a:gd name="connsiteX163" fmla="*/ 3923607 w 5128953"/>
              <a:gd name="connsiteY163" fmla="*/ 1138844 h 3358342"/>
              <a:gd name="connsiteX164" fmla="*/ 3973484 w 5128953"/>
              <a:gd name="connsiteY164" fmla="*/ 1155469 h 3358342"/>
              <a:gd name="connsiteX165" fmla="*/ 4123113 w 5128953"/>
              <a:gd name="connsiteY165" fmla="*/ 1172095 h 3358342"/>
              <a:gd name="connsiteX166" fmla="*/ 4256116 w 5128953"/>
              <a:gd name="connsiteY166" fmla="*/ 1155469 h 3358342"/>
              <a:gd name="connsiteX167" fmla="*/ 4281055 w 5128953"/>
              <a:gd name="connsiteY167" fmla="*/ 1147156 h 3358342"/>
              <a:gd name="connsiteX168" fmla="*/ 4297680 w 5128953"/>
              <a:gd name="connsiteY168" fmla="*/ 1122218 h 3358342"/>
              <a:gd name="connsiteX169" fmla="*/ 4322618 w 5128953"/>
              <a:gd name="connsiteY169" fmla="*/ 1105593 h 3358342"/>
              <a:gd name="connsiteX170" fmla="*/ 4339244 w 5128953"/>
              <a:gd name="connsiteY170" fmla="*/ 1072342 h 3358342"/>
              <a:gd name="connsiteX171" fmla="*/ 4355869 w 5128953"/>
              <a:gd name="connsiteY171" fmla="*/ 1022466 h 3358342"/>
              <a:gd name="connsiteX172" fmla="*/ 4347556 w 5128953"/>
              <a:gd name="connsiteY172" fmla="*/ 864524 h 3358342"/>
              <a:gd name="connsiteX173" fmla="*/ 4339244 w 5128953"/>
              <a:gd name="connsiteY173" fmla="*/ 814647 h 3358342"/>
              <a:gd name="connsiteX174" fmla="*/ 4330931 w 5128953"/>
              <a:gd name="connsiteY174" fmla="*/ 748146 h 3358342"/>
              <a:gd name="connsiteX175" fmla="*/ 4355869 w 5128953"/>
              <a:gd name="connsiteY175" fmla="*/ 590204 h 3358342"/>
              <a:gd name="connsiteX176" fmla="*/ 4372495 w 5128953"/>
              <a:gd name="connsiteY176" fmla="*/ 573578 h 3358342"/>
              <a:gd name="connsiteX177" fmla="*/ 4389120 w 5128953"/>
              <a:gd name="connsiteY177" fmla="*/ 548640 h 3358342"/>
              <a:gd name="connsiteX178" fmla="*/ 4430684 w 5128953"/>
              <a:gd name="connsiteY178" fmla="*/ 540327 h 3358342"/>
              <a:gd name="connsiteX179" fmla="*/ 4547062 w 5128953"/>
              <a:gd name="connsiteY179" fmla="*/ 490451 h 3358342"/>
              <a:gd name="connsiteX180" fmla="*/ 4580313 w 5128953"/>
              <a:gd name="connsiteY180" fmla="*/ 473826 h 3358342"/>
              <a:gd name="connsiteX181" fmla="*/ 4621876 w 5128953"/>
              <a:gd name="connsiteY181" fmla="*/ 457200 h 3358342"/>
              <a:gd name="connsiteX182" fmla="*/ 4646815 w 5128953"/>
              <a:gd name="connsiteY182" fmla="*/ 432262 h 3358342"/>
              <a:gd name="connsiteX183" fmla="*/ 4713316 w 5128953"/>
              <a:gd name="connsiteY183" fmla="*/ 382386 h 3358342"/>
              <a:gd name="connsiteX184" fmla="*/ 4738255 w 5128953"/>
              <a:gd name="connsiteY184" fmla="*/ 340822 h 3358342"/>
              <a:gd name="connsiteX185" fmla="*/ 4754880 w 5128953"/>
              <a:gd name="connsiteY185" fmla="*/ 324196 h 3358342"/>
              <a:gd name="connsiteX186" fmla="*/ 4788131 w 5128953"/>
              <a:gd name="connsiteY186" fmla="*/ 274320 h 3358342"/>
              <a:gd name="connsiteX187" fmla="*/ 4838007 w 5128953"/>
              <a:gd name="connsiteY187" fmla="*/ 257695 h 3358342"/>
              <a:gd name="connsiteX188" fmla="*/ 4887884 w 5128953"/>
              <a:gd name="connsiteY188" fmla="*/ 216131 h 3358342"/>
              <a:gd name="connsiteX189" fmla="*/ 4912822 w 5128953"/>
              <a:gd name="connsiteY189" fmla="*/ 207818 h 3358342"/>
              <a:gd name="connsiteX190" fmla="*/ 4954385 w 5128953"/>
              <a:gd name="connsiteY190" fmla="*/ 174567 h 3358342"/>
              <a:gd name="connsiteX191" fmla="*/ 4979324 w 5128953"/>
              <a:gd name="connsiteY191" fmla="*/ 157942 h 3358342"/>
              <a:gd name="connsiteX192" fmla="*/ 5012575 w 5128953"/>
              <a:gd name="connsiteY192" fmla="*/ 124691 h 3358342"/>
              <a:gd name="connsiteX193" fmla="*/ 5054138 w 5128953"/>
              <a:gd name="connsiteY193" fmla="*/ 91440 h 3358342"/>
              <a:gd name="connsiteX194" fmla="*/ 5087389 w 5128953"/>
              <a:gd name="connsiteY194" fmla="*/ 49876 h 3358342"/>
              <a:gd name="connsiteX195" fmla="*/ 5104015 w 5128953"/>
              <a:gd name="connsiteY195" fmla="*/ 33251 h 3358342"/>
              <a:gd name="connsiteX196" fmla="*/ 5128953 w 5128953"/>
              <a:gd name="connsiteY196" fmla="*/ 0 h 3358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Lst>
            <a:rect l="l" t="t" r="r" b="b"/>
            <a:pathLst>
              <a:path w="5128953" h="3358342">
                <a:moveTo>
                  <a:pt x="0" y="3358342"/>
                </a:moveTo>
                <a:cubicBezTo>
                  <a:pt x="19396" y="3347258"/>
                  <a:pt x="39888" y="3337902"/>
                  <a:pt x="58189" y="3325091"/>
                </a:cubicBezTo>
                <a:cubicBezTo>
                  <a:pt x="67820" y="3318349"/>
                  <a:pt x="73561" y="3306986"/>
                  <a:pt x="83127" y="3300153"/>
                </a:cubicBezTo>
                <a:cubicBezTo>
                  <a:pt x="93211" y="3292950"/>
                  <a:pt x="105870" y="3290095"/>
                  <a:pt x="116378" y="3283527"/>
                </a:cubicBezTo>
                <a:cubicBezTo>
                  <a:pt x="128127" y="3276184"/>
                  <a:pt x="138986" y="3267458"/>
                  <a:pt x="149629" y="3258589"/>
                </a:cubicBezTo>
                <a:cubicBezTo>
                  <a:pt x="155650" y="3253572"/>
                  <a:pt x="159734" y="3246311"/>
                  <a:pt x="166255" y="3241964"/>
                </a:cubicBezTo>
                <a:cubicBezTo>
                  <a:pt x="176565" y="3235090"/>
                  <a:pt x="189195" y="3232212"/>
                  <a:pt x="199505" y="3225338"/>
                </a:cubicBezTo>
                <a:cubicBezTo>
                  <a:pt x="206026" y="3220991"/>
                  <a:pt x="209610" y="3213060"/>
                  <a:pt x="216131" y="3208713"/>
                </a:cubicBezTo>
                <a:cubicBezTo>
                  <a:pt x="226442" y="3201839"/>
                  <a:pt x="238874" y="3198655"/>
                  <a:pt x="249382" y="3192087"/>
                </a:cubicBezTo>
                <a:cubicBezTo>
                  <a:pt x="261131" y="3184744"/>
                  <a:pt x="271105" y="3174834"/>
                  <a:pt x="282633" y="3167149"/>
                </a:cubicBezTo>
                <a:cubicBezTo>
                  <a:pt x="296076" y="3158187"/>
                  <a:pt x="311049" y="3151602"/>
                  <a:pt x="324196" y="3142211"/>
                </a:cubicBezTo>
                <a:cubicBezTo>
                  <a:pt x="330574" y="3137656"/>
                  <a:pt x="334702" y="3130482"/>
                  <a:pt x="340822" y="3125586"/>
                </a:cubicBezTo>
                <a:cubicBezTo>
                  <a:pt x="366145" y="3105328"/>
                  <a:pt x="369135" y="3109407"/>
                  <a:pt x="399011" y="3092335"/>
                </a:cubicBezTo>
                <a:cubicBezTo>
                  <a:pt x="407685" y="3087378"/>
                  <a:pt x="414727" y="3079552"/>
                  <a:pt x="423949" y="3075709"/>
                </a:cubicBezTo>
                <a:cubicBezTo>
                  <a:pt x="448214" y="3065598"/>
                  <a:pt x="472741" y="3054489"/>
                  <a:pt x="498764" y="3050771"/>
                </a:cubicBezTo>
                <a:cubicBezTo>
                  <a:pt x="606404" y="3035393"/>
                  <a:pt x="537390" y="3043545"/>
                  <a:pt x="706582" y="3034146"/>
                </a:cubicBezTo>
                <a:cubicBezTo>
                  <a:pt x="714895" y="3031375"/>
                  <a:pt x="724678" y="3031307"/>
                  <a:pt x="731520" y="3025833"/>
                </a:cubicBezTo>
                <a:cubicBezTo>
                  <a:pt x="752901" y="3008728"/>
                  <a:pt x="750544" y="2982987"/>
                  <a:pt x="756458" y="2959331"/>
                </a:cubicBezTo>
                <a:cubicBezTo>
                  <a:pt x="758583" y="2950830"/>
                  <a:pt x="762000" y="2942706"/>
                  <a:pt x="764771" y="2934393"/>
                </a:cubicBezTo>
                <a:cubicBezTo>
                  <a:pt x="762000" y="2909455"/>
                  <a:pt x="765033" y="2883159"/>
                  <a:pt x="756458" y="2859578"/>
                </a:cubicBezTo>
                <a:cubicBezTo>
                  <a:pt x="752220" y="2847922"/>
                  <a:pt x="691334" y="2826878"/>
                  <a:pt x="689956" y="2826327"/>
                </a:cubicBezTo>
                <a:cubicBezTo>
                  <a:pt x="617912" y="2829098"/>
                  <a:pt x="520900" y="2780033"/>
                  <a:pt x="473825" y="2834640"/>
                </a:cubicBezTo>
                <a:cubicBezTo>
                  <a:pt x="423134" y="2893441"/>
                  <a:pt x="477140" y="2989922"/>
                  <a:pt x="482138" y="3067396"/>
                </a:cubicBezTo>
                <a:cubicBezTo>
                  <a:pt x="482702" y="3076140"/>
                  <a:pt x="485590" y="3085044"/>
                  <a:pt x="490451" y="3092335"/>
                </a:cubicBezTo>
                <a:cubicBezTo>
                  <a:pt x="496972" y="3102117"/>
                  <a:pt x="507076" y="3108960"/>
                  <a:pt x="515389" y="3117273"/>
                </a:cubicBezTo>
                <a:cubicBezTo>
                  <a:pt x="518160" y="3125586"/>
                  <a:pt x="517506" y="3136015"/>
                  <a:pt x="523702" y="3142211"/>
                </a:cubicBezTo>
                <a:cubicBezTo>
                  <a:pt x="529898" y="3148407"/>
                  <a:pt x="540436" y="3147447"/>
                  <a:pt x="548640" y="3150524"/>
                </a:cubicBezTo>
                <a:cubicBezTo>
                  <a:pt x="562612" y="3155763"/>
                  <a:pt x="575911" y="3162861"/>
                  <a:pt x="590204" y="3167149"/>
                </a:cubicBezTo>
                <a:cubicBezTo>
                  <a:pt x="603737" y="3171209"/>
                  <a:pt x="618060" y="3172035"/>
                  <a:pt x="631767" y="3175462"/>
                </a:cubicBezTo>
                <a:cubicBezTo>
                  <a:pt x="685880" y="3188991"/>
                  <a:pt x="628653" y="3186892"/>
                  <a:pt x="723207" y="3200400"/>
                </a:cubicBezTo>
                <a:lnTo>
                  <a:pt x="781396" y="3208713"/>
                </a:lnTo>
                <a:cubicBezTo>
                  <a:pt x="795251" y="3205942"/>
                  <a:pt x="810693" y="3207410"/>
                  <a:pt x="822960" y="3200400"/>
                </a:cubicBezTo>
                <a:cubicBezTo>
                  <a:pt x="846871" y="3186737"/>
                  <a:pt x="834298" y="3168657"/>
                  <a:pt x="847898" y="3150524"/>
                </a:cubicBezTo>
                <a:cubicBezTo>
                  <a:pt x="872213" y="3118104"/>
                  <a:pt x="885556" y="3111564"/>
                  <a:pt x="914400" y="3092335"/>
                </a:cubicBezTo>
                <a:cubicBezTo>
                  <a:pt x="931026" y="3042456"/>
                  <a:pt x="908858" y="3086793"/>
                  <a:pt x="947651" y="3059084"/>
                </a:cubicBezTo>
                <a:cubicBezTo>
                  <a:pt x="960406" y="3049973"/>
                  <a:pt x="969818" y="3036917"/>
                  <a:pt x="980902" y="3025833"/>
                </a:cubicBezTo>
                <a:lnTo>
                  <a:pt x="997527" y="3009207"/>
                </a:lnTo>
                <a:cubicBezTo>
                  <a:pt x="1010709" y="2969662"/>
                  <a:pt x="1008196" y="2962620"/>
                  <a:pt x="1030778" y="2934393"/>
                </a:cubicBezTo>
                <a:cubicBezTo>
                  <a:pt x="1035674" y="2928273"/>
                  <a:pt x="1041284" y="2922663"/>
                  <a:pt x="1047404" y="2917767"/>
                </a:cubicBezTo>
                <a:cubicBezTo>
                  <a:pt x="1055205" y="2911526"/>
                  <a:pt x="1064541" y="2907383"/>
                  <a:pt x="1072342" y="2901142"/>
                </a:cubicBezTo>
                <a:cubicBezTo>
                  <a:pt x="1104944" y="2875060"/>
                  <a:pt x="1070596" y="2890639"/>
                  <a:pt x="1113905" y="2876204"/>
                </a:cubicBezTo>
                <a:cubicBezTo>
                  <a:pt x="1197032" y="2878975"/>
                  <a:pt x="1280266" y="2879485"/>
                  <a:pt x="1363287" y="2884516"/>
                </a:cubicBezTo>
                <a:cubicBezTo>
                  <a:pt x="1372033" y="2885046"/>
                  <a:pt x="1379463" y="2892829"/>
                  <a:pt x="1388225" y="2892829"/>
                </a:cubicBezTo>
                <a:cubicBezTo>
                  <a:pt x="1446480" y="2892829"/>
                  <a:pt x="1504604" y="2887287"/>
                  <a:pt x="1562793" y="2884516"/>
                </a:cubicBezTo>
                <a:cubicBezTo>
                  <a:pt x="1630554" y="2876988"/>
                  <a:pt x="1628848" y="2878552"/>
                  <a:pt x="1687484" y="2867891"/>
                </a:cubicBezTo>
                <a:cubicBezTo>
                  <a:pt x="1701385" y="2865363"/>
                  <a:pt x="1715340" y="2863005"/>
                  <a:pt x="1729047" y="2859578"/>
                </a:cubicBezTo>
                <a:cubicBezTo>
                  <a:pt x="1737548" y="2857453"/>
                  <a:pt x="1745250" y="2851956"/>
                  <a:pt x="1753985" y="2851266"/>
                </a:cubicBezTo>
                <a:cubicBezTo>
                  <a:pt x="1850824" y="2843621"/>
                  <a:pt x="1947949" y="2840182"/>
                  <a:pt x="2044931" y="2834640"/>
                </a:cubicBezTo>
                <a:cubicBezTo>
                  <a:pt x="2050473" y="2826327"/>
                  <a:pt x="2057088" y="2818638"/>
                  <a:pt x="2061556" y="2809702"/>
                </a:cubicBezTo>
                <a:cubicBezTo>
                  <a:pt x="2065475" y="2801865"/>
                  <a:pt x="2065361" y="2792278"/>
                  <a:pt x="2069869" y="2784764"/>
                </a:cubicBezTo>
                <a:cubicBezTo>
                  <a:pt x="2073901" y="2778043"/>
                  <a:pt x="2081599" y="2774258"/>
                  <a:pt x="2086495" y="2768138"/>
                </a:cubicBezTo>
                <a:cubicBezTo>
                  <a:pt x="2092736" y="2760337"/>
                  <a:pt x="2096618" y="2750785"/>
                  <a:pt x="2103120" y="2743200"/>
                </a:cubicBezTo>
                <a:cubicBezTo>
                  <a:pt x="2127665" y="2714564"/>
                  <a:pt x="2137728" y="2715547"/>
                  <a:pt x="2152996" y="2685011"/>
                </a:cubicBezTo>
                <a:cubicBezTo>
                  <a:pt x="2156915" y="2677174"/>
                  <a:pt x="2158538" y="2668386"/>
                  <a:pt x="2161309" y="2660073"/>
                </a:cubicBezTo>
                <a:cubicBezTo>
                  <a:pt x="2164080" y="2612967"/>
                  <a:pt x="2169622" y="2565943"/>
                  <a:pt x="2169622" y="2518756"/>
                </a:cubicBezTo>
                <a:cubicBezTo>
                  <a:pt x="2169622" y="2425819"/>
                  <a:pt x="2166003" y="2471033"/>
                  <a:pt x="2152996" y="2419004"/>
                </a:cubicBezTo>
                <a:cubicBezTo>
                  <a:pt x="2149569" y="2405297"/>
                  <a:pt x="2147749" y="2391233"/>
                  <a:pt x="2144684" y="2377440"/>
                </a:cubicBezTo>
                <a:cubicBezTo>
                  <a:pt x="2137726" y="2346130"/>
                  <a:pt x="2137314" y="2347019"/>
                  <a:pt x="2128058" y="2319251"/>
                </a:cubicBezTo>
                <a:cubicBezTo>
                  <a:pt x="2179445" y="2284994"/>
                  <a:pt x="2129318" y="2323029"/>
                  <a:pt x="2169622" y="2277687"/>
                </a:cubicBezTo>
                <a:cubicBezTo>
                  <a:pt x="2185242" y="2260114"/>
                  <a:pt x="2202873" y="2244436"/>
                  <a:pt x="2219498" y="2227811"/>
                </a:cubicBezTo>
                <a:cubicBezTo>
                  <a:pt x="2225040" y="2222269"/>
                  <a:pt x="2228314" y="2211837"/>
                  <a:pt x="2236124" y="2211186"/>
                </a:cubicBezTo>
                <a:cubicBezTo>
                  <a:pt x="2269375" y="2208415"/>
                  <a:pt x="2302714" y="2206558"/>
                  <a:pt x="2335876" y="2202873"/>
                </a:cubicBezTo>
                <a:cubicBezTo>
                  <a:pt x="2359809" y="2200214"/>
                  <a:pt x="2402655" y="2191179"/>
                  <a:pt x="2427316" y="2186247"/>
                </a:cubicBezTo>
                <a:cubicBezTo>
                  <a:pt x="2440817" y="2179497"/>
                  <a:pt x="2468730" y="2169922"/>
                  <a:pt x="2477193" y="2152996"/>
                </a:cubicBezTo>
                <a:cubicBezTo>
                  <a:pt x="2482302" y="2142778"/>
                  <a:pt x="2482734" y="2130829"/>
                  <a:pt x="2485505" y="2119746"/>
                </a:cubicBezTo>
                <a:cubicBezTo>
                  <a:pt x="2477192" y="2116975"/>
                  <a:pt x="2469068" y="2113558"/>
                  <a:pt x="2460567" y="2111433"/>
                </a:cubicBezTo>
                <a:cubicBezTo>
                  <a:pt x="2339770" y="2081232"/>
                  <a:pt x="2228327" y="2108009"/>
                  <a:pt x="2094807" y="2111433"/>
                </a:cubicBezTo>
                <a:cubicBezTo>
                  <a:pt x="1985799" y="2138686"/>
                  <a:pt x="2075963" y="2119406"/>
                  <a:pt x="1828800" y="2111433"/>
                </a:cubicBezTo>
                <a:lnTo>
                  <a:pt x="1546167" y="2103120"/>
                </a:lnTo>
                <a:cubicBezTo>
                  <a:pt x="1540625" y="2094807"/>
                  <a:pt x="1527583" y="2087979"/>
                  <a:pt x="1529542" y="2078182"/>
                </a:cubicBezTo>
                <a:cubicBezTo>
                  <a:pt x="1531844" y="2066670"/>
                  <a:pt x="1571248" y="2055967"/>
                  <a:pt x="1579418" y="2053244"/>
                </a:cubicBezTo>
                <a:cubicBezTo>
                  <a:pt x="1621547" y="2011115"/>
                  <a:pt x="1567023" y="2060681"/>
                  <a:pt x="1620982" y="2028306"/>
                </a:cubicBezTo>
                <a:cubicBezTo>
                  <a:pt x="1627702" y="2024274"/>
                  <a:pt x="1630887" y="2015712"/>
                  <a:pt x="1637607" y="2011680"/>
                </a:cubicBezTo>
                <a:cubicBezTo>
                  <a:pt x="1646128" y="2006567"/>
                  <a:pt x="1689581" y="1996608"/>
                  <a:pt x="1695796" y="1995055"/>
                </a:cubicBezTo>
                <a:cubicBezTo>
                  <a:pt x="1701338" y="1989513"/>
                  <a:pt x="1705412" y="1981934"/>
                  <a:pt x="1712422" y="1978429"/>
                </a:cubicBezTo>
                <a:cubicBezTo>
                  <a:pt x="1728096" y="1970592"/>
                  <a:pt x="1745673" y="1967346"/>
                  <a:pt x="1762298" y="1961804"/>
                </a:cubicBezTo>
                <a:cubicBezTo>
                  <a:pt x="1798080" y="1949877"/>
                  <a:pt x="1778728" y="1955618"/>
                  <a:pt x="1820487" y="1945178"/>
                </a:cubicBezTo>
                <a:cubicBezTo>
                  <a:pt x="1886989" y="1947949"/>
                  <a:pt x="1953563" y="1949339"/>
                  <a:pt x="2019993" y="1953491"/>
                </a:cubicBezTo>
                <a:cubicBezTo>
                  <a:pt x="2042289" y="1954885"/>
                  <a:pt x="2064190" y="1963043"/>
                  <a:pt x="2086495" y="1961804"/>
                </a:cubicBezTo>
                <a:cubicBezTo>
                  <a:pt x="2114709" y="1960236"/>
                  <a:pt x="2141913" y="1950720"/>
                  <a:pt x="2169622" y="1945178"/>
                </a:cubicBezTo>
                <a:cubicBezTo>
                  <a:pt x="2269112" y="1895434"/>
                  <a:pt x="2127677" y="1965000"/>
                  <a:pt x="2244436" y="1911927"/>
                </a:cubicBezTo>
                <a:cubicBezTo>
                  <a:pt x="2261358" y="1904235"/>
                  <a:pt x="2277436" y="1894778"/>
                  <a:pt x="2294313" y="1886989"/>
                </a:cubicBezTo>
                <a:cubicBezTo>
                  <a:pt x="2313473" y="1878146"/>
                  <a:pt x="2333627" y="1871488"/>
                  <a:pt x="2352502" y="1862051"/>
                </a:cubicBezTo>
                <a:cubicBezTo>
                  <a:pt x="2366953" y="1854825"/>
                  <a:pt x="2379356" y="1843799"/>
                  <a:pt x="2394065" y="1837113"/>
                </a:cubicBezTo>
                <a:cubicBezTo>
                  <a:pt x="2410019" y="1829861"/>
                  <a:pt x="2428267" y="1828324"/>
                  <a:pt x="2443942" y="1820487"/>
                </a:cubicBezTo>
                <a:cubicBezTo>
                  <a:pt x="2558227" y="1763345"/>
                  <a:pt x="2468435" y="1789427"/>
                  <a:pt x="2543695" y="1770611"/>
                </a:cubicBezTo>
                <a:cubicBezTo>
                  <a:pt x="2554778" y="1762298"/>
                  <a:pt x="2564916" y="1752547"/>
                  <a:pt x="2576945" y="1745673"/>
                </a:cubicBezTo>
                <a:cubicBezTo>
                  <a:pt x="2615689" y="1723533"/>
                  <a:pt x="2695627" y="1743517"/>
                  <a:pt x="2718262" y="1745673"/>
                </a:cubicBezTo>
                <a:cubicBezTo>
                  <a:pt x="2803397" y="1753781"/>
                  <a:pt x="2758721" y="1756202"/>
                  <a:pt x="2859578" y="1770611"/>
                </a:cubicBezTo>
                <a:lnTo>
                  <a:pt x="2917767" y="1778924"/>
                </a:lnTo>
                <a:cubicBezTo>
                  <a:pt x="2923309" y="1784466"/>
                  <a:pt x="2930361" y="1788829"/>
                  <a:pt x="2934393" y="1795549"/>
                </a:cubicBezTo>
                <a:cubicBezTo>
                  <a:pt x="2949834" y="1821284"/>
                  <a:pt x="2950814" y="1910395"/>
                  <a:pt x="2951018" y="1911927"/>
                </a:cubicBezTo>
                <a:cubicBezTo>
                  <a:pt x="2951987" y="1919192"/>
                  <a:pt x="2962981" y="1960789"/>
                  <a:pt x="2967644" y="1970116"/>
                </a:cubicBezTo>
                <a:cubicBezTo>
                  <a:pt x="2972112" y="1979052"/>
                  <a:pt x="2978727" y="1986742"/>
                  <a:pt x="2984269" y="1995055"/>
                </a:cubicBezTo>
                <a:cubicBezTo>
                  <a:pt x="3037966" y="1981630"/>
                  <a:pt x="3002253" y="1996618"/>
                  <a:pt x="3050771" y="1953491"/>
                </a:cubicBezTo>
                <a:cubicBezTo>
                  <a:pt x="3064032" y="1941703"/>
                  <a:pt x="3080466" y="1933428"/>
                  <a:pt x="3092335" y="1920240"/>
                </a:cubicBezTo>
                <a:cubicBezTo>
                  <a:pt x="3105702" y="1905388"/>
                  <a:pt x="3125585" y="1870364"/>
                  <a:pt x="3125585" y="1870364"/>
                </a:cubicBezTo>
                <a:cubicBezTo>
                  <a:pt x="3120043" y="1839884"/>
                  <a:pt x="3115451" y="1809216"/>
                  <a:pt x="3108960" y="1778924"/>
                </a:cubicBezTo>
                <a:cubicBezTo>
                  <a:pt x="3107124" y="1770356"/>
                  <a:pt x="3105155" y="1761500"/>
                  <a:pt x="3100647" y="1753986"/>
                </a:cubicBezTo>
                <a:cubicBezTo>
                  <a:pt x="3096615" y="1747266"/>
                  <a:pt x="3089564" y="1742902"/>
                  <a:pt x="3084022" y="1737360"/>
                </a:cubicBezTo>
                <a:cubicBezTo>
                  <a:pt x="3058021" y="1633359"/>
                  <a:pt x="3091258" y="1762690"/>
                  <a:pt x="3067396" y="1679171"/>
                </a:cubicBezTo>
                <a:cubicBezTo>
                  <a:pt x="3064257" y="1668186"/>
                  <a:pt x="3061855" y="1657004"/>
                  <a:pt x="3059084" y="1645920"/>
                </a:cubicBezTo>
                <a:cubicBezTo>
                  <a:pt x="3061855" y="1598815"/>
                  <a:pt x="3062922" y="1551578"/>
                  <a:pt x="3067396" y="1504604"/>
                </a:cubicBezTo>
                <a:cubicBezTo>
                  <a:pt x="3068479" y="1493231"/>
                  <a:pt x="3073231" y="1482506"/>
                  <a:pt x="3075709" y="1471353"/>
                </a:cubicBezTo>
                <a:cubicBezTo>
                  <a:pt x="3078774" y="1457560"/>
                  <a:pt x="3081926" y="1443762"/>
                  <a:pt x="3084022" y="1429789"/>
                </a:cubicBezTo>
                <a:cubicBezTo>
                  <a:pt x="3090242" y="1388321"/>
                  <a:pt x="3095105" y="1346662"/>
                  <a:pt x="3100647" y="1305098"/>
                </a:cubicBezTo>
                <a:cubicBezTo>
                  <a:pt x="3117948" y="1374302"/>
                  <a:pt x="3096882" y="1305879"/>
                  <a:pt x="3125585" y="1363287"/>
                </a:cubicBezTo>
                <a:cubicBezTo>
                  <a:pt x="3147166" y="1406450"/>
                  <a:pt x="3118051" y="1372380"/>
                  <a:pt x="3150524" y="1404851"/>
                </a:cubicBezTo>
                <a:cubicBezTo>
                  <a:pt x="3174310" y="1476215"/>
                  <a:pt x="3137881" y="1362599"/>
                  <a:pt x="3167149" y="1479666"/>
                </a:cubicBezTo>
                <a:cubicBezTo>
                  <a:pt x="3171399" y="1496667"/>
                  <a:pt x="3167150" y="1524000"/>
                  <a:pt x="3183775" y="1529542"/>
                </a:cubicBezTo>
                <a:lnTo>
                  <a:pt x="3208713" y="1537855"/>
                </a:lnTo>
                <a:cubicBezTo>
                  <a:pt x="3251830" y="1520607"/>
                  <a:pt x="3256364" y="1523454"/>
                  <a:pt x="3291840" y="1487978"/>
                </a:cubicBezTo>
                <a:cubicBezTo>
                  <a:pt x="3301637" y="1478181"/>
                  <a:pt x="3306981" y="1464524"/>
                  <a:pt x="3316778" y="1454727"/>
                </a:cubicBezTo>
                <a:cubicBezTo>
                  <a:pt x="3323842" y="1447663"/>
                  <a:pt x="3333915" y="1444343"/>
                  <a:pt x="3341716" y="1438102"/>
                </a:cubicBezTo>
                <a:cubicBezTo>
                  <a:pt x="3347836" y="1433206"/>
                  <a:pt x="3352321" y="1426493"/>
                  <a:pt x="3358342" y="1421476"/>
                </a:cubicBezTo>
                <a:cubicBezTo>
                  <a:pt x="3368985" y="1412607"/>
                  <a:pt x="3380319" y="1404591"/>
                  <a:pt x="3391593" y="1396538"/>
                </a:cubicBezTo>
                <a:cubicBezTo>
                  <a:pt x="3399723" y="1390731"/>
                  <a:pt x="3409064" y="1386550"/>
                  <a:pt x="3416531" y="1379913"/>
                </a:cubicBezTo>
                <a:cubicBezTo>
                  <a:pt x="3434104" y="1364292"/>
                  <a:pt x="3449781" y="1346662"/>
                  <a:pt x="3466407" y="1330036"/>
                </a:cubicBezTo>
                <a:cubicBezTo>
                  <a:pt x="3471949" y="1324494"/>
                  <a:pt x="3478686" y="1319932"/>
                  <a:pt x="3483033" y="1313411"/>
                </a:cubicBezTo>
                <a:cubicBezTo>
                  <a:pt x="3499728" y="1288369"/>
                  <a:pt x="3503630" y="1284749"/>
                  <a:pt x="3516284" y="1255222"/>
                </a:cubicBezTo>
                <a:cubicBezTo>
                  <a:pt x="3536934" y="1207038"/>
                  <a:pt x="3509269" y="1253273"/>
                  <a:pt x="3541222" y="1205346"/>
                </a:cubicBezTo>
                <a:cubicBezTo>
                  <a:pt x="3538451" y="1183179"/>
                  <a:pt x="3542900" y="1158825"/>
                  <a:pt x="3532909" y="1138844"/>
                </a:cubicBezTo>
                <a:cubicBezTo>
                  <a:pt x="3523144" y="1119314"/>
                  <a:pt x="3447083" y="1114708"/>
                  <a:pt x="3441469" y="1113906"/>
                </a:cubicBezTo>
                <a:cubicBezTo>
                  <a:pt x="3399121" y="1099790"/>
                  <a:pt x="3371022" y="1086784"/>
                  <a:pt x="3316778" y="1113906"/>
                </a:cubicBezTo>
                <a:cubicBezTo>
                  <a:pt x="3301104" y="1121743"/>
                  <a:pt x="3305695" y="1147157"/>
                  <a:pt x="3300153" y="1163782"/>
                </a:cubicBezTo>
                <a:lnTo>
                  <a:pt x="3291840" y="1188720"/>
                </a:lnTo>
                <a:cubicBezTo>
                  <a:pt x="3294611" y="1230284"/>
                  <a:pt x="3295792" y="1271984"/>
                  <a:pt x="3300153" y="1313411"/>
                </a:cubicBezTo>
                <a:cubicBezTo>
                  <a:pt x="3301349" y="1324773"/>
                  <a:pt x="3302410" y="1336974"/>
                  <a:pt x="3308465" y="1346662"/>
                </a:cubicBezTo>
                <a:cubicBezTo>
                  <a:pt x="3317763" y="1361539"/>
                  <a:pt x="3348444" y="1387432"/>
                  <a:pt x="3366655" y="1396538"/>
                </a:cubicBezTo>
                <a:cubicBezTo>
                  <a:pt x="3379944" y="1403182"/>
                  <a:pt x="3412413" y="1409612"/>
                  <a:pt x="3424844" y="1413164"/>
                </a:cubicBezTo>
                <a:cubicBezTo>
                  <a:pt x="3433269" y="1415571"/>
                  <a:pt x="3441469" y="1418705"/>
                  <a:pt x="3449782" y="1421476"/>
                </a:cubicBezTo>
                <a:cubicBezTo>
                  <a:pt x="3491346" y="1418705"/>
                  <a:pt x="3533327" y="1419661"/>
                  <a:pt x="3574473" y="1413164"/>
                </a:cubicBezTo>
                <a:cubicBezTo>
                  <a:pt x="3586713" y="1411231"/>
                  <a:pt x="3596334" y="1401419"/>
                  <a:pt x="3607724" y="1396538"/>
                </a:cubicBezTo>
                <a:cubicBezTo>
                  <a:pt x="3615778" y="1393086"/>
                  <a:pt x="3624349" y="1390997"/>
                  <a:pt x="3632662" y="1388226"/>
                </a:cubicBezTo>
                <a:cubicBezTo>
                  <a:pt x="3638204" y="1382684"/>
                  <a:pt x="3642567" y="1375632"/>
                  <a:pt x="3649287" y="1371600"/>
                </a:cubicBezTo>
                <a:cubicBezTo>
                  <a:pt x="3695661" y="1343774"/>
                  <a:pt x="3653299" y="1386794"/>
                  <a:pt x="3699164" y="1346662"/>
                </a:cubicBezTo>
                <a:cubicBezTo>
                  <a:pt x="3776973" y="1278580"/>
                  <a:pt x="3709545" y="1325886"/>
                  <a:pt x="3765665" y="1288473"/>
                </a:cubicBezTo>
                <a:cubicBezTo>
                  <a:pt x="3771207" y="1280160"/>
                  <a:pt x="3775789" y="1271120"/>
                  <a:pt x="3782291" y="1263535"/>
                </a:cubicBezTo>
                <a:cubicBezTo>
                  <a:pt x="3792492" y="1251634"/>
                  <a:pt x="3806847" y="1243326"/>
                  <a:pt x="3815542" y="1230284"/>
                </a:cubicBezTo>
                <a:cubicBezTo>
                  <a:pt x="3836514" y="1198825"/>
                  <a:pt x="3825103" y="1212410"/>
                  <a:pt x="3848793" y="1188720"/>
                </a:cubicBezTo>
                <a:cubicBezTo>
                  <a:pt x="3851564" y="1180407"/>
                  <a:pt x="3854698" y="1172207"/>
                  <a:pt x="3857105" y="1163782"/>
                </a:cubicBezTo>
                <a:cubicBezTo>
                  <a:pt x="3870000" y="1118647"/>
                  <a:pt x="3874063" y="1094203"/>
                  <a:pt x="3857105" y="1039091"/>
                </a:cubicBezTo>
                <a:cubicBezTo>
                  <a:pt x="3853422" y="1027121"/>
                  <a:pt x="3816608" y="1017280"/>
                  <a:pt x="3807229" y="1014153"/>
                </a:cubicBezTo>
                <a:cubicBezTo>
                  <a:pt x="3768436" y="1016924"/>
                  <a:pt x="3729476" y="1017922"/>
                  <a:pt x="3690851" y="1022466"/>
                </a:cubicBezTo>
                <a:cubicBezTo>
                  <a:pt x="3682149" y="1023490"/>
                  <a:pt x="3673427" y="1026270"/>
                  <a:pt x="3665913" y="1030778"/>
                </a:cubicBezTo>
                <a:cubicBezTo>
                  <a:pt x="3659192" y="1034810"/>
                  <a:pt x="3654829" y="1041862"/>
                  <a:pt x="3649287" y="1047404"/>
                </a:cubicBezTo>
                <a:cubicBezTo>
                  <a:pt x="3623477" y="1124836"/>
                  <a:pt x="3622018" y="1108229"/>
                  <a:pt x="3640975" y="1221971"/>
                </a:cubicBezTo>
                <a:cubicBezTo>
                  <a:pt x="3643072" y="1234554"/>
                  <a:pt x="3665343" y="1254652"/>
                  <a:pt x="3674225" y="1263535"/>
                </a:cubicBezTo>
                <a:cubicBezTo>
                  <a:pt x="3740727" y="1260764"/>
                  <a:pt x="3807550" y="1262313"/>
                  <a:pt x="3873731" y="1255222"/>
                </a:cubicBezTo>
                <a:cubicBezTo>
                  <a:pt x="3886052" y="1253902"/>
                  <a:pt x="3896223" y="1244744"/>
                  <a:pt x="3906982" y="1238596"/>
                </a:cubicBezTo>
                <a:cubicBezTo>
                  <a:pt x="3989210" y="1191609"/>
                  <a:pt x="3864713" y="1255573"/>
                  <a:pt x="3965171" y="1205346"/>
                </a:cubicBezTo>
                <a:cubicBezTo>
                  <a:pt x="3997642" y="1172873"/>
                  <a:pt x="3963572" y="1201988"/>
                  <a:pt x="4006735" y="1180407"/>
                </a:cubicBezTo>
                <a:cubicBezTo>
                  <a:pt x="4032056" y="1167747"/>
                  <a:pt x="4044471" y="1150984"/>
                  <a:pt x="4064924" y="1130531"/>
                </a:cubicBezTo>
                <a:cubicBezTo>
                  <a:pt x="4073237" y="1122218"/>
                  <a:pt x="4083341" y="1115375"/>
                  <a:pt x="4089862" y="1105593"/>
                </a:cubicBezTo>
                <a:lnTo>
                  <a:pt x="4123113" y="1055716"/>
                </a:lnTo>
                <a:cubicBezTo>
                  <a:pt x="4141947" y="999214"/>
                  <a:pt x="4149871" y="998663"/>
                  <a:pt x="4131425" y="931026"/>
                </a:cubicBezTo>
                <a:cubicBezTo>
                  <a:pt x="4129363" y="923465"/>
                  <a:pt x="4121520" y="918432"/>
                  <a:pt x="4114800" y="914400"/>
                </a:cubicBezTo>
                <a:cubicBezTo>
                  <a:pt x="4099057" y="904954"/>
                  <a:pt x="4050060" y="899454"/>
                  <a:pt x="4039985" y="897775"/>
                </a:cubicBezTo>
                <a:cubicBezTo>
                  <a:pt x="4009505" y="900546"/>
                  <a:pt x="3978367" y="899205"/>
                  <a:pt x="3948545" y="906087"/>
                </a:cubicBezTo>
                <a:cubicBezTo>
                  <a:pt x="3940908" y="907849"/>
                  <a:pt x="3936816" y="916593"/>
                  <a:pt x="3931920" y="922713"/>
                </a:cubicBezTo>
                <a:cubicBezTo>
                  <a:pt x="3925679" y="930514"/>
                  <a:pt x="3919763" y="938715"/>
                  <a:pt x="3915295" y="947651"/>
                </a:cubicBezTo>
                <a:cubicBezTo>
                  <a:pt x="3909332" y="959578"/>
                  <a:pt x="3901333" y="995185"/>
                  <a:pt x="3898669" y="1005840"/>
                </a:cubicBezTo>
                <a:cubicBezTo>
                  <a:pt x="3901440" y="1041862"/>
                  <a:pt x="3900324" y="1078396"/>
                  <a:pt x="3906982" y="1113906"/>
                </a:cubicBezTo>
                <a:cubicBezTo>
                  <a:pt x="3908823" y="1123725"/>
                  <a:pt x="3915135" y="1133549"/>
                  <a:pt x="3923607" y="1138844"/>
                </a:cubicBezTo>
                <a:cubicBezTo>
                  <a:pt x="3938468" y="1148132"/>
                  <a:pt x="3956858" y="1149927"/>
                  <a:pt x="3973484" y="1155469"/>
                </a:cubicBezTo>
                <a:cubicBezTo>
                  <a:pt x="4037944" y="1176956"/>
                  <a:pt x="3989659" y="1163198"/>
                  <a:pt x="4123113" y="1172095"/>
                </a:cubicBezTo>
                <a:cubicBezTo>
                  <a:pt x="4167447" y="1166553"/>
                  <a:pt x="4211983" y="1162438"/>
                  <a:pt x="4256116" y="1155469"/>
                </a:cubicBezTo>
                <a:cubicBezTo>
                  <a:pt x="4264771" y="1154102"/>
                  <a:pt x="4274212" y="1152630"/>
                  <a:pt x="4281055" y="1147156"/>
                </a:cubicBezTo>
                <a:cubicBezTo>
                  <a:pt x="4288856" y="1140915"/>
                  <a:pt x="4290616" y="1129282"/>
                  <a:pt x="4297680" y="1122218"/>
                </a:cubicBezTo>
                <a:cubicBezTo>
                  <a:pt x="4304744" y="1115154"/>
                  <a:pt x="4314305" y="1111135"/>
                  <a:pt x="4322618" y="1105593"/>
                </a:cubicBezTo>
                <a:cubicBezTo>
                  <a:pt x="4328160" y="1094509"/>
                  <a:pt x="4334642" y="1083848"/>
                  <a:pt x="4339244" y="1072342"/>
                </a:cubicBezTo>
                <a:cubicBezTo>
                  <a:pt x="4345753" y="1056071"/>
                  <a:pt x="4355869" y="1022466"/>
                  <a:pt x="4355869" y="1022466"/>
                </a:cubicBezTo>
                <a:cubicBezTo>
                  <a:pt x="4353098" y="969819"/>
                  <a:pt x="4351760" y="917076"/>
                  <a:pt x="4347556" y="864524"/>
                </a:cubicBezTo>
                <a:cubicBezTo>
                  <a:pt x="4346212" y="847723"/>
                  <a:pt x="4341628" y="831333"/>
                  <a:pt x="4339244" y="814647"/>
                </a:cubicBezTo>
                <a:cubicBezTo>
                  <a:pt x="4336085" y="792532"/>
                  <a:pt x="4333702" y="770313"/>
                  <a:pt x="4330931" y="748146"/>
                </a:cubicBezTo>
                <a:cubicBezTo>
                  <a:pt x="4335679" y="676934"/>
                  <a:pt x="4321921" y="641126"/>
                  <a:pt x="4355869" y="590204"/>
                </a:cubicBezTo>
                <a:cubicBezTo>
                  <a:pt x="4360216" y="583683"/>
                  <a:pt x="4367599" y="579698"/>
                  <a:pt x="4372495" y="573578"/>
                </a:cubicBezTo>
                <a:cubicBezTo>
                  <a:pt x="4378736" y="565777"/>
                  <a:pt x="4380446" y="553597"/>
                  <a:pt x="4389120" y="548640"/>
                </a:cubicBezTo>
                <a:cubicBezTo>
                  <a:pt x="4401387" y="541630"/>
                  <a:pt x="4416829" y="543098"/>
                  <a:pt x="4430684" y="540327"/>
                </a:cubicBezTo>
                <a:cubicBezTo>
                  <a:pt x="4582034" y="464651"/>
                  <a:pt x="4424759" y="539371"/>
                  <a:pt x="4547062" y="490451"/>
                </a:cubicBezTo>
                <a:cubicBezTo>
                  <a:pt x="4558568" y="485849"/>
                  <a:pt x="4568989" y="478859"/>
                  <a:pt x="4580313" y="473826"/>
                </a:cubicBezTo>
                <a:cubicBezTo>
                  <a:pt x="4593949" y="467766"/>
                  <a:pt x="4608022" y="462742"/>
                  <a:pt x="4621876" y="457200"/>
                </a:cubicBezTo>
                <a:cubicBezTo>
                  <a:pt x="4630189" y="448887"/>
                  <a:pt x="4637716" y="439706"/>
                  <a:pt x="4646815" y="432262"/>
                </a:cubicBezTo>
                <a:cubicBezTo>
                  <a:pt x="4668260" y="414716"/>
                  <a:pt x="4713316" y="382386"/>
                  <a:pt x="4713316" y="382386"/>
                </a:cubicBezTo>
                <a:cubicBezTo>
                  <a:pt x="4721629" y="368531"/>
                  <a:pt x="4728864" y="353970"/>
                  <a:pt x="4738255" y="340822"/>
                </a:cubicBezTo>
                <a:cubicBezTo>
                  <a:pt x="4742810" y="334444"/>
                  <a:pt x="4750178" y="330466"/>
                  <a:pt x="4754880" y="324196"/>
                </a:cubicBezTo>
                <a:cubicBezTo>
                  <a:pt x="4766869" y="308211"/>
                  <a:pt x="4769175" y="280639"/>
                  <a:pt x="4788131" y="274320"/>
                </a:cubicBezTo>
                <a:lnTo>
                  <a:pt x="4838007" y="257695"/>
                </a:lnTo>
                <a:cubicBezTo>
                  <a:pt x="4855115" y="240587"/>
                  <a:pt x="4864829" y="229305"/>
                  <a:pt x="4887884" y="216131"/>
                </a:cubicBezTo>
                <a:cubicBezTo>
                  <a:pt x="4895492" y="211784"/>
                  <a:pt x="4904985" y="211737"/>
                  <a:pt x="4912822" y="207818"/>
                </a:cubicBezTo>
                <a:cubicBezTo>
                  <a:pt x="4946943" y="190757"/>
                  <a:pt x="4928607" y="195189"/>
                  <a:pt x="4954385" y="174567"/>
                </a:cubicBezTo>
                <a:cubicBezTo>
                  <a:pt x="4962187" y="168326"/>
                  <a:pt x="4971738" y="164444"/>
                  <a:pt x="4979324" y="157942"/>
                </a:cubicBezTo>
                <a:cubicBezTo>
                  <a:pt x="4991225" y="147741"/>
                  <a:pt x="4999533" y="133386"/>
                  <a:pt x="5012575" y="124691"/>
                </a:cubicBezTo>
                <a:cubicBezTo>
                  <a:pt x="5033971" y="110427"/>
                  <a:pt x="5038343" y="109868"/>
                  <a:pt x="5054138" y="91440"/>
                </a:cubicBezTo>
                <a:cubicBezTo>
                  <a:pt x="5065685" y="77969"/>
                  <a:pt x="5075842" y="63347"/>
                  <a:pt x="5087389" y="49876"/>
                </a:cubicBezTo>
                <a:cubicBezTo>
                  <a:pt x="5092490" y="43925"/>
                  <a:pt x="5099119" y="39371"/>
                  <a:pt x="5104015" y="33251"/>
                </a:cubicBezTo>
                <a:cubicBezTo>
                  <a:pt x="5141618" y="-13752"/>
                  <a:pt x="5106200" y="22753"/>
                  <a:pt x="5128953" y="0"/>
                </a:cubicBezTo>
              </a:path>
            </a:pathLst>
          </a:custGeom>
          <a:noFill/>
          <a:ln w="28575">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ontserrat Light" panose="00000400000000000000" pitchFamily="2" charset="0"/>
            </a:endParaRPr>
          </a:p>
        </p:txBody>
      </p:sp>
      <p:sp>
        <p:nvSpPr>
          <p:cNvPr id="85" name="Title 1">
            <a:extLst>
              <a:ext uri="{FF2B5EF4-FFF2-40B4-BE49-F238E27FC236}">
                <a16:creationId xmlns:a16="http://schemas.microsoft.com/office/drawing/2014/main" id="{D479A98C-9C46-43DF-B5D0-AFB67D5AE0EE}"/>
              </a:ext>
            </a:extLst>
          </p:cNvPr>
          <p:cNvSpPr txBox="1">
            <a:spLocks/>
          </p:cNvSpPr>
          <p:nvPr/>
        </p:nvSpPr>
        <p:spPr>
          <a:xfrm>
            <a:off x="1655387" y="722343"/>
            <a:ext cx="3050056" cy="649112"/>
          </a:xfrm>
          <a:prstGeom prst="rect">
            <a:avLst/>
          </a:prstGeom>
        </p:spPr>
        <p:txBody>
          <a:bodyPr/>
          <a:lstStyle>
            <a:lvl1pPr algn="l" defTabSz="914400" rtl="0" eaLnBrk="1" latinLnBrk="0" hangingPunct="1">
              <a:lnSpc>
                <a:spcPct val="90000"/>
              </a:lnSpc>
              <a:spcBef>
                <a:spcPct val="0"/>
              </a:spcBef>
              <a:buNone/>
              <a:defRPr sz="3600" kern="1200">
                <a:solidFill>
                  <a:schemeClr val="accent2"/>
                </a:solidFill>
                <a:latin typeface="+mj-lt"/>
                <a:ea typeface="+mj-ea"/>
                <a:cs typeface="+mj-cs"/>
              </a:defRPr>
            </a:lvl1pPr>
          </a:lstStyle>
          <a:p>
            <a:r>
              <a:rPr lang="en-US" sz="2000" u="sng" dirty="0">
                <a:latin typeface="Montserrat Light" panose="00000400000000000000" pitchFamily="2" charset="0"/>
              </a:rPr>
              <a:t>Career Path Reality</a:t>
            </a:r>
          </a:p>
        </p:txBody>
      </p:sp>
      <p:sp>
        <p:nvSpPr>
          <p:cNvPr id="86" name="Title 1">
            <a:extLst>
              <a:ext uri="{FF2B5EF4-FFF2-40B4-BE49-F238E27FC236}">
                <a16:creationId xmlns:a16="http://schemas.microsoft.com/office/drawing/2014/main" id="{F8D6D1EA-E774-40FB-BFC4-36C979E53C6F}"/>
              </a:ext>
            </a:extLst>
          </p:cNvPr>
          <p:cNvSpPr txBox="1">
            <a:spLocks/>
          </p:cNvSpPr>
          <p:nvPr/>
        </p:nvSpPr>
        <p:spPr>
          <a:xfrm>
            <a:off x="2415514" y="2679019"/>
            <a:ext cx="613196" cy="422761"/>
          </a:xfrm>
          <a:prstGeom prst="rect">
            <a:avLst/>
          </a:prstGeom>
        </p:spPr>
        <p:txBody>
          <a:bodyPr/>
          <a:lstStyle>
            <a:lvl1pPr algn="l" defTabSz="914400" rtl="0" eaLnBrk="1" latinLnBrk="0" hangingPunct="1">
              <a:lnSpc>
                <a:spcPct val="90000"/>
              </a:lnSpc>
              <a:spcBef>
                <a:spcPct val="0"/>
              </a:spcBef>
              <a:buNone/>
              <a:defRPr sz="3600" kern="1200">
                <a:solidFill>
                  <a:schemeClr val="accent2"/>
                </a:solidFill>
                <a:latin typeface="+mj-lt"/>
                <a:ea typeface="+mj-ea"/>
                <a:cs typeface="+mj-cs"/>
              </a:defRPr>
            </a:lvl1pPr>
          </a:lstStyle>
          <a:p>
            <a:pPr algn="ctr"/>
            <a:r>
              <a:rPr lang="en-US" sz="1600" b="1" dirty="0">
                <a:latin typeface="Montserrat Light" panose="00000400000000000000" pitchFamily="2" charset="0"/>
              </a:rPr>
              <a:t>VS</a:t>
            </a:r>
            <a:endParaRPr lang="en-US" sz="2400" b="1" dirty="0">
              <a:latin typeface="Montserrat Light" panose="00000400000000000000" pitchFamily="2" charset="0"/>
            </a:endParaRPr>
          </a:p>
        </p:txBody>
      </p:sp>
      <p:sp>
        <p:nvSpPr>
          <p:cNvPr id="87" name="Title 1">
            <a:extLst>
              <a:ext uri="{FF2B5EF4-FFF2-40B4-BE49-F238E27FC236}">
                <a16:creationId xmlns:a16="http://schemas.microsoft.com/office/drawing/2014/main" id="{66A68AEA-3B67-43E6-B1A1-B84AEC55BBEB}"/>
              </a:ext>
            </a:extLst>
          </p:cNvPr>
          <p:cNvSpPr txBox="1">
            <a:spLocks/>
          </p:cNvSpPr>
          <p:nvPr/>
        </p:nvSpPr>
        <p:spPr>
          <a:xfrm>
            <a:off x="425552" y="2363267"/>
            <a:ext cx="2030933" cy="914400"/>
          </a:xfrm>
          <a:prstGeom prst="rect">
            <a:avLst/>
          </a:prstGeom>
        </p:spPr>
        <p:txBody>
          <a:bodyPr vert="horz" lIns="0" tIns="0" rIns="0" bIns="0" rtlCol="0" anchor="ctr" anchorCtr="0">
            <a:noAutofit/>
          </a:bodyPr>
          <a:lstStyle>
            <a:defPPr>
              <a:defRPr lang="en-US"/>
            </a:defPPr>
            <a:lvl1pPr algn="ctr">
              <a:lnSpc>
                <a:spcPct val="90000"/>
              </a:lnSpc>
              <a:spcBef>
                <a:spcPct val="0"/>
              </a:spcBef>
              <a:buNone/>
              <a:defRPr sz="2400">
                <a:solidFill>
                  <a:schemeClr val="accent2"/>
                </a:solidFill>
                <a:latin typeface="Old English Text MT" panose="03040902040508030806" pitchFamily="66" charset="0"/>
                <a:ea typeface="+mj-ea"/>
                <a:cs typeface="+mj-cs"/>
              </a:defRPr>
            </a:lvl1pPr>
          </a:lstStyle>
          <a:p>
            <a:r>
              <a:rPr lang="en-US" sz="1600" dirty="0">
                <a:latin typeface="Montserrat Light" panose="00000400000000000000" pitchFamily="2" charset="0"/>
              </a:rPr>
              <a:t>What people think</a:t>
            </a:r>
          </a:p>
        </p:txBody>
      </p:sp>
      <p:pic>
        <p:nvPicPr>
          <p:cNvPr id="89" name="Picture 4" descr="The Laureate Global">
            <a:extLst>
              <a:ext uri="{FF2B5EF4-FFF2-40B4-BE49-F238E27FC236}">
                <a16:creationId xmlns:a16="http://schemas.microsoft.com/office/drawing/2014/main" id="{452B14F4-C0AE-43CA-9795-7B1D449CE50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4054" t="9878" r="1988" b="12428"/>
          <a:stretch/>
        </p:blipFill>
        <p:spPr bwMode="auto">
          <a:xfrm>
            <a:off x="4722170" y="898102"/>
            <a:ext cx="628620" cy="72396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 descr="The Laureate Global">
            <a:extLst>
              <a:ext uri="{FF2B5EF4-FFF2-40B4-BE49-F238E27FC236}">
                <a16:creationId xmlns:a16="http://schemas.microsoft.com/office/drawing/2014/main" id="{AE71C9A3-E4FB-4559-A6F9-DE132762EF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535" t="9264" r="55851" b="11900"/>
          <a:stretch/>
        </p:blipFill>
        <p:spPr bwMode="auto">
          <a:xfrm>
            <a:off x="589030" y="926981"/>
            <a:ext cx="482886" cy="577532"/>
          </a:xfrm>
          <a:prstGeom prst="rect">
            <a:avLst/>
          </a:prstGeom>
          <a:noFill/>
          <a:extLst>
            <a:ext uri="{909E8E84-426E-40DD-AFC4-6F175D3DCCD1}">
              <a14:hiddenFill xmlns:a14="http://schemas.microsoft.com/office/drawing/2010/main">
                <a:solidFill>
                  <a:srgbClr val="FFFFFF"/>
                </a:solidFill>
              </a14:hiddenFill>
            </a:ext>
          </a:extLst>
        </p:spPr>
      </p:pic>
      <p:sp>
        <p:nvSpPr>
          <p:cNvPr id="91" name="TextBox 90">
            <a:extLst>
              <a:ext uri="{FF2B5EF4-FFF2-40B4-BE49-F238E27FC236}">
                <a16:creationId xmlns:a16="http://schemas.microsoft.com/office/drawing/2014/main" id="{30DCB485-99CC-4559-A8C7-58DF05475A92}"/>
              </a:ext>
            </a:extLst>
          </p:cNvPr>
          <p:cNvSpPr txBox="1"/>
          <p:nvPr/>
        </p:nvSpPr>
        <p:spPr>
          <a:xfrm>
            <a:off x="230683" y="108058"/>
            <a:ext cx="8721786" cy="830997"/>
          </a:xfrm>
          <a:prstGeom prst="rect">
            <a:avLst/>
          </a:prstGeom>
          <a:noFill/>
        </p:spPr>
        <p:txBody>
          <a:bodyPr wrap="square">
            <a:spAutoFit/>
          </a:bodyPr>
          <a:lstStyle/>
          <a:p>
            <a:r>
              <a:rPr lang="en-US" sz="2400" dirty="0">
                <a:latin typeface="Montserrat Light" panose="00000400000000000000" pitchFamily="2" charset="0"/>
              </a:rPr>
              <a:t>Your Career Is a Journey, Not a Destination … </a:t>
            </a:r>
            <a:br>
              <a:rPr lang="en-US" sz="2400" dirty="0">
                <a:latin typeface="Montserrat Light" panose="00000400000000000000" pitchFamily="2" charset="0"/>
              </a:rPr>
            </a:br>
            <a:endParaRPr lang="en-US" sz="2400" dirty="0">
              <a:latin typeface="Montserrat Light" panose="00000400000000000000" pitchFamily="2" charset="0"/>
            </a:endParaRPr>
          </a:p>
        </p:txBody>
      </p:sp>
      <p:sp>
        <p:nvSpPr>
          <p:cNvPr id="92" name="Text Box 15">
            <a:extLst>
              <a:ext uri="{FF2B5EF4-FFF2-40B4-BE49-F238E27FC236}">
                <a16:creationId xmlns:a16="http://schemas.microsoft.com/office/drawing/2014/main" id="{707035AF-4C78-486F-A3B3-C1CA3E4A7E60}"/>
              </a:ext>
            </a:extLst>
          </p:cNvPr>
          <p:cNvSpPr txBox="1">
            <a:spLocks noChangeArrowheads="1"/>
          </p:cNvSpPr>
          <p:nvPr/>
        </p:nvSpPr>
        <p:spPr bwMode="auto">
          <a:xfrm>
            <a:off x="8942993" y="333849"/>
            <a:ext cx="1617347" cy="306467"/>
          </a:xfrm>
          <a:prstGeom prst="roundRect">
            <a:avLst/>
          </a:prstGeom>
          <a:solidFill>
            <a:srgbClr val="92D050"/>
          </a:solidFill>
          <a:ln w="9525">
            <a:noFill/>
            <a:miter lim="800000"/>
            <a:headEnd/>
            <a:tailEnd/>
          </a:ln>
          <a:effectLst/>
        </p:spPr>
        <p:txBody>
          <a:bodyPr wrap="square" tIns="0" bIns="0">
            <a:spAutoFit/>
          </a:bodyPr>
          <a:lstStyle>
            <a:lvl1pPr>
              <a:defRPr sz="3200">
                <a:solidFill>
                  <a:schemeClr val="tx1"/>
                </a:solidFill>
                <a:latin typeface="GE Inspira Pitch" pitchFamily="34" charset="0"/>
              </a:defRPr>
            </a:lvl1pPr>
            <a:lvl2pPr marL="742950" indent="-285750">
              <a:defRPr sz="3200">
                <a:solidFill>
                  <a:schemeClr val="tx1"/>
                </a:solidFill>
                <a:latin typeface="GE Inspira Pitch" pitchFamily="34" charset="0"/>
              </a:defRPr>
            </a:lvl2pPr>
            <a:lvl3pPr marL="1143000" indent="-228600">
              <a:defRPr sz="3200">
                <a:solidFill>
                  <a:schemeClr val="tx1"/>
                </a:solidFill>
                <a:latin typeface="GE Inspira Pitch" pitchFamily="34" charset="0"/>
              </a:defRPr>
            </a:lvl3pPr>
            <a:lvl4pPr marL="1600200" indent="-228600">
              <a:defRPr sz="3200">
                <a:solidFill>
                  <a:schemeClr val="tx1"/>
                </a:solidFill>
                <a:latin typeface="GE Inspira Pitch" pitchFamily="34" charset="0"/>
              </a:defRPr>
            </a:lvl4pPr>
            <a:lvl5pPr marL="2057400" indent="-228600">
              <a:defRPr sz="3200">
                <a:solidFill>
                  <a:schemeClr val="tx1"/>
                </a:solidFill>
                <a:latin typeface="GE Inspira Pitch" pitchFamily="34" charset="0"/>
              </a:defRPr>
            </a:lvl5pPr>
            <a:lvl6pPr marL="2514600" indent="-228600" eaLnBrk="0" fontAlgn="base" hangingPunct="0">
              <a:spcBef>
                <a:spcPct val="0"/>
              </a:spcBef>
              <a:spcAft>
                <a:spcPct val="0"/>
              </a:spcAft>
              <a:defRPr sz="3200">
                <a:solidFill>
                  <a:schemeClr val="tx1"/>
                </a:solidFill>
                <a:latin typeface="GE Inspira Pitch" pitchFamily="34" charset="0"/>
              </a:defRPr>
            </a:lvl6pPr>
            <a:lvl7pPr marL="2971800" indent="-228600" eaLnBrk="0" fontAlgn="base" hangingPunct="0">
              <a:spcBef>
                <a:spcPct val="0"/>
              </a:spcBef>
              <a:spcAft>
                <a:spcPct val="0"/>
              </a:spcAft>
              <a:defRPr sz="3200">
                <a:solidFill>
                  <a:schemeClr val="tx1"/>
                </a:solidFill>
                <a:latin typeface="GE Inspira Pitch" pitchFamily="34" charset="0"/>
              </a:defRPr>
            </a:lvl7pPr>
            <a:lvl8pPr marL="3429000" indent="-228600" eaLnBrk="0" fontAlgn="base" hangingPunct="0">
              <a:spcBef>
                <a:spcPct val="0"/>
              </a:spcBef>
              <a:spcAft>
                <a:spcPct val="0"/>
              </a:spcAft>
              <a:defRPr sz="3200">
                <a:solidFill>
                  <a:schemeClr val="tx1"/>
                </a:solidFill>
                <a:latin typeface="GE Inspira Pitch" pitchFamily="34" charset="0"/>
              </a:defRPr>
            </a:lvl8pPr>
            <a:lvl9pPr marL="3886200" indent="-228600" eaLnBrk="0" fontAlgn="base" hangingPunct="0">
              <a:spcBef>
                <a:spcPct val="0"/>
              </a:spcBef>
              <a:spcAft>
                <a:spcPct val="0"/>
              </a:spcAft>
              <a:defRPr sz="3200">
                <a:solidFill>
                  <a:schemeClr val="tx1"/>
                </a:solidFill>
                <a:latin typeface="GE Inspira Pitch" pitchFamily="34" charset="0"/>
              </a:defRPr>
            </a:lvl9pPr>
          </a:lstStyle>
          <a:p>
            <a:pPr algn="ctr" eaLnBrk="1" hangingPunct="1"/>
            <a:r>
              <a:rPr lang="en-US" sz="900" b="1" dirty="0">
                <a:solidFill>
                  <a:srgbClr val="FFFFFF"/>
                </a:solidFill>
                <a:latin typeface="Montserrat Light" panose="00000400000000000000" pitchFamily="2" charset="0"/>
              </a:rPr>
              <a:t>CEO FieldCore</a:t>
            </a:r>
          </a:p>
          <a:p>
            <a:pPr algn="ctr" eaLnBrk="1" hangingPunct="1"/>
            <a:r>
              <a:rPr lang="en-US" sz="900" b="1" dirty="0">
                <a:solidFill>
                  <a:srgbClr val="FFFFFF"/>
                </a:solidFill>
                <a:latin typeface="Montserrat Light" panose="00000400000000000000" pitchFamily="2" charset="0"/>
              </a:rPr>
              <a:t>Atlanta GA</a:t>
            </a:r>
          </a:p>
        </p:txBody>
      </p:sp>
      <p:sp>
        <p:nvSpPr>
          <p:cNvPr id="93" name="Text Box 15">
            <a:extLst>
              <a:ext uri="{FF2B5EF4-FFF2-40B4-BE49-F238E27FC236}">
                <a16:creationId xmlns:a16="http://schemas.microsoft.com/office/drawing/2014/main" id="{671F1BB6-24A2-4C15-A49C-F46A63F4C7D6}"/>
              </a:ext>
            </a:extLst>
          </p:cNvPr>
          <p:cNvSpPr txBox="1">
            <a:spLocks noChangeArrowheads="1"/>
          </p:cNvSpPr>
          <p:nvPr/>
        </p:nvSpPr>
        <p:spPr bwMode="auto">
          <a:xfrm>
            <a:off x="8942993" y="732374"/>
            <a:ext cx="1617347" cy="306467"/>
          </a:xfrm>
          <a:prstGeom prst="roundRect">
            <a:avLst/>
          </a:prstGeom>
          <a:solidFill>
            <a:srgbClr val="92D050"/>
          </a:solidFill>
          <a:ln w="9525">
            <a:noFill/>
            <a:miter lim="800000"/>
            <a:headEnd/>
            <a:tailEnd/>
          </a:ln>
          <a:effectLst/>
        </p:spPr>
        <p:txBody>
          <a:bodyPr wrap="square" tIns="0" bIns="0">
            <a:spAutoFit/>
          </a:bodyPr>
          <a:lstStyle>
            <a:lvl1pPr>
              <a:defRPr sz="3200">
                <a:solidFill>
                  <a:schemeClr val="tx1"/>
                </a:solidFill>
                <a:latin typeface="GE Inspira Pitch" pitchFamily="34" charset="0"/>
              </a:defRPr>
            </a:lvl1pPr>
            <a:lvl2pPr marL="742950" indent="-285750">
              <a:defRPr sz="3200">
                <a:solidFill>
                  <a:schemeClr val="tx1"/>
                </a:solidFill>
                <a:latin typeface="GE Inspira Pitch" pitchFamily="34" charset="0"/>
              </a:defRPr>
            </a:lvl2pPr>
            <a:lvl3pPr marL="1143000" indent="-228600">
              <a:defRPr sz="3200">
                <a:solidFill>
                  <a:schemeClr val="tx1"/>
                </a:solidFill>
                <a:latin typeface="GE Inspira Pitch" pitchFamily="34" charset="0"/>
              </a:defRPr>
            </a:lvl3pPr>
            <a:lvl4pPr marL="1600200" indent="-228600">
              <a:defRPr sz="3200">
                <a:solidFill>
                  <a:schemeClr val="tx1"/>
                </a:solidFill>
                <a:latin typeface="GE Inspira Pitch" pitchFamily="34" charset="0"/>
              </a:defRPr>
            </a:lvl4pPr>
            <a:lvl5pPr marL="2057400" indent="-228600">
              <a:defRPr sz="3200">
                <a:solidFill>
                  <a:schemeClr val="tx1"/>
                </a:solidFill>
                <a:latin typeface="GE Inspira Pitch" pitchFamily="34" charset="0"/>
              </a:defRPr>
            </a:lvl5pPr>
            <a:lvl6pPr marL="2514600" indent="-228600" eaLnBrk="0" fontAlgn="base" hangingPunct="0">
              <a:spcBef>
                <a:spcPct val="0"/>
              </a:spcBef>
              <a:spcAft>
                <a:spcPct val="0"/>
              </a:spcAft>
              <a:defRPr sz="3200">
                <a:solidFill>
                  <a:schemeClr val="tx1"/>
                </a:solidFill>
                <a:latin typeface="GE Inspira Pitch" pitchFamily="34" charset="0"/>
              </a:defRPr>
            </a:lvl6pPr>
            <a:lvl7pPr marL="2971800" indent="-228600" eaLnBrk="0" fontAlgn="base" hangingPunct="0">
              <a:spcBef>
                <a:spcPct val="0"/>
              </a:spcBef>
              <a:spcAft>
                <a:spcPct val="0"/>
              </a:spcAft>
              <a:defRPr sz="3200">
                <a:solidFill>
                  <a:schemeClr val="tx1"/>
                </a:solidFill>
                <a:latin typeface="GE Inspira Pitch" pitchFamily="34" charset="0"/>
              </a:defRPr>
            </a:lvl7pPr>
            <a:lvl8pPr marL="3429000" indent="-228600" eaLnBrk="0" fontAlgn="base" hangingPunct="0">
              <a:spcBef>
                <a:spcPct val="0"/>
              </a:spcBef>
              <a:spcAft>
                <a:spcPct val="0"/>
              </a:spcAft>
              <a:defRPr sz="3200">
                <a:solidFill>
                  <a:schemeClr val="tx1"/>
                </a:solidFill>
                <a:latin typeface="GE Inspira Pitch" pitchFamily="34" charset="0"/>
              </a:defRPr>
            </a:lvl8pPr>
            <a:lvl9pPr marL="3886200" indent="-228600" eaLnBrk="0" fontAlgn="base" hangingPunct="0">
              <a:spcBef>
                <a:spcPct val="0"/>
              </a:spcBef>
              <a:spcAft>
                <a:spcPct val="0"/>
              </a:spcAft>
              <a:defRPr sz="3200">
                <a:solidFill>
                  <a:schemeClr val="tx1"/>
                </a:solidFill>
                <a:latin typeface="GE Inspira Pitch" pitchFamily="34" charset="0"/>
              </a:defRPr>
            </a:lvl9pPr>
          </a:lstStyle>
          <a:p>
            <a:pPr algn="ctr" eaLnBrk="1" hangingPunct="1"/>
            <a:r>
              <a:rPr lang="en-US" sz="900" b="1" dirty="0">
                <a:solidFill>
                  <a:srgbClr val="FFFFFF"/>
                </a:solidFill>
                <a:latin typeface="Montserrat Light" panose="00000400000000000000" pitchFamily="2" charset="0"/>
              </a:rPr>
              <a:t>COO FieldCore</a:t>
            </a:r>
            <a:endParaRPr lang="en-US" sz="900" b="1" dirty="0">
              <a:solidFill>
                <a:srgbClr val="FF0000"/>
              </a:solidFill>
              <a:latin typeface="Montserrat Light" panose="00000400000000000000" pitchFamily="2" charset="0"/>
            </a:endParaRPr>
          </a:p>
          <a:p>
            <a:pPr algn="ctr" eaLnBrk="1" hangingPunct="1"/>
            <a:r>
              <a:rPr lang="en-US" sz="900" b="1" dirty="0">
                <a:solidFill>
                  <a:srgbClr val="FFFFFF"/>
                </a:solidFill>
                <a:latin typeface="Montserrat Light" panose="00000400000000000000" pitchFamily="2" charset="0"/>
              </a:rPr>
              <a:t>Atlanta GA</a:t>
            </a:r>
          </a:p>
        </p:txBody>
      </p:sp>
      <p:sp>
        <p:nvSpPr>
          <p:cNvPr id="94" name="TextBox 93">
            <a:extLst>
              <a:ext uri="{FF2B5EF4-FFF2-40B4-BE49-F238E27FC236}">
                <a16:creationId xmlns:a16="http://schemas.microsoft.com/office/drawing/2014/main" id="{5B1826D4-3805-4879-B4DB-69907D5284D2}"/>
              </a:ext>
            </a:extLst>
          </p:cNvPr>
          <p:cNvSpPr txBox="1"/>
          <p:nvPr/>
        </p:nvSpPr>
        <p:spPr>
          <a:xfrm>
            <a:off x="10379920" y="748455"/>
            <a:ext cx="179536" cy="215444"/>
          </a:xfrm>
          <a:prstGeom prst="rect">
            <a:avLst/>
          </a:prstGeom>
          <a:solidFill>
            <a:schemeClr val="bg1"/>
          </a:solidFill>
        </p:spPr>
        <p:txBody>
          <a:bodyPr wrap="none" lIns="0" tIns="0" rIns="0" bIns="0" rtlCol="0">
            <a:spAutoFit/>
          </a:bodyPr>
          <a:lstStyle/>
          <a:p>
            <a:r>
              <a:rPr lang="en-US" sz="1400" dirty="0">
                <a:solidFill>
                  <a:schemeClr val="accent2"/>
                </a:solidFill>
                <a:latin typeface="Montserrat Light" panose="00000400000000000000" pitchFamily="2" charset="0"/>
                <a:sym typeface="Webdings" panose="05030102010509060703" pitchFamily="18" charset="2"/>
              </a:rPr>
              <a:t></a:t>
            </a:r>
            <a:endParaRPr lang="en-US" sz="1400" dirty="0">
              <a:solidFill>
                <a:schemeClr val="accent2"/>
              </a:solidFill>
              <a:latin typeface="Montserrat Light" panose="00000400000000000000" pitchFamily="2" charset="0"/>
            </a:endParaRPr>
          </a:p>
        </p:txBody>
      </p:sp>
      <p:sp>
        <p:nvSpPr>
          <p:cNvPr id="95" name="Star: 6 Points 94">
            <a:extLst>
              <a:ext uri="{FF2B5EF4-FFF2-40B4-BE49-F238E27FC236}">
                <a16:creationId xmlns:a16="http://schemas.microsoft.com/office/drawing/2014/main" id="{61D3BAA9-80CC-4815-A209-EA4FC649BF6C}"/>
              </a:ext>
            </a:extLst>
          </p:cNvPr>
          <p:cNvSpPr/>
          <p:nvPr/>
        </p:nvSpPr>
        <p:spPr>
          <a:xfrm>
            <a:off x="8942993" y="730131"/>
            <a:ext cx="152400" cy="184248"/>
          </a:xfrm>
          <a:prstGeom prst="star6">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Light" panose="00000400000000000000" pitchFamily="2" charset="0"/>
            </a:endParaRPr>
          </a:p>
        </p:txBody>
      </p:sp>
      <p:sp>
        <p:nvSpPr>
          <p:cNvPr id="2" name="TextBox 1">
            <a:extLst>
              <a:ext uri="{FF2B5EF4-FFF2-40B4-BE49-F238E27FC236}">
                <a16:creationId xmlns:a16="http://schemas.microsoft.com/office/drawing/2014/main" id="{C7A9AEAF-D936-8455-3B4D-06C5A4902F23}"/>
              </a:ext>
            </a:extLst>
          </p:cNvPr>
          <p:cNvSpPr txBox="1"/>
          <p:nvPr/>
        </p:nvSpPr>
        <p:spPr>
          <a:xfrm>
            <a:off x="723004" y="4014537"/>
            <a:ext cx="1471813" cy="338554"/>
          </a:xfrm>
          <a:prstGeom prst="rect">
            <a:avLst/>
          </a:prstGeom>
          <a:noFill/>
        </p:spPr>
        <p:txBody>
          <a:bodyPr wrap="none" rtlCol="0">
            <a:spAutoFit/>
          </a:bodyPr>
          <a:lstStyle/>
          <a:p>
            <a:r>
              <a:rPr lang="en-US" sz="1600" b="1" dirty="0">
                <a:solidFill>
                  <a:srgbClr val="FF0000"/>
                </a:solidFill>
              </a:rPr>
              <a:t>9/11 happens</a:t>
            </a:r>
          </a:p>
        </p:txBody>
      </p:sp>
      <p:sp>
        <p:nvSpPr>
          <p:cNvPr id="4" name="TextBox 3">
            <a:extLst>
              <a:ext uri="{FF2B5EF4-FFF2-40B4-BE49-F238E27FC236}">
                <a16:creationId xmlns:a16="http://schemas.microsoft.com/office/drawing/2014/main" id="{5D9A0CE3-03F0-AB0C-0724-86D7C6C7C833}"/>
              </a:ext>
            </a:extLst>
          </p:cNvPr>
          <p:cNvSpPr txBox="1"/>
          <p:nvPr/>
        </p:nvSpPr>
        <p:spPr>
          <a:xfrm>
            <a:off x="7630492" y="3627628"/>
            <a:ext cx="1928733" cy="338554"/>
          </a:xfrm>
          <a:prstGeom prst="rect">
            <a:avLst/>
          </a:prstGeom>
          <a:noFill/>
        </p:spPr>
        <p:txBody>
          <a:bodyPr wrap="none" rtlCol="0">
            <a:spAutoFit/>
          </a:bodyPr>
          <a:lstStyle/>
          <a:p>
            <a:r>
              <a:rPr lang="en-US" sz="1600" b="1" dirty="0">
                <a:solidFill>
                  <a:srgbClr val="FF0000"/>
                </a:solidFill>
              </a:rPr>
              <a:t>Delta Bankruptcy </a:t>
            </a:r>
          </a:p>
        </p:txBody>
      </p:sp>
      <p:sp>
        <p:nvSpPr>
          <p:cNvPr id="6" name="TextBox 5">
            <a:extLst>
              <a:ext uri="{FF2B5EF4-FFF2-40B4-BE49-F238E27FC236}">
                <a16:creationId xmlns:a16="http://schemas.microsoft.com/office/drawing/2014/main" id="{0767C471-026B-75E9-957F-1B31D7FC84B2}"/>
              </a:ext>
            </a:extLst>
          </p:cNvPr>
          <p:cNvSpPr txBox="1"/>
          <p:nvPr/>
        </p:nvSpPr>
        <p:spPr>
          <a:xfrm>
            <a:off x="9623858" y="2908035"/>
            <a:ext cx="1261884" cy="338554"/>
          </a:xfrm>
          <a:prstGeom prst="rect">
            <a:avLst/>
          </a:prstGeom>
          <a:noFill/>
        </p:spPr>
        <p:txBody>
          <a:bodyPr wrap="none" rtlCol="0">
            <a:spAutoFit/>
          </a:bodyPr>
          <a:lstStyle/>
          <a:p>
            <a:r>
              <a:rPr lang="en-US" sz="1600" b="1" dirty="0">
                <a:solidFill>
                  <a:srgbClr val="FF0000"/>
                </a:solidFill>
              </a:rPr>
              <a:t>1</a:t>
            </a:r>
            <a:r>
              <a:rPr lang="en-US" sz="1600" b="1" baseline="30000" dirty="0">
                <a:solidFill>
                  <a:srgbClr val="FF0000"/>
                </a:solidFill>
              </a:rPr>
              <a:t>st</a:t>
            </a:r>
            <a:r>
              <a:rPr lang="en-US" sz="1600" b="1" dirty="0">
                <a:solidFill>
                  <a:srgbClr val="FF0000"/>
                </a:solidFill>
              </a:rPr>
              <a:t> EB Role</a:t>
            </a:r>
          </a:p>
        </p:txBody>
      </p:sp>
      <p:sp>
        <p:nvSpPr>
          <p:cNvPr id="12" name="TextBox 11">
            <a:extLst>
              <a:ext uri="{FF2B5EF4-FFF2-40B4-BE49-F238E27FC236}">
                <a16:creationId xmlns:a16="http://schemas.microsoft.com/office/drawing/2014/main" id="{0AA2F6A6-051B-E57F-AAC3-C24D8F2959D8}"/>
              </a:ext>
            </a:extLst>
          </p:cNvPr>
          <p:cNvSpPr txBox="1"/>
          <p:nvPr/>
        </p:nvSpPr>
        <p:spPr>
          <a:xfrm>
            <a:off x="7915574" y="1079818"/>
            <a:ext cx="1061509" cy="338554"/>
          </a:xfrm>
          <a:prstGeom prst="rect">
            <a:avLst/>
          </a:prstGeom>
          <a:noFill/>
        </p:spPr>
        <p:txBody>
          <a:bodyPr wrap="none" rtlCol="0">
            <a:spAutoFit/>
          </a:bodyPr>
          <a:lstStyle/>
          <a:p>
            <a:r>
              <a:rPr lang="en-US" sz="1600" b="1" dirty="0">
                <a:solidFill>
                  <a:srgbClr val="FF0000"/>
                </a:solidFill>
              </a:rPr>
              <a:t>COVID19</a:t>
            </a:r>
          </a:p>
        </p:txBody>
      </p:sp>
      <p:pic>
        <p:nvPicPr>
          <p:cNvPr id="7" name="Picture 6">
            <a:extLst>
              <a:ext uri="{FF2B5EF4-FFF2-40B4-BE49-F238E27FC236}">
                <a16:creationId xmlns:a16="http://schemas.microsoft.com/office/drawing/2014/main" id="{3BAAA79F-C5C9-89AF-A00A-56E0A303132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08023" y="4873911"/>
            <a:ext cx="467226" cy="530782"/>
          </a:xfrm>
          <a:prstGeom prst="rect">
            <a:avLst/>
          </a:prstGeom>
        </p:spPr>
      </p:pic>
    </p:spTree>
    <p:extLst>
      <p:ext uri="{BB962C8B-B14F-4D97-AF65-F5344CB8AC3E}">
        <p14:creationId xmlns:p14="http://schemas.microsoft.com/office/powerpoint/2010/main" val="2525175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0"/>
                                        </p:tgtEl>
                                        <p:attrNameLst>
                                          <p:attrName>style.visibility</p:attrName>
                                        </p:attrNameLst>
                                      </p:cBhvr>
                                      <p:to>
                                        <p:strVal val="visible"/>
                                      </p:to>
                                    </p:set>
                                    <p:anim calcmode="lin" valueType="num">
                                      <p:cBhvr>
                                        <p:cTn id="7" dur="500" fill="hold"/>
                                        <p:tgtEl>
                                          <p:spTgt spid="90"/>
                                        </p:tgtEl>
                                        <p:attrNameLst>
                                          <p:attrName>ppt_w</p:attrName>
                                        </p:attrNameLst>
                                      </p:cBhvr>
                                      <p:tavLst>
                                        <p:tav tm="0">
                                          <p:val>
                                            <p:fltVal val="0"/>
                                          </p:val>
                                        </p:tav>
                                        <p:tav tm="100000">
                                          <p:val>
                                            <p:strVal val="#ppt_w"/>
                                          </p:val>
                                        </p:tav>
                                      </p:tavLst>
                                    </p:anim>
                                    <p:anim calcmode="lin" valueType="num">
                                      <p:cBhvr>
                                        <p:cTn id="8" dur="500" fill="hold"/>
                                        <p:tgtEl>
                                          <p:spTgt spid="90"/>
                                        </p:tgtEl>
                                        <p:attrNameLst>
                                          <p:attrName>ppt_h</p:attrName>
                                        </p:attrNameLst>
                                      </p:cBhvr>
                                      <p:tavLst>
                                        <p:tav tm="0">
                                          <p:val>
                                            <p:fltVal val="0"/>
                                          </p:val>
                                        </p:tav>
                                        <p:tav tm="100000">
                                          <p:val>
                                            <p:strVal val="#ppt_h"/>
                                          </p:val>
                                        </p:tav>
                                      </p:tavLst>
                                    </p:anim>
                                    <p:animEffect transition="in" filter="fade">
                                      <p:cBhvr>
                                        <p:cTn id="9" dur="500"/>
                                        <p:tgtEl>
                                          <p:spTgt spid="90"/>
                                        </p:tgtEl>
                                      </p:cBhvr>
                                    </p:animEffect>
                                  </p:childTnLst>
                                </p:cTn>
                              </p:par>
                              <p:par>
                                <p:cTn id="10" presetID="53" presetClass="entr" presetSubtype="16" fill="hold" nodeType="withEffect">
                                  <p:stCondLst>
                                    <p:cond delay="0"/>
                                  </p:stCondLst>
                                  <p:childTnLst>
                                    <p:set>
                                      <p:cBhvr>
                                        <p:cTn id="11" dur="1" fill="hold">
                                          <p:stCondLst>
                                            <p:cond delay="0"/>
                                          </p:stCondLst>
                                        </p:cTn>
                                        <p:tgtEl>
                                          <p:spTgt spid="89"/>
                                        </p:tgtEl>
                                        <p:attrNameLst>
                                          <p:attrName>style.visibility</p:attrName>
                                        </p:attrNameLst>
                                      </p:cBhvr>
                                      <p:to>
                                        <p:strVal val="visible"/>
                                      </p:to>
                                    </p:set>
                                    <p:anim calcmode="lin" valueType="num">
                                      <p:cBhvr>
                                        <p:cTn id="12" dur="500" fill="hold"/>
                                        <p:tgtEl>
                                          <p:spTgt spid="89"/>
                                        </p:tgtEl>
                                        <p:attrNameLst>
                                          <p:attrName>ppt_w</p:attrName>
                                        </p:attrNameLst>
                                      </p:cBhvr>
                                      <p:tavLst>
                                        <p:tav tm="0">
                                          <p:val>
                                            <p:fltVal val="0"/>
                                          </p:val>
                                        </p:tav>
                                        <p:tav tm="100000">
                                          <p:val>
                                            <p:strVal val="#ppt_w"/>
                                          </p:val>
                                        </p:tav>
                                      </p:tavLst>
                                    </p:anim>
                                    <p:anim calcmode="lin" valueType="num">
                                      <p:cBhvr>
                                        <p:cTn id="13" dur="500" fill="hold"/>
                                        <p:tgtEl>
                                          <p:spTgt spid="89"/>
                                        </p:tgtEl>
                                        <p:attrNameLst>
                                          <p:attrName>ppt_h</p:attrName>
                                        </p:attrNameLst>
                                      </p:cBhvr>
                                      <p:tavLst>
                                        <p:tav tm="0">
                                          <p:val>
                                            <p:fltVal val="0"/>
                                          </p:val>
                                        </p:tav>
                                        <p:tav tm="100000">
                                          <p:val>
                                            <p:strVal val="#ppt_h"/>
                                          </p:val>
                                        </p:tav>
                                      </p:tavLst>
                                    </p:anim>
                                    <p:animEffect transition="in" filter="fade">
                                      <p:cBhvr>
                                        <p:cTn id="14"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descr="C:\Documents and Settings\501734604\Desktop\iStock_000008946595Small.jpg"/>
          <p:cNvPicPr>
            <a:picLocks noChangeAspect="1" noChangeArrowheads="1"/>
          </p:cNvPicPr>
          <p:nvPr/>
        </p:nvPicPr>
        <p:blipFill>
          <a:blip r:embed="rId3" cstate="print">
            <a:extLst>
              <a:ext uri="{28A0092B-C50C-407E-A947-70E740481C1C}">
                <a14:useLocalDpi xmlns:a14="http://schemas.microsoft.com/office/drawing/2010/main" val="0"/>
              </a:ext>
            </a:extLst>
          </a:blip>
          <a:srcRect b="-67"/>
          <a:stretch>
            <a:fillRect/>
          </a:stretch>
        </p:blipFill>
        <p:spPr bwMode="auto">
          <a:xfrm>
            <a:off x="8918192" y="880845"/>
            <a:ext cx="3259881" cy="316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6" name="Rectangle 1026"/>
          <p:cNvSpPr>
            <a:spLocks noGrp="1" noChangeArrowheads="1"/>
          </p:cNvSpPr>
          <p:nvPr>
            <p:ph type="title"/>
          </p:nvPr>
        </p:nvSpPr>
        <p:spPr>
          <a:xfrm>
            <a:off x="488745" y="183425"/>
            <a:ext cx="10059387" cy="697420"/>
          </a:xfrm>
        </p:spPr>
        <p:txBody>
          <a:bodyPr>
            <a:normAutofit/>
          </a:bodyPr>
          <a:lstStyle/>
          <a:p>
            <a:pPr eaLnBrk="1" hangingPunct="1"/>
            <a:r>
              <a:rPr lang="en-US" sz="3200" b="1" dirty="0">
                <a:latin typeface="Montserrat Light" panose="00000400000000000000" pitchFamily="2" charset="0"/>
              </a:rPr>
              <a:t>George C. Marshall Leadership Principles</a:t>
            </a:r>
          </a:p>
        </p:txBody>
      </p:sp>
      <p:sp>
        <p:nvSpPr>
          <p:cNvPr id="2" name="TextBox 1"/>
          <p:cNvSpPr txBox="1"/>
          <p:nvPr/>
        </p:nvSpPr>
        <p:spPr>
          <a:xfrm>
            <a:off x="668323" y="1083315"/>
            <a:ext cx="10855354" cy="5015860"/>
          </a:xfrm>
          <a:prstGeom prst="rect">
            <a:avLst/>
          </a:prstGeom>
          <a:noFill/>
        </p:spPr>
        <p:txBody>
          <a:bodyPr wrap="square" rtlCol="0">
            <a:spAutoFit/>
          </a:bodyPr>
          <a:lstStyle/>
          <a:p>
            <a:pPr marL="457200" marR="0" lvl="0" indent="-4572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5E60"/>
                </a:solidFill>
                <a:effectLst/>
                <a:uLnTx/>
                <a:uFillTx/>
                <a:latin typeface="Montserrat Light" panose="00000400000000000000" pitchFamily="2" charset="0"/>
                <a:ea typeface="+mn-ea"/>
                <a:cs typeface="+mn-cs"/>
              </a:rPr>
              <a:t>Doing the Right Thing . . . </a:t>
            </a:r>
            <a:r>
              <a:rPr kumimoji="0" lang="en-US" sz="2000" b="0"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the principle of</a:t>
            </a:r>
            <a:r>
              <a:rPr kumimoji="0" lang="en-US" sz="20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 </a:t>
            </a:r>
            <a:r>
              <a:rPr kumimoji="0" lang="en-US" sz="24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Integrity</a:t>
            </a:r>
          </a:p>
          <a:p>
            <a:pPr marL="457200" marR="0" lvl="0" indent="-4572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5E60"/>
                </a:solidFill>
                <a:effectLst/>
                <a:uLnTx/>
                <a:uFillTx/>
                <a:latin typeface="Montserrat Light" panose="00000400000000000000" pitchFamily="2" charset="0"/>
                <a:ea typeface="+mn-ea"/>
                <a:cs typeface="+mn-cs"/>
              </a:rPr>
              <a:t>Mastering the Situation . . . </a:t>
            </a:r>
            <a:r>
              <a:rPr kumimoji="0" lang="en-US" sz="2000" b="0"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the principle of</a:t>
            </a:r>
            <a:r>
              <a:rPr kumimoji="0" lang="en-US" sz="20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 </a:t>
            </a:r>
            <a:r>
              <a:rPr kumimoji="0" lang="en-US" sz="24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Action</a:t>
            </a:r>
          </a:p>
          <a:p>
            <a:pPr marL="457200" marR="0" lvl="0" indent="-4572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5E60"/>
                </a:solidFill>
                <a:effectLst/>
                <a:uLnTx/>
                <a:uFillTx/>
                <a:latin typeface="Montserrat Light" panose="00000400000000000000" pitchFamily="2" charset="0"/>
                <a:ea typeface="+mn-ea"/>
                <a:cs typeface="+mn-cs"/>
              </a:rPr>
              <a:t>Serving the Greater Good</a:t>
            </a:r>
            <a:r>
              <a:rPr kumimoji="0" lang="en-US" sz="2000" b="0" i="0" u="none" strike="noStrike" kern="1200" cap="none" spc="0" normalizeH="0" baseline="0" noProof="0" dirty="0">
                <a:ln>
                  <a:noFill/>
                </a:ln>
                <a:solidFill>
                  <a:srgbClr val="1E4191"/>
                </a:solidFill>
                <a:effectLst/>
                <a:uLnTx/>
                <a:uFillTx/>
                <a:latin typeface="Montserrat Light" panose="00000400000000000000" pitchFamily="2" charset="0"/>
                <a:ea typeface="+mn-ea"/>
                <a:cs typeface="+mn-cs"/>
              </a:rPr>
              <a:t> . . . </a:t>
            </a:r>
            <a:r>
              <a:rPr kumimoji="0" lang="en-US" sz="2000" b="0"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the principle of</a:t>
            </a:r>
            <a:r>
              <a:rPr kumimoji="0" lang="en-US" sz="20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 </a:t>
            </a:r>
            <a:r>
              <a:rPr kumimoji="0" lang="en-US" sz="24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Selflessness</a:t>
            </a:r>
          </a:p>
          <a:p>
            <a:pPr marL="457200" marR="0" lvl="0" indent="-4572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5E60"/>
                </a:solidFill>
                <a:effectLst/>
                <a:uLnTx/>
                <a:uFillTx/>
                <a:latin typeface="Montserrat Light" panose="00000400000000000000" pitchFamily="2" charset="0"/>
                <a:ea typeface="+mn-ea"/>
                <a:cs typeface="+mn-cs"/>
              </a:rPr>
              <a:t>Speaking Your Mind</a:t>
            </a:r>
            <a:r>
              <a:rPr kumimoji="0" lang="en-US" sz="2000" b="0" i="0" u="none" strike="noStrike" kern="1200" cap="none" spc="0" normalizeH="0" baseline="0" noProof="0" dirty="0">
                <a:ln>
                  <a:noFill/>
                </a:ln>
                <a:solidFill>
                  <a:srgbClr val="1E4191"/>
                </a:solidFill>
                <a:effectLst/>
                <a:uLnTx/>
                <a:uFillTx/>
                <a:latin typeface="Montserrat Light" panose="00000400000000000000" pitchFamily="2" charset="0"/>
                <a:ea typeface="+mn-ea"/>
                <a:cs typeface="+mn-cs"/>
              </a:rPr>
              <a:t> . . . </a:t>
            </a:r>
            <a:r>
              <a:rPr kumimoji="0" lang="en-US" sz="2000" b="0"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the principle of</a:t>
            </a:r>
            <a:r>
              <a:rPr kumimoji="0" lang="en-US" sz="20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 </a:t>
            </a:r>
            <a:r>
              <a:rPr kumimoji="0" lang="en-US" sz="24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Candor</a:t>
            </a:r>
          </a:p>
          <a:p>
            <a:pPr marL="457200" marR="0" lvl="0" indent="-4572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5E60"/>
                </a:solidFill>
                <a:effectLst/>
                <a:uLnTx/>
                <a:uFillTx/>
                <a:latin typeface="Montserrat Light" panose="00000400000000000000" pitchFamily="2" charset="0"/>
                <a:ea typeface="+mn-ea"/>
                <a:cs typeface="+mn-cs"/>
              </a:rPr>
              <a:t>Laying the Groundwork</a:t>
            </a:r>
            <a:r>
              <a:rPr kumimoji="0" lang="en-US" sz="2000" b="0" i="0" u="none" strike="noStrike" kern="1200" cap="none" spc="0" normalizeH="0" baseline="0" noProof="0" dirty="0">
                <a:ln>
                  <a:noFill/>
                </a:ln>
                <a:solidFill>
                  <a:srgbClr val="1E4191"/>
                </a:solidFill>
                <a:effectLst/>
                <a:uLnTx/>
                <a:uFillTx/>
                <a:latin typeface="Montserrat Light" panose="00000400000000000000" pitchFamily="2" charset="0"/>
                <a:ea typeface="+mn-ea"/>
                <a:cs typeface="+mn-cs"/>
              </a:rPr>
              <a:t> . . . </a:t>
            </a:r>
            <a:r>
              <a:rPr kumimoji="0" lang="en-US" sz="2000" b="0"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the principle of</a:t>
            </a:r>
            <a:r>
              <a:rPr kumimoji="0" lang="en-US" sz="20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 </a:t>
            </a:r>
            <a:r>
              <a:rPr kumimoji="0" lang="en-US" sz="24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Preparation</a:t>
            </a:r>
          </a:p>
          <a:p>
            <a:pPr marL="457200" marR="0" lvl="0" indent="-4572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5E60"/>
                </a:solidFill>
                <a:effectLst/>
                <a:uLnTx/>
                <a:uFillTx/>
                <a:latin typeface="Montserrat Light" panose="00000400000000000000" pitchFamily="2" charset="0"/>
                <a:ea typeface="+mn-ea"/>
                <a:cs typeface="+mn-cs"/>
              </a:rPr>
              <a:t>Sharing Knowledge</a:t>
            </a:r>
            <a:r>
              <a:rPr kumimoji="0" lang="en-US" sz="2000" b="0" i="0" u="none" strike="noStrike" kern="1200" cap="none" spc="0" normalizeH="0" baseline="0" noProof="0" dirty="0">
                <a:ln>
                  <a:noFill/>
                </a:ln>
                <a:solidFill>
                  <a:srgbClr val="1E4191"/>
                </a:solidFill>
                <a:effectLst/>
                <a:uLnTx/>
                <a:uFillTx/>
                <a:latin typeface="Montserrat Light" panose="00000400000000000000" pitchFamily="2" charset="0"/>
                <a:ea typeface="+mn-ea"/>
                <a:cs typeface="+mn-cs"/>
              </a:rPr>
              <a:t> . . . </a:t>
            </a:r>
            <a:r>
              <a:rPr kumimoji="0" lang="en-US" sz="2000" b="0"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the principle of </a:t>
            </a:r>
            <a:r>
              <a:rPr kumimoji="0" lang="en-US" sz="24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Learning and Teaching</a:t>
            </a:r>
          </a:p>
          <a:p>
            <a:pPr marL="457200" marR="0" lvl="0" indent="-4572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5E60"/>
                </a:solidFill>
                <a:effectLst/>
                <a:uLnTx/>
                <a:uFillTx/>
                <a:latin typeface="Montserrat Light" panose="00000400000000000000" pitchFamily="2" charset="0"/>
                <a:ea typeface="+mn-ea"/>
                <a:cs typeface="+mn-cs"/>
              </a:rPr>
              <a:t>Choosing and Rewarding the Right People</a:t>
            </a:r>
            <a:r>
              <a:rPr kumimoji="0" lang="en-US" sz="2000" b="0" i="0" u="none" strike="noStrike" kern="1200" cap="none" spc="0" normalizeH="0" baseline="0" noProof="0" dirty="0">
                <a:ln>
                  <a:noFill/>
                </a:ln>
                <a:solidFill>
                  <a:srgbClr val="1E4191"/>
                </a:solidFill>
                <a:effectLst/>
                <a:uLnTx/>
                <a:uFillTx/>
                <a:latin typeface="Montserrat Light" panose="00000400000000000000" pitchFamily="2" charset="0"/>
                <a:ea typeface="+mn-ea"/>
                <a:cs typeface="+mn-cs"/>
              </a:rPr>
              <a:t> . . . </a:t>
            </a:r>
            <a:r>
              <a:rPr kumimoji="0" lang="en-US" sz="2000" b="0"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the principle of</a:t>
            </a:r>
            <a:r>
              <a:rPr kumimoji="0" lang="en-US" sz="20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 </a:t>
            </a:r>
            <a:r>
              <a:rPr kumimoji="0" lang="en-US" sz="24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Fairness</a:t>
            </a:r>
          </a:p>
          <a:p>
            <a:pPr marL="457200" marR="0" lvl="0" indent="-4572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5E60"/>
                </a:solidFill>
                <a:effectLst/>
                <a:uLnTx/>
                <a:uFillTx/>
                <a:latin typeface="Montserrat Light" panose="00000400000000000000" pitchFamily="2" charset="0"/>
                <a:ea typeface="+mn-ea"/>
                <a:cs typeface="+mn-cs"/>
              </a:rPr>
              <a:t>Focusing on the Big Picture</a:t>
            </a:r>
            <a:r>
              <a:rPr kumimoji="0" lang="en-US" sz="2000" b="0" i="0" u="none" strike="noStrike" kern="1200" cap="none" spc="0" normalizeH="0" baseline="0" noProof="0" dirty="0">
                <a:ln>
                  <a:noFill/>
                </a:ln>
                <a:solidFill>
                  <a:srgbClr val="1E4191"/>
                </a:solidFill>
                <a:effectLst/>
                <a:uLnTx/>
                <a:uFillTx/>
                <a:latin typeface="Montserrat Light" panose="00000400000000000000" pitchFamily="2" charset="0"/>
                <a:ea typeface="+mn-ea"/>
                <a:cs typeface="+mn-cs"/>
              </a:rPr>
              <a:t> . . . </a:t>
            </a:r>
            <a:r>
              <a:rPr kumimoji="0" lang="en-US" sz="2000" b="0"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the principle of</a:t>
            </a:r>
            <a:r>
              <a:rPr kumimoji="0" lang="en-US" sz="20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 </a:t>
            </a:r>
            <a:r>
              <a:rPr kumimoji="0" lang="en-US" sz="24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Vision</a:t>
            </a:r>
          </a:p>
          <a:p>
            <a:pPr marL="457200" marR="0" lvl="0" indent="-45720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srgbClr val="005E60"/>
                </a:solidFill>
                <a:effectLst/>
                <a:uLnTx/>
                <a:uFillTx/>
                <a:latin typeface="Montserrat Light" panose="00000400000000000000" pitchFamily="2" charset="0"/>
                <a:ea typeface="+mn-ea"/>
                <a:cs typeface="+mn-cs"/>
              </a:rPr>
              <a:t>Supporting the Troops</a:t>
            </a:r>
            <a:r>
              <a:rPr kumimoji="0" lang="en-US" sz="2000" b="0" i="0" u="none" strike="noStrike" kern="1200" cap="none" spc="0" normalizeH="0" baseline="0" noProof="0" dirty="0">
                <a:ln>
                  <a:noFill/>
                </a:ln>
                <a:solidFill>
                  <a:srgbClr val="1E4191"/>
                </a:solidFill>
                <a:effectLst/>
                <a:uLnTx/>
                <a:uFillTx/>
                <a:latin typeface="Montserrat Light" panose="00000400000000000000" pitchFamily="2" charset="0"/>
                <a:ea typeface="+mn-ea"/>
                <a:cs typeface="+mn-cs"/>
              </a:rPr>
              <a:t> . . . </a:t>
            </a:r>
            <a:r>
              <a:rPr kumimoji="0" lang="en-US" sz="2000" b="0"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the principle of</a:t>
            </a:r>
            <a:r>
              <a:rPr kumimoji="0" lang="en-US" sz="20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 </a:t>
            </a:r>
            <a:r>
              <a:rPr kumimoji="0" lang="en-US" sz="2400" b="1" i="0" u="none" strike="noStrike" kern="1200" cap="none" spc="0" normalizeH="0" baseline="0" noProof="0" dirty="0">
                <a:ln>
                  <a:noFill/>
                </a:ln>
                <a:solidFill>
                  <a:srgbClr val="669900"/>
                </a:solidFill>
                <a:effectLst/>
                <a:uLnTx/>
                <a:uFillTx/>
                <a:latin typeface="Montserrat Light" panose="00000400000000000000" pitchFamily="2" charset="0"/>
                <a:ea typeface="+mn-ea"/>
                <a:cs typeface="Times New Roman" charset="0"/>
              </a:rPr>
              <a:t>Caring</a:t>
            </a:r>
          </a:p>
        </p:txBody>
      </p:sp>
    </p:spTree>
    <p:extLst>
      <p:ext uri="{BB962C8B-B14F-4D97-AF65-F5344CB8AC3E}">
        <p14:creationId xmlns:p14="http://schemas.microsoft.com/office/powerpoint/2010/main" val="2808368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p:cTn id="7" dur="500" fill="hold"/>
                                        <p:tgtEl>
                                          <p:spTgt spid="6146"/>
                                        </p:tgtEl>
                                        <p:attrNameLst>
                                          <p:attrName>ppt_w</p:attrName>
                                        </p:attrNameLst>
                                      </p:cBhvr>
                                      <p:tavLst>
                                        <p:tav tm="0">
                                          <p:val>
                                            <p:fltVal val="0"/>
                                          </p:val>
                                        </p:tav>
                                        <p:tav tm="100000">
                                          <p:val>
                                            <p:strVal val="#ppt_w"/>
                                          </p:val>
                                        </p:tav>
                                      </p:tavLst>
                                    </p:anim>
                                    <p:anim calcmode="lin" valueType="num">
                                      <p:cBhvr>
                                        <p:cTn id="8" dur="500" fill="hold"/>
                                        <p:tgtEl>
                                          <p:spTgt spid="6146"/>
                                        </p:tgtEl>
                                        <p:attrNameLst>
                                          <p:attrName>ppt_h</p:attrName>
                                        </p:attrNameLst>
                                      </p:cBhvr>
                                      <p:tavLst>
                                        <p:tav tm="0">
                                          <p:val>
                                            <p:fltVal val="0"/>
                                          </p:val>
                                        </p:tav>
                                        <p:tav tm="100000">
                                          <p:val>
                                            <p:strVal val="#ppt_h"/>
                                          </p:val>
                                        </p:tav>
                                      </p:tavLst>
                                    </p:anim>
                                    <p:animEffect transition="in" filter="fade">
                                      <p:cBhvr>
                                        <p:cTn id="9"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Lst>
  </p:timing>
</p:sld>
</file>

<file path=ppt/theme/theme1.xml><?xml version="1.0" encoding="utf-8"?>
<a:theme xmlns:a="http://schemas.openxmlformats.org/drawingml/2006/main" name="GE">
  <a:themeElements>
    <a:clrScheme name="GE Colors">
      <a:dk1>
        <a:srgbClr val="63666A"/>
      </a:dk1>
      <a:lt1>
        <a:sysClr val="window" lastClr="FFFFFF"/>
      </a:lt1>
      <a:dk2>
        <a:srgbClr val="B1B3B3"/>
      </a:dk2>
      <a:lt2>
        <a:srgbClr val="F0F0F0"/>
      </a:lt2>
      <a:accent1>
        <a:srgbClr val="005EB8"/>
      </a:accent1>
      <a:accent2>
        <a:srgbClr val="63666A"/>
      </a:accent2>
      <a:accent3>
        <a:srgbClr val="00B5E2"/>
      </a:accent3>
      <a:accent4>
        <a:srgbClr val="0A0A37"/>
      </a:accent4>
      <a:accent5>
        <a:srgbClr val="FE5000"/>
      </a:accent5>
      <a:accent6>
        <a:srgbClr val="00BF6F"/>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defRPr dirty="0" smtClean="0">
            <a:solidFill>
              <a:schemeClr val="accent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EV Theme 1-31-2024">
  <a:themeElements>
    <a:clrScheme name="GE Vernova Palette">
      <a:dk1>
        <a:srgbClr val="005E60"/>
      </a:dk1>
      <a:lt1>
        <a:srgbClr val="FFFFFF"/>
      </a:lt1>
      <a:dk2>
        <a:srgbClr val="212121"/>
      </a:dk2>
      <a:lt2>
        <a:srgbClr val="C8FF08"/>
      </a:lt2>
      <a:accent1>
        <a:srgbClr val="FAFAFA"/>
      </a:accent1>
      <a:accent2>
        <a:srgbClr val="E3E3E3"/>
      </a:accent2>
      <a:accent3>
        <a:srgbClr val="CCCCCC"/>
      </a:accent3>
      <a:accent4>
        <a:srgbClr val="696969"/>
      </a:accent4>
      <a:accent5>
        <a:srgbClr val="484848"/>
      </a:accent5>
      <a:accent6>
        <a:srgbClr val="59C3C9"/>
      </a:accent6>
      <a:hlink>
        <a:srgbClr val="75CA64"/>
      </a:hlink>
      <a:folHlink>
        <a:srgbClr val="BFA68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nchorCtr="0"/>
      <a:lstStyle>
        <a:defPPr algn="l">
          <a:spcAft>
            <a:spcPts val="6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600"/>
          </a:spcAft>
          <a:defRPr/>
        </a:defPPr>
      </a:lstStyle>
    </a:txDef>
  </a:objectDefaults>
  <a:extraClrSchemeLst/>
  <a:custClrLst>
    <a:custClr name="Stainless Steel">
      <a:srgbClr val="D2D2D2"/>
    </a:custClr>
    <a:custClr name="Aluminum">
      <a:srgbClr val="AEAEAE"/>
    </a:custClr>
    <a:custClr name="Titanium">
      <a:srgbClr val="969696"/>
    </a:custClr>
    <a:custClr name="Yellow">
      <a:srgbClr val="FFD400"/>
    </a:custClr>
    <a:custClr name="Orange">
      <a:srgbClr val="FF8400"/>
    </a:custClr>
    <a:custClr name="Red">
      <a:srgbClr val="FF1900"/>
    </a:custClr>
    <a:custClr name="Purple">
      <a:srgbClr val="8F00FF"/>
    </a:custClr>
    <a:custClr name="Fuschia">
      <a:srgbClr val="DE00F7"/>
    </a:custClr>
    <a:custClr name="Blue">
      <a:srgbClr val="3900F8"/>
    </a:custClr>
    <a:custClr name="Teal">
      <a:srgbClr val="00D0E1"/>
    </a:custClr>
  </a:custClrLst>
  <a:extLst>
    <a:ext uri="{05A4C25C-085E-4340-85A3-A5531E510DB2}">
      <thm15:themeFamily xmlns:thm15="http://schemas.microsoft.com/office/thememl/2012/main" name="GEV Theme 1-31-2024" id="{0F12406D-C30A-4C61-ADC4-3D6D3F740BF8}" vid="{23A4E99F-A10F-4DB6-BF01-0F480E295D21}"/>
    </a:ext>
  </a:extLst>
</a:theme>
</file>

<file path=ppt/theme/theme3.xml><?xml version="1.0" encoding="utf-8"?>
<a:theme xmlns:a="http://schemas.openxmlformats.org/drawingml/2006/main" name="Office Theme">
  <a:themeElements>
    <a:clrScheme name="GE Colors">
      <a:dk1>
        <a:sysClr val="windowText" lastClr="000000"/>
      </a:dk1>
      <a:lt1>
        <a:sysClr val="window" lastClr="FFFFFF"/>
      </a:lt1>
      <a:dk2>
        <a:srgbClr val="B1B3B3"/>
      </a:dk2>
      <a:lt2>
        <a:srgbClr val="F0F0F0"/>
      </a:lt2>
      <a:accent1>
        <a:srgbClr val="005CB9"/>
      </a:accent1>
      <a:accent2>
        <a:srgbClr val="63666A"/>
      </a:accent2>
      <a:accent3>
        <a:srgbClr val="00B5E2"/>
      </a:accent3>
      <a:accent4>
        <a:srgbClr val="0A0A37"/>
      </a:accent4>
      <a:accent5>
        <a:srgbClr val="FE5000"/>
      </a:accent5>
      <a:accent6>
        <a:srgbClr val="00BF6F"/>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GE Colors">
      <a:dk1>
        <a:sysClr val="windowText" lastClr="000000"/>
      </a:dk1>
      <a:lt1>
        <a:sysClr val="window" lastClr="FFFFFF"/>
      </a:lt1>
      <a:dk2>
        <a:srgbClr val="B1B3B3"/>
      </a:dk2>
      <a:lt2>
        <a:srgbClr val="F0F0F0"/>
      </a:lt2>
      <a:accent1>
        <a:srgbClr val="005CB9"/>
      </a:accent1>
      <a:accent2>
        <a:srgbClr val="63666A"/>
      </a:accent2>
      <a:accent3>
        <a:srgbClr val="00B5E2"/>
      </a:accent3>
      <a:accent4>
        <a:srgbClr val="0A0A37"/>
      </a:accent4>
      <a:accent5>
        <a:srgbClr val="FE5000"/>
      </a:accent5>
      <a:accent6>
        <a:srgbClr val="00BF6F"/>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5ccb6d1-d335-4996-b6f9-7b6925f08121}" enabled="0" method="" siteId="{15ccb6d1-d335-4996-b6f9-7b6925f08121}" removed="1"/>
</clbl:labelList>
</file>

<file path=docProps/app.xml><?xml version="1.0" encoding="utf-8"?>
<Properties xmlns="http://schemas.openxmlformats.org/officeDocument/2006/extended-properties" xmlns:vt="http://schemas.openxmlformats.org/officeDocument/2006/docPropsVTypes">
  <Template>Primary PowerPoint Template (wide)</Template>
  <TotalTime>0</TotalTime>
  <Words>458</Words>
  <Application>Microsoft Office PowerPoint</Application>
  <PresentationFormat>Widescreen</PresentationFormat>
  <Paragraphs>85</Paragraphs>
  <Slides>3</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vt:i4>
      </vt:variant>
    </vt:vector>
  </HeadingPairs>
  <TitlesOfParts>
    <vt:vector size="10" baseType="lpstr">
      <vt:lpstr>GE Inspira Sans</vt:lpstr>
      <vt:lpstr>Inter</vt:lpstr>
      <vt:lpstr>Sons Condensed Extrabold</vt:lpstr>
      <vt:lpstr>Arial</vt:lpstr>
      <vt:lpstr>Montserrat Light</vt:lpstr>
      <vt:lpstr>GE</vt:lpstr>
      <vt:lpstr>GEV Theme 1-31-2024</vt:lpstr>
      <vt:lpstr>Leader in Residence</vt:lpstr>
      <vt:lpstr>PowerPoint Presentation</vt:lpstr>
      <vt:lpstr>George C. Marshall Leadership Principles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Perrone, Max (GE Energy Connections)</dc:creator>
  <dc:description>Version 1.08
Job 1437
August 25, 2016</dc:description>
  <cp:lastModifiedBy>Rosen, Jim M (GE Vernova)</cp:lastModifiedBy>
  <cp:revision>155</cp:revision>
  <cp:lastPrinted>2020-08-10T09:08:27Z</cp:lastPrinted>
  <dcterms:created xsi:type="dcterms:W3CDTF">2017-01-04T19:49:57Z</dcterms:created>
  <dcterms:modified xsi:type="dcterms:W3CDTF">2026-09-03T16:19:13Z</dcterms:modified>
</cp:coreProperties>
</file>