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51" r:id="rId5"/>
    <p:sldId id="287" r:id="rId6"/>
    <p:sldId id="305" r:id="rId7"/>
    <p:sldId id="2147472075" r:id="rId8"/>
    <p:sldId id="309" r:id="rId9"/>
    <p:sldId id="343" r:id="rId10"/>
    <p:sldId id="2147472073" r:id="rId11"/>
    <p:sldId id="2147472074" r:id="rId12"/>
    <p:sldId id="2147472076" r:id="rId13"/>
    <p:sldId id="2147472077" r:id="rId14"/>
    <p:sldId id="2147472078" r:id="rId15"/>
    <p:sldId id="2147472080" r:id="rId16"/>
    <p:sldId id="370" r:id="rId17"/>
  </p:sldIdLst>
  <p:sldSz cx="12192000" cy="6858000"/>
  <p:notesSz cx="6858000" cy="9144000"/>
  <p:embeddedFontLst>
    <p:embeddedFont>
      <p:font typeface="Abadi" panose="020B0604020104020204" pitchFamily="34" charset="0"/>
      <p:regular r:id="rId20"/>
      <p:bold r:id="rId21"/>
      <p:italic r:id="rId22"/>
      <p:boldItalic r:id="rId23"/>
    </p:embeddedFont>
    <p:embeddedFont>
      <p:font typeface="Impact" panose="020B0806030902050204" pitchFamily="34" charset="0"/>
      <p:regular r:id="rId24"/>
    </p:embeddedFont>
    <p:embeddedFont>
      <p:font typeface="Inter" panose="020B0502030000000004" pitchFamily="34" charset="0"/>
      <p:regular r:id="rId25"/>
      <p:bold r:id="rId26"/>
      <p:italic r:id="rId27"/>
      <p:boldItalic r:id="rId28"/>
    </p:embeddedFont>
    <p:embeddedFont>
      <p:font typeface="Inter Semi Bold" panose="02000703000000020004" pitchFamily="50" charset="0"/>
      <p:regular r:id="rId29"/>
      <p:bold r:id="rId30"/>
      <p:italic r:id="rId31"/>
      <p:boldItalic r:id="rId32"/>
    </p:embeddedFont>
    <p:embeddedFont>
      <p:font typeface="Sons Condensed Extrabold" panose="02060906060206060203" pitchFamily="18" charset="0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CC2F8DD9-86A2-D245-808A-F23696EC8744}">
          <p14:sldIdLst>
            <p14:sldId id="351"/>
          </p14:sldIdLst>
        </p14:section>
        <p14:section name="Legal" id="{2B4CDE84-4FEF-49C5-A730-E2A84617BB83}">
          <p14:sldIdLst/>
        </p14:section>
        <p14:section name="Content Slides" id="{67D44C2D-CD61-D744-966E-F4C21F631564}">
          <p14:sldIdLst>
            <p14:sldId id="287"/>
          </p14:sldIdLst>
        </p14:section>
        <p14:section name="Divider Slides" id="{2577A663-DEE1-8D48-850A-0C7A7A1F1071}">
          <p14:sldIdLst/>
        </p14:section>
        <p14:section name="Table Slides" id="{109F7CEC-8528-0F49-BEB0-1DA664114510}">
          <p14:sldIdLst/>
        </p14:section>
        <p14:section name="Specialty Slides" id="{67F3D631-EB38-E245-9B3A-D7D8E008CFDB}">
          <p14:sldIdLst>
            <p14:sldId id="305"/>
            <p14:sldId id="2147472075"/>
            <p14:sldId id="309"/>
          </p14:sldIdLst>
        </p14:section>
        <p14:section name="Purpose Slide" id="{53401DC8-F997-4DB3-8474-5A99E5128534}">
          <p14:sldIdLst/>
        </p14:section>
        <p14:section name="Mission Slide" id="{00DD712F-DB05-AB4E-B5C6-BC77EA7419D8}">
          <p14:sldIdLst/>
        </p14:section>
        <p14:section name="Misc." id="{5843C9B3-F81F-9C42-91CE-6D74C37DC76A}">
          <p14:sldIdLst>
            <p14:sldId id="343"/>
            <p14:sldId id="2147472073"/>
            <p14:sldId id="2147472074"/>
          </p14:sldIdLst>
        </p14:section>
        <p14:section name="Icons" id="{82F0B7C5-C48E-44AB-A3FF-B03432481F01}">
          <p14:sldIdLst>
            <p14:sldId id="2147472076"/>
          </p14:sldIdLst>
        </p14:section>
        <p14:section name="Logo Slide" id="{3489D8E1-6975-F243-81E4-8ACCC76565F8}">
          <p14:sldIdLst>
            <p14:sldId id="2147472077"/>
            <p14:sldId id="2147472078"/>
            <p14:sldId id="2147472080"/>
            <p14:sldId id="3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69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8A8A"/>
    <a:srgbClr val="439297"/>
    <a:srgbClr val="C7DBDB"/>
    <a:srgbClr val="96BDBD"/>
    <a:srgbClr val="212121"/>
    <a:srgbClr val="58984B"/>
    <a:srgbClr val="BFA682"/>
    <a:srgbClr val="8F7D62"/>
    <a:srgbClr val="438989"/>
    <a:srgbClr val="97B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859" autoAdjust="0"/>
  </p:normalViewPr>
  <p:slideViewPr>
    <p:cSldViewPr snapToGrid="0" snapToObjects="1" showGuides="1">
      <p:cViewPr varScale="1">
        <p:scale>
          <a:sx n="63" d="100"/>
          <a:sy n="63" d="100"/>
        </p:scale>
        <p:origin x="764" y="56"/>
      </p:cViewPr>
      <p:guideLst>
        <p:guide orient="horz" pos="2256"/>
        <p:guide pos="36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-15000"/>
    </p:cViewPr>
  </p:sorterViewPr>
  <p:notesViewPr>
    <p:cSldViewPr snapToGrid="0" snapToObjects="1" showGuides="1">
      <p:cViewPr varScale="1">
        <p:scale>
          <a:sx n="71" d="100"/>
          <a:sy n="71" d="100"/>
        </p:scale>
        <p:origin x="2952" y="43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lson, Linda (GE Vernova)" userId="a95ff770-3535-4b90-bdee-bc31805bfa54" providerId="ADAL" clId="{FED1CA1D-86C6-49AD-891B-D3E42A38935C}"/>
    <pc:docChg chg="delSld modSection">
      <pc:chgData name="Nelson, Linda (GE Vernova)" userId="a95ff770-3535-4b90-bdee-bc31805bfa54" providerId="ADAL" clId="{FED1CA1D-86C6-49AD-891B-D3E42A38935C}" dt="2026-08-17T21:06:16.114" v="0" actId="2696"/>
      <pc:docMkLst>
        <pc:docMk/>
      </pc:docMkLst>
      <pc:sldChg chg="del">
        <pc:chgData name="Nelson, Linda (GE Vernova)" userId="a95ff770-3535-4b90-bdee-bc31805bfa54" providerId="ADAL" clId="{FED1CA1D-86C6-49AD-891B-D3E42A38935C}" dt="2026-08-17T21:06:16.114" v="0" actId="2696"/>
        <pc:sldMkLst>
          <pc:docMk/>
          <pc:sldMk cId="89723221" sldId="21474720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BFB6B6-4E7A-A445-A373-70EB82AD0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532A8-4888-A64E-B2D1-7642670E08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945F3F-4280-4241-A55C-C635F11CFA20}" type="datetimeFigureOut">
              <a:rPr lang="en-US">
                <a:latin typeface="Inter" panose="02000503000000020004" pitchFamily="2" charset="0"/>
                <a:cs typeface="Arial" panose="020B0604020202020204" pitchFamily="34" charset="0"/>
              </a:rPr>
              <a:t>8/17/2026</a:t>
            </a:fld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E0019-9C88-8740-9DC7-43CA22CB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AA7054-C658-7843-B285-432D0AAA0C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57917D-67DC-8946-9800-8E4AAAAFFC67}" type="slidenum">
              <a:rPr lang="en-US">
                <a:latin typeface="Inter" panose="02000503000000020004" pitchFamily="2" charset="0"/>
                <a:cs typeface="Arial" panose="020B0604020202020204" pitchFamily="34" charset="0"/>
              </a:rPr>
              <a:t>‹#›</a:t>
            </a:fld>
            <a:endParaRPr lang="en-US" dirty="0">
              <a:latin typeface="Inter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615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FAC1BD85-E95E-8D4A-AD03-7D116C880F45}" type="datetimeFigureOut">
              <a:rPr lang="en-US" smtClean="0"/>
              <a:pPr/>
              <a:t>8/17/2026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Inter" panose="02000503000000020004" pitchFamily="2" charset="0"/>
              </a:defRPr>
            </a:lvl1pPr>
          </a:lstStyle>
          <a:p>
            <a:fld id="{F4BFF387-9D57-4C4A-857D-AC650740700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517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1pPr>
    <a:lvl2pPr marL="137160" indent="-137160" algn="l" defTabSz="914400" rtl="0" eaLnBrk="1" latinLnBrk="0" hangingPunct="1">
      <a:buFont typeface="Arial"/>
      <a:buChar char="–"/>
      <a:tabLst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2pPr>
    <a:lvl3pPr marL="274320" indent="-137160" algn="l" defTabSz="914400" rtl="0" eaLnBrk="1" latinLnBrk="0" hangingPunct="1">
      <a:buFont typeface="Arial"/>
      <a:buChar char="–"/>
      <a:tabLst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3pPr>
    <a:lvl4pPr marL="411480" indent="-137160" algn="l" defTabSz="914400" rtl="0" eaLnBrk="1" latinLnBrk="0" hangingPunct="1">
      <a:buFont typeface="Arial"/>
      <a:buChar char="–"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4pPr>
    <a:lvl5pPr marL="548640" indent="-137160" algn="l" defTabSz="914400" rtl="0" eaLnBrk="1" latinLnBrk="0" hangingPunct="1">
      <a:buFont typeface="Arial"/>
      <a:buChar char="–"/>
      <a:defRPr sz="1200" b="0" i="0" kern="1200">
        <a:solidFill>
          <a:schemeClr val="tx1"/>
        </a:solidFill>
        <a:latin typeface="Inter" panose="0200050300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752991F-DE20-9C56-71CE-00C693FCEC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025" y="272267"/>
            <a:ext cx="2606040" cy="8140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506380" cy="365125"/>
          </a:xfr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041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71" y="6492875"/>
            <a:ext cx="5397112" cy="365125"/>
          </a:xfrm>
        </p:spPr>
        <p:txBody>
          <a:bodyPr/>
          <a:lstStyle>
            <a:lvl1pPr>
              <a:defRPr sz="800">
                <a:solidFill>
                  <a:srgbClr val="FAFAFA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6771" y="2481592"/>
            <a:ext cx="10706100" cy="1861808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spc="80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771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404FB6B5-AF11-DEA2-266C-D4A71FA4E0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8025" y="272267"/>
            <a:ext cx="2606040" cy="81406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CEC064B-505B-2B8A-CC1B-FFEE37B6694E}"/>
              </a:ext>
            </a:extLst>
          </p:cNvPr>
          <p:cNvCxnSpPr>
            <a:cxnSpLocks/>
          </p:cNvCxnSpPr>
          <p:nvPr userDrawn="1"/>
        </p:nvCxnSpPr>
        <p:spPr>
          <a:xfrm>
            <a:off x="444366" y="2444249"/>
            <a:ext cx="0" cy="447992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1907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 userDrawn="1">
          <p15:clr>
            <a:srgbClr val="FBAE40"/>
          </p15:clr>
        </p15:guide>
        <p15:guide id="3" orient="horz" pos="273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 Light Photo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D9E1DC37-7617-9EED-CD74-B8909A49A5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9519" y="272267"/>
            <a:ext cx="2606040" cy="81406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431618" cy="365125"/>
          </a:xfrm>
        </p:spPr>
        <p:txBody>
          <a:bodyPr/>
          <a:lstStyle>
            <a:lvl1pPr>
              <a:defRPr sz="800">
                <a:solidFill>
                  <a:srgbClr val="212121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spc="80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rgbClr val="21212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496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Dark Photo Backgroun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70033-E5A1-7B48-AE34-D9C6694ED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6492875"/>
            <a:ext cx="5345354" cy="365125"/>
          </a:xfrm>
        </p:spPr>
        <p:txBody>
          <a:bodyPr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2025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4E021-5666-C143-A40F-6113F80F8FE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9100" y="2378075"/>
            <a:ext cx="10706100" cy="1965325"/>
          </a:xfrm>
        </p:spPr>
        <p:txBody>
          <a:bodyPr anchor="t" anchorCtr="0"/>
          <a:lstStyle>
            <a:lvl1pPr algn="l">
              <a:lnSpc>
                <a:spcPts val="6500"/>
              </a:lnSpc>
              <a:defRPr sz="7200" cap="all" spc="80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F35A6-FF25-0745-8AB1-FA8EE7D66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974725"/>
          </a:xfrm>
        </p:spPr>
        <p:txBody>
          <a:bodyPr>
            <a:noAutofit/>
          </a:bodyPr>
          <a:lstStyle>
            <a:lvl1pPr marL="0" indent="0" algn="l">
              <a:spcAft>
                <a:spcPts val="4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D57314C-3D95-C279-F04B-2D532302ED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641" y="272267"/>
            <a:ext cx="2606040" cy="81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46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3" orient="horz" pos="273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A052B-6959-D543-893E-8089B7EF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7CC28C8-137F-49C5-0CB3-B14B3F589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14E532AD-A6F9-5A73-F9B7-FA1F6B8FBFE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34176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Heading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5ABF6-8160-8240-8064-B96381D01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78915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A052B-6959-D543-893E-8089B7EF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7CC28C8-137F-49C5-0CB3-B14B3F589E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6" name="Footer Placeholder 15">
            <a:extLst>
              <a:ext uri="{FF2B5EF4-FFF2-40B4-BE49-F238E27FC236}">
                <a16:creationId xmlns:a16="http://schemas.microsoft.com/office/drawing/2014/main" id="{24D80C1C-4E45-B864-5859-F435E9FC0E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173964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099" y="419101"/>
            <a:ext cx="9622047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285750" indent="-2857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 marL="517525" indent="-228600">
              <a:defRPr>
                <a:solidFill>
                  <a:srgbClr val="212121"/>
                </a:solidFill>
              </a:defRPr>
            </a:lvl3pPr>
            <a:lvl4pPr marL="685800" indent="-228600">
              <a:defRPr>
                <a:solidFill>
                  <a:srgbClr val="212121"/>
                </a:solidFill>
              </a:defRPr>
            </a:lvl4pPr>
            <a:lvl5pPr marL="914400" indent="-228600"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0C80CBD-F9C2-7B04-2F2E-A2E50A534F5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027F9F60-4DFD-5661-B616-5D7B4BD457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886635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BB168A5-C2D7-FC4B-8832-1F289E900E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100" y="889824"/>
            <a:ext cx="11353800" cy="513526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0"/>
            <a:ext cx="11353800" cy="4114800"/>
          </a:xfrm>
        </p:spPr>
        <p:txBody>
          <a:bodyPr/>
          <a:lstStyle>
            <a:lvl1pPr>
              <a:defRPr b="0"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68E85E5-0FFC-6287-3929-5E229826C1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64338C3A-CD7B-4BAF-1E62-943E6B16317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704126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69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04794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5394960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394960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B906FF28-9E6E-FCE7-887B-D290AB8F5D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A921D3A7-9FE4-97D1-71B2-4F6872FE43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72142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D6DDDB0A-C694-6D4F-95F6-714A8D0B4F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9099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D926142-7B75-6D42-854B-61C11884F2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1403350"/>
            <a:ext cx="5394960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5394960" cy="41148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2095501"/>
            <a:ext cx="5394960" cy="4114799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F437117-8BD0-3579-70B3-FCB0F41D60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130EFFA2-C032-FC12-6BC9-48DADE2779E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5621022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etr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2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7290905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1450" indent="-171450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F4792C0-9FE2-4931-3650-4B59AD3104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E6E1E6A5-8795-C79E-AA38-F1E35F263A9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369946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etrical -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6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7290905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08C86-D3E9-F3C1-4977-859065B75513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56ABEBD3-24BE-15F7-DEF9-9F5230BECA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36345BB7-0EFA-36D5-F2AC-D08AE3806B3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3180485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symmetr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44409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E22151AB-5731-BAC5-7B55-0CB75965C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B6006637-4CFF-DA29-70FE-92FAA52065B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290989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- Asymmetrical 2 -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6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2C79C54-276E-80B9-1B8A-4B6BBAC71B29}"/>
              </a:ext>
            </a:extLst>
          </p:cNvPr>
          <p:cNvCxnSpPr>
            <a:cxnSpLocks/>
          </p:cNvCxnSpPr>
          <p:nvPr userDrawn="1"/>
        </p:nvCxnSpPr>
        <p:spPr>
          <a:xfrm>
            <a:off x="785089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7BBA13F7-1863-C7F2-A83F-768EA305A3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3C079ABB-4425-2F6A-B71A-F0AFA7248E3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7431602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78915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404E15B6-0BA0-84E6-A568-FC29C85E6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02B0394B-12B9-2083-FEB8-141495C18A5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364173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-Column -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13418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4404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408C86-D3E9-F3C1-4977-859065B75513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DC5277-B38B-BFA5-234F-37E859463D25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Text&#10;&#10;Description automatically generated">
            <a:extLst>
              <a:ext uri="{FF2B5EF4-FFF2-40B4-BE49-F238E27FC236}">
                <a16:creationId xmlns:a16="http://schemas.microsoft.com/office/drawing/2014/main" id="{6F06206D-1B55-79AD-7D01-D0EB3C4108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1" name="Footer Placeholder 15">
            <a:extLst>
              <a:ext uri="{FF2B5EF4-FFF2-40B4-BE49-F238E27FC236}">
                <a16:creationId xmlns:a16="http://schemas.microsoft.com/office/drawing/2014/main" id="{6AA19732-5DB3-4171-CEA3-9065A8A6D39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821405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5754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5999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CB7DF46-A9CC-4BD9-D472-6BF977C642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0" name="Footer Placeholder 15">
            <a:extLst>
              <a:ext uri="{FF2B5EF4-FFF2-40B4-BE49-F238E27FC236}">
                <a16:creationId xmlns:a16="http://schemas.microsoft.com/office/drawing/2014/main" id="{344F9DB3-94A4-4FB1-FCDC-A495244861F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62642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>
          <p15:clr>
            <a:srgbClr val="FBAE40"/>
          </p15:clr>
        </p15:guide>
        <p15:guide id="2" pos="5628">
          <p15:clr>
            <a:srgbClr val="FBAE40"/>
          </p15:clr>
        </p15:guide>
        <p15:guide id="3" pos="3840">
          <p15:clr>
            <a:srgbClr val="FBAE40"/>
          </p15:clr>
        </p15:guide>
        <p15:guide id="4" orient="horz" pos="8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 - B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87540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57549" y="1403349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5999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E6CAA3-D2BE-B7A9-9C26-22C4F1F5EDDD}"/>
              </a:ext>
            </a:extLst>
          </p:cNvPr>
          <p:cNvCxnSpPr>
            <a:cxnSpLocks/>
          </p:cNvCxnSpPr>
          <p:nvPr userDrawn="1"/>
        </p:nvCxnSpPr>
        <p:spPr>
          <a:xfrm>
            <a:off x="312305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865847-B1DD-F900-9C6C-8E3E630784E8}"/>
              </a:ext>
            </a:extLst>
          </p:cNvPr>
          <p:cNvCxnSpPr>
            <a:cxnSpLocks/>
          </p:cNvCxnSpPr>
          <p:nvPr userDrawn="1"/>
        </p:nvCxnSpPr>
        <p:spPr>
          <a:xfrm>
            <a:off x="596150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CFFAC-C9D0-7B24-E424-D791DC86FA9A}"/>
              </a:ext>
            </a:extLst>
          </p:cNvPr>
          <p:cNvCxnSpPr>
            <a:cxnSpLocks/>
          </p:cNvCxnSpPr>
          <p:nvPr userDrawn="1"/>
        </p:nvCxnSpPr>
        <p:spPr>
          <a:xfrm>
            <a:off x="8799956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Text&#10;&#10;Description automatically generated">
            <a:extLst>
              <a:ext uri="{FF2B5EF4-FFF2-40B4-BE49-F238E27FC236}">
                <a16:creationId xmlns:a16="http://schemas.microsoft.com/office/drawing/2014/main" id="{F179F5EF-F643-19DD-3442-114B11F5833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27512AE6-0BE8-8360-8C66-96B86F86B9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66450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 userDrawn="1">
          <p15:clr>
            <a:srgbClr val="FBAE40"/>
          </p15:clr>
        </p15:guide>
        <p15:guide id="2" pos="56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and 1/3-Column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466769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6A24B364-E635-8148-9DBE-C364F1D3BC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99" y="1403350"/>
            <a:ext cx="729691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265EA83-2EC6-BE4F-96E1-74D20B473B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00999" y="1403350"/>
            <a:ext cx="3787133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2095501"/>
            <a:ext cx="7296912" cy="4114799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00997" y="2095501"/>
            <a:ext cx="3771899" cy="41148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defRPr>
                <a:solidFill>
                  <a:srgbClr val="212121"/>
                </a:solidFill>
              </a:defRPr>
            </a:lvl3pPr>
            <a:lvl4pP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5C9CC5-B8DE-1A0B-AEAF-078158CE873D}"/>
              </a:ext>
            </a:extLst>
          </p:cNvPr>
          <p:cNvCxnSpPr>
            <a:cxnSpLocks/>
          </p:cNvCxnSpPr>
          <p:nvPr userDrawn="1"/>
        </p:nvCxnSpPr>
        <p:spPr>
          <a:xfrm>
            <a:off x="785089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287820B-9605-1150-C001-4792D5A7E4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13DDB821-528C-407C-7414-E650782196B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06879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4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Column Phot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C0532-DBFF-2022-5F35-01DC75E41C0E}"/>
              </a:ext>
            </a:extLst>
          </p:cNvPr>
          <p:cNvSpPr/>
          <p:nvPr userDrawn="1"/>
        </p:nvSpPr>
        <p:spPr>
          <a:xfrm>
            <a:off x="0" y="1402915"/>
            <a:ext cx="12192000" cy="5455085"/>
          </a:xfrm>
          <a:prstGeom prst="rect">
            <a:avLst/>
          </a:prstGeom>
          <a:solidFill>
            <a:srgbClr val="005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13421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11353800" cy="4806951"/>
          </a:xfrm>
          <a:noFill/>
        </p:spPr>
        <p:txBody>
          <a:bodyPr lIns="0" tIns="182880" rIns="0" bIns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rgbClr val="C8FF08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DCECCD58-6B53-F6DC-FD8A-F86F07E652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7A278797-887B-4DF5-EB13-48AB84D24D7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208661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77323" cy="45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110718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C2A4A3E-D4B8-672E-E828-A2571A7B0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3672ABEC-0EDA-22BD-65FE-791E9EE774E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3257206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2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77323" cy="4570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53949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394960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/>
            </a:lvl2pPr>
            <a:lvl3pPr>
              <a:buClr>
                <a:schemeClr val="tx2"/>
              </a:buClr>
              <a:defRPr/>
            </a:lvl3pPr>
            <a:lvl4pPr>
              <a:buClr>
                <a:schemeClr val="tx2"/>
              </a:buClr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C2A4A3E-D4B8-672E-E828-A2571A7B04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8" name="Footer Placeholder 15">
            <a:extLst>
              <a:ext uri="{FF2B5EF4-FFF2-40B4-BE49-F238E27FC236}">
                <a16:creationId xmlns:a16="http://schemas.microsoft.com/office/drawing/2014/main" id="{A3951F52-DC48-A7D4-2824-F5307F064DE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73984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682432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50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06539" y="1403351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1"/>
            <a:ext cx="3502152" cy="4806950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6EE8FD0A-8C5E-E7DE-4656-7844FF431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BEB8EA9E-A092-E815-FA6C-B16D231FCE7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81804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 Column Bo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89076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63899" y="1403349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F40F60-BBD9-9E4F-84D2-0B668EDB1695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096000" y="1403350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AA94E17-ACE2-234E-94FB-6DBEE6BAF77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8934450" y="1403350"/>
            <a:ext cx="2569464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A126E61B-5B00-C74E-A14F-005A2D3E23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0" name="Footer Placeholder 15">
            <a:extLst>
              <a:ext uri="{FF2B5EF4-FFF2-40B4-BE49-F238E27FC236}">
                <a16:creationId xmlns:a16="http://schemas.microsoft.com/office/drawing/2014/main" id="{192411F8-CBE6-BB9A-E30E-38F0DC1B4E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758873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56" userDrawn="1">
          <p15:clr>
            <a:srgbClr val="FBAE40"/>
          </p15:clr>
        </p15:guide>
        <p15:guide id="2" pos="5628" userDrawn="1">
          <p15:clr>
            <a:srgbClr val="FBAE40"/>
          </p15:clr>
        </p15:guide>
        <p15:guide id="3" pos="384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Boxed Asymmetr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89076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099" y="1403349"/>
            <a:ext cx="7292975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934C23-704D-AE40-866D-BF6B0DCFEA7C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989707" y="1403350"/>
            <a:ext cx="3502152" cy="4806951"/>
          </a:xfrm>
          <a:solidFill>
            <a:srgbClr val="E3E3E3"/>
          </a:solidFill>
        </p:spPr>
        <p:txBody>
          <a:bodyPr lIns="182880" tIns="182880" rIns="182880" bIns="182880"/>
          <a:lstStyle>
            <a:lvl2pPr marL="174625" indent="-174625">
              <a:buClrTx/>
              <a:buFont typeface="Arial" panose="020B0604020202020204" pitchFamily="34" charset="0"/>
              <a:buChar char="•"/>
              <a:defRPr/>
            </a:lvl2pPr>
            <a:lvl3pPr>
              <a:buClrTx/>
              <a:defRPr/>
            </a:lvl3pPr>
            <a:lvl4pPr>
              <a:buClrTx/>
              <a:defRPr/>
            </a:lvl4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1321A8AC-94BF-D6B2-1376-53BEE47F72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97A2E13F-C618-516D-5AE2-32CF541E556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085943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030" userDrawn="1">
          <p15:clr>
            <a:srgbClr val="FBAE40"/>
          </p15:clr>
        </p15:guide>
        <p15:guide id="3" orient="horz" pos="88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83" y="2378075"/>
            <a:ext cx="6875785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C821F4BE-79DE-EBCE-62E2-F24155984D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Section Number">
            <a:extLst>
              <a:ext uri="{FF2B5EF4-FFF2-40B4-BE49-F238E27FC236}">
                <a16:creationId xmlns:a16="http://schemas.microsoft.com/office/drawing/2014/main" id="{107E2ABA-1900-FC00-3E5B-96B0338B47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1922078"/>
            <a:ext cx="2660530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[Optional section ##]</a:t>
            </a:r>
          </a:p>
        </p:txBody>
      </p:sp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C38754F8-5FCF-38D3-C751-A906C8F44D7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632917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 userDrawn="1">
          <p15:clr>
            <a:srgbClr val="FBAE40"/>
          </p15:clr>
        </p15:guide>
        <p15:guide id="4" orient="horz" pos="273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Section Number">
            <a:extLst>
              <a:ext uri="{FF2B5EF4-FFF2-40B4-BE49-F238E27FC236}">
                <a16:creationId xmlns:a16="http://schemas.microsoft.com/office/drawing/2014/main" id="{E0E81EB4-471C-3F45-B7C7-3BCA8292501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100" y="1922078"/>
            <a:ext cx="2608772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sz="1600" cap="all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[Optional section ##]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92B45FF-A1AE-61C0-351C-FC46C46606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49274D-327F-3626-5718-4266E3B0BC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83" y="2378075"/>
            <a:ext cx="6875785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spc="80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9B07FCD0-F61D-F52A-E4FA-1E848E1AACC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28892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85884-5EEF-2342-9652-061EE3FFEC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100" y="2378075"/>
            <a:ext cx="6896100" cy="1965325"/>
          </a:xfrm>
        </p:spPr>
        <p:txBody>
          <a:bodyPr anchor="t" anchorCtr="0"/>
          <a:lstStyle>
            <a:lvl1pPr>
              <a:lnSpc>
                <a:spcPts val="5400"/>
              </a:lnSpc>
              <a:defRPr sz="6000" cap="all" spc="80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2F5188B4-2B91-7D7A-D602-95ABB4BAA0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Section Number">
            <a:extLst>
              <a:ext uri="{FF2B5EF4-FFF2-40B4-BE49-F238E27FC236}">
                <a16:creationId xmlns:a16="http://schemas.microsoft.com/office/drawing/2014/main" id="{1C20CF72-79D7-2D57-1E9C-4C8386102C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100" y="1922078"/>
            <a:ext cx="3273006" cy="365760"/>
          </a:xfrm>
          <a:noFill/>
        </p:spPr>
        <p:txBody>
          <a:bodyPr wrap="none">
            <a:noAutofit/>
          </a:bodyPr>
          <a:lstStyle>
            <a:lvl1pPr>
              <a:spcAft>
                <a:spcPts val="0"/>
              </a:spcAft>
              <a:defRPr lang="en-US" sz="1600" kern="1200" cap="all" baseline="0" dirty="0">
                <a:solidFill>
                  <a:srgbClr val="212121"/>
                </a:solidFill>
                <a:latin typeface="Inter" panose="02000503000000020004" pitchFamily="2" charset="0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dirty="0"/>
              <a:t>[Optional section ##]</a:t>
            </a:r>
          </a:p>
        </p:txBody>
      </p:sp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BD2FB510-466F-A7D9-A9F6-0009FC1704C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971472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AE3E-8C1F-854F-A5B6-DE2B8F2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592B45FF-A1AE-61C0-351C-FC46C46606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CCAD9BAE-A65C-C726-B402-0C0F4D2519E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84835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1498">
          <p15:clr>
            <a:srgbClr val="FBAE40"/>
          </p15:clr>
        </p15:guide>
        <p15:guide id="4" orient="horz" pos="273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71693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chemeClr val="tx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chemeClr val="tx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chemeClr val="tx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tabLst/>
              <a:defRPr sz="1000">
                <a:solidFill>
                  <a:schemeClr val="tx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FD051AE3-C2A3-6884-82E8-0091361DC8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53311958-D829-0977-08EB-86681C4D7D9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311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1248" userDrawn="1">
          <p15:clr>
            <a:srgbClr val="FBAE40"/>
          </p15:clr>
        </p15:guide>
        <p15:guide id="3" pos="4128" userDrawn="1">
          <p15:clr>
            <a:srgbClr val="FBAE40"/>
          </p15:clr>
        </p15:guide>
        <p15:guide id="4" pos="4824" userDrawn="1">
          <p15:clr>
            <a:srgbClr val="FBAE40"/>
          </p15:clr>
        </p15:guide>
        <p15:guide id="5" orient="horz" pos="884" userDrawn="1">
          <p15:clr>
            <a:srgbClr val="FBAE40"/>
          </p15:clr>
        </p15:guide>
        <p15:guide id="6" orient="horz" pos="1498" userDrawn="1">
          <p15:clr>
            <a:srgbClr val="FBAE40"/>
          </p15:clr>
        </p15:guide>
        <p15:guide id="7" orient="horz" pos="2116" userDrawn="1">
          <p15:clr>
            <a:srgbClr val="FBAE40"/>
          </p15:clr>
        </p15:guide>
        <p15:guide id="8" orient="horz" pos="2736" userDrawn="1">
          <p15:clr>
            <a:srgbClr val="FBAE40"/>
          </p15:clr>
        </p15:guide>
        <p15:guide id="9" orient="horz" pos="3350" userDrawn="1">
          <p15:clr>
            <a:srgbClr val="FBAE40"/>
          </p15:clr>
        </p15:guide>
        <p15:guide id="10" pos="55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F0CB69-A8C9-3148-BE3D-A492C022E5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3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3263E97-D3AD-CB4D-A38F-E36DBD10B2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3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0C84B42-6275-4644-86D4-ECD146789A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63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C0F8B490-4361-CC4A-9F61-79B2E81AFC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63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CABFCA-A501-7E4D-9263-58563C08AE0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63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6AC87837-1EA6-2349-931C-E6FFFB8DBB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53200" y="14033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6138EAC-7695-894D-BBD4-055459A093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3200" y="2378075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737E5CF-1F7C-5649-A592-CC25861D2D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53200" y="3359150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0070BC90-9746-8846-93B3-5F5CE932FF9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53200" y="4343399"/>
            <a:ext cx="1104900" cy="914400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0960AB0-B647-2C4E-AAFE-66E5B8F1A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53200" y="5318126"/>
            <a:ext cx="1104900" cy="892175"/>
          </a:xfrm>
        </p:spPr>
        <p:txBody>
          <a:bodyPr/>
          <a:lstStyle>
            <a:lvl1pPr>
              <a:lnSpc>
                <a:spcPct val="80000"/>
              </a:lnSpc>
              <a:spcAft>
                <a:spcPts val="0"/>
              </a:spcAft>
              <a:defRPr sz="5700" spc="80" baseline="0">
                <a:solidFill>
                  <a:schemeClr val="tx2"/>
                </a:solidFill>
                <a:latin typeface="Sons Condensed Extrabold" panose="02060906060206060203" pitchFamily="18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247BEE3-7D76-F644-BDAB-16ED5A8288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812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321EEC92-A39E-E94D-B2E6-F86BAE8543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9812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05A623ED-65B4-834F-8518-DA9B1269F13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812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27D82EA8-413C-D24C-A022-A5076609146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812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37E7239D-DEAC-7F4E-BAF6-9D7D97413F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81200" y="5318125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1" name="Text Placeholder 24">
            <a:extLst>
              <a:ext uri="{FF2B5EF4-FFF2-40B4-BE49-F238E27FC236}">
                <a16:creationId xmlns:a16="http://schemas.microsoft.com/office/drawing/2014/main" id="{B11C7D85-DC2F-A745-ADB8-A7CA8256E3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658100" y="14033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EB74C912-DD8C-AF45-9C63-8F7BBF3C01E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658100" y="2378075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3" name="Text Placeholder 24">
            <a:extLst>
              <a:ext uri="{FF2B5EF4-FFF2-40B4-BE49-F238E27FC236}">
                <a16:creationId xmlns:a16="http://schemas.microsoft.com/office/drawing/2014/main" id="{5E8DBD9B-A278-BC4A-920C-02E36535935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658100" y="335915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FF9FB30C-3AED-7D45-A24D-38F4A99E1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658100" y="4343400"/>
            <a:ext cx="3840480" cy="914400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612DBE41-3DAD-064C-BC23-5C041B16A2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658100" y="5326751"/>
            <a:ext cx="3840480" cy="892175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spcAft>
                <a:spcPts val="0"/>
              </a:spcAft>
              <a:buNone/>
              <a:defRPr sz="1200">
                <a:solidFill>
                  <a:srgbClr val="212121"/>
                </a:solidFill>
              </a:defRPr>
            </a:lvl2pPr>
            <a:lvl3pPr marL="3175" indent="0">
              <a:spcAft>
                <a:spcPts val="0"/>
              </a:spcAft>
              <a:buNone/>
              <a:tabLst/>
              <a:defRPr sz="1200">
                <a:solidFill>
                  <a:srgbClr val="212121"/>
                </a:solidFill>
              </a:defRPr>
            </a:lvl3pPr>
            <a:lvl4pPr marL="109728" indent="-109728">
              <a:spcAft>
                <a:spcPts val="200"/>
              </a:spcAft>
              <a:buClr>
                <a:schemeClr val="bg2"/>
              </a:buClr>
              <a:buFont typeface="Arial"/>
              <a:buChar char="–"/>
              <a:tabLst/>
              <a:defRPr sz="1000">
                <a:solidFill>
                  <a:srgbClr val="212121"/>
                </a:solidFill>
              </a:defRPr>
            </a:lvl4pPr>
            <a:lvl5pPr marL="219456" indent="-109728">
              <a:spcAft>
                <a:spcPts val="200"/>
              </a:spcAft>
              <a:buClr>
                <a:schemeClr val="tx1"/>
              </a:buClr>
              <a:buFont typeface="Arial"/>
              <a:buChar char="–"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3C8E8B6-15B9-92DE-0C5F-40F6A4CCD9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6FDAC1D1-ACEA-9694-7D4B-F17EC05C01C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1841040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552">
          <p15:clr>
            <a:srgbClr val="FBAE40"/>
          </p15:clr>
        </p15:guide>
        <p15:guide id="2" pos="1248">
          <p15:clr>
            <a:srgbClr val="FBAE40"/>
          </p15:clr>
        </p15:guide>
        <p15:guide id="3" pos="4128">
          <p15:clr>
            <a:srgbClr val="FBAE40"/>
          </p15:clr>
        </p15:guide>
        <p15:guide id="4" pos="4824">
          <p15:clr>
            <a:srgbClr val="FBAE40"/>
          </p15:clr>
        </p15:guide>
        <p15:guide id="5" orient="horz" pos="884">
          <p15:clr>
            <a:srgbClr val="FBAE40"/>
          </p15:clr>
        </p15:guide>
        <p15:guide id="6" orient="horz" pos="1498">
          <p15:clr>
            <a:srgbClr val="FBAE40"/>
          </p15:clr>
        </p15:guide>
        <p15:guide id="7" orient="horz" pos="2112" userDrawn="1">
          <p15:clr>
            <a:srgbClr val="FBAE40"/>
          </p15:clr>
        </p15:guide>
        <p15:guide id="8" orient="horz" pos="2736">
          <p15:clr>
            <a:srgbClr val="FBAE40"/>
          </p15:clr>
        </p15:guide>
        <p15:guide id="9" orient="horz" pos="335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03A9CFF3-144D-F242-AB37-45B8D1EA02D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010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13">
            <a:extLst>
              <a:ext uri="{FF2B5EF4-FFF2-40B4-BE49-F238E27FC236}">
                <a16:creationId xmlns:a16="http://schemas.microsoft.com/office/drawing/2014/main" id="{D30E5EF1-DEED-0E4E-842C-164ECBEB862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06875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35166569-9518-9B41-8B53-AA608D40024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19100" y="3838584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E7959487-FA6F-9442-8793-172CFAE0C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0010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22F3E836-EB9D-0A44-8CBF-55C02225AF9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06875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88ED419-5FB1-1040-9DD4-AB69170FDA9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9100" y="1403350"/>
            <a:ext cx="1138238" cy="1463040"/>
          </a:xfrm>
          <a:solidFill>
            <a:schemeClr val="accent3"/>
          </a:solidFill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559BAC-92F4-B744-9836-450C4A90B3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7145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4D8682B-ACC9-614A-8FC5-30E2225A02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0689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A9DF087C-13B0-8044-B147-F99E711E3B8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6400" y="1403350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68F9AA8-58C0-BD45-A206-0D15796A4D3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7145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5655B9A0-5BD5-4B4C-87A7-8A7BC98C366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00689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2FB16EA-50E6-7147-BF52-0D186E4312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296400" y="3838584"/>
            <a:ext cx="2194560" cy="1955800"/>
          </a:xfrm>
        </p:spPr>
        <p:txBody>
          <a:bodyPr/>
          <a:lstStyle>
            <a:lvl1pPr>
              <a:spcAft>
                <a:spcPts val="200"/>
              </a:spcAft>
              <a:defRPr sz="1400"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  <a:lvl2pPr marL="0" indent="0">
              <a:buNone/>
              <a:defRPr sz="1400" i="1">
                <a:solidFill>
                  <a:srgbClr val="212121"/>
                </a:solidFill>
              </a:defRPr>
            </a:lvl2pPr>
            <a:lvl3pPr marL="12700" indent="0">
              <a:buNone/>
              <a:tabLst/>
              <a:defRPr sz="1400">
                <a:solidFill>
                  <a:srgbClr val="21212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FDD0E8E-1442-D1CD-FDD6-6F1C4CD126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60957192-804A-76BF-781A-6D4D325C408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3679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2400" userDrawn="1">
          <p15:clr>
            <a:srgbClr val="FBAE40"/>
          </p15:clr>
        </p15:guide>
        <p15:guide id="4" pos="1080" userDrawn="1">
          <p15:clr>
            <a:srgbClr val="FBAE40"/>
          </p15:clr>
        </p15:guide>
        <p15:guide id="5" pos="3465" userDrawn="1">
          <p15:clr>
            <a:srgbClr val="FBAE40"/>
          </p15:clr>
        </p15:guide>
        <p15:guide id="6" pos="5856" userDrawn="1">
          <p15:clr>
            <a:srgbClr val="FBAE40"/>
          </p15:clr>
        </p15:guide>
        <p15:guide id="7" orient="horz" pos="88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14060" y="0"/>
            <a:ext cx="6377940" cy="68579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400300"/>
            <a:ext cx="5155223" cy="38100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212121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4D2D73-EE0E-202C-17A0-7C9C2608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0"/>
            <a:ext cx="5155223" cy="177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D8F3FB77-B95C-94D8-83F6-5D2FFF473D2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284725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51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E5A1687-B173-3C4B-B080-DF7BBD030F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29301" cy="6857999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362700" y="2400300"/>
            <a:ext cx="5410200" cy="3810000"/>
          </a:xfrm>
        </p:spPr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Tx/>
              <a:defRPr>
                <a:solidFill>
                  <a:srgbClr val="212121"/>
                </a:solidFill>
              </a:defRPr>
            </a:lvl3pPr>
            <a:lvl4pPr>
              <a:buClrTx/>
              <a:defRPr>
                <a:solidFill>
                  <a:srgbClr val="212121"/>
                </a:solidFill>
              </a:defRPr>
            </a:lvl4pPr>
            <a:lvl5pP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334DEC1-5B42-CB2D-AE33-3E2478036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1897" y="419100"/>
            <a:ext cx="5410200" cy="17775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6260D3A3-2C98-CDF2-9FCC-B98BC57928F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667974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008" userDrawn="1">
          <p15:clr>
            <a:srgbClr val="FBAE40"/>
          </p15:clr>
        </p15:guide>
        <p15:guide id="4" orient="horz" pos="1512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CBB3E71-68E9-0C42-A1F5-AAC39EAA6D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03350"/>
            <a:ext cx="12192000" cy="54546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54797B6-7C2A-BA00-35CD-550A44C0D1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6AA1CE-AC18-9C55-AAB8-CEA1D2493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 15">
            <a:extLst>
              <a:ext uri="{FF2B5EF4-FFF2-40B4-BE49-F238E27FC236}">
                <a16:creationId xmlns:a16="http://schemas.microsoft.com/office/drawing/2014/main" id="{955F2CDD-730A-6F00-31A5-FBDCF0F3A05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093796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7D6BA0-372E-9EFE-3877-BEEE0D21C7B3}"/>
              </a:ext>
            </a:extLst>
          </p:cNvPr>
          <p:cNvSpPr/>
          <p:nvPr userDrawn="1"/>
        </p:nvSpPr>
        <p:spPr>
          <a:xfrm>
            <a:off x="5676900" y="1402915"/>
            <a:ext cx="6515100" cy="5455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B5E4C-27FE-36D0-B175-6C8108EB67C1}"/>
              </a:ext>
            </a:extLst>
          </p:cNvPr>
          <p:cNvSpPr/>
          <p:nvPr userDrawn="1"/>
        </p:nvSpPr>
        <p:spPr>
          <a:xfrm>
            <a:off x="0" y="1402915"/>
            <a:ext cx="5676900" cy="5455085"/>
          </a:xfrm>
          <a:prstGeom prst="rect">
            <a:avLst/>
          </a:prstGeom>
          <a:solidFill>
            <a:srgbClr val="005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96168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4838700" cy="4806951"/>
          </a:xfrm>
          <a:noFill/>
        </p:spPr>
        <p:txBody>
          <a:bodyPr lIns="0" tIns="182880" rIns="182880" bIns="18288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676900" cy="4806951"/>
          </a:xfrm>
          <a:noFill/>
        </p:spPr>
        <p:txBody>
          <a:bodyPr lIns="0" tIns="182880" rIns="182880" bIns="182880"/>
          <a:lstStyle>
            <a:lvl1pPr>
              <a:defRPr>
                <a:solidFill>
                  <a:srgbClr val="212121"/>
                </a:solidFill>
              </a:defRPr>
            </a:lvl1pPr>
            <a:lvl2pPr marL="174625" indent="-174625">
              <a:buClr>
                <a:schemeClr val="tx2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>
                <a:schemeClr val="tx2"/>
              </a:buClr>
              <a:defRPr>
                <a:solidFill>
                  <a:srgbClr val="212121"/>
                </a:solidFill>
              </a:defRPr>
            </a:lvl3pPr>
            <a:lvl4pPr>
              <a:buClr>
                <a:schemeClr val="tx2"/>
              </a:buClr>
              <a:defRPr>
                <a:solidFill>
                  <a:srgbClr val="212121"/>
                </a:solidFill>
              </a:defRPr>
            </a:lvl4pPr>
            <a:lvl5pPr>
              <a:buClr>
                <a:schemeClr val="bg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E5F8CA6B-89DC-9D64-DE2A-574599892E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0" name="Footer Placeholder 15">
            <a:extLst>
              <a:ext uri="{FF2B5EF4-FFF2-40B4-BE49-F238E27FC236}">
                <a16:creationId xmlns:a16="http://schemas.microsoft.com/office/drawing/2014/main" id="{D1063572-DF3F-4D0D-CC1E-65CB62AE3C2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02623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8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ide-by-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7D6BA0-372E-9EFE-3877-BEEE0D21C7B3}"/>
              </a:ext>
            </a:extLst>
          </p:cNvPr>
          <p:cNvSpPr/>
          <p:nvPr userDrawn="1"/>
        </p:nvSpPr>
        <p:spPr>
          <a:xfrm>
            <a:off x="5676900" y="1"/>
            <a:ext cx="65151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>
              <a:spcAft>
                <a:spcPts val="600"/>
              </a:spcAft>
            </a:pPr>
            <a:endParaRPr lang="en-US" dirty="0">
              <a:solidFill>
                <a:schemeClr val="tx1"/>
              </a:solidFill>
              <a:latin typeface="Inter" panose="02000503000000020004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419101"/>
            <a:ext cx="483870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1403349"/>
            <a:ext cx="4838700" cy="4806951"/>
          </a:xfrm>
          <a:noFill/>
        </p:spPr>
        <p:txBody>
          <a:bodyPr lIns="0" tIns="182880" rIns="182880" bIns="182880"/>
          <a:lstStyle>
            <a:lvl1pPr>
              <a:buClr>
                <a:schemeClr val="bg1"/>
              </a:buClr>
              <a:defRPr>
                <a:solidFill>
                  <a:srgbClr val="212121"/>
                </a:solidFill>
              </a:defRPr>
            </a:lvl1pPr>
            <a:lvl2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2pPr>
            <a:lvl3pPr>
              <a:buClrTx/>
              <a:defRPr>
                <a:solidFill>
                  <a:srgbClr val="212121"/>
                </a:solidFill>
              </a:defRPr>
            </a:lvl3pPr>
            <a:lvl4pPr>
              <a:buClrTx/>
              <a:defRPr>
                <a:solidFill>
                  <a:srgbClr val="212121"/>
                </a:solidFill>
              </a:defRPr>
            </a:lvl4pPr>
            <a:lvl5pPr>
              <a:buClr>
                <a:schemeClr val="bg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8D7D23-A4AE-A948-B404-C89F45ED35B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096000" y="1403349"/>
            <a:ext cx="5676900" cy="4806951"/>
          </a:xfrm>
          <a:noFill/>
        </p:spPr>
        <p:txBody>
          <a:bodyPr lIns="0" tIns="182880" rIns="182880" bIns="182880"/>
          <a:lstStyle>
            <a:lvl1pPr>
              <a:defRPr>
                <a:solidFill>
                  <a:schemeClr val="bg1"/>
                </a:solidFill>
              </a:defRPr>
            </a:lvl1pPr>
            <a:lvl2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Level 1 text</a:t>
            </a:r>
          </a:p>
          <a:p>
            <a:pPr lvl="1"/>
            <a:r>
              <a:rPr lang="en-US" dirty="0"/>
              <a:t>Level 2 text</a:t>
            </a:r>
          </a:p>
          <a:p>
            <a:pPr lvl="2"/>
            <a:r>
              <a:rPr lang="en-US" dirty="0"/>
              <a:t>Level 3 text</a:t>
            </a:r>
          </a:p>
          <a:p>
            <a:pPr lvl="3"/>
            <a:r>
              <a:rPr lang="en-US" dirty="0"/>
              <a:t>Level 4 text</a:t>
            </a:r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CA04741-1558-2ADE-D887-5A37305098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7480F360-7E53-B0F3-C69A-B610CF1E8DD1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579359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userDrawn="1">
          <p15:clr>
            <a:srgbClr val="FBAE40"/>
          </p15:clr>
        </p15:guide>
        <p15:guide id="4" orient="horz" pos="456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1" y="615950"/>
            <a:ext cx="5494420" cy="5486400"/>
          </a:xfrm>
        </p:spPr>
        <p:txBody>
          <a:bodyPr anchor="t" anchorCtr="0"/>
          <a:lstStyle>
            <a:lvl1pPr marL="0" indent="0">
              <a:lnSpc>
                <a:spcPct val="85000"/>
              </a:lnSpc>
              <a:spcAft>
                <a:spcPts val="1000"/>
              </a:spcAft>
              <a:defRPr sz="5000" cap="all" spc="80" baseline="0">
                <a:solidFill>
                  <a:schemeClr val="tx1"/>
                </a:solidFill>
                <a:latin typeface="Sons Condensed Extrabold" panose="02060906060206060203" pitchFamily="18" charset="0"/>
              </a:defRPr>
            </a:lvl1pPr>
            <a:lvl2pPr marL="0" indent="0">
              <a:lnSpc>
                <a:spcPct val="100000"/>
              </a:lnSpc>
              <a:buFont typeface="Arial"/>
              <a:buNone/>
              <a:defRPr>
                <a:solidFill>
                  <a:schemeClr val="tx1"/>
                </a:solidFill>
              </a:defRPr>
            </a:lvl2pPr>
            <a:lvl3pPr marL="0" indent="0">
              <a:lnSpc>
                <a:spcPct val="85000"/>
              </a:lnSpc>
              <a:buNone/>
              <a:defRPr sz="5000">
                <a:solidFill>
                  <a:schemeClr val="tx1"/>
                </a:solidFill>
              </a:defRPr>
            </a:lvl3pPr>
            <a:lvl4pPr marL="0" indent="0">
              <a:lnSpc>
                <a:spcPct val="90000"/>
              </a:lnSpc>
              <a:buNone/>
              <a:defRPr sz="3200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buClr>
                <a:schemeClr val="accent4"/>
              </a:buClr>
              <a:buFont typeface="Arial"/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1459A54-2B36-0597-98AB-2AD5027C3A5A}"/>
              </a:ext>
            </a:extLst>
          </p:cNvPr>
          <p:cNvCxnSpPr>
            <a:cxnSpLocks/>
          </p:cNvCxnSpPr>
          <p:nvPr userDrawn="1"/>
        </p:nvCxnSpPr>
        <p:spPr>
          <a:xfrm>
            <a:off x="2946446" y="640174"/>
            <a:ext cx="0" cy="5486400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3144293E-2C00-D4C2-B60A-12BE7EAB8F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5" name="Footer Placeholder 15">
            <a:extLst>
              <a:ext uri="{FF2B5EF4-FFF2-40B4-BE49-F238E27FC236}">
                <a16:creationId xmlns:a16="http://schemas.microsoft.com/office/drawing/2014/main" id="{1329F007-C0C3-3A01-8745-6339F394E6D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05188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tatement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9930B-38D7-924C-B6F1-36FF815DB2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AA982C6-876D-DD40-A175-F032C52F2D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0" y="615950"/>
            <a:ext cx="5554979" cy="5486400"/>
          </a:xfrm>
        </p:spPr>
        <p:txBody>
          <a:bodyPr anchor="t" anchorCtr="0"/>
          <a:lstStyle>
            <a:lvl1pPr marL="0" indent="0">
              <a:lnSpc>
                <a:spcPct val="85000"/>
              </a:lnSpc>
              <a:spcAft>
                <a:spcPts val="0"/>
              </a:spcAft>
              <a:defRPr sz="5000" cap="all" spc="80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lnSpc>
                <a:spcPct val="100000"/>
              </a:lnSpc>
              <a:buFont typeface="Arial"/>
              <a:buNone/>
              <a:defRPr>
                <a:solidFill>
                  <a:srgbClr val="005E60"/>
                </a:solidFill>
              </a:defRPr>
            </a:lvl2pPr>
            <a:lvl3pPr marL="0" indent="0">
              <a:lnSpc>
                <a:spcPct val="85000"/>
              </a:lnSpc>
              <a:buNone/>
              <a:defRPr sz="5000">
                <a:solidFill>
                  <a:srgbClr val="005E60"/>
                </a:solidFill>
              </a:defRPr>
            </a:lvl3pPr>
            <a:lvl4pPr marL="0" indent="0">
              <a:lnSpc>
                <a:spcPct val="90000"/>
              </a:lnSpc>
              <a:buNone/>
              <a:defRPr sz="3200">
                <a:solidFill>
                  <a:srgbClr val="005E60"/>
                </a:solidFill>
              </a:defRPr>
            </a:lvl4pPr>
            <a:lvl5pPr marL="0" indent="0">
              <a:lnSpc>
                <a:spcPct val="100000"/>
              </a:lnSpc>
              <a:buClr>
                <a:schemeClr val="accent4"/>
              </a:buClr>
              <a:buFont typeface="Arial"/>
              <a:buNone/>
              <a:defRPr sz="1400">
                <a:solidFill>
                  <a:srgbClr val="005E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938A19-85FE-D7E0-BB2C-F157A4FE6AEC}"/>
              </a:ext>
            </a:extLst>
          </p:cNvPr>
          <p:cNvCxnSpPr>
            <a:cxnSpLocks/>
          </p:cNvCxnSpPr>
          <p:nvPr userDrawn="1"/>
        </p:nvCxnSpPr>
        <p:spPr>
          <a:xfrm>
            <a:off x="2946446" y="640174"/>
            <a:ext cx="0" cy="54864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16A940B9-7959-1BE5-1C1F-30DC7A96DB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6" name="Footer Placeholder 15">
            <a:extLst>
              <a:ext uri="{FF2B5EF4-FFF2-40B4-BE49-F238E27FC236}">
                <a16:creationId xmlns:a16="http://schemas.microsoft.com/office/drawing/2014/main" id="{D058DE80-2D20-BEDA-3025-4E13FFAADB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471583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9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istic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 spc="80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B63C1B-3209-284E-B44A-E799A58B17A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0687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 spc="80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Tx/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12F81C6-976F-8E46-9726-C1199B9E693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8512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7200" spc="80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Tx/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Tx/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Tx/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Tx/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938AA9-AA7F-CA72-4172-840511A5C2E9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6105A-C9A5-9304-6A7E-4ABF0C6AAB07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B5C3D82-E702-BE2A-C612-2CB61FE360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75B2F3C1-ABC4-8C6F-2C19-1300BBDEB6F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4141485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650" userDrawn="1">
          <p15:clr>
            <a:srgbClr val="FBAE40"/>
          </p15:clr>
        </p15:guide>
        <p15:guide id="2" pos="5030" userDrawn="1">
          <p15:clr>
            <a:srgbClr val="FBAE40"/>
          </p15:clr>
        </p15:guide>
        <p15:guide id="3" orient="horz" pos="1320" userDrawn="1">
          <p15:clr>
            <a:srgbClr val="FBAE40"/>
          </p15:clr>
        </p15:guide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atistics -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6C95D67-F3C4-3D4F-B32A-CBAC6F0CB3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100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582616C-16AA-D245-94C9-5BE602638B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068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A9A19A4-818C-F14A-B5DE-B0DB0C798C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989707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0" y="2095501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B63C1B-3209-284E-B44A-E799A58B17A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20687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412F81C6-976F-8E46-9726-C1199B9E693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985125" y="2095503"/>
            <a:ext cx="3502152" cy="4114798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C8FF08"/>
              </a:buClr>
              <a:defRPr sz="72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C8FF08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938AA9-AA7F-CA72-4172-840511A5C2E9}"/>
              </a:ext>
            </a:extLst>
          </p:cNvPr>
          <p:cNvCxnSpPr>
            <a:cxnSpLocks/>
          </p:cNvCxnSpPr>
          <p:nvPr userDrawn="1"/>
        </p:nvCxnSpPr>
        <p:spPr>
          <a:xfrm>
            <a:off x="4062828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76105A-C9A5-9304-6A7E-4ABF0C6AAB07}"/>
              </a:ext>
            </a:extLst>
          </p:cNvPr>
          <p:cNvCxnSpPr>
            <a:cxnSpLocks/>
          </p:cNvCxnSpPr>
          <p:nvPr userDrawn="1"/>
        </p:nvCxnSpPr>
        <p:spPr>
          <a:xfrm>
            <a:off x="7848132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0D252868-F7F1-C0A1-E4BB-8630DDD875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9" name="Footer Placeholder 15">
            <a:extLst>
              <a:ext uri="{FF2B5EF4-FFF2-40B4-BE49-F238E27FC236}">
                <a16:creationId xmlns:a16="http://schemas.microsoft.com/office/drawing/2014/main" id="{BF60D929-2B8A-C56B-C065-F3BDEBB412A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49074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650">
          <p15:clr>
            <a:srgbClr val="FBAE40"/>
          </p15:clr>
        </p15:guide>
        <p15:guide id="2" pos="5030">
          <p15:clr>
            <a:srgbClr val="FBAE40"/>
          </p15:clr>
        </p15:guide>
        <p15:guide id="3" orient="horz" pos="888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tat 1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69725" cy="4570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75" y="2095501"/>
            <a:ext cx="3502152" cy="4114799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defRPr sz="9600" spc="80" baseline="0">
                <a:solidFill>
                  <a:srgbClr val="C8FF08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174625" indent="-174625">
              <a:buClr>
                <a:schemeClr val="bg1"/>
              </a:buCl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365760" indent="-182880">
              <a:buClr>
                <a:schemeClr val="bg1"/>
              </a:buClr>
              <a:buFont typeface="Arial"/>
              <a:buChar char="–"/>
              <a:defRPr>
                <a:solidFill>
                  <a:schemeClr val="bg1"/>
                </a:solidFill>
              </a:defRPr>
            </a:lvl4pPr>
            <a:lvl5pPr marL="548640"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B55D1-80E8-FE17-86A3-84686B81A692}"/>
              </a:ext>
            </a:extLst>
          </p:cNvPr>
          <p:cNvCxnSpPr>
            <a:cxnSpLocks/>
          </p:cNvCxnSpPr>
          <p:nvPr userDrawn="1"/>
        </p:nvCxnSpPr>
        <p:spPr>
          <a:xfrm>
            <a:off x="419100" y="1402915"/>
            <a:ext cx="0" cy="4807385"/>
          </a:xfrm>
          <a:prstGeom prst="line">
            <a:avLst/>
          </a:prstGeom>
          <a:ln w="19050">
            <a:solidFill>
              <a:srgbClr val="C8FF0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AFF6E11-C545-F91D-9E64-2C4D90D894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06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CC81F1F2-00A2-8A73-11A9-FF59CE240F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71A28561-E9BE-F7BE-7CA1-61B13B003A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9575" y="1403350"/>
            <a:ext cx="7363326" cy="48069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A878362A-0DD8-8964-3726-126DE717BA9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162257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um Sta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321247" cy="457020"/>
          </a:xfrm>
        </p:spPr>
        <p:txBody>
          <a:bodyPr/>
          <a:lstStyle>
            <a:lvl1pPr>
              <a:defRPr>
                <a:solidFill>
                  <a:srgbClr val="005E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5BA6-6E37-D642-969A-D710BEC279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0675" y="2095501"/>
            <a:ext cx="3502152" cy="4114799"/>
          </a:xfrm>
        </p:spPr>
        <p:txBody>
          <a:bodyPr/>
          <a:lstStyle>
            <a:lvl1pPr>
              <a:lnSpc>
                <a:spcPct val="85000"/>
              </a:lnSpc>
              <a:spcAft>
                <a:spcPts val="2400"/>
              </a:spcAft>
              <a:buClr>
                <a:srgbClr val="212121"/>
              </a:buClr>
              <a:defRPr sz="9600" spc="80" baseline="0">
                <a:solidFill>
                  <a:srgbClr val="005E60"/>
                </a:solidFill>
                <a:latin typeface="Sons Condensed Extrabold" panose="02060906060206060203" pitchFamily="18" charset="0"/>
              </a:defRPr>
            </a:lvl1pPr>
            <a:lvl2pPr marL="0" indent="0">
              <a:buClr>
                <a:srgbClr val="212121"/>
              </a:buClr>
              <a:buNone/>
              <a:defRPr>
                <a:solidFill>
                  <a:srgbClr val="212121"/>
                </a:solidFill>
              </a:defRPr>
            </a:lvl2pPr>
            <a:lvl3pPr marL="174625" indent="-174625">
              <a:buClr>
                <a:srgbClr val="212121"/>
              </a:buClr>
              <a:buFont typeface="Arial" panose="020B0604020202020204" pitchFamily="34" charset="0"/>
              <a:buChar char="•"/>
              <a:defRPr>
                <a:solidFill>
                  <a:srgbClr val="212121"/>
                </a:solidFill>
              </a:defRPr>
            </a:lvl3pPr>
            <a:lvl4pPr marL="365760" indent="-182880">
              <a:buClr>
                <a:srgbClr val="212121"/>
              </a:buClr>
              <a:buFont typeface="Arial"/>
              <a:buChar char="–"/>
              <a:defRPr>
                <a:solidFill>
                  <a:srgbClr val="212121"/>
                </a:solidFill>
              </a:defRPr>
            </a:lvl4pPr>
            <a:lvl5pPr marL="548640">
              <a:buClr>
                <a:srgbClr val="212121"/>
              </a:buClr>
              <a:defRPr>
                <a:solidFill>
                  <a:srgbClr val="212121"/>
                </a:solidFill>
              </a:defRPr>
            </a:lvl5pPr>
          </a:lstStyle>
          <a:p>
            <a:pPr lvl="0"/>
            <a:r>
              <a:rPr lang="en-US" dirty="0"/>
              <a:t>##</a:t>
            </a:r>
          </a:p>
          <a:p>
            <a:pPr lvl="1"/>
            <a:r>
              <a:rPr lang="en-US" dirty="0"/>
              <a:t>Level 1 text</a:t>
            </a:r>
          </a:p>
          <a:p>
            <a:pPr lvl="2"/>
            <a:r>
              <a:rPr lang="en-US" dirty="0"/>
              <a:t>Level 2 text</a:t>
            </a:r>
          </a:p>
          <a:p>
            <a:pPr lvl="3"/>
            <a:r>
              <a:rPr lang="en-US" dirty="0"/>
              <a:t>Level 3 text</a:t>
            </a:r>
          </a:p>
          <a:p>
            <a:pPr lvl="4"/>
            <a:r>
              <a:rPr lang="en-US" dirty="0"/>
              <a:t>Level 4 text</a:t>
            </a:r>
          </a:p>
          <a:p>
            <a:pPr lvl="4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1B55D1-80E8-FE17-86A3-84686B81A692}"/>
              </a:ext>
            </a:extLst>
          </p:cNvPr>
          <p:cNvCxnSpPr>
            <a:cxnSpLocks/>
          </p:cNvCxnSpPr>
          <p:nvPr userDrawn="1"/>
        </p:nvCxnSpPr>
        <p:spPr>
          <a:xfrm>
            <a:off x="419100" y="1402915"/>
            <a:ext cx="0" cy="4807385"/>
          </a:xfrm>
          <a:prstGeom prst="line">
            <a:avLst/>
          </a:prstGeom>
          <a:ln w="19050">
            <a:solidFill>
              <a:srgbClr val="005E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AFF6E11-C545-F91D-9E64-2C4D90D894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0675" y="1403350"/>
            <a:ext cx="3502152" cy="692150"/>
          </a:xfrm>
        </p:spPr>
        <p:txBody>
          <a:bodyPr/>
          <a:lstStyle>
            <a:lvl1pPr>
              <a:spcAft>
                <a:spcPts val="0"/>
              </a:spcAft>
              <a:defRPr b="0">
                <a:solidFill>
                  <a:srgbClr val="212121"/>
                </a:solidFill>
                <a:latin typeface="Inter Semi Bold" panose="02000703000000020004" pitchFamily="50" charset="0"/>
                <a:ea typeface="Inter Semi Bold" panose="02000703000000020004" pitchFamily="50" charset="0"/>
                <a:cs typeface="Inter Semi Bold" panose="02000703000000020004" pitchFamily="50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AAF6CB12-6043-6858-0E99-4D0C63CFAB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D31B6C8E-F2DD-F24A-E739-15C9300FE4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09575" y="1403350"/>
            <a:ext cx="7363326" cy="4806950"/>
          </a:xfrm>
          <a:solidFill>
            <a:schemeClr val="accent3"/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6AE0E5DA-5A63-7DD1-6A29-E797D98A208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2607089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ABF08DC-CB35-0F04-05DA-1827B5142E5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9039" y="1983260"/>
            <a:ext cx="11353800" cy="4033608"/>
          </a:xfrm>
        </p:spPr>
        <p:txBody>
          <a:bodyPr anchor="t"/>
          <a:lstStyle>
            <a:lvl1pPr>
              <a:lnSpc>
                <a:spcPts val="40000"/>
              </a:lnSpc>
              <a:spcAft>
                <a:spcPts val="0"/>
              </a:spcAft>
              <a:defRPr sz="49600" spc="80" baseline="0">
                <a:solidFill>
                  <a:schemeClr val="bg2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##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1212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29970" cy="45702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1814A848-6923-A1BC-E08A-7728C5A4BC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60" y="339154"/>
            <a:ext cx="1553486" cy="485273"/>
          </a:xfrm>
          <a:prstGeom prst="rect">
            <a:avLst/>
          </a:prstGeom>
        </p:spPr>
      </p:pic>
      <p:sp>
        <p:nvSpPr>
          <p:cNvPr id="7" name="Footer Placeholder 15">
            <a:extLst>
              <a:ext uri="{FF2B5EF4-FFF2-40B4-BE49-F238E27FC236}">
                <a16:creationId xmlns:a16="http://schemas.microsoft.com/office/drawing/2014/main" id="{445502A3-B17A-C791-33DE-86438C0F5F0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3420006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88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80EA9-85B3-704C-873E-F0BF0BF1C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F3A8C4-D9AF-D346-82F3-87CDA097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569726" cy="45702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60FA68EB-1DE5-F3BC-29A5-0AAC8831E2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9857" y="339154"/>
            <a:ext cx="1553489" cy="485273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005F10C-0E79-4A3F-86CA-73848D7D173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29039" y="2405291"/>
            <a:ext cx="11353800" cy="4033608"/>
          </a:xfrm>
        </p:spPr>
        <p:txBody>
          <a:bodyPr anchor="t"/>
          <a:lstStyle>
            <a:lvl1pPr>
              <a:lnSpc>
                <a:spcPts val="40000"/>
              </a:lnSpc>
              <a:spcAft>
                <a:spcPts val="0"/>
              </a:spcAft>
              <a:defRPr sz="49600" spc="80" baseline="0">
                <a:solidFill>
                  <a:schemeClr val="bg2"/>
                </a:solidFill>
                <a:latin typeface="Sons Condensed Extrabold" panose="02060906060206060203" pitchFamily="18" charset="0"/>
              </a:defRPr>
            </a:lvl1pPr>
          </a:lstStyle>
          <a:p>
            <a:r>
              <a:rPr lang="en-US" dirty="0"/>
              <a:t>##</a:t>
            </a:r>
          </a:p>
        </p:txBody>
      </p:sp>
      <p:sp>
        <p:nvSpPr>
          <p:cNvPr id="4" name="Footer Placeholder 15">
            <a:extLst>
              <a:ext uri="{FF2B5EF4-FFF2-40B4-BE49-F238E27FC236}">
                <a16:creationId xmlns:a16="http://schemas.microsoft.com/office/drawing/2014/main" id="{D95993A9-6EF4-EA6D-DD7C-0056E139CA6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76246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0">
          <p15:clr>
            <a:srgbClr val="FBAE40"/>
          </p15:clr>
        </p15:guide>
        <p15:guide id="4" orient="horz" pos="88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-of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A7A56CA2-D329-EF33-C456-27ECDB4024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8420" y="2336437"/>
            <a:ext cx="6995160" cy="21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2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ign-off 2">
    <p:bg>
      <p:bgPr>
        <a:solidFill>
          <a:srgbClr val="005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xt&#10;&#10;Description automatically generated">
            <a:extLst>
              <a:ext uri="{FF2B5EF4-FFF2-40B4-BE49-F238E27FC236}">
                <a16:creationId xmlns:a16="http://schemas.microsoft.com/office/drawing/2014/main" id="{F9CD72FB-B974-3D99-2541-287114550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98420" y="2336437"/>
            <a:ext cx="6995161" cy="2185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949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21D6-6421-7F41-A534-39EA22A63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9100" y="6492875"/>
            <a:ext cx="10248900" cy="24465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pPr defTabSz="914126"/>
            <a:r>
              <a:rPr lang="en-US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dirty="0">
                <a:ea typeface="Inter" panose="02000503000000020004" pitchFamily="2" charset="0"/>
              </a:rPr>
              <a:t>GE is a trademark of General Electric Company and is used under trademark license.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82ED-C79F-1C4C-93EA-8B7E3CF99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22182" y="6492875"/>
            <a:ext cx="550718" cy="365125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rgbClr val="212121"/>
                </a:solidFill>
                <a:latin typeface="Inter" panose="02000503000000020004" pitchFamily="2" charset="0"/>
              </a:defRPr>
            </a:lvl1pPr>
          </a:lstStyle>
          <a:p>
            <a:fld id="{7A7A97EF-C944-4447-B862-B593E9B4A0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201E47-C943-F44B-9CD7-62EF3F532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1"/>
            <a:ext cx="9044077" cy="4570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42F5A-6368-8D4D-90C8-17B76FDD3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403349"/>
            <a:ext cx="11353800" cy="480695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397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649" r:id="rId2"/>
    <p:sldLayoutId id="2147483705" r:id="rId3"/>
    <p:sldLayoutId id="2147483706" r:id="rId4"/>
    <p:sldLayoutId id="2147483654" r:id="rId5"/>
    <p:sldLayoutId id="2147483745" r:id="rId6"/>
    <p:sldLayoutId id="2147483650" r:id="rId7"/>
    <p:sldLayoutId id="2147483668" r:id="rId8"/>
    <p:sldLayoutId id="2147483664" r:id="rId9"/>
    <p:sldLayoutId id="2147483669" r:id="rId10"/>
    <p:sldLayoutId id="2147483739" r:id="rId11"/>
    <p:sldLayoutId id="2147483731" r:id="rId12"/>
    <p:sldLayoutId id="2147483740" r:id="rId13"/>
    <p:sldLayoutId id="2147483667" r:id="rId14"/>
    <p:sldLayoutId id="2147483738" r:id="rId15"/>
    <p:sldLayoutId id="2147483665" r:id="rId16"/>
    <p:sldLayoutId id="2147483741" r:id="rId17"/>
    <p:sldLayoutId id="2147483666" r:id="rId18"/>
    <p:sldLayoutId id="2147483672" r:id="rId19"/>
    <p:sldLayoutId id="2147483673" r:id="rId20"/>
    <p:sldLayoutId id="2147483674" r:id="rId21"/>
    <p:sldLayoutId id="2147483743" r:id="rId22"/>
    <p:sldLayoutId id="2147483675" r:id="rId23"/>
    <p:sldLayoutId id="2147483676" r:id="rId24"/>
    <p:sldLayoutId id="2147483677" r:id="rId25"/>
    <p:sldLayoutId id="2147483651" r:id="rId26"/>
    <p:sldLayoutId id="2147483715" r:id="rId27"/>
    <p:sldLayoutId id="2147483719" r:id="rId28"/>
    <p:sldLayoutId id="2147483742" r:id="rId29"/>
    <p:sldLayoutId id="2147483701" r:id="rId30"/>
    <p:sldLayoutId id="2147483720" r:id="rId31"/>
    <p:sldLayoutId id="2147483684" r:id="rId32"/>
    <p:sldLayoutId id="2147483685" r:id="rId33"/>
    <p:sldLayoutId id="2147483686" r:id="rId34"/>
    <p:sldLayoutId id="2147483689" r:id="rId35"/>
    <p:sldLayoutId id="2147483687" r:id="rId36"/>
    <p:sldLayoutId id="2147483732" r:id="rId37"/>
    <p:sldLayoutId id="2147483692" r:id="rId38"/>
    <p:sldLayoutId id="2147483726" r:id="rId39"/>
    <p:sldLayoutId id="2147483695" r:id="rId40"/>
    <p:sldLayoutId id="2147483723" r:id="rId41"/>
    <p:sldLayoutId id="2147483697" r:id="rId42"/>
    <p:sldLayoutId id="2147483724" r:id="rId43"/>
    <p:sldLayoutId id="2147483733" r:id="rId44"/>
    <p:sldLayoutId id="2147483734" r:id="rId45"/>
    <p:sldLayoutId id="2147483699" r:id="rId46"/>
    <p:sldLayoutId id="2147483725" r:id="rId4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Inter" panose="02000503000000020004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1"/>
        </a:buClr>
        <a:buFont typeface="Arial" panose="020B0604020202020204" pitchFamily="34" charset="0"/>
        <a:buNone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1pPr>
      <a:lvl2pPr marL="17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2pPr>
      <a:lvl3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3pPr>
      <a:lvl4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4pPr>
      <a:lvl5pPr marL="73152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/>
        <a:buChar char="–"/>
        <a:defRPr sz="1600" kern="1200">
          <a:solidFill>
            <a:srgbClr val="212121"/>
          </a:solidFill>
          <a:latin typeface="Inter" panose="02000503000000020004" pitchFamily="2" charset="0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 panose="020B0604020202020204" pitchFamily="34" charset="0"/>
        <a:buNone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657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tx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4" userDrawn="1">
          <p15:clr>
            <a:srgbClr val="F26B43"/>
          </p15:clr>
        </p15:guide>
        <p15:guide id="2" pos="264" userDrawn="1">
          <p15:clr>
            <a:srgbClr val="F26B43"/>
          </p15:clr>
        </p15:guide>
        <p15:guide id="3" pos="74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vimeo.com/1214408548/101d131a76" TargetMode="External"/><Relationship Id="rId2" Type="http://schemas.openxmlformats.org/officeDocument/2006/relationships/hyperlink" Target="https://spo-mydrive.ge.com/personal/605046847_ge_com/Documents/Desktop/Copy%20of%20GE%20Vernova%20Training%20Plan%20Outline%20(002).xlsx?web=1" TargetMode="Externa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spo-mydrive.ge.com/personal/605046847_ge_com/Documents/Desktop/sizedDecommissionedAssets_Downsized_R6.pptx?web=1" TargetMode="Externa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spo-mydrive.ge.com/personal/605046847_ge_com/Documents/Desktop/Strategic%20Certification%20Roadmap%20-%20%20Heavy%20Duty%20Turbine%20Mechanic%20.docx?web=1" TargetMode="Externa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4881DC-58A2-8E18-732E-99389594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sz="800" dirty="0">
                <a:ea typeface="Inter" panose="02000503000000020004" pitchFamily="2" charset="0"/>
              </a:rPr>
              <a:t>GE is a trademark of General Electric Company and is used under trademark license.</a:t>
            </a:r>
            <a:endParaRPr lang="en-US" sz="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A1C700-35F7-8B6A-270F-1B40174AD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1341121"/>
            <a:ext cx="10706100" cy="2316479"/>
          </a:xfrm>
        </p:spPr>
        <p:txBody>
          <a:bodyPr/>
          <a:lstStyle/>
          <a:p>
            <a:br>
              <a:rPr lang="en-US" sz="6000" spc="80" dirty="0"/>
            </a:br>
            <a:r>
              <a:rPr lang="en-US" sz="6000" spc="80" dirty="0"/>
              <a:t> </a:t>
            </a:r>
            <a:r>
              <a:rPr lang="en-US" sz="6600" dirty="0"/>
              <a:t>Career &amp; </a:t>
            </a:r>
            <a:r>
              <a:rPr lang="en-US" sz="6600" dirty="0" err="1"/>
              <a:t>TeCH</a:t>
            </a:r>
            <a:r>
              <a:rPr lang="en-US" sz="6600" dirty="0"/>
              <a:t> Education   (CTE)</a:t>
            </a:r>
            <a:br>
              <a:rPr lang="en-US" sz="6600" dirty="0"/>
            </a:br>
            <a:r>
              <a:rPr lang="en-US" sz="6600" spc="80" dirty="0"/>
              <a:t> National Program Strategy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EF2BFB9-83C4-225B-0C30-B2B304808D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4343399"/>
            <a:ext cx="10706100" cy="1793241"/>
          </a:xfrm>
        </p:spPr>
        <p:txBody>
          <a:bodyPr/>
          <a:lstStyle/>
          <a:p>
            <a:r>
              <a:rPr lang="en-US" dirty="0"/>
              <a:t>Linda Nelson</a:t>
            </a:r>
          </a:p>
          <a:p>
            <a:r>
              <a:rPr lang="en-US" dirty="0"/>
              <a:t>CTE &amp; WFR Program Manager</a:t>
            </a:r>
          </a:p>
          <a:p>
            <a:endParaRPr lang="en-US" dirty="0"/>
          </a:p>
          <a:p>
            <a:r>
              <a:rPr lang="en-US" dirty="0"/>
              <a:t>Jim Rosen</a:t>
            </a:r>
          </a:p>
          <a:p>
            <a:r>
              <a:rPr lang="en-US" dirty="0"/>
              <a:t>Global Training Staff Manager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966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80CD83-BEDE-DF4F-9831-3119C0BFF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0"/>
            <a:ext cx="9613421" cy="701673"/>
          </a:xfrm>
        </p:spPr>
        <p:txBody>
          <a:bodyPr/>
          <a:lstStyle/>
          <a:p>
            <a:r>
              <a:rPr lang="en-US" sz="3200" dirty="0"/>
              <a:t>Where we are….where we are going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7472D4-99F7-8B4C-A0BA-503585179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/>
          </a:p>
          <a:p>
            <a:pPr marL="0" lvl="1" indent="0">
              <a:buNone/>
            </a:pPr>
            <a:r>
              <a:rPr lang="en-US" sz="3200" dirty="0"/>
              <a:t>AGENDA</a:t>
            </a:r>
          </a:p>
          <a:p>
            <a:pPr marL="182880" lvl="2" indent="0">
              <a:buNone/>
            </a:pPr>
            <a:endParaRPr lang="en-US" sz="3200" dirty="0"/>
          </a:p>
          <a:p>
            <a:pPr marL="708660" lvl="3" indent="-342900">
              <a:buAutoNum type="arabicPeriod"/>
            </a:pPr>
            <a:r>
              <a:rPr lang="en-US" sz="3200" dirty="0"/>
              <a:t>  Wins – Local CTE Program executed</a:t>
            </a:r>
          </a:p>
          <a:p>
            <a:pPr marL="708660" lvl="3" indent="-342900">
              <a:buAutoNum type="arabicPeriod"/>
            </a:pPr>
            <a:r>
              <a:rPr lang="en-US" sz="3200" dirty="0"/>
              <a:t>  National Program</a:t>
            </a:r>
          </a:p>
          <a:p>
            <a:pPr marL="708660" lvl="3" indent="-342900">
              <a:buAutoNum type="arabicPeriod"/>
            </a:pPr>
            <a:r>
              <a:rPr lang="en-US" sz="3200" dirty="0"/>
              <a:t>  Industry standard certification – </a:t>
            </a:r>
            <a:r>
              <a:rPr lang="en-US" sz="3200" b="1" dirty="0"/>
              <a:t>Heavy Duty Turbine        </a:t>
            </a:r>
          </a:p>
          <a:p>
            <a:pPr marL="365760" lvl="3" indent="0">
              <a:buNone/>
            </a:pPr>
            <a:r>
              <a:rPr lang="en-US" sz="3200" b="1" dirty="0"/>
              <a:t>     Mechanic</a:t>
            </a:r>
          </a:p>
          <a:p>
            <a:pPr lvl="3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C82B2-3D55-DDF1-6DBE-9F82FF3D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B8EFFB82-D4A6-467C-EEA3-F320EDD0B10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solidFill>
                  <a:schemeClr val="bg1"/>
                </a:solidFill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218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102614-CC16-3E4B-90EA-ECBB4BA32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20473"/>
            <a:ext cx="9596168" cy="1000302"/>
          </a:xfrm>
        </p:spPr>
        <p:txBody>
          <a:bodyPr/>
          <a:lstStyle/>
          <a:p>
            <a:r>
              <a:rPr lang="en-US" sz="6600" b="1" dirty="0"/>
              <a:t>WINS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81865C-26E4-AB42-A8C3-7AFAE0DD9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49"/>
            <a:ext cx="4838700" cy="4806951"/>
          </a:xfrm>
        </p:spPr>
        <p:txBody>
          <a:bodyPr/>
          <a:lstStyle/>
          <a:p>
            <a:pPr lvl="1"/>
            <a:r>
              <a:rPr lang="en-US" sz="1800" b="1" u="sng" dirty="0"/>
              <a:t>Summer Skills Camp </a:t>
            </a:r>
          </a:p>
          <a:p>
            <a:pPr lvl="2"/>
            <a:r>
              <a:rPr lang="en-US" sz="1800" dirty="0"/>
              <a:t>7 recently graduated seniors</a:t>
            </a:r>
          </a:p>
          <a:p>
            <a:pPr lvl="2"/>
            <a:r>
              <a:rPr lang="en-US" sz="1800" dirty="0"/>
              <a:t>Attended month of July</a:t>
            </a:r>
          </a:p>
          <a:p>
            <a:pPr lvl="2"/>
            <a:r>
              <a:rPr lang="en-US" sz="1800" dirty="0"/>
              <a:t>Completed MA GT Fundamental &amp; Hot Gas Path</a:t>
            </a:r>
          </a:p>
          <a:p>
            <a:pPr lvl="2"/>
            <a:r>
              <a:rPr lang="en-US" sz="1800" dirty="0"/>
              <a:t>course score 81% - 93%</a:t>
            </a:r>
          </a:p>
          <a:p>
            <a:pPr lvl="2"/>
            <a:r>
              <a:rPr lang="en-US" sz="1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6 recommended for hire, 6 interviewed and accepted   (vet out)</a:t>
            </a:r>
          </a:p>
          <a:p>
            <a:pPr lvl="1"/>
            <a:r>
              <a:rPr lang="en-US" sz="1800" b="1" u="sng" dirty="0"/>
              <a:t>Fall CTE Cohort </a:t>
            </a:r>
          </a:p>
          <a:p>
            <a:pPr lvl="2"/>
            <a:r>
              <a:rPr lang="en-US" sz="1800" dirty="0"/>
              <a:t>Start at HLC 9/1</a:t>
            </a:r>
          </a:p>
          <a:p>
            <a:pPr lvl="2"/>
            <a:r>
              <a:rPr lang="en-US" sz="1800" dirty="0"/>
              <a:t>6 Hours a week</a:t>
            </a:r>
          </a:p>
          <a:p>
            <a:pPr lvl="2"/>
            <a:r>
              <a:rPr lang="en-US" sz="1800" dirty="0"/>
              <a:t>18 students</a:t>
            </a:r>
          </a:p>
          <a:p>
            <a:pPr lvl="2"/>
            <a:r>
              <a:rPr lang="en-US" sz="1800" dirty="0"/>
              <a:t>3 local school districts</a:t>
            </a:r>
          </a:p>
          <a:p>
            <a:pPr lvl="2"/>
            <a:r>
              <a:rPr lang="en-US" sz="1800" dirty="0"/>
              <a:t>Complete MA GT Accelerated  May 27’</a:t>
            </a:r>
          </a:p>
          <a:p>
            <a:pPr marL="182880" lvl="2" indent="0">
              <a:buNone/>
            </a:pPr>
            <a:endParaRPr lang="en-US" dirty="0"/>
          </a:p>
          <a:p>
            <a:pPr lvl="2"/>
            <a:endParaRPr lang="en-US" dirty="0"/>
          </a:p>
          <a:p>
            <a:pPr marL="182880" lvl="2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8E624-860E-2F41-927E-FCC2C231C27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1">
              <a:buClr>
                <a:schemeClr val="tx2"/>
              </a:buClr>
            </a:pPr>
            <a:r>
              <a:rPr lang="en-US" dirty="0"/>
              <a:t>Level 1 text</a:t>
            </a:r>
          </a:p>
          <a:p>
            <a:pPr lvl="2">
              <a:buClr>
                <a:schemeClr val="tx2"/>
              </a:buClr>
            </a:pPr>
            <a:r>
              <a:rPr lang="en-US" dirty="0"/>
              <a:t>Level 2 text</a:t>
            </a:r>
          </a:p>
          <a:p>
            <a:pPr lvl="3">
              <a:buClr>
                <a:schemeClr val="tx2"/>
              </a:buClr>
            </a:pPr>
            <a:r>
              <a:rPr lang="en-US" dirty="0"/>
              <a:t>Level 3 text</a:t>
            </a:r>
          </a:p>
          <a:p>
            <a:pPr lvl="4">
              <a:buClr>
                <a:schemeClr val="tx2"/>
              </a:buClr>
            </a:pPr>
            <a:r>
              <a:rPr lang="en-US" dirty="0"/>
              <a:t>Level 4 text</a:t>
            </a:r>
          </a:p>
          <a:p>
            <a:pPr lvl="3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5711B-394C-A92B-8632-0E25F3AF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336465D4-05E9-B5E1-B0D8-B6786FE95E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solidFill>
                  <a:schemeClr val="bg1"/>
                </a:solidFill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1DD3DE-FE36-E0A6-AE24-2D7DB753C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03346"/>
            <a:ext cx="6410960" cy="54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910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095B-F818-F1E0-240E-B50B2721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CA0B732-552A-6E38-84B5-89BF1EF26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sz="800" dirty="0">
                <a:ea typeface="Inter" panose="02000503000000020004" pitchFamily="2" charset="0"/>
              </a:rPr>
              <a:t>GE is a trademark of General Electric Company and is used under trademark license.</a:t>
            </a:r>
            <a:endParaRPr lang="en-US" sz="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CA7EC3-6E1C-C314-7855-F1B8A8FF2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1341121"/>
            <a:ext cx="10706100" cy="2316479"/>
          </a:xfrm>
        </p:spPr>
        <p:txBody>
          <a:bodyPr/>
          <a:lstStyle/>
          <a:p>
            <a:br>
              <a:rPr lang="en-US" sz="6000" spc="80" dirty="0"/>
            </a:br>
            <a:r>
              <a:rPr lang="en-US" sz="8800" spc="80" dirty="0"/>
              <a:t>VALIDATED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7A8845C8-1140-9BA9-33C7-5AE3AD546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3428999"/>
            <a:ext cx="10706100" cy="270764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sz="2400" dirty="0"/>
              <a:t>Career &amp; Tech Education (CTE) pathways in high school are a valuable resource to inform and contribute to our Workforce Readiness needs, related to entry level craft positions.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144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490E16-E8BC-0543-926F-BB647BDB0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20472"/>
            <a:ext cx="9044077" cy="755649"/>
          </a:xfrm>
        </p:spPr>
        <p:txBody>
          <a:bodyPr/>
          <a:lstStyle/>
          <a:p>
            <a:r>
              <a:rPr lang="en-US" sz="4400" b="1" dirty="0"/>
              <a:t>NATIONAL CTE STRATEGY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D74FF6-0B4D-1F48-8A34-47E2B79AB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640" y="1564640"/>
            <a:ext cx="3502152" cy="4645659"/>
          </a:xfrm>
        </p:spPr>
        <p:txBody>
          <a:bodyPr/>
          <a:lstStyle/>
          <a:p>
            <a:endParaRPr lang="en-US" sz="6000" dirty="0"/>
          </a:p>
          <a:p>
            <a:r>
              <a:rPr lang="en-US" sz="6000" dirty="0"/>
              <a:t>Content &amp; Curriculum</a:t>
            </a:r>
          </a:p>
          <a:p>
            <a:endParaRPr lang="en-US" sz="6000" dirty="0"/>
          </a:p>
          <a:p>
            <a:pPr lvl="1"/>
            <a:r>
              <a:rPr lang="en-US" dirty="0"/>
              <a:t>  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163BD13-E42D-A54A-B2EB-DAFD5ACFFB0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206875" y="1564640"/>
            <a:ext cx="3502152" cy="4645661"/>
          </a:xfrm>
        </p:spPr>
        <p:txBody>
          <a:bodyPr/>
          <a:lstStyle/>
          <a:p>
            <a:endParaRPr lang="en-US" sz="6000" dirty="0"/>
          </a:p>
          <a:p>
            <a:r>
              <a:rPr lang="en-US" sz="6000" dirty="0"/>
              <a:t>Location &amp; Partners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73C85A9-30FF-0749-A50B-AA99E41CA23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7951066" y="1605278"/>
            <a:ext cx="3502152" cy="4605021"/>
          </a:xfrm>
        </p:spPr>
        <p:txBody>
          <a:bodyPr/>
          <a:lstStyle/>
          <a:p>
            <a:endParaRPr lang="en-US" sz="6000" dirty="0"/>
          </a:p>
          <a:p>
            <a:r>
              <a:rPr lang="en-US" sz="6000" dirty="0"/>
              <a:t>GEV Benefit</a:t>
            </a:r>
          </a:p>
          <a:p>
            <a:pPr lvl="1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3A5658F-37A5-AFBD-434D-2AA04734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3AAF7957-F1B0-9044-4CE7-21FF2515126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5054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69D298-2EAA-E646-8086-C655833D7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419101"/>
            <a:ext cx="4838700" cy="984248"/>
          </a:xfrm>
        </p:spPr>
        <p:txBody>
          <a:bodyPr/>
          <a:lstStyle/>
          <a:p>
            <a:r>
              <a:rPr lang="en-US" sz="3600" dirty="0">
                <a:latin typeface="Impact" panose="020B0806030902050204" pitchFamily="34" charset="0"/>
              </a:rPr>
              <a:t>Content &amp; Curriculum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96907A-0A7E-38E3-2DD3-ECAD429CF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883920"/>
            <a:ext cx="4914900" cy="5608955"/>
          </a:xfrm>
        </p:spPr>
        <p:txBody>
          <a:bodyPr/>
          <a:lstStyle/>
          <a:p>
            <a:r>
              <a:rPr lang="en-US" sz="2800" b="1" dirty="0">
                <a:latin typeface="Abadi" panose="020B0604020104020204" pitchFamily="34" charset="0"/>
              </a:rPr>
              <a:t> Mechanic Assistant</a:t>
            </a:r>
          </a:p>
          <a:p>
            <a:r>
              <a:rPr lang="en-US" sz="2800" b="1" dirty="0">
                <a:latin typeface="Abadi" panose="020B0604020104020204" pitchFamily="34" charset="0"/>
              </a:rPr>
              <a:t> Hands on Fundamentals</a:t>
            </a:r>
          </a:p>
          <a:p>
            <a:r>
              <a:rPr lang="en-US" sz="2800" b="1" dirty="0">
                <a:latin typeface="Abadi" panose="020B0604020104020204" pitchFamily="34" charset="0"/>
              </a:rPr>
              <a:t> </a:t>
            </a:r>
            <a:r>
              <a:rPr lang="en-US" sz="2000" dirty="0">
                <a:latin typeface="Abadi" panose="020B0604020104020204" pitchFamily="34" charset="0"/>
              </a:rPr>
              <a:t>5-week MA Accelerated GT</a:t>
            </a:r>
          </a:p>
          <a:p>
            <a:r>
              <a:rPr lang="en-US" sz="2000" dirty="0">
                <a:latin typeface="Abadi" panose="020B0604020104020204" pitchFamily="34" charset="0"/>
              </a:rPr>
              <a:t>	1- week on boarding</a:t>
            </a:r>
          </a:p>
          <a:p>
            <a:r>
              <a:rPr lang="en-US" sz="2000" dirty="0">
                <a:latin typeface="Abadi" panose="020B0604020104020204" pitchFamily="34" charset="0"/>
              </a:rPr>
              <a:t>	</a:t>
            </a:r>
            <a:r>
              <a:rPr lang="en-US" sz="2000" dirty="0">
                <a:highlight>
                  <a:srgbClr val="FFFF00"/>
                </a:highlight>
                <a:latin typeface="Abadi" panose="020B0604020104020204" pitchFamily="34" charset="0"/>
              </a:rPr>
              <a:t>2-weeks hands on</a:t>
            </a:r>
          </a:p>
          <a:p>
            <a:r>
              <a:rPr lang="en-US" sz="2000" dirty="0">
                <a:latin typeface="Abadi" panose="020B0604020104020204" pitchFamily="34" charset="0"/>
              </a:rPr>
              <a:t>             </a:t>
            </a:r>
            <a:r>
              <a:rPr lang="en-US" sz="2000" dirty="0">
                <a:highlight>
                  <a:srgbClr val="FFFF00"/>
                </a:highlight>
                <a:latin typeface="Abadi" panose="020B0604020104020204" pitchFamily="34" charset="0"/>
              </a:rPr>
              <a:t> fundamental/theory</a:t>
            </a:r>
          </a:p>
          <a:p>
            <a:r>
              <a:rPr lang="en-US" sz="2000" dirty="0">
                <a:latin typeface="Abadi" panose="020B0604020104020204" pitchFamily="34" charset="0"/>
              </a:rPr>
              <a:t>	2- weeks outage</a:t>
            </a:r>
            <a:endParaRPr lang="en-US" sz="2000" b="1" dirty="0"/>
          </a:p>
          <a:p>
            <a:pPr marL="0" lvl="1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Amatol</a:t>
            </a:r>
          </a:p>
          <a:p>
            <a:pPr marL="0" lvl="1" indent="0">
              <a:buNone/>
            </a:pPr>
            <a:r>
              <a:rPr lang="en-US" sz="2000" b="1" dirty="0">
                <a:hlinkClick r:id="rId2"/>
              </a:rPr>
              <a:t>   GE Vernova Plan</a:t>
            </a:r>
            <a:endParaRPr lang="en-US" sz="2000" b="1" dirty="0"/>
          </a:p>
          <a:p>
            <a:pPr marL="0" lvl="1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XALTER</a:t>
            </a:r>
          </a:p>
          <a:p>
            <a:pPr marL="182880" lvl="3" indent="0">
              <a:buNone/>
            </a:pPr>
            <a:r>
              <a:rPr lang="en-US" sz="2000" dirty="0">
                <a:hlinkClick r:id="rId3"/>
              </a:rPr>
              <a:t>GEV Proof of Concept</a:t>
            </a:r>
            <a:endParaRPr lang="en-US" sz="2000" dirty="0"/>
          </a:p>
          <a:p>
            <a:pPr marL="182880" lvl="3" indent="0">
              <a:buNone/>
            </a:pPr>
            <a:endParaRPr lang="en-US" sz="2000" b="1" dirty="0"/>
          </a:p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780440-3F82-4244-AA83-7DD83A6E28D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772161"/>
            <a:ext cx="5676900" cy="5438140"/>
          </a:xfrm>
        </p:spPr>
        <p:txBody>
          <a:bodyPr/>
          <a:lstStyle/>
          <a:p>
            <a:r>
              <a:rPr lang="en-GB" dirty="0"/>
              <a:t>Clicko add text column.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CC78B-42CA-A432-D029-B070882D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D5C99EC7-5684-FEE3-2D13-A58FB2D9E0E3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995995-8084-4661-27B1-CD22352FA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759" y="223841"/>
            <a:ext cx="2773680" cy="1795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135D34-1672-5605-FAAE-72A486444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2439" y="1486536"/>
            <a:ext cx="3317702" cy="17951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011D3AE-7CB7-DD14-6E1F-8B47B559B9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9010" y="2634795"/>
            <a:ext cx="3024461" cy="4040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06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5BE1-7D57-FA9E-0562-4DF93F883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3DC8BF-AA55-AEA2-A3AE-89021F6DF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419101"/>
            <a:ext cx="4838700" cy="984248"/>
          </a:xfrm>
        </p:spPr>
        <p:txBody>
          <a:bodyPr/>
          <a:lstStyle/>
          <a:p>
            <a:r>
              <a:rPr lang="en-US" sz="3600" dirty="0">
                <a:latin typeface="Impact" panose="020B0806030902050204" pitchFamily="34" charset="0"/>
              </a:rPr>
              <a:t>Location &amp; Partners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3D954C-5679-3CEF-24C3-A2504C465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49"/>
            <a:ext cx="4914900" cy="4806951"/>
          </a:xfrm>
        </p:spPr>
        <p:txBody>
          <a:bodyPr/>
          <a:lstStyle/>
          <a:p>
            <a:r>
              <a:rPr lang="en-US" sz="2800" b="1" dirty="0">
                <a:latin typeface="Abadi" panose="020B0604020104020204" pitchFamily="34" charset="0"/>
              </a:rPr>
              <a:t> School Districts</a:t>
            </a:r>
          </a:p>
          <a:p>
            <a:pPr marL="0" lvl="1" indent="0">
              <a:buNone/>
            </a:pPr>
            <a:r>
              <a:rPr lang="en-US" b="1" dirty="0"/>
              <a:t>	</a:t>
            </a:r>
            <a:r>
              <a:rPr lang="en-US" sz="2000" b="1" dirty="0"/>
              <a:t>West Texas</a:t>
            </a:r>
          </a:p>
          <a:p>
            <a:pPr marL="0" lvl="1" indent="0">
              <a:buNone/>
            </a:pPr>
            <a:r>
              <a:rPr lang="en-US" sz="2000" b="1" dirty="0"/>
              <a:t>             Louisa County Schools – VA</a:t>
            </a:r>
          </a:p>
          <a:p>
            <a:pPr marL="0" lvl="1" indent="0">
              <a:buNone/>
            </a:pPr>
            <a:r>
              <a:rPr lang="en-US" sz="2000" b="1" dirty="0"/>
              <a:t>             Pennsylvania</a:t>
            </a:r>
          </a:p>
          <a:p>
            <a:pPr marL="0" lvl="1" indent="0">
              <a:buNone/>
            </a:pPr>
            <a:endParaRPr lang="en-US" sz="2000" dirty="0"/>
          </a:p>
          <a:p>
            <a:pPr marL="0" lvl="1" indent="0">
              <a:buNone/>
            </a:pPr>
            <a:r>
              <a:rPr lang="en-US" sz="2000" b="1" dirty="0"/>
              <a:t>  </a:t>
            </a:r>
            <a:r>
              <a:rPr lang="en-US" sz="2800" b="1" dirty="0">
                <a:latin typeface="Abadi" panose="020B0604020104020204" pitchFamily="34" charset="0"/>
              </a:rPr>
              <a:t>Tech School </a:t>
            </a:r>
          </a:p>
          <a:p>
            <a:pPr marL="0" lvl="1" indent="0">
              <a:buNone/>
            </a:pPr>
            <a:r>
              <a:rPr lang="en-US" sz="2000" b="1" dirty="0"/>
              <a:t>         	ARC</a:t>
            </a:r>
          </a:p>
          <a:p>
            <a:pPr marL="0" lvl="1" indent="0">
              <a:buNone/>
            </a:pPr>
            <a:endParaRPr lang="en-US" sz="2800" b="1" dirty="0">
              <a:latin typeface="Abadi" panose="020B0604020104020204" pitchFamily="34" charset="0"/>
            </a:endParaRPr>
          </a:p>
          <a:p>
            <a:pPr marL="182880" lvl="3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Business Partners  </a:t>
            </a:r>
          </a:p>
          <a:p>
            <a:pPr marL="182880" lvl="3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	</a:t>
            </a:r>
            <a:r>
              <a:rPr lang="en-US" sz="2000" b="1" dirty="0">
                <a:latin typeface="+mn-lt"/>
                <a:hlinkClick r:id="rId2"/>
              </a:rPr>
              <a:t>Decommissioned Assets</a:t>
            </a:r>
            <a:endParaRPr lang="en-US" sz="2000" b="1" dirty="0">
              <a:latin typeface="+mn-lt"/>
            </a:endParaRPr>
          </a:p>
          <a:p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F9B64B-3973-9DDB-01A9-5EF3E422CDD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772161"/>
            <a:ext cx="5676900" cy="5438140"/>
          </a:xfrm>
        </p:spPr>
        <p:txBody>
          <a:bodyPr/>
          <a:lstStyle/>
          <a:p>
            <a:r>
              <a:rPr lang="en-GB" dirty="0"/>
              <a:t>Clicko add text column.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EF8F9-C81C-C0FF-64E3-592661D4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0133C8CE-7C34-36C2-2D7A-D7E85EA5E4D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3D974E-4D55-6966-79B8-8746DE587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119" y="973764"/>
            <a:ext cx="4144321" cy="2455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702767-31B7-3811-04A8-C70BEC941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815" y="3176911"/>
            <a:ext cx="2852340" cy="18421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DDEEC5-B9B8-0B28-65EE-4ACD72EA9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805" y="4226561"/>
            <a:ext cx="3623475" cy="174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19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9F00-D8F0-369A-F561-8C343474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62754-9867-A281-82D5-50A2E2DE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419101"/>
            <a:ext cx="4838700" cy="984248"/>
          </a:xfrm>
        </p:spPr>
        <p:txBody>
          <a:bodyPr/>
          <a:lstStyle/>
          <a:p>
            <a:r>
              <a:rPr lang="en-US" sz="3600" dirty="0">
                <a:latin typeface="Impact" panose="020B0806030902050204" pitchFamily="34" charset="0"/>
              </a:rPr>
              <a:t>GEV Benefit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EA1C11-AB1D-5659-0F6F-6FD6EC0E5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662623"/>
            <a:ext cx="4914900" cy="5830251"/>
          </a:xfrm>
        </p:spPr>
        <p:txBody>
          <a:bodyPr/>
          <a:lstStyle/>
          <a:p>
            <a:pPr marL="0" lvl="1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        </a:t>
            </a:r>
            <a:r>
              <a:rPr lang="en-US" sz="2000" b="1" i="1" u="sng" dirty="0"/>
              <a:t>Compensation (national)</a:t>
            </a:r>
          </a:p>
          <a:p>
            <a:pPr marL="0" lvl="1" indent="0">
              <a:buNone/>
            </a:pPr>
            <a:r>
              <a:rPr lang="en-US" sz="2000" b="1" dirty="0"/>
              <a:t>	 $3520 MA employee</a:t>
            </a:r>
          </a:p>
          <a:p>
            <a:pPr marL="0" lvl="1" indent="0">
              <a:buNone/>
            </a:pPr>
            <a:r>
              <a:rPr lang="en-US" sz="2000" b="1" dirty="0"/>
              <a:t>	 2 Week pay/per diem</a:t>
            </a:r>
          </a:p>
          <a:p>
            <a:pPr marL="0" lvl="1" indent="0">
              <a:buNone/>
            </a:pPr>
            <a:r>
              <a:rPr lang="en-US" sz="2000" b="1" dirty="0"/>
              <a:t>             $211,200  annually (3X20)</a:t>
            </a:r>
          </a:p>
          <a:p>
            <a:pPr marL="0" lvl="1" indent="0">
              <a:buNone/>
            </a:pPr>
            <a:r>
              <a:rPr lang="en-US" sz="2000" b="1" dirty="0"/>
              <a:t>             </a:t>
            </a:r>
            <a:r>
              <a:rPr lang="en-US" sz="2000" b="1" i="1" u="sng" dirty="0"/>
              <a:t>Local CTE -  5-Week</a:t>
            </a:r>
          </a:p>
          <a:p>
            <a:pPr marL="0" lvl="1" indent="0">
              <a:buNone/>
            </a:pPr>
            <a:r>
              <a:rPr lang="en-US" sz="2000" b="1" i="1" dirty="0"/>
              <a:t>             $10,180 pay/per diem</a:t>
            </a:r>
          </a:p>
          <a:p>
            <a:pPr marL="0" lvl="1" indent="0">
              <a:buNone/>
            </a:pPr>
            <a:r>
              <a:rPr lang="en-US" sz="2000" b="1" i="1" dirty="0"/>
              <a:t>             $183,400 annually  (18)</a:t>
            </a:r>
          </a:p>
          <a:p>
            <a:pPr marL="0" lvl="1" indent="0">
              <a:buNone/>
            </a:pPr>
            <a:endParaRPr lang="en-US" sz="2000" b="1" i="1" dirty="0"/>
          </a:p>
          <a:p>
            <a:pPr marL="0" lvl="1" indent="0">
              <a:buNone/>
            </a:pPr>
            <a:r>
              <a:rPr lang="en-US" sz="2000" b="1" i="1" dirty="0"/>
              <a:t>             </a:t>
            </a:r>
            <a:r>
              <a:rPr lang="en-US" sz="2000" b="1" i="1" u="sng" dirty="0"/>
              <a:t>HLC space</a:t>
            </a:r>
          </a:p>
          <a:p>
            <a:pPr marL="0" lvl="1" indent="0">
              <a:buNone/>
            </a:pPr>
            <a:endParaRPr lang="en-US" sz="2000" b="1" u="sng" dirty="0"/>
          </a:p>
          <a:p>
            <a:pPr marL="0" lvl="1" indent="0">
              <a:buNone/>
            </a:pPr>
            <a:r>
              <a:rPr lang="en-US" sz="2000" b="1" dirty="0"/>
              <a:t>            </a:t>
            </a:r>
            <a:r>
              <a:rPr lang="en-US" sz="2000" b="1" i="1" u="sng" dirty="0"/>
              <a:t>Instructor time  x 3</a:t>
            </a:r>
          </a:p>
          <a:p>
            <a:pPr marL="0" lvl="1" indent="0">
              <a:buNone/>
            </a:pPr>
            <a:r>
              <a:rPr lang="en-US" sz="2000" b="1" dirty="0"/>
              <a:t>              80 HRS x$120 = $28,800</a:t>
            </a:r>
          </a:p>
          <a:p>
            <a:pPr marL="0" lvl="1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        </a:t>
            </a:r>
            <a:r>
              <a:rPr lang="en-US" sz="2000" b="1" i="1" u="sng" dirty="0"/>
              <a:t>New pool of talent</a:t>
            </a:r>
          </a:p>
          <a:p>
            <a:pPr marL="0" lvl="1" indent="0">
              <a:buNone/>
            </a:pPr>
            <a:r>
              <a:rPr lang="en-US" sz="2000" b="1" dirty="0"/>
              <a:t>          </a:t>
            </a:r>
          </a:p>
          <a:p>
            <a:pPr marL="0" lvl="1" indent="0">
              <a:buNone/>
            </a:pPr>
            <a:endParaRPr lang="en-US" sz="2000" b="1" dirty="0"/>
          </a:p>
          <a:p>
            <a:pPr marL="0" lvl="1" indent="0">
              <a:buNone/>
            </a:pPr>
            <a:r>
              <a:rPr lang="en-US" sz="2000" b="1" dirty="0"/>
              <a:t>              </a:t>
            </a:r>
          </a:p>
          <a:p>
            <a:pPr marL="0" lvl="1" indent="0">
              <a:buNone/>
            </a:pPr>
            <a:endParaRPr lang="en-US" sz="2000" dirty="0"/>
          </a:p>
          <a:p>
            <a:pPr marL="0" lvl="1" indent="0">
              <a:buNone/>
            </a:pPr>
            <a:r>
              <a:rPr lang="en-US" sz="2000" b="1" dirty="0"/>
              <a:t>  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6FAFAB-A8EB-06C6-9B45-8751455BE50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662623"/>
            <a:ext cx="5676900" cy="5438140"/>
          </a:xfrm>
        </p:spPr>
        <p:txBody>
          <a:bodyPr/>
          <a:lstStyle/>
          <a:p>
            <a:r>
              <a:rPr lang="en-GB" sz="3200" dirty="0"/>
              <a:t>Time to hire</a:t>
            </a:r>
          </a:p>
          <a:p>
            <a:endParaRPr lang="en-GB" sz="3200" dirty="0"/>
          </a:p>
          <a:p>
            <a:r>
              <a:rPr lang="en-GB" sz="3200" dirty="0"/>
              <a:t>Ability to vet </a:t>
            </a:r>
          </a:p>
          <a:p>
            <a:endParaRPr lang="en-GB" sz="3200" dirty="0"/>
          </a:p>
          <a:p>
            <a:r>
              <a:rPr lang="en-GB" sz="3200" dirty="0"/>
              <a:t>Retention rate</a:t>
            </a:r>
          </a:p>
          <a:p>
            <a:endParaRPr lang="en-GB" sz="3200" dirty="0"/>
          </a:p>
          <a:p>
            <a:r>
              <a:rPr lang="en-GB" sz="3200" dirty="0"/>
              <a:t>Reduced  risk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81FD1-BAE5-D581-5F22-3819DE006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0523D14F-395A-681D-BE51-A2D776DAE0B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256430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1B493-94FC-B2AA-E53E-B1B53BF6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738C1E-C8B7-6127-92D0-82A11AC88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sz="800" dirty="0">
                <a:ea typeface="Inter" panose="02000503000000020004" pitchFamily="2" charset="0"/>
              </a:rPr>
              <a:t>GE is a trademark of General Electric Company and is used under trademark license.</a:t>
            </a:r>
            <a:endParaRPr lang="en-US" sz="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02C2F2-0D1F-3F96-FB99-3EB255B1A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1341121"/>
            <a:ext cx="10706100" cy="2316479"/>
          </a:xfrm>
        </p:spPr>
        <p:txBody>
          <a:bodyPr/>
          <a:lstStyle/>
          <a:p>
            <a:br>
              <a:rPr lang="en-US" sz="6000" spc="80" dirty="0"/>
            </a:br>
            <a:r>
              <a:rPr lang="en-US" sz="8800" dirty="0"/>
              <a:t>Industry Standard </a:t>
            </a:r>
            <a:r>
              <a:rPr lang="en-US" sz="8800" dirty="0" err="1"/>
              <a:t>Certifiation</a:t>
            </a:r>
            <a:endParaRPr lang="en-US" sz="8800" spc="8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F39DB08-BA79-6BBE-DC2D-6C979CF8E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3428999"/>
            <a:ext cx="10706100" cy="270764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247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CBD78-949E-7874-3C24-D1E805E8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61B288-43D1-F2D0-4F3E-A4D51993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19100"/>
            <a:ext cx="9613421" cy="701673"/>
          </a:xfrm>
        </p:spPr>
        <p:txBody>
          <a:bodyPr/>
          <a:lstStyle/>
          <a:p>
            <a:r>
              <a:rPr lang="en-US" sz="6600" dirty="0"/>
              <a:t>SACA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F1CD7D-1E3D-6E5B-A9FA-8C9DA612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AutoNum type="arabicPeriod"/>
            </a:pPr>
            <a:endParaRPr lang="en-US" dirty="0"/>
          </a:p>
          <a:p>
            <a:pPr marL="0" lvl="1" indent="0">
              <a:buNone/>
            </a:pPr>
            <a:r>
              <a:rPr lang="en-US" sz="4000" dirty="0">
                <a:solidFill>
                  <a:srgbClr val="7BDD3C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Strategic Certification Roadmap -  Heavy Duty Turbine Mechanic </a:t>
            </a:r>
            <a:endParaRPr lang="en-US" sz="4000" dirty="0">
              <a:solidFill>
                <a:srgbClr val="7BDD3C"/>
              </a:solidFill>
            </a:endParaRPr>
          </a:p>
          <a:p>
            <a:pPr marL="0" lvl="1" indent="0">
              <a:buNone/>
            </a:pPr>
            <a:endParaRPr lang="en-US" sz="4000" dirty="0">
              <a:solidFill>
                <a:srgbClr val="7BDD3C"/>
              </a:solidFill>
            </a:endParaRPr>
          </a:p>
          <a:p>
            <a:pPr marL="514350" lvl="1" indent="-514350">
              <a:buAutoNum type="arabicPeriod"/>
            </a:pPr>
            <a:r>
              <a:rPr lang="en-US" sz="2800" dirty="0"/>
              <a:t>GEV SME informs knowledge skills</a:t>
            </a:r>
          </a:p>
          <a:p>
            <a:pPr marL="514350" lvl="1" indent="-514350">
              <a:buAutoNum type="arabicPeriod"/>
            </a:pPr>
            <a:r>
              <a:rPr lang="en-US" sz="2800" dirty="0"/>
              <a:t>Opportunity for funding/grants</a:t>
            </a:r>
          </a:p>
          <a:p>
            <a:pPr marL="514350" lvl="1" indent="-514350">
              <a:buAutoNum type="arabicPeriod"/>
            </a:pPr>
            <a:r>
              <a:rPr lang="en-US" sz="2800" dirty="0"/>
              <a:t>School partner benefit, </a:t>
            </a:r>
            <a:r>
              <a:rPr lang="en-US" sz="2800" dirty="0" err="1"/>
              <a:t>accountablity</a:t>
            </a:r>
            <a:endParaRPr lang="en-US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0EE4E-5513-6912-1825-D854B64C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24ACDBFF-9CF2-100D-9D91-B80ED002EF2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solidFill>
                  <a:schemeClr val="bg1"/>
                </a:solidFill>
                <a:ea typeface="Inter" panose="02000503000000020004" pitchFamily="2" charset="0"/>
              </a:rPr>
              <a:t>© 2026 GE Vernova and/or its affiliates. All rights reserved.</a:t>
            </a:r>
            <a:endParaRPr lang="en-US" sz="800" kern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391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C265-E446-2A2E-E59A-9184E755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6B6668-9DC7-E7C1-9C59-7F8536968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126"/>
            <a:r>
              <a:rPr lang="en-US" sz="800" dirty="0">
                <a:ea typeface="Inter" panose="02000503000000020004" pitchFamily="2" charset="0"/>
              </a:rPr>
              <a:t>© 2026 GE Vernova and/or its affiliates. All rights reserved. </a:t>
            </a:r>
          </a:p>
          <a:p>
            <a:pPr defTabSz="914126"/>
            <a:r>
              <a:rPr lang="en-US" sz="800" dirty="0">
                <a:ea typeface="Inter" panose="02000503000000020004" pitchFamily="2" charset="0"/>
              </a:rPr>
              <a:t>GE is a trademark of General Electric Company and is used under trademark license.</a:t>
            </a:r>
            <a:endParaRPr lang="en-US" sz="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085B85-E06D-30E2-9628-C2B902D1C9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" y="1341121"/>
            <a:ext cx="10706100" cy="2316479"/>
          </a:xfrm>
        </p:spPr>
        <p:txBody>
          <a:bodyPr/>
          <a:lstStyle/>
          <a:p>
            <a:br>
              <a:rPr lang="en-US" sz="8800" spc="80" dirty="0"/>
            </a:br>
            <a:br>
              <a:rPr lang="en-US" sz="8800" spc="80" dirty="0"/>
            </a:br>
            <a:r>
              <a:rPr lang="en-US" sz="8800" dirty="0"/>
              <a:t>What we Need?</a:t>
            </a:r>
            <a:endParaRPr lang="en-US" sz="8800" spc="8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DB17C15-7376-A81B-F45D-B006BEE0A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0" y="3428999"/>
            <a:ext cx="10706100" cy="2707641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9731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45254-7594-082B-5085-31A60694D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0257E3-1214-1520-1D0D-61979DECA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1" y="419101"/>
            <a:ext cx="4838700" cy="607059"/>
          </a:xfrm>
        </p:spPr>
        <p:txBody>
          <a:bodyPr/>
          <a:lstStyle/>
          <a:p>
            <a:r>
              <a:rPr lang="en-US" sz="3600" dirty="0">
                <a:latin typeface="Impact" panose="020B0806030902050204" pitchFamily="34" charset="0"/>
              </a:rPr>
              <a:t>INVESTMENT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58D7EC-F905-FE85-C4FE-BE21FC4299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03349"/>
            <a:ext cx="4914900" cy="4806951"/>
          </a:xfrm>
        </p:spPr>
        <p:txBody>
          <a:bodyPr/>
          <a:lstStyle/>
          <a:p>
            <a:r>
              <a:rPr lang="en-US" sz="2800" b="1" dirty="0">
                <a:latin typeface="Abadi" panose="020B0604020104020204" pitchFamily="34" charset="0"/>
              </a:rPr>
              <a:t> Content Development</a:t>
            </a:r>
          </a:p>
          <a:p>
            <a:pPr marL="0" lvl="1" indent="0">
              <a:buNone/>
            </a:pPr>
            <a:r>
              <a:rPr lang="en-US" sz="2000" dirty="0"/>
              <a:t>   XALTER  (CTE &amp; Internal use)</a:t>
            </a:r>
          </a:p>
          <a:p>
            <a:pPr marL="0" lvl="1" indent="0">
              <a:buNone/>
            </a:pPr>
            <a:r>
              <a:rPr lang="en-US" sz="2000" b="1" dirty="0"/>
              <a:t>   600,000 – 1M</a:t>
            </a:r>
          </a:p>
          <a:p>
            <a:pPr marL="0" lvl="1" indent="0">
              <a:buNone/>
            </a:pPr>
            <a:endParaRPr lang="en-US" sz="2000" b="1" dirty="0"/>
          </a:p>
          <a:p>
            <a:pPr marL="0" lvl="1" indent="0">
              <a:buNone/>
            </a:pPr>
            <a:r>
              <a:rPr lang="en-US" sz="2000" b="1" dirty="0"/>
              <a:t>   (possible funding w/ partners grants)</a:t>
            </a:r>
          </a:p>
          <a:p>
            <a:pPr marL="0" lvl="1" indent="0">
              <a:buNone/>
            </a:pPr>
            <a:endParaRPr lang="en-US" sz="2000" b="1" dirty="0"/>
          </a:p>
          <a:p>
            <a:pPr marL="0" lvl="1" indent="0">
              <a:buNone/>
            </a:pPr>
            <a:r>
              <a:rPr lang="en-US" sz="2800" b="1" dirty="0">
                <a:latin typeface="Abadi" panose="020B0604020104020204" pitchFamily="34" charset="0"/>
              </a:rPr>
              <a:t>SACA</a:t>
            </a:r>
          </a:p>
          <a:p>
            <a:pPr marL="0" lvl="1" indent="0">
              <a:buNone/>
            </a:pPr>
            <a:r>
              <a:rPr lang="en-US" sz="2000" b="1" dirty="0">
                <a:latin typeface="+mn-lt"/>
              </a:rPr>
              <a:t>National Certification &amp; Testing Facility</a:t>
            </a:r>
          </a:p>
          <a:p>
            <a:pPr marL="0" lvl="1" indent="0">
              <a:buNone/>
            </a:pPr>
            <a:r>
              <a:rPr lang="en-US" sz="2000" b="1" dirty="0">
                <a:latin typeface="+mn-lt"/>
              </a:rPr>
              <a:t>400,000 – 1M</a:t>
            </a:r>
          </a:p>
          <a:p>
            <a:pPr marL="0" lvl="1" indent="0">
              <a:buNone/>
            </a:pPr>
            <a:r>
              <a:rPr lang="en-US" sz="2000" b="1" dirty="0"/>
              <a:t>  </a:t>
            </a:r>
            <a:endParaRPr lang="en-US" sz="2000" b="1" i="1" u="sng" dirty="0"/>
          </a:p>
          <a:p>
            <a:pPr marL="0" lvl="1" indent="0">
              <a:buNone/>
            </a:pPr>
            <a:r>
              <a:rPr lang="en-US" sz="2000" b="1" dirty="0"/>
              <a:t>          </a:t>
            </a:r>
          </a:p>
          <a:p>
            <a:pPr marL="0" lvl="1" indent="0">
              <a:buNone/>
            </a:pPr>
            <a:endParaRPr lang="en-US" sz="2000" b="1" dirty="0"/>
          </a:p>
          <a:p>
            <a:pPr marL="0" lvl="1" indent="0">
              <a:buNone/>
            </a:pPr>
            <a:r>
              <a:rPr lang="en-US" sz="2000" b="1" dirty="0"/>
              <a:t>              </a:t>
            </a:r>
          </a:p>
          <a:p>
            <a:pPr marL="0" lvl="1" indent="0">
              <a:buNone/>
            </a:pPr>
            <a:endParaRPr lang="en-US" sz="2000" dirty="0"/>
          </a:p>
          <a:p>
            <a:pPr marL="0" lvl="1" indent="0">
              <a:buNone/>
            </a:pPr>
            <a:r>
              <a:rPr lang="en-US" sz="2000" b="1" dirty="0"/>
              <a:t>  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24588D-EEDA-FDAE-F15D-8F14F577EB8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662623"/>
            <a:ext cx="5676900" cy="5438140"/>
          </a:xfrm>
        </p:spPr>
        <p:txBody>
          <a:bodyPr/>
          <a:lstStyle/>
          <a:p>
            <a:r>
              <a:rPr lang="en-GB" sz="2000" dirty="0"/>
              <a:t>APROVAL &amp; ADVISMENT</a:t>
            </a:r>
          </a:p>
          <a:p>
            <a:endParaRPr lang="en-GB" sz="2000" dirty="0"/>
          </a:p>
          <a:p>
            <a:r>
              <a:rPr lang="en-GB" sz="2000" dirty="0"/>
              <a:t>	- Exploratory conversations with national school districts </a:t>
            </a:r>
          </a:p>
          <a:p>
            <a:endParaRPr lang="en-GB" sz="2000" dirty="0"/>
          </a:p>
          <a:p>
            <a:r>
              <a:rPr lang="en-GB" sz="2000" dirty="0"/>
              <a:t>	-  Share Decomissioned Asset PPT with customers</a:t>
            </a:r>
          </a:p>
          <a:p>
            <a:endParaRPr lang="en-GB" sz="2000" dirty="0"/>
          </a:p>
          <a:p>
            <a:r>
              <a:rPr lang="en-GB" sz="2000" dirty="0"/>
              <a:t>	-  Legal contact for  items such as logo use, commitment to job opportunities</a:t>
            </a:r>
          </a:p>
          <a:p>
            <a:endParaRPr lang="en-GB" sz="2000" dirty="0"/>
          </a:p>
          <a:p>
            <a:r>
              <a:rPr lang="en-GB" sz="2000" dirty="0"/>
              <a:t>	- Pursue the possibility of national certification Heavy Duty Turbine Mechanic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57247-EDA7-B05C-A666-DD6F0207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7A97EF-C944-4447-B862-B593E9B4A0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Footer Placeholder 15">
            <a:extLst>
              <a:ext uri="{FF2B5EF4-FFF2-40B4-BE49-F238E27FC236}">
                <a16:creationId xmlns:a16="http://schemas.microsoft.com/office/drawing/2014/main" id="{1628B9EE-A6D0-1BC0-3F18-3DA17787ABD9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19100" y="6492875"/>
            <a:ext cx="10248900" cy="244653"/>
          </a:xfrm>
        </p:spPr>
        <p:txBody>
          <a:bodyPr/>
          <a:lstStyle/>
          <a:p>
            <a:pPr defTabSz="914126" rtl="0">
              <a:spcBef>
                <a:spcPts val="0"/>
              </a:spcBef>
            </a:pPr>
            <a:r>
              <a:rPr lang="en-US" sz="800" dirty="0">
                <a:ea typeface="Inter" panose="02000503000000020004" pitchFamily="2" charset="0"/>
              </a:rPr>
              <a:t>© 2026 GE Vernova and/or its affiliates. All rights reserve</a:t>
            </a:r>
            <a:endParaRPr lang="en-US" sz="800" kern="1200" dirty="0"/>
          </a:p>
        </p:txBody>
      </p:sp>
    </p:spTree>
    <p:extLst>
      <p:ext uri="{BB962C8B-B14F-4D97-AF65-F5344CB8AC3E}">
        <p14:creationId xmlns:p14="http://schemas.microsoft.com/office/powerpoint/2010/main" val="1657185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882597"/>
      </p:ext>
    </p:extLst>
  </p:cSld>
  <p:clrMapOvr>
    <a:masterClrMapping/>
  </p:clrMapOvr>
</p:sld>
</file>

<file path=ppt/theme/theme1.xml><?xml version="1.0" encoding="utf-8"?>
<a:theme xmlns:a="http://schemas.openxmlformats.org/drawingml/2006/main" name="GE Vernova">
  <a:themeElements>
    <a:clrScheme name="GE Vernova 3/14/24">
      <a:dk1>
        <a:srgbClr val="005E60"/>
      </a:dk1>
      <a:lt1>
        <a:srgbClr val="FFFFFF"/>
      </a:lt1>
      <a:dk2>
        <a:srgbClr val="212121"/>
      </a:dk2>
      <a:lt2>
        <a:srgbClr val="C8FF08"/>
      </a:lt2>
      <a:accent1>
        <a:srgbClr val="004745"/>
      </a:accent1>
      <a:accent2>
        <a:srgbClr val="E3E3E3"/>
      </a:accent2>
      <a:accent3>
        <a:srgbClr val="CCCCCC"/>
      </a:accent3>
      <a:accent4>
        <a:srgbClr val="696969"/>
      </a:accent4>
      <a:accent5>
        <a:srgbClr val="484848"/>
      </a:accent5>
      <a:accent6>
        <a:srgbClr val="458A8A"/>
      </a:accent6>
      <a:hlink>
        <a:srgbClr val="2176FF"/>
      </a:hlink>
      <a:folHlink>
        <a:srgbClr val="3E9E00"/>
      </a:folHlink>
    </a:clrScheme>
    <a:fontScheme name="GEV Custom">
      <a:majorFont>
        <a:latin typeface="Inter Semi 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 anchorCtr="0"/>
      <a:lstStyle>
        <a:defPPr algn="l">
          <a:spcAft>
            <a:spcPts val="6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600"/>
          </a:spcAft>
          <a:defRPr/>
        </a:defPPr>
      </a:lstStyle>
    </a:txDef>
  </a:objectDefaults>
  <a:extraClrSchemeLst/>
  <a:custClrLst>
    <a:custClr name="Dark Evergreen">
      <a:srgbClr val="004745"/>
    </a:custClr>
    <a:custClr name="Evergreen Tint 1">
      <a:srgbClr val="458A8A"/>
    </a:custClr>
    <a:custClr name="Evergreen Tint 2">
      <a:srgbClr val="96BDBD"/>
    </a:custClr>
    <a:custClr name="Evergreen Tint 1">
      <a:srgbClr val="C7DBDB"/>
    </a:custClr>
    <a:custClr name="Dark Sky">
      <a:srgbClr val="2176FF"/>
    </a:custClr>
    <a:custClr name="Sky">
      <a:srgbClr val="5FB7FF"/>
    </a:custClr>
    <a:custClr name="Dark Forest">
      <a:srgbClr val="3E9E00"/>
    </a:custClr>
    <a:custClr name="Forest">
      <a:srgbClr val="7BDD3C"/>
    </a:custClr>
    <a:custClr name="Dark Earth">
      <a:srgbClr val="4A2419"/>
    </a:custClr>
    <a:custClr name="Earth">
      <a:srgbClr val="774936"/>
    </a:custClr>
  </a:custClrLst>
  <a:extLst>
    <a:ext uri="{05A4C25C-085E-4340-85A3-A5531E510DB2}">
      <thm15:themeFamily xmlns:thm15="http://schemas.microsoft.com/office/thememl/2012/main" name="2026_GEV-PPT-Template" id="{E573DB2A-3E40-DA48-9AFA-927DAA278D2A}" vid="{73271C67-3C5F-6143-BD9F-7C1B438954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0f4d75-da08-481c-93a0-a5d59f6ee71c">
      <Terms xmlns="http://schemas.microsoft.com/office/infopath/2007/PartnerControls"/>
    </lcf76f155ced4ddcb4097134ff3c332f>
    <TaxCatchAll xmlns="02d12187-754c-41a9-9e93-c3e1cfacc15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987E64CCC7C941AA423E1ADF2491CC" ma:contentTypeVersion="18" ma:contentTypeDescription="Create a new document." ma:contentTypeScope="" ma:versionID="1e40539c746aebc5ca905ee2706e7d1b">
  <xsd:schema xmlns:xsd="http://www.w3.org/2001/XMLSchema" xmlns:xs="http://www.w3.org/2001/XMLSchema" xmlns:p="http://schemas.microsoft.com/office/2006/metadata/properties" xmlns:ns2="660f4d75-da08-481c-93a0-a5d59f6ee71c" xmlns:ns3="b402df0d-8178-4802-b8b9-ef402e68d744" xmlns:ns4="02d12187-754c-41a9-9e93-c3e1cfacc155" targetNamespace="http://schemas.microsoft.com/office/2006/metadata/properties" ma:root="true" ma:fieldsID="2dd0d1ad3efc741518aad11f398c5865" ns2:_="" ns3:_="" ns4:_="">
    <xsd:import namespace="660f4d75-da08-481c-93a0-a5d59f6ee71c"/>
    <xsd:import namespace="b402df0d-8178-4802-b8b9-ef402e68d744"/>
    <xsd:import namespace="02d12187-754c-41a9-9e93-c3e1cfacc1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4:TaxCatchAll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0f4d75-da08-481c-93a0-a5d59f6ee7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6a257fb-28f5-49c4-92c3-d49665e8e1d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02df0d-8178-4802-b8b9-ef402e68d74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d12187-754c-41a9-9e93-c3e1cfacc155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acdb1637-3b50-4ef3-b363-a9ca0300321e}" ma:internalName="TaxCatchAll" ma:showField="CatchAllData" ma:web="b402df0d-8178-4802-b8b9-ef402e68d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6A31001-A973-48D3-BF92-E4BBE4C78C38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02d12187-754c-41a9-9e93-c3e1cfacc155"/>
    <ds:schemaRef ds:uri="http://www.w3.org/XML/1998/namespace"/>
    <ds:schemaRef ds:uri="b402df0d-8178-4802-b8b9-ef402e68d744"/>
    <ds:schemaRef ds:uri="660f4d75-da08-481c-93a0-a5d59f6ee71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E64E55-0318-435E-9885-1C7A491FCF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1214C9-2614-4841-8F75-517C46888F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0f4d75-da08-481c-93a0-a5d59f6ee71c"/>
    <ds:schemaRef ds:uri="b402df0d-8178-4802-b8b9-ef402e68d744"/>
    <ds:schemaRef ds:uri="02d12187-754c-41a9-9e93-c3e1cfacc1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GE Vernova</Template>
  <TotalTime>8897</TotalTime>
  <Words>695</Words>
  <Application>Microsoft Office PowerPoint</Application>
  <PresentationFormat>Widescreen</PresentationFormat>
  <Paragraphs>159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Impact</vt:lpstr>
      <vt:lpstr>Inter</vt:lpstr>
      <vt:lpstr>Sons Condensed Extrabold</vt:lpstr>
      <vt:lpstr>Inter Semi Bold</vt:lpstr>
      <vt:lpstr>Abadi</vt:lpstr>
      <vt:lpstr>Arial</vt:lpstr>
      <vt:lpstr>GE Vernova</vt:lpstr>
      <vt:lpstr>  Career &amp; TeCH Education   (CTE)  National Program Strategy</vt:lpstr>
      <vt:lpstr>Where we are….where we are going</vt:lpstr>
      <vt:lpstr>WINS</vt:lpstr>
      <vt:lpstr> VALIDATED</vt:lpstr>
      <vt:lpstr>NATIONAL CTE STRATEGY</vt:lpstr>
      <vt:lpstr>Content &amp; Curriculum</vt:lpstr>
      <vt:lpstr>Location &amp; Partners</vt:lpstr>
      <vt:lpstr>GEV Benefit</vt:lpstr>
      <vt:lpstr> Industry Standard Certifiation</vt:lpstr>
      <vt:lpstr>SACA</vt:lpstr>
      <vt:lpstr>  What we Need?</vt:lpstr>
      <vt:lpstr>INVESTMENT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Mercer, Cierra (GE Vernova)</dc:creator>
  <cp:keywords/>
  <dc:description/>
  <cp:lastModifiedBy>Nelson, Linda (GE Vernova)</cp:lastModifiedBy>
  <cp:revision>3</cp:revision>
  <dcterms:created xsi:type="dcterms:W3CDTF">2026-01-26T19:02:27Z</dcterms:created>
  <dcterms:modified xsi:type="dcterms:W3CDTF">2026-08-17T21:06:18Z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0x01010010987E64CCC7C941AA423E1ADF2491CC</vt:lpwstr>
  </property>
</Properties>
</file>