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70" r:id="rId4"/>
  </p:sldMasterIdLst>
  <p:notesMasterIdLst>
    <p:notesMasterId r:id="rId6"/>
  </p:notesMasterIdLst>
  <p:handoutMasterIdLst>
    <p:handoutMasterId r:id="rId7"/>
  </p:handoutMasterIdLst>
  <p:sldIdLst>
    <p:sldId id="2147472117" r:id="rId5"/>
  </p:sldIdLst>
  <p:sldSz cx="12192000" cy="6858000"/>
  <p:notesSz cx="6858000" cy="9144000"/>
  <p:embeddedFontLst>
    <p:embeddedFont>
      <p:font typeface="Inter" panose="020B0502030000000004" pitchFamily="34" charset="0"/>
      <p:regular r:id="rId8"/>
      <p:bold r:id="rId9"/>
      <p:italic r:id="rId10"/>
      <p:boldItalic r:id="rId11"/>
    </p:embeddedFont>
    <p:embeddedFont>
      <p:font typeface="Inter Semi Bold" panose="02000703000000020004" pitchFamily="50" charset="0"/>
      <p:bold r:id="rId12"/>
      <p:boldItalic r:id="rId13"/>
    </p:embeddedFont>
    <p:embeddedFont>
      <p:font typeface="Sons Condensed Extrabold" panose="02060906060206060203" pitchFamily="18" charset="0"/>
      <p:bold r:id="rId14"/>
    </p:embeddedFont>
    <p:embeddedFont>
      <p:font typeface="Sons Condensed Semibold" panose="02060706060206060203" pitchFamily="18" charset="0"/>
      <p:bold r:id="rId15"/>
    </p:embeddedFont>
    <p:embeddedFont>
      <p:font typeface="SonsCondensed-Extrabold" panose="02060906060206060203" pitchFamily="18" charset="0"/>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tial Notification (within 7 days)" id="{6543F3B7-1A2B-4EB5-B2F7-C68131BBAF23}">
          <p14:sldIdLst>
            <p14:sldId id="2147472117"/>
          </p14:sldIdLst>
        </p14:section>
      </p14:sectionLst>
    </p:ext>
    <p:ext uri="{EFAFB233-063F-42B5-8137-9DF3F51BA10A}">
      <p15:sldGuideLst xmlns:p15="http://schemas.microsoft.com/office/powerpoint/2012/main">
        <p15:guide id="1" orient="horz" pos="2256" userDrawn="1">
          <p15:clr>
            <a:srgbClr val="A4A3A4"/>
          </p15:clr>
        </p15:guide>
        <p15:guide id="2" pos="369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121"/>
    <a:srgbClr val="96BDBD"/>
    <a:srgbClr val="F5C147"/>
    <a:srgbClr val="59C3C9"/>
    <a:srgbClr val="58984B"/>
    <a:srgbClr val="439297"/>
    <a:srgbClr val="EC642B"/>
    <a:srgbClr val="005E60"/>
    <a:srgbClr val="C7DBDB"/>
    <a:srgbClr val="458A8A"/>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96681" autoAdjust="0"/>
  </p:normalViewPr>
  <p:slideViewPr>
    <p:cSldViewPr snapToGrid="0" snapToObjects="1" showGuides="1">
      <p:cViewPr>
        <p:scale>
          <a:sx n="78" d="100"/>
          <a:sy n="78" d="100"/>
        </p:scale>
        <p:origin x="240" y="-276"/>
      </p:cViewPr>
      <p:guideLst>
        <p:guide orient="horz" pos="2256"/>
        <p:guide pos="36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15000"/>
    </p:cViewPr>
  </p:sorterViewPr>
  <p:notesViewPr>
    <p:cSldViewPr snapToGrid="0" snapToObjects="1" showGuides="1">
      <p:cViewPr varScale="1">
        <p:scale>
          <a:sx n="86" d="100"/>
          <a:sy n="86" d="100"/>
        </p:scale>
        <p:origin x="291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font" Target="fonts/font5.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9.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font" Target="fonts/font4.fntdata"/><Relationship Id="rId5" Type="http://schemas.openxmlformats.org/officeDocument/2006/relationships/slide" Target="slides/slide1.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font" Target="fonts/font2.fntdata"/><Relationship Id="rId14" Type="http://schemas.openxmlformats.org/officeDocument/2006/relationships/font" Target="fonts/font7.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BFB6B6-4E7A-A445-A373-70EB82AD09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Inter" panose="02000503000000020004" pitchFamily="2" charset="0"/>
              <a:cs typeface="Arial" panose="020B0604020202020204" pitchFamily="34" charset="0"/>
            </a:endParaRPr>
          </a:p>
        </p:txBody>
      </p:sp>
      <p:sp>
        <p:nvSpPr>
          <p:cNvPr id="3" name="Date Placeholder 2">
            <a:extLst>
              <a:ext uri="{FF2B5EF4-FFF2-40B4-BE49-F238E27FC236}">
                <a16:creationId xmlns:a16="http://schemas.microsoft.com/office/drawing/2014/main" id="{2E9532A8-4888-A64E-B2D1-7642670E08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945F3F-4280-4241-A55C-C635F11CFA20}" type="datetimeFigureOut">
              <a:rPr lang="en-US">
                <a:latin typeface="Inter" panose="02000503000000020004" pitchFamily="2" charset="0"/>
                <a:cs typeface="Arial" panose="020B0604020202020204" pitchFamily="34" charset="0"/>
              </a:rPr>
              <a:t>7/31/2026</a:t>
            </a:fld>
            <a:endParaRPr lang="en-US" dirty="0">
              <a:latin typeface="Inter" panose="02000503000000020004" pitchFamily="2" charset="0"/>
              <a:cs typeface="Arial" panose="020B0604020202020204" pitchFamily="34" charset="0"/>
            </a:endParaRPr>
          </a:p>
        </p:txBody>
      </p:sp>
      <p:sp>
        <p:nvSpPr>
          <p:cNvPr id="4" name="Footer Placeholder 3">
            <a:extLst>
              <a:ext uri="{FF2B5EF4-FFF2-40B4-BE49-F238E27FC236}">
                <a16:creationId xmlns:a16="http://schemas.microsoft.com/office/drawing/2014/main" id="{832E0019-9C88-8740-9DC7-43CA22CBDD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Inter" panose="02000503000000020004" pitchFamily="2" charset="0"/>
              <a:cs typeface="Arial" panose="020B0604020202020204" pitchFamily="34" charset="0"/>
            </a:endParaRPr>
          </a:p>
        </p:txBody>
      </p:sp>
      <p:sp>
        <p:nvSpPr>
          <p:cNvPr id="5" name="Slide Number Placeholder 4">
            <a:extLst>
              <a:ext uri="{FF2B5EF4-FFF2-40B4-BE49-F238E27FC236}">
                <a16:creationId xmlns:a16="http://schemas.microsoft.com/office/drawing/2014/main" id="{ADAA7054-C658-7843-B285-432D0AAA0C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7917D-67DC-8946-9800-8E4AAAAFFC67}" type="slidenum">
              <a:rPr lang="en-US">
                <a:latin typeface="Inter" panose="02000503000000020004" pitchFamily="2" charset="0"/>
                <a:cs typeface="Arial" panose="020B0604020202020204" pitchFamily="34" charset="0"/>
              </a:rPr>
              <a:t>‹#›</a:t>
            </a:fld>
            <a:endParaRPr lang="en-US" dirty="0">
              <a:latin typeface="Inter" panose="02000503000000020004" pitchFamily="2" charset="0"/>
              <a:cs typeface="Arial" panose="020B0604020202020204" pitchFamily="34" charset="0"/>
            </a:endParaRPr>
          </a:p>
        </p:txBody>
      </p:sp>
    </p:spTree>
    <p:extLst>
      <p:ext uri="{BB962C8B-B14F-4D97-AF65-F5344CB8AC3E}">
        <p14:creationId xmlns:p14="http://schemas.microsoft.com/office/powerpoint/2010/main" val="2066615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FAC1BD85-E95E-8D4A-AD03-7D116C880F45}" type="datetimeFigureOut">
              <a:rPr lang="en-US" smtClean="0"/>
              <a:pPr/>
              <a:t>7/31/2026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F4BFF387-9D57-4C4A-857D-AC6507407006}" type="slidenum">
              <a:rPr lang="en-US" smtClean="0"/>
              <a:pPr/>
              <a:t>‹#›</a:t>
            </a:fld>
            <a:endParaRPr lang="en-US" dirty="0"/>
          </a:p>
        </p:txBody>
      </p:sp>
    </p:spTree>
    <p:extLst>
      <p:ext uri="{BB962C8B-B14F-4D97-AF65-F5344CB8AC3E}">
        <p14:creationId xmlns:p14="http://schemas.microsoft.com/office/powerpoint/2010/main" val="217051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mn-cs"/>
      </a:defRPr>
    </a:lvl1pPr>
    <a:lvl2pPr marL="13716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2pPr>
    <a:lvl3pPr marL="27432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3pPr>
    <a:lvl4pPr marL="41148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4pPr>
    <a:lvl5pPr marL="54864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PSE icon to Initial Notification slide header when applicable.</a:t>
            </a:r>
          </a:p>
        </p:txBody>
      </p:sp>
      <p:sp>
        <p:nvSpPr>
          <p:cNvPr id="4" name="Slide Number Placeholder 3"/>
          <p:cNvSpPr>
            <a:spLocks noGrp="1"/>
          </p:cNvSpPr>
          <p:nvPr>
            <p:ph type="sldNum" sz="quarter" idx="5"/>
          </p:nvPr>
        </p:nvSpPr>
        <p:spPr/>
        <p:txBody>
          <a:bodyPr/>
          <a:lstStyle/>
          <a:p>
            <a:fld id="{F4BFF387-9D57-4C4A-857D-AC6507407006}" type="slidenum">
              <a:rPr lang="en-US" smtClean="0"/>
              <a:pPr/>
              <a:t>1</a:t>
            </a:fld>
            <a:endParaRPr lang="en-US" dirty="0"/>
          </a:p>
        </p:txBody>
      </p:sp>
    </p:spTree>
    <p:extLst>
      <p:ext uri="{BB962C8B-B14F-4D97-AF65-F5344CB8AC3E}">
        <p14:creationId xmlns:p14="http://schemas.microsoft.com/office/powerpoint/2010/main" val="20608473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Pr>
        <a:solidFill>
          <a:srgbClr val="005E60"/>
        </a:solidFill>
        <a:effectLst/>
      </p:bgPr>
    </p:bg>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D752991F-DE20-9C56-71CE-00C693FCEC71}"/>
              </a:ext>
            </a:extLst>
          </p:cNvPr>
          <p:cNvPicPr>
            <a:picLocks noChangeAspect="1"/>
          </p:cNvPicPr>
          <p:nvPr userDrawn="1"/>
        </p:nvPicPr>
        <p:blipFill>
          <a:blip r:embed="rId2"/>
          <a:stretch>
            <a:fillRect/>
          </a:stretch>
        </p:blipFill>
        <p:spPr>
          <a:xfrm>
            <a:off x="268025"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03170"/>
            <a:ext cx="10057831" cy="365125"/>
          </a:xfrm>
        </p:spPr>
        <p:txBody>
          <a:bodyPr/>
          <a:lstStyle>
            <a:lvl1pPr>
              <a:defRPr lang="en-US" sz="900" dirty="0"/>
            </a:lvl1pPr>
          </a:lstStyle>
          <a:p>
            <a:pPr defTabSz="914126"/>
            <a:r>
              <a:rPr lang="en-US"/>
              <a:t>© 2025 GE Vernova and/or its affiliates. All rights reserved.</a:t>
            </a:r>
          </a:p>
          <a:p>
            <a:pPr defTabSz="914126"/>
            <a:r>
              <a:rPr lang="en-US" sz="800"/>
              <a:t>GE and the GE Monogram are trademarks of General Electric Company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C8FF08"/>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710412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2B9A27-1076-7F58-9635-87BF20D0D1F1}"/>
              </a:ext>
            </a:extLst>
          </p:cNvPr>
          <p:cNvPicPr>
            <a:picLocks noChangeAspect="1"/>
          </p:cNvPicPr>
          <p:nvPr userDrawn="1"/>
        </p:nvPicPr>
        <p:blipFill>
          <a:blip r:embed="rId2">
            <a:alphaModFix amt="79000"/>
          </a:blip>
          <a:srcRect/>
          <a:stretch/>
        </p:blipFill>
        <p:spPr>
          <a:xfrm>
            <a:off x="243840" y="137160"/>
            <a:ext cx="11704320" cy="6583680"/>
          </a:xfrm>
          <a:prstGeom prst="rect">
            <a:avLst/>
          </a:prstGeom>
          <a:effectLst/>
        </p:spPr>
      </p:pic>
      <p:sp>
        <p:nvSpPr>
          <p:cNvPr id="3" name="Footer Placeholder 10">
            <a:extLst>
              <a:ext uri="{FF2B5EF4-FFF2-40B4-BE49-F238E27FC236}">
                <a16:creationId xmlns:a16="http://schemas.microsoft.com/office/drawing/2014/main" id="{0CCA8BCF-34EB-7FD2-A6B9-BB296FDD0E50}"/>
              </a:ext>
            </a:extLst>
          </p:cNvPr>
          <p:cNvSpPr txBox="1">
            <a:spLocks/>
          </p:cNvSpPr>
          <p:nvPr userDrawn="1"/>
        </p:nvSpPr>
        <p:spPr>
          <a:xfrm>
            <a:off x="431157" y="6481807"/>
            <a:ext cx="3073400" cy="123825"/>
          </a:xfrm>
          <a:prstGeom prst="rect">
            <a:avLst/>
          </a:prstGeom>
          <a:solidFill>
            <a:schemeClr val="bg1"/>
          </a:solidFill>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spcAft>
                <a:spcPts val="0"/>
              </a:spcAft>
              <a:buClrTx/>
              <a:buFontTx/>
              <a:buNone/>
            </a:pPr>
            <a:r>
              <a:rPr lang="en-US" sz="800" dirty="0">
                <a:solidFill>
                  <a:schemeClr val="accent4"/>
                </a:solidFill>
                <a:latin typeface="Arial" panose="020B0604020202020204" pitchFamily="34" charset="0"/>
                <a:cs typeface="Arial" panose="020B0604020202020204" pitchFamily="34" charset="0"/>
              </a:rPr>
              <a:t>© 2025 GE Vernova and/or its affiliates. All rights reserved.</a:t>
            </a:r>
          </a:p>
        </p:txBody>
      </p:sp>
    </p:spTree>
    <p:extLst>
      <p:ext uri="{BB962C8B-B14F-4D97-AF65-F5344CB8AC3E}">
        <p14:creationId xmlns:p14="http://schemas.microsoft.com/office/powerpoint/2010/main" val="2802864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on-PSE_One LSR">
    <p:spTree>
      <p:nvGrpSpPr>
        <p:cNvPr id="1" name=""/>
        <p:cNvGrpSpPr/>
        <p:nvPr/>
      </p:nvGrpSpPr>
      <p:grpSpPr>
        <a:xfrm>
          <a:off x="0" y="0"/>
          <a:ext cx="0" cy="0"/>
          <a:chOff x="0" y="0"/>
          <a:chExt cx="0" cy="0"/>
        </a:xfrm>
      </p:grpSpPr>
      <p:sp>
        <p:nvSpPr>
          <p:cNvPr id="18" name="Footer Placeholder 1">
            <a:extLst>
              <a:ext uri="{FF2B5EF4-FFF2-40B4-BE49-F238E27FC236}">
                <a16:creationId xmlns:a16="http://schemas.microsoft.com/office/drawing/2014/main" id="{35F6426E-DE54-1809-9652-4B13E0B77EC9}"/>
              </a:ext>
            </a:extLst>
          </p:cNvPr>
          <p:cNvSpPr>
            <a:spLocks noGrp="1"/>
          </p:cNvSpPr>
          <p:nvPr>
            <p:ph type="ftr" sz="quarter" idx="11"/>
          </p:nvPr>
        </p:nvSpPr>
        <p:spPr>
          <a:xfrm>
            <a:off x="241096" y="6536736"/>
            <a:ext cx="6539189" cy="283812"/>
          </a:xfrm>
        </p:spPr>
        <p:txBody>
          <a:bodyPr vert="horz" wrap="square" lIns="0" tIns="0" rIns="0" bIns="0" rtlCol="0" anchor="ctr" anchorCtr="0">
            <a:noAutofit/>
          </a:bodyPr>
          <a:lstStyle>
            <a:lvl1pPr>
              <a:defRPr kumimoji="0" lang="en-US" sz="800" b="0" i="0" u="none" strike="noStrike" cap="none" spc="0" normalizeH="0" baseline="0" smtClean="0">
                <a:ln>
                  <a:noFill/>
                </a:ln>
                <a:solidFill>
                  <a:srgbClr val="212121"/>
                </a:solidFill>
                <a:effectLst/>
                <a:uLnTx/>
                <a:uFillTx/>
                <a:latin typeface="Arial" panose="020B0604020202020204" pitchFamily="34" charset="0"/>
                <a:cs typeface="Arial" panose="020B0604020202020204" pitchFamily="34" charset="0"/>
              </a:defRPr>
            </a:lvl1pPr>
          </a:lstStyle>
          <a:p>
            <a:r>
              <a:rPr lang="en-US" dirty="0"/>
              <a:t>© 2025 GE Vernova and/or its affiliates. All rights reserved. Not to be copied, distributed or reproduced without prior approval from GE Vernova.</a:t>
            </a:r>
          </a:p>
        </p:txBody>
      </p:sp>
      <p:sp>
        <p:nvSpPr>
          <p:cNvPr id="16" name="What Happened Placeholder 15">
            <a:extLst>
              <a:ext uri="{FF2B5EF4-FFF2-40B4-BE49-F238E27FC236}">
                <a16:creationId xmlns:a16="http://schemas.microsoft.com/office/drawing/2014/main" id="{FE1D6190-514F-42DA-F113-A293BF8D5675}"/>
              </a:ext>
            </a:extLst>
          </p:cNvPr>
          <p:cNvSpPr>
            <a:spLocks noGrp="1"/>
          </p:cNvSpPr>
          <p:nvPr>
            <p:ph type="body" sz="quarter" idx="12" hasCustomPrompt="1"/>
          </p:nvPr>
        </p:nvSpPr>
        <p:spPr>
          <a:xfrm>
            <a:off x="271809" y="4900757"/>
            <a:ext cx="4223991" cy="999222"/>
          </a:xfrm>
        </p:spPr>
        <p:txBody>
          <a:bodyPr/>
          <a:lstStyle>
            <a:lvl1pPr>
              <a:defRPr sz="1400">
                <a:latin typeface="Arial" panose="020B0604020202020204" pitchFamily="34" charset="0"/>
                <a:cs typeface="Arial" panose="020B0604020202020204" pitchFamily="34" charset="0"/>
              </a:defRPr>
            </a:lvl1pPr>
            <a:lvl2pPr marL="0" indent="0">
              <a:buNone/>
              <a:defRPr sz="1400">
                <a:latin typeface="Arial" panose="020B0604020202020204" pitchFamily="34" charset="0"/>
                <a:cs typeface="Arial" panose="020B0604020202020204" pitchFamily="34" charset="0"/>
              </a:defRPr>
            </a:lvl2pPr>
            <a:lvl3pPr>
              <a:defRPr sz="1400"/>
            </a:lvl3pPr>
            <a:lvl4pPr>
              <a:defRPr sz="1400"/>
            </a:lvl4pPr>
            <a:lvl5pPr>
              <a:defRPr sz="1400"/>
            </a:lvl5pPr>
          </a:lstStyle>
          <a:p>
            <a:pPr lvl="0"/>
            <a:r>
              <a:rPr lang="en-US" dirty="0"/>
              <a:t>Click to enter the event’s description </a:t>
            </a:r>
          </a:p>
          <a:p>
            <a:pPr lvl="1"/>
            <a:endParaRPr lang="en-US" dirty="0"/>
          </a:p>
        </p:txBody>
      </p:sp>
      <p:sp>
        <p:nvSpPr>
          <p:cNvPr id="6" name="Rectangle 5">
            <a:extLst>
              <a:ext uri="{FF2B5EF4-FFF2-40B4-BE49-F238E27FC236}">
                <a16:creationId xmlns:a16="http://schemas.microsoft.com/office/drawing/2014/main" id="{CC88B6C4-6630-375E-1AEB-D8E54A780674}"/>
              </a:ext>
            </a:extLst>
          </p:cNvPr>
          <p:cNvSpPr/>
          <p:nvPr userDrawn="1"/>
        </p:nvSpPr>
        <p:spPr>
          <a:xfrm>
            <a:off x="-280" y="6009714"/>
            <a:ext cx="12192000" cy="4956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32" name="Image Rectangle 31">
            <a:extLst>
              <a:ext uri="{FF2B5EF4-FFF2-40B4-BE49-F238E27FC236}">
                <a16:creationId xmlns:a16="http://schemas.microsoft.com/office/drawing/2014/main" id="{CA9DDF16-B1C0-62FB-B2F7-2BBBBC03D0EE}"/>
              </a:ext>
            </a:extLst>
          </p:cNvPr>
          <p:cNvSpPr/>
          <p:nvPr userDrawn="1"/>
        </p:nvSpPr>
        <p:spPr>
          <a:xfrm>
            <a:off x="186429" y="2089452"/>
            <a:ext cx="4309372" cy="2450261"/>
          </a:xfrm>
          <a:prstGeom prst="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7" name="Takeaway Placeholder 6">
            <a:extLst>
              <a:ext uri="{FF2B5EF4-FFF2-40B4-BE49-F238E27FC236}">
                <a16:creationId xmlns:a16="http://schemas.microsoft.com/office/drawing/2014/main" id="{53A0EF0F-45F0-1123-24E6-C0F211188A29}"/>
              </a:ext>
            </a:extLst>
          </p:cNvPr>
          <p:cNvSpPr>
            <a:spLocks noGrp="1"/>
          </p:cNvSpPr>
          <p:nvPr userDrawn="1">
            <p:ph type="body" sz="quarter" idx="22" hasCustomPrompt="1"/>
          </p:nvPr>
        </p:nvSpPr>
        <p:spPr>
          <a:xfrm>
            <a:off x="-280" y="6070997"/>
            <a:ext cx="12192000" cy="373062"/>
          </a:xfrm>
        </p:spPr>
        <p:txBody>
          <a:bodyPr anchor="ctr"/>
          <a:lstStyle>
            <a:lvl1pPr algn="ctr">
              <a:defRPr sz="1600">
                <a:solidFill>
                  <a:schemeClr val="bg1"/>
                </a:solidFill>
                <a:latin typeface="Arial" panose="020B0604020202020204" pitchFamily="34" charset="0"/>
                <a:cs typeface="Arial" panose="020B0604020202020204" pitchFamily="34" charset="0"/>
              </a:defRPr>
            </a:lvl1pPr>
            <a:lvl2pPr marL="0" indent="0" algn="ctr">
              <a:buNone/>
              <a:defRPr sz="1600">
                <a:latin typeface="Arial" panose="020B0604020202020204" pitchFamily="34" charset="0"/>
                <a:cs typeface="Arial" panose="020B0604020202020204" pitchFamily="34" charset="0"/>
              </a:defRPr>
            </a:lvl2pPr>
            <a:lvl3pPr algn="ctr">
              <a:defRPr sz="1600">
                <a:latin typeface="Arial" panose="020B0604020202020204" pitchFamily="34" charset="0"/>
                <a:cs typeface="Arial" panose="020B0604020202020204" pitchFamily="34" charset="0"/>
              </a:defRPr>
            </a:lvl3pPr>
            <a:lvl4pPr algn="ctr">
              <a:defRPr sz="1600">
                <a:latin typeface="Arial" panose="020B0604020202020204" pitchFamily="34" charset="0"/>
                <a:cs typeface="Arial" panose="020B0604020202020204" pitchFamily="34" charset="0"/>
              </a:defRPr>
            </a:lvl4pPr>
            <a:lvl5pPr algn="ctr">
              <a:defRPr sz="1600">
                <a:latin typeface="Arial" panose="020B0604020202020204" pitchFamily="34" charset="0"/>
                <a:cs typeface="Arial" panose="020B0604020202020204" pitchFamily="34" charset="0"/>
              </a:defRPr>
            </a:lvl5pPr>
          </a:lstStyle>
          <a:p>
            <a:pPr lvl="0"/>
            <a:r>
              <a:rPr lang="en-US" dirty="0"/>
              <a:t>Click to enter the most relevant take away from your event</a:t>
            </a:r>
          </a:p>
        </p:txBody>
      </p:sp>
      <p:sp>
        <p:nvSpPr>
          <p:cNvPr id="23" name="Action Placeholder 19">
            <a:extLst>
              <a:ext uri="{FF2B5EF4-FFF2-40B4-BE49-F238E27FC236}">
                <a16:creationId xmlns:a16="http://schemas.microsoft.com/office/drawing/2014/main" id="{7ECE0CDC-06D2-D6E3-E786-260537DB1C02}"/>
              </a:ext>
            </a:extLst>
          </p:cNvPr>
          <p:cNvSpPr>
            <a:spLocks noGrp="1"/>
          </p:cNvSpPr>
          <p:nvPr userDrawn="1">
            <p:ph type="body" sz="quarter" idx="14" hasCustomPrompt="1"/>
          </p:nvPr>
        </p:nvSpPr>
        <p:spPr>
          <a:xfrm>
            <a:off x="4957795" y="4273351"/>
            <a:ext cx="6815105" cy="1613196"/>
          </a:xfrm>
        </p:spPr>
        <p:txBody>
          <a:bodyPr/>
          <a:lstStyle>
            <a:lvl1pPr marL="285750" indent="-285750">
              <a:buFont typeface="Arial" panose="020B0604020202020204" pitchFamily="34" charset="0"/>
              <a:buChar char="•"/>
              <a:defRPr sz="1400">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en-US" dirty="0"/>
              <a:t>Click to enter the SMART actions to protect everyone, in bullets (min. 3, max. 4)</a:t>
            </a:r>
          </a:p>
        </p:txBody>
      </p:sp>
      <p:sp>
        <p:nvSpPr>
          <p:cNvPr id="20" name="Findings Placeholder 8">
            <a:extLst>
              <a:ext uri="{FF2B5EF4-FFF2-40B4-BE49-F238E27FC236}">
                <a16:creationId xmlns:a16="http://schemas.microsoft.com/office/drawing/2014/main" id="{8CF053ED-5B02-1107-EA91-D8317B98D0B9}"/>
              </a:ext>
            </a:extLst>
          </p:cNvPr>
          <p:cNvSpPr>
            <a:spLocks noGrp="1"/>
          </p:cNvSpPr>
          <p:nvPr userDrawn="1">
            <p:ph type="body" sz="quarter" idx="13" hasCustomPrompt="1"/>
          </p:nvPr>
        </p:nvSpPr>
        <p:spPr>
          <a:xfrm>
            <a:off x="4951413" y="2392644"/>
            <a:ext cx="6821487" cy="1389250"/>
          </a:xfrm>
        </p:spPr>
        <p:txBody>
          <a:bodyPr/>
          <a:lstStyle>
            <a:lvl1pPr marL="285750" indent="-285750">
              <a:buFont typeface="Arial" panose="020B0604020202020204" pitchFamily="34" charset="0"/>
              <a:buChar char="•"/>
              <a:defRPr sz="1400">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en-US" dirty="0"/>
              <a:t>Click to edit the preliminary findings in bullets (min. 3, max. 4)</a:t>
            </a:r>
          </a:p>
        </p:txBody>
      </p:sp>
      <p:sp>
        <p:nvSpPr>
          <p:cNvPr id="12" name="TextBox Header 3">
            <a:extLst>
              <a:ext uri="{FF2B5EF4-FFF2-40B4-BE49-F238E27FC236}">
                <a16:creationId xmlns:a16="http://schemas.microsoft.com/office/drawing/2014/main" id="{D3DA5DFE-0E2A-F91C-7387-B627CFEDF837}"/>
              </a:ext>
            </a:extLst>
          </p:cNvPr>
          <p:cNvSpPr txBox="1"/>
          <p:nvPr userDrawn="1"/>
        </p:nvSpPr>
        <p:spPr>
          <a:xfrm>
            <a:off x="271809" y="4600996"/>
            <a:ext cx="2368487" cy="30480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rPr>
              <a:t>What Happened:</a:t>
            </a:r>
          </a:p>
        </p:txBody>
      </p:sp>
      <p:sp>
        <p:nvSpPr>
          <p:cNvPr id="24" name="TextBox Header 2">
            <a:extLst>
              <a:ext uri="{FF2B5EF4-FFF2-40B4-BE49-F238E27FC236}">
                <a16:creationId xmlns:a16="http://schemas.microsoft.com/office/drawing/2014/main" id="{97A89F3B-1AE2-F13B-60DB-5A56A30962A9}"/>
              </a:ext>
            </a:extLst>
          </p:cNvPr>
          <p:cNvSpPr txBox="1"/>
          <p:nvPr userDrawn="1"/>
        </p:nvSpPr>
        <p:spPr>
          <a:xfrm>
            <a:off x="4951413" y="3942812"/>
            <a:ext cx="5329989" cy="334775"/>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rPr>
              <a:t>Actions we should all take to protect ourselves and our teams:</a:t>
            </a:r>
            <a:endParaRPr kumimoji="0" lang="en-US" sz="1600" b="1" i="0" u="sng"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19" name="TextBox Header 1">
            <a:extLst>
              <a:ext uri="{FF2B5EF4-FFF2-40B4-BE49-F238E27FC236}">
                <a16:creationId xmlns:a16="http://schemas.microsoft.com/office/drawing/2014/main" id="{335575D9-3F9A-5D30-4735-9D0075785C1D}"/>
              </a:ext>
            </a:extLst>
          </p:cNvPr>
          <p:cNvSpPr txBox="1"/>
          <p:nvPr userDrawn="1"/>
        </p:nvSpPr>
        <p:spPr>
          <a:xfrm>
            <a:off x="4951413" y="2087080"/>
            <a:ext cx="2206038" cy="30480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rPr>
              <a:t>Preliminary Findings:</a:t>
            </a:r>
          </a:p>
        </p:txBody>
      </p:sp>
      <p:sp>
        <p:nvSpPr>
          <p:cNvPr id="43" name="Picture Placeholder 42">
            <a:extLst>
              <a:ext uri="{FF2B5EF4-FFF2-40B4-BE49-F238E27FC236}">
                <a16:creationId xmlns:a16="http://schemas.microsoft.com/office/drawing/2014/main" id="{E1CE5D29-687D-A97F-ECEF-DB12EAE0C927}"/>
              </a:ext>
            </a:extLst>
          </p:cNvPr>
          <p:cNvSpPr>
            <a:spLocks noGrp="1" noChangeAspect="1"/>
          </p:cNvSpPr>
          <p:nvPr userDrawn="1">
            <p:ph type="pic" sz="quarter" idx="28"/>
          </p:nvPr>
        </p:nvSpPr>
        <p:spPr>
          <a:xfrm>
            <a:off x="271809" y="2160173"/>
            <a:ext cx="4138612" cy="2308818"/>
          </a:xfrm>
          <a:solidFill>
            <a:schemeClr val="bg1"/>
          </a:solidFill>
        </p:spPr>
        <p:txBody>
          <a:bodyPr/>
          <a:lstStyle/>
          <a:p>
            <a:endParaRPr lang="en-US"/>
          </a:p>
        </p:txBody>
      </p:sp>
      <p:sp>
        <p:nvSpPr>
          <p:cNvPr id="2" name="Rectangle 1">
            <a:extLst>
              <a:ext uri="{FF2B5EF4-FFF2-40B4-BE49-F238E27FC236}">
                <a16:creationId xmlns:a16="http://schemas.microsoft.com/office/drawing/2014/main" id="{350FDC2F-50B2-9630-74A6-374924DF8927}"/>
              </a:ext>
            </a:extLst>
          </p:cNvPr>
          <p:cNvSpPr/>
          <p:nvPr userDrawn="1"/>
        </p:nvSpPr>
        <p:spPr>
          <a:xfrm>
            <a:off x="4495800" y="897900"/>
            <a:ext cx="7532370" cy="731520"/>
          </a:xfrm>
          <a:prstGeom prst="rect">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 name="Picture 2" descr="Text&#10;&#10;Description automatically generated">
            <a:extLst>
              <a:ext uri="{FF2B5EF4-FFF2-40B4-BE49-F238E27FC236}">
                <a16:creationId xmlns:a16="http://schemas.microsoft.com/office/drawing/2014/main" id="{5BE9466D-6C4D-F81A-4D54-6D1901806FB3}"/>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Freeform: Shape 3">
            <a:extLst>
              <a:ext uri="{FF2B5EF4-FFF2-40B4-BE49-F238E27FC236}">
                <a16:creationId xmlns:a16="http://schemas.microsoft.com/office/drawing/2014/main" id="{4BBB50A1-0B5B-E63D-5F7E-ABCA541563AA}"/>
              </a:ext>
            </a:extLst>
          </p:cNvPr>
          <p:cNvSpPr/>
          <p:nvPr userDrawn="1"/>
        </p:nvSpPr>
        <p:spPr>
          <a:xfrm>
            <a:off x="4333241" y="443362"/>
            <a:ext cx="5857239" cy="293620"/>
          </a:xfrm>
          <a:custGeom>
            <a:avLst/>
            <a:gdLst>
              <a:gd name="connsiteX0" fmla="*/ 0 w 5281711"/>
              <a:gd name="connsiteY0" fmla="*/ 0 h 295712"/>
              <a:gd name="connsiteX1" fmla="*/ 5280254 w 5281711"/>
              <a:gd name="connsiteY1" fmla="*/ 0 h 295712"/>
              <a:gd name="connsiteX2" fmla="*/ 5269805 w 5281711"/>
              <a:gd name="connsiteY2" fmla="*/ 33876 h 295712"/>
              <a:gd name="connsiteX3" fmla="*/ 5258625 w 5281711"/>
              <a:gd name="connsiteY3" fmla="*/ 145494 h 295712"/>
              <a:gd name="connsiteX4" fmla="*/ 5269805 w 5281711"/>
              <a:gd name="connsiteY4" fmla="*/ 257112 h 295712"/>
              <a:gd name="connsiteX5" fmla="*/ 5281711 w 5281711"/>
              <a:gd name="connsiteY5" fmla="*/ 295712 h 295712"/>
              <a:gd name="connsiteX6" fmla="*/ 0 w 5281711"/>
              <a:gd name="connsiteY6" fmla="*/ 295712 h 29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81711" h="295712">
                <a:moveTo>
                  <a:pt x="0" y="0"/>
                </a:moveTo>
                <a:lnTo>
                  <a:pt x="5280254" y="0"/>
                </a:lnTo>
                <a:lnTo>
                  <a:pt x="5269805" y="33876"/>
                </a:lnTo>
                <a:cubicBezTo>
                  <a:pt x="5262475" y="69930"/>
                  <a:pt x="5258625" y="107260"/>
                  <a:pt x="5258625" y="145494"/>
                </a:cubicBezTo>
                <a:cubicBezTo>
                  <a:pt x="5258625" y="183729"/>
                  <a:pt x="5262475" y="221058"/>
                  <a:pt x="5269805" y="257112"/>
                </a:cubicBezTo>
                <a:lnTo>
                  <a:pt x="5281711" y="295712"/>
                </a:lnTo>
                <a:lnTo>
                  <a:pt x="0" y="29571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grpSp>
        <p:nvGrpSpPr>
          <p:cNvPr id="14" name="Group 13">
            <a:extLst>
              <a:ext uri="{FF2B5EF4-FFF2-40B4-BE49-F238E27FC236}">
                <a16:creationId xmlns:a16="http://schemas.microsoft.com/office/drawing/2014/main" id="{67E1357A-C261-5B55-5354-F4039FDB4BA5}"/>
              </a:ext>
            </a:extLst>
          </p:cNvPr>
          <p:cNvGrpSpPr/>
          <p:nvPr userDrawn="1"/>
        </p:nvGrpSpPr>
        <p:grpSpPr>
          <a:xfrm>
            <a:off x="1" y="442914"/>
            <a:ext cx="1125027" cy="728662"/>
            <a:chOff x="1" y="442914"/>
            <a:chExt cx="1125027" cy="728662"/>
          </a:xfrm>
        </p:grpSpPr>
        <p:sp>
          <p:nvSpPr>
            <p:cNvPr id="15" name="Freeform: Shape 14">
              <a:extLst>
                <a:ext uri="{FF2B5EF4-FFF2-40B4-BE49-F238E27FC236}">
                  <a16:creationId xmlns:a16="http://schemas.microsoft.com/office/drawing/2014/main" id="{2A883AB2-ACF5-1E33-F227-6A6B239DD07F}"/>
                </a:ext>
              </a:extLst>
            </p:cNvPr>
            <p:cNvSpPr/>
            <p:nvPr userDrawn="1"/>
          </p:nvSpPr>
          <p:spPr>
            <a:xfrm>
              <a:off x="1" y="442914"/>
              <a:ext cx="1125027" cy="728662"/>
            </a:xfrm>
            <a:custGeom>
              <a:avLst/>
              <a:gdLst>
                <a:gd name="connsiteX0" fmla="*/ 0 w 1125027"/>
                <a:gd name="connsiteY0" fmla="*/ 0 h 728662"/>
                <a:gd name="connsiteX1" fmla="*/ 759363 w 1125027"/>
                <a:gd name="connsiteY1" fmla="*/ 0 h 728662"/>
                <a:gd name="connsiteX2" fmla="*/ 765174 w 1125027"/>
                <a:gd name="connsiteY2" fmla="*/ 0 h 728662"/>
                <a:gd name="connsiteX3" fmla="*/ 765174 w 1125027"/>
                <a:gd name="connsiteY3" fmla="*/ 584 h 728662"/>
                <a:gd name="connsiteX4" fmla="*/ 833057 w 1125027"/>
                <a:gd name="connsiteY4" fmla="*/ 7402 h 728662"/>
                <a:gd name="connsiteX5" fmla="*/ 1125027 w 1125027"/>
                <a:gd name="connsiteY5" fmla="*/ 364331 h 728662"/>
                <a:gd name="connsiteX6" fmla="*/ 833057 w 1125027"/>
                <a:gd name="connsiteY6" fmla="*/ 721260 h 728662"/>
                <a:gd name="connsiteX7" fmla="*/ 765174 w 1125027"/>
                <a:gd name="connsiteY7" fmla="*/ 728078 h 728662"/>
                <a:gd name="connsiteX8" fmla="*/ 765174 w 1125027"/>
                <a:gd name="connsiteY8" fmla="*/ 728662 h 728662"/>
                <a:gd name="connsiteX9" fmla="*/ 759363 w 1125027"/>
                <a:gd name="connsiteY9" fmla="*/ 728662 h 728662"/>
                <a:gd name="connsiteX10" fmla="*/ 0 w 1125027"/>
                <a:gd name="connsiteY10" fmla="*/ 728662 h 72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5027" h="728662">
                  <a:moveTo>
                    <a:pt x="0" y="0"/>
                  </a:moveTo>
                  <a:lnTo>
                    <a:pt x="759363" y="0"/>
                  </a:lnTo>
                  <a:lnTo>
                    <a:pt x="765174" y="0"/>
                  </a:lnTo>
                  <a:lnTo>
                    <a:pt x="765174" y="584"/>
                  </a:lnTo>
                  <a:lnTo>
                    <a:pt x="833057" y="7402"/>
                  </a:lnTo>
                  <a:cubicBezTo>
                    <a:pt x="999684" y="41375"/>
                    <a:pt x="1125027" y="188269"/>
                    <a:pt x="1125027" y="364331"/>
                  </a:cubicBezTo>
                  <a:cubicBezTo>
                    <a:pt x="1125027" y="540393"/>
                    <a:pt x="999684" y="687288"/>
                    <a:pt x="833057" y="721260"/>
                  </a:cubicBezTo>
                  <a:lnTo>
                    <a:pt x="765174" y="728078"/>
                  </a:lnTo>
                  <a:lnTo>
                    <a:pt x="765174" y="728662"/>
                  </a:lnTo>
                  <a:lnTo>
                    <a:pt x="759363" y="728662"/>
                  </a:lnTo>
                  <a:lnTo>
                    <a:pt x="0" y="72866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pic>
          <p:nvPicPr>
            <p:cNvPr id="21" name="Graphic 20">
              <a:extLst>
                <a:ext uri="{FF2B5EF4-FFF2-40B4-BE49-F238E27FC236}">
                  <a16:creationId xmlns:a16="http://schemas.microsoft.com/office/drawing/2014/main" id="{3680A1D2-8A0F-824E-25FC-4B0A7641A7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6798" y="487205"/>
              <a:ext cx="640080" cy="640080"/>
            </a:xfrm>
            <a:prstGeom prst="rect">
              <a:avLst/>
            </a:prstGeom>
          </p:spPr>
        </p:pic>
      </p:grpSp>
      <p:sp>
        <p:nvSpPr>
          <p:cNvPr id="25" name="Rectangle 24">
            <a:extLst>
              <a:ext uri="{FF2B5EF4-FFF2-40B4-BE49-F238E27FC236}">
                <a16:creationId xmlns:a16="http://schemas.microsoft.com/office/drawing/2014/main" id="{6B92B15B-089C-E2C2-4517-DB14F7EE88A9}"/>
              </a:ext>
            </a:extLst>
          </p:cNvPr>
          <p:cNvSpPr/>
          <p:nvPr userDrawn="1"/>
        </p:nvSpPr>
        <p:spPr>
          <a:xfrm>
            <a:off x="4333241" y="897900"/>
            <a:ext cx="308546" cy="731520"/>
          </a:xfrm>
          <a:prstGeom prst="rect">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6" name="Text Placeholder 1">
            <a:extLst>
              <a:ext uri="{FF2B5EF4-FFF2-40B4-BE49-F238E27FC236}">
                <a16:creationId xmlns:a16="http://schemas.microsoft.com/office/drawing/2014/main" id="{50ACB796-0BCD-87BE-E910-39D149FA982F}"/>
              </a:ext>
            </a:extLst>
          </p:cNvPr>
          <p:cNvSpPr>
            <a:spLocks noGrp="1"/>
          </p:cNvSpPr>
          <p:nvPr>
            <p:ph type="body" sz="quarter" idx="21"/>
          </p:nvPr>
        </p:nvSpPr>
        <p:spPr>
          <a:xfrm>
            <a:off x="5658544" y="503318"/>
            <a:ext cx="4023360" cy="156435"/>
          </a:xfrm>
        </p:spPr>
        <p:txBody>
          <a:bodyPr anchor="ct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47" name="TextBox 46">
            <a:extLst>
              <a:ext uri="{FF2B5EF4-FFF2-40B4-BE49-F238E27FC236}">
                <a16:creationId xmlns:a16="http://schemas.microsoft.com/office/drawing/2014/main" id="{88A49BD9-EA44-B214-F1DE-DFBB93E13A42}"/>
              </a:ext>
            </a:extLst>
          </p:cNvPr>
          <p:cNvSpPr txBox="1"/>
          <p:nvPr userDrawn="1"/>
        </p:nvSpPr>
        <p:spPr>
          <a:xfrm>
            <a:off x="4928784" y="471457"/>
            <a:ext cx="729762" cy="228198"/>
          </a:xfrm>
          <a:prstGeom prst="rect">
            <a:avLst/>
          </a:prstGeom>
          <a:noFill/>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Severity:</a:t>
            </a:r>
            <a:endParaRPr kumimoji="0" lang="en-US" sz="105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nvGrpSpPr>
          <p:cNvPr id="48" name="Group 47">
            <a:extLst>
              <a:ext uri="{FF2B5EF4-FFF2-40B4-BE49-F238E27FC236}">
                <a16:creationId xmlns:a16="http://schemas.microsoft.com/office/drawing/2014/main" id="{C615A4ED-D8EC-A1E3-A5D7-86F36BAC5638}"/>
              </a:ext>
            </a:extLst>
          </p:cNvPr>
          <p:cNvGrpSpPr/>
          <p:nvPr userDrawn="1"/>
        </p:nvGrpSpPr>
        <p:grpSpPr>
          <a:xfrm>
            <a:off x="1280209" y="272366"/>
            <a:ext cx="2897851" cy="1514509"/>
            <a:chOff x="4211129" y="1068906"/>
            <a:chExt cx="515917" cy="1018556"/>
          </a:xfrm>
        </p:grpSpPr>
        <p:sp>
          <p:nvSpPr>
            <p:cNvPr id="56" name="TextBox 55">
              <a:extLst>
                <a:ext uri="{FF2B5EF4-FFF2-40B4-BE49-F238E27FC236}">
                  <a16:creationId xmlns:a16="http://schemas.microsoft.com/office/drawing/2014/main" id="{6381B76D-1EFF-A4DD-E0D3-B2540B8AFA84}"/>
                </a:ext>
              </a:extLst>
            </p:cNvPr>
            <p:cNvSpPr txBox="1"/>
            <p:nvPr/>
          </p:nvSpPr>
          <p:spPr>
            <a:xfrm>
              <a:off x="4211129" y="1068906"/>
              <a:ext cx="449027"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Sons Condensed Extrabold" panose="02060906060206060203" pitchFamily="18" charset="0"/>
                  <a:sym typeface="SonsCondensed-Extrabold"/>
                  <a:rtl val="0"/>
                </a:rPr>
                <a:t>EHS INITIAL</a:t>
              </a:r>
            </a:p>
          </p:txBody>
        </p:sp>
        <p:sp>
          <p:nvSpPr>
            <p:cNvPr id="57" name="TextBox 56">
              <a:extLst>
                <a:ext uri="{FF2B5EF4-FFF2-40B4-BE49-F238E27FC236}">
                  <a16:creationId xmlns:a16="http://schemas.microsoft.com/office/drawing/2014/main" id="{CEA9EA60-0E8A-1E3F-F3AF-1FB57458491E}"/>
                </a:ext>
              </a:extLst>
            </p:cNvPr>
            <p:cNvSpPr txBox="1">
              <a:spLocks/>
            </p:cNvSpPr>
            <p:nvPr/>
          </p:nvSpPr>
          <p:spPr>
            <a:xfrm>
              <a:off x="4211320" y="1507891"/>
              <a:ext cx="515726"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Sons Condensed Extrabold" panose="02060906060206060203" pitchFamily="18" charset="0"/>
                  <a:sym typeface="SonsCondensed-Extrabold"/>
                  <a:rtl val="0"/>
                </a:rPr>
                <a:t>NOTIFICATION</a:t>
              </a:r>
            </a:p>
          </p:txBody>
        </p:sp>
      </p:grpSp>
      <p:sp>
        <p:nvSpPr>
          <p:cNvPr id="65" name="Text Placeholder 28">
            <a:extLst>
              <a:ext uri="{FF2B5EF4-FFF2-40B4-BE49-F238E27FC236}">
                <a16:creationId xmlns:a16="http://schemas.microsoft.com/office/drawing/2014/main" id="{65D8572C-D722-E63E-6F5B-53F15FFCB117}"/>
              </a:ext>
            </a:extLst>
          </p:cNvPr>
          <p:cNvSpPr>
            <a:spLocks noGrp="1"/>
          </p:cNvSpPr>
          <p:nvPr>
            <p:ph type="body" sz="quarter" idx="29" hasCustomPrompt="1"/>
          </p:nvPr>
        </p:nvSpPr>
        <p:spPr>
          <a:xfrm>
            <a:off x="11581213" y="6617087"/>
            <a:ext cx="369691" cy="123111"/>
          </a:xfrm>
        </p:spPr>
        <p:txBody>
          <a:bodyPr anchor="ctr">
            <a:spAutoFit/>
          </a:bodyPr>
          <a:lstStyle>
            <a:lvl1pPr>
              <a:defRPr sz="800">
                <a:latin typeface="Arial" panose="020B0604020202020204" pitchFamily="34" charset="0"/>
                <a:cs typeface="Arial" panose="020B0604020202020204" pitchFamily="34" charset="0"/>
              </a:defRPr>
            </a:lvl1pPr>
            <a:lvl2pPr>
              <a:defRPr sz="800">
                <a:latin typeface="Arial" panose="020B0604020202020204" pitchFamily="34" charset="0"/>
                <a:cs typeface="Arial" panose="020B0604020202020204" pitchFamily="34" charset="0"/>
              </a:defRPr>
            </a:lvl2pPr>
            <a:lvl3pPr>
              <a:defRPr sz="800">
                <a:latin typeface="Arial" panose="020B0604020202020204" pitchFamily="34" charset="0"/>
                <a:cs typeface="Arial" panose="020B0604020202020204" pitchFamily="34" charset="0"/>
              </a:defRPr>
            </a:lvl3pPr>
            <a:lvl4pPr>
              <a:defRPr sz="800">
                <a:latin typeface="Arial" panose="020B0604020202020204" pitchFamily="34" charset="0"/>
                <a:cs typeface="Arial" panose="020B0604020202020204" pitchFamily="34" charset="0"/>
              </a:defRPr>
            </a:lvl4pPr>
            <a:lvl5pPr>
              <a:defRPr sz="800">
                <a:latin typeface="Arial" panose="020B0604020202020204" pitchFamily="34" charset="0"/>
                <a:cs typeface="Arial" panose="020B0604020202020204" pitchFamily="34" charset="0"/>
              </a:defRPr>
            </a:lvl5pPr>
          </a:lstStyle>
          <a:p>
            <a:pPr lvl="0"/>
            <a:r>
              <a:rPr lang="en-US" dirty="0"/>
              <a:t>{##]</a:t>
            </a:r>
          </a:p>
        </p:txBody>
      </p:sp>
      <p:sp>
        <p:nvSpPr>
          <p:cNvPr id="66" name="TextBox 65">
            <a:extLst>
              <a:ext uri="{FF2B5EF4-FFF2-40B4-BE49-F238E27FC236}">
                <a16:creationId xmlns:a16="http://schemas.microsoft.com/office/drawing/2014/main" id="{840AC4F2-CAD2-4717-66C0-4877879A620E}"/>
              </a:ext>
            </a:extLst>
          </p:cNvPr>
          <p:cNvSpPr txBox="1"/>
          <p:nvPr userDrawn="1"/>
        </p:nvSpPr>
        <p:spPr>
          <a:xfrm>
            <a:off x="10161508" y="6628510"/>
            <a:ext cx="1371962" cy="123111"/>
          </a:xfrm>
          <a:prstGeom prst="rect">
            <a:avLst/>
          </a:prstGeom>
        </p:spPr>
        <p:txBody>
          <a:bodyPr vert="horz" lIns="0" tIns="0" rIns="0" bIns="0" rtlCol="0" anchor="ctr" anchorCtr="0">
            <a:spAutoFit/>
          </a:bodyPr>
          <a:lstStyle>
            <a:defPPr>
              <a:defRPr lang="en-US"/>
            </a:defPPr>
            <a:lvl1pPr marR="0" lvl="0" indent="0" algn="r" fontAlgn="auto">
              <a:lnSpc>
                <a:spcPct val="100000"/>
              </a:lnSpc>
              <a:spcBef>
                <a:spcPts val="0"/>
              </a:spcBef>
              <a:spcAft>
                <a:spcPts val="0"/>
              </a:spcAft>
              <a:buClrTx/>
              <a:buSzTx/>
              <a:buFontTx/>
              <a:buNone/>
              <a:tabLst/>
              <a:defRPr kumimoji="0" sz="800" b="0" i="0" u="none" strike="noStrike" cap="none" spc="0" normalizeH="0" baseline="0">
                <a:ln>
                  <a:noFill/>
                </a:ln>
                <a:solidFill>
                  <a:srgbClr val="212121"/>
                </a:solidFill>
                <a:effectLst/>
                <a:uLnTx/>
                <a:uFillTx/>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12121"/>
                </a:solidFill>
                <a:effectLst/>
                <a:uLnTx/>
                <a:uFillTx/>
                <a:latin typeface="Arial" panose="020B0604020202020204" pitchFamily="34" charset="0"/>
                <a:ea typeface="+mn-ea"/>
                <a:cs typeface="Arial" panose="020B0604020202020204" pitchFamily="34" charset="0"/>
              </a:rPr>
              <a:t>Gensuite/ComplyWorks ID:</a:t>
            </a:r>
          </a:p>
        </p:txBody>
      </p:sp>
      <p:sp>
        <p:nvSpPr>
          <p:cNvPr id="5" name="Text Placeholder 4">
            <a:extLst>
              <a:ext uri="{FF2B5EF4-FFF2-40B4-BE49-F238E27FC236}">
                <a16:creationId xmlns:a16="http://schemas.microsoft.com/office/drawing/2014/main" id="{E2DE6DA5-A3A0-A7EA-CCD7-61E90AA72D4E}"/>
              </a:ext>
            </a:extLst>
          </p:cNvPr>
          <p:cNvSpPr>
            <a:spLocks noGrp="1"/>
          </p:cNvSpPr>
          <p:nvPr>
            <p:ph type="body" sz="quarter" idx="17"/>
          </p:nvPr>
        </p:nvSpPr>
        <p:spPr>
          <a:xfrm>
            <a:off x="6366539" y="1408117"/>
            <a:ext cx="1578006" cy="155261"/>
          </a:xfrm>
        </p:spPr>
        <p:txBody>
          <a:bodyPr/>
          <a:lstStyle>
            <a:lvl1pPr>
              <a:defRPr sz="1050">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8" name="Text Placeholder 3">
            <a:extLst>
              <a:ext uri="{FF2B5EF4-FFF2-40B4-BE49-F238E27FC236}">
                <a16:creationId xmlns:a16="http://schemas.microsoft.com/office/drawing/2014/main" id="{EBC531A2-CFB3-4A3A-B0B4-786B4DCD6682}"/>
              </a:ext>
            </a:extLst>
          </p:cNvPr>
          <p:cNvSpPr>
            <a:spLocks noGrp="1"/>
          </p:cNvSpPr>
          <p:nvPr>
            <p:ph type="body" sz="quarter" idx="16"/>
          </p:nvPr>
        </p:nvSpPr>
        <p:spPr>
          <a:xfrm>
            <a:off x="5661372" y="1170108"/>
            <a:ext cx="2286000" cy="156435"/>
          </a:xfrm>
        </p:spPr>
        <p:txBody>
          <a:bodyPr/>
          <a:lstStyle>
            <a:lvl1pPr>
              <a:defRPr sz="1050">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9" name="Text Placeholder 2">
            <a:extLst>
              <a:ext uri="{FF2B5EF4-FFF2-40B4-BE49-F238E27FC236}">
                <a16:creationId xmlns:a16="http://schemas.microsoft.com/office/drawing/2014/main" id="{0271CD42-A28E-206B-C0B9-B8B5E9CF5AC3}"/>
              </a:ext>
            </a:extLst>
          </p:cNvPr>
          <p:cNvSpPr>
            <a:spLocks noGrp="1"/>
          </p:cNvSpPr>
          <p:nvPr>
            <p:ph type="body" sz="quarter" idx="15"/>
          </p:nvPr>
        </p:nvSpPr>
        <p:spPr>
          <a:xfrm>
            <a:off x="5661371" y="928058"/>
            <a:ext cx="2286000" cy="156435"/>
          </a:xfrm>
        </p:spPr>
        <p:txBody>
          <a:bodyPr/>
          <a:lstStyle>
            <a:lvl1pPr>
              <a:defRPr sz="1050">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grpSp>
        <p:nvGrpSpPr>
          <p:cNvPr id="10" name="Header Text Group">
            <a:extLst>
              <a:ext uri="{FF2B5EF4-FFF2-40B4-BE49-F238E27FC236}">
                <a16:creationId xmlns:a16="http://schemas.microsoft.com/office/drawing/2014/main" id="{3821BAFC-6269-066A-9D84-1090E2B0EED8}"/>
              </a:ext>
            </a:extLst>
          </p:cNvPr>
          <p:cNvGrpSpPr/>
          <p:nvPr userDrawn="1"/>
        </p:nvGrpSpPr>
        <p:grpSpPr>
          <a:xfrm>
            <a:off x="4928784" y="933273"/>
            <a:ext cx="732470" cy="630105"/>
            <a:chOff x="4951932" y="970850"/>
            <a:chExt cx="732470" cy="630105"/>
          </a:xfrm>
        </p:grpSpPr>
        <p:sp>
          <p:nvSpPr>
            <p:cNvPr id="11" name="TextBox 10">
              <a:extLst>
                <a:ext uri="{FF2B5EF4-FFF2-40B4-BE49-F238E27FC236}">
                  <a16:creationId xmlns:a16="http://schemas.microsoft.com/office/drawing/2014/main" id="{99096F43-14C1-3287-4CBB-8E78A9EBF6BF}"/>
                </a:ext>
              </a:extLst>
            </p:cNvPr>
            <p:cNvSpPr txBox="1"/>
            <p:nvPr userDrawn="1"/>
          </p:nvSpPr>
          <p:spPr>
            <a:xfrm>
              <a:off x="4951932" y="970850"/>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rPr>
                <a:t>Location:</a:t>
              </a:r>
              <a:endParaRPr kumimoji="0" lang="en-US" sz="1050" b="0" i="0" u="none" strike="noStrike" kern="1200" cap="none" spc="0" normalizeH="0" baseline="0" noProof="0" dirty="0">
                <a:ln>
                  <a:noFill/>
                </a:ln>
                <a:solidFill>
                  <a:srgbClr val="212121"/>
                </a:solidFill>
                <a:effectLst/>
                <a:uLnTx/>
                <a:uFillTx/>
                <a:latin typeface="Arial" panose="020B0604020202020204" pitchFamily="34" charset="0"/>
                <a:ea typeface="+mn-ea"/>
                <a:cs typeface="Arial" panose="020B0604020202020204" pitchFamily="34" charset="0"/>
              </a:endParaRPr>
            </a:p>
          </p:txBody>
        </p:sp>
        <p:sp>
          <p:nvSpPr>
            <p:cNvPr id="13" name="TextBox 12">
              <a:extLst>
                <a:ext uri="{FF2B5EF4-FFF2-40B4-BE49-F238E27FC236}">
                  <a16:creationId xmlns:a16="http://schemas.microsoft.com/office/drawing/2014/main" id="{723A2F11-9493-7B56-B2FD-CBE0DFD2A1B1}"/>
                </a:ext>
              </a:extLst>
            </p:cNvPr>
            <p:cNvSpPr txBox="1"/>
            <p:nvPr userDrawn="1"/>
          </p:nvSpPr>
          <p:spPr>
            <a:xfrm>
              <a:off x="4951932" y="1208179"/>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rPr>
                <a:t>Date: </a:t>
              </a:r>
            </a:p>
          </p:txBody>
        </p:sp>
        <p:sp>
          <p:nvSpPr>
            <p:cNvPr id="17" name="TextBox 16">
              <a:extLst>
                <a:ext uri="{FF2B5EF4-FFF2-40B4-BE49-F238E27FC236}">
                  <a16:creationId xmlns:a16="http://schemas.microsoft.com/office/drawing/2014/main" id="{4249BC51-90F9-CE33-8A7C-45539B8239C7}"/>
                </a:ext>
              </a:extLst>
            </p:cNvPr>
            <p:cNvSpPr txBox="1"/>
            <p:nvPr userDrawn="1"/>
          </p:nvSpPr>
          <p:spPr>
            <a:xfrm>
              <a:off x="4951932" y="1445507"/>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rPr>
                <a:t>Customer/Contractor:</a:t>
              </a:r>
            </a:p>
          </p:txBody>
        </p:sp>
      </p:grpSp>
      <p:grpSp>
        <p:nvGrpSpPr>
          <p:cNvPr id="22" name="Group 21">
            <a:extLst>
              <a:ext uri="{FF2B5EF4-FFF2-40B4-BE49-F238E27FC236}">
                <a16:creationId xmlns:a16="http://schemas.microsoft.com/office/drawing/2014/main" id="{86EE56FD-24EE-4D1C-3E33-F42A8B51D72F}"/>
              </a:ext>
            </a:extLst>
          </p:cNvPr>
          <p:cNvGrpSpPr/>
          <p:nvPr userDrawn="1"/>
        </p:nvGrpSpPr>
        <p:grpSpPr>
          <a:xfrm>
            <a:off x="10212294" y="947594"/>
            <a:ext cx="1676859" cy="711379"/>
            <a:chOff x="10212294" y="775802"/>
            <a:chExt cx="1676859" cy="711379"/>
          </a:xfrm>
        </p:grpSpPr>
        <p:sp>
          <p:nvSpPr>
            <p:cNvPr id="26" name="Icon 1">
              <a:extLst>
                <a:ext uri="{FF2B5EF4-FFF2-40B4-BE49-F238E27FC236}">
                  <a16:creationId xmlns:a16="http://schemas.microsoft.com/office/drawing/2014/main" id="{D4F6D6C1-D271-698B-E570-599722D92029}"/>
                </a:ext>
              </a:extLst>
            </p:cNvPr>
            <p:cNvSpPr/>
            <p:nvPr userDrawn="1"/>
          </p:nvSpPr>
          <p:spPr>
            <a:xfrm>
              <a:off x="10212294" y="775802"/>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27" name="Icon 1">
              <a:extLst>
                <a:ext uri="{FF2B5EF4-FFF2-40B4-BE49-F238E27FC236}">
                  <a16:creationId xmlns:a16="http://schemas.microsoft.com/office/drawing/2014/main" id="{7585C700-4006-812C-C98D-4D5A4A0F605D}"/>
                </a:ext>
              </a:extLst>
            </p:cNvPr>
            <p:cNvSpPr/>
            <p:nvPr userDrawn="1"/>
          </p:nvSpPr>
          <p:spPr>
            <a:xfrm>
              <a:off x="11193161" y="791189"/>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28" name="TextBox 27">
              <a:extLst>
                <a:ext uri="{FF2B5EF4-FFF2-40B4-BE49-F238E27FC236}">
                  <a16:creationId xmlns:a16="http://schemas.microsoft.com/office/drawing/2014/main" id="{82436C99-5886-7DC3-3D43-8D1D84E67965}"/>
                </a:ext>
              </a:extLst>
            </p:cNvPr>
            <p:cNvSpPr txBox="1"/>
            <p:nvPr userDrawn="1"/>
          </p:nvSpPr>
          <p:spPr>
            <a:xfrm>
              <a:off x="10273091" y="996840"/>
              <a:ext cx="574398" cy="253916"/>
            </a:xfrm>
            <a:prstGeom prst="rect">
              <a:avLst/>
            </a:prstGeom>
            <a:noFill/>
          </p:spPr>
          <p:txBody>
            <a:bodyPr wrap="none" lIns="45720" tIns="45720" rIns="45720" bIns="4572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Business</a:t>
              </a:r>
            </a:p>
          </p:txBody>
        </p:sp>
        <p:sp>
          <p:nvSpPr>
            <p:cNvPr id="29" name="TextBox 28">
              <a:extLst>
                <a:ext uri="{FF2B5EF4-FFF2-40B4-BE49-F238E27FC236}">
                  <a16:creationId xmlns:a16="http://schemas.microsoft.com/office/drawing/2014/main" id="{7BED956D-281B-9D2C-9F46-7BB8FFA1838A}"/>
                </a:ext>
              </a:extLst>
            </p:cNvPr>
            <p:cNvSpPr txBox="1"/>
            <p:nvPr userDrawn="1"/>
          </p:nvSpPr>
          <p:spPr>
            <a:xfrm>
              <a:off x="11316256" y="954519"/>
              <a:ext cx="449803" cy="369332"/>
            </a:xfrm>
            <a:prstGeom prst="rect">
              <a:avLst/>
            </a:prstGeom>
            <a:noFill/>
          </p:spPr>
          <p:txBody>
            <a:bodyPr wrap="none" lIns="45720" tIns="45720" rIns="45720" bIns="4572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LSR or</a:t>
              </a:r>
              <a:b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PSE</a:t>
              </a:r>
            </a:p>
          </p:txBody>
        </p:sp>
      </p:grpSp>
    </p:spTree>
    <p:extLst>
      <p:ext uri="{BB962C8B-B14F-4D97-AF65-F5344CB8AC3E}">
        <p14:creationId xmlns:p14="http://schemas.microsoft.com/office/powerpoint/2010/main" val="4097372331"/>
      </p:ext>
    </p:extLst>
  </p:cSld>
  <p:clrMapOvr>
    <a:masterClrMapping/>
  </p:clrMapOvr>
  <p:extLst>
    <p:ext uri="{DCECCB84-F9BA-43D5-87BE-67443E8EF086}">
      <p15:sldGuideLst xmlns:p15="http://schemas.microsoft.com/office/powerpoint/2012/main">
        <p15:guide id="1"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vel A_Non-PSE_One LSR">
    <p:bg>
      <p:bgRef idx="1001">
        <a:schemeClr val="bg2"/>
      </p:bgRef>
    </p:bg>
    <p:spTree>
      <p:nvGrpSpPr>
        <p:cNvPr id="1" name=""/>
        <p:cNvGrpSpPr/>
        <p:nvPr/>
      </p:nvGrpSpPr>
      <p:grpSpPr>
        <a:xfrm>
          <a:off x="0" y="0"/>
          <a:ext cx="0" cy="0"/>
          <a:chOff x="0" y="0"/>
          <a:chExt cx="0" cy="0"/>
        </a:xfrm>
      </p:grpSpPr>
      <p:sp>
        <p:nvSpPr>
          <p:cNvPr id="16" name="What Happened Placeholder 15">
            <a:extLst>
              <a:ext uri="{FF2B5EF4-FFF2-40B4-BE49-F238E27FC236}">
                <a16:creationId xmlns:a16="http://schemas.microsoft.com/office/drawing/2014/main" id="{FE1D6190-514F-42DA-F113-A293BF8D5675}"/>
              </a:ext>
            </a:extLst>
          </p:cNvPr>
          <p:cNvSpPr>
            <a:spLocks noGrp="1"/>
          </p:cNvSpPr>
          <p:nvPr>
            <p:ph type="body" sz="quarter" idx="12" hasCustomPrompt="1"/>
          </p:nvPr>
        </p:nvSpPr>
        <p:spPr>
          <a:xfrm>
            <a:off x="271809" y="4900757"/>
            <a:ext cx="4223991" cy="999222"/>
          </a:xfrm>
        </p:spPr>
        <p:txBody>
          <a:bodyPr/>
          <a:lstStyle>
            <a:lvl1pPr>
              <a:defRPr sz="1400">
                <a:latin typeface="Arial" panose="020B0604020202020204" pitchFamily="34" charset="0"/>
                <a:cs typeface="Arial" panose="020B0604020202020204" pitchFamily="34" charset="0"/>
              </a:defRPr>
            </a:lvl1pPr>
            <a:lvl2pPr marL="0" indent="0">
              <a:buNone/>
              <a:defRPr sz="1400">
                <a:latin typeface="Arial" panose="020B0604020202020204" pitchFamily="34" charset="0"/>
                <a:cs typeface="Arial" panose="020B0604020202020204" pitchFamily="34" charset="0"/>
              </a:defRPr>
            </a:lvl2pPr>
            <a:lvl3pPr>
              <a:defRPr sz="1400"/>
            </a:lvl3pPr>
            <a:lvl4pPr>
              <a:defRPr sz="1400"/>
            </a:lvl4pPr>
            <a:lvl5pPr>
              <a:defRPr sz="1400"/>
            </a:lvl5pPr>
          </a:lstStyle>
          <a:p>
            <a:pPr lvl="0"/>
            <a:r>
              <a:rPr lang="en-US" dirty="0"/>
              <a:t>Click to enter the event’s description </a:t>
            </a:r>
          </a:p>
          <a:p>
            <a:pPr lvl="1"/>
            <a:endParaRPr lang="en-US" dirty="0"/>
          </a:p>
        </p:txBody>
      </p:sp>
      <p:sp>
        <p:nvSpPr>
          <p:cNvPr id="6" name="Rectangle 5">
            <a:extLst>
              <a:ext uri="{FF2B5EF4-FFF2-40B4-BE49-F238E27FC236}">
                <a16:creationId xmlns:a16="http://schemas.microsoft.com/office/drawing/2014/main" id="{CC88B6C4-6630-375E-1AEB-D8E54A780674}"/>
              </a:ext>
            </a:extLst>
          </p:cNvPr>
          <p:cNvSpPr/>
          <p:nvPr userDrawn="1"/>
        </p:nvSpPr>
        <p:spPr>
          <a:xfrm>
            <a:off x="-280" y="6009714"/>
            <a:ext cx="12192000" cy="4956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32" name="Image Rectangle 31">
            <a:extLst>
              <a:ext uri="{FF2B5EF4-FFF2-40B4-BE49-F238E27FC236}">
                <a16:creationId xmlns:a16="http://schemas.microsoft.com/office/drawing/2014/main" id="{CA9DDF16-B1C0-62FB-B2F7-2BBBBC03D0EE}"/>
              </a:ext>
            </a:extLst>
          </p:cNvPr>
          <p:cNvSpPr/>
          <p:nvPr userDrawn="1"/>
        </p:nvSpPr>
        <p:spPr>
          <a:xfrm>
            <a:off x="186429" y="2089452"/>
            <a:ext cx="4309372" cy="2450261"/>
          </a:xfrm>
          <a:prstGeom prst="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7" name="Takeaway Placeholder 6">
            <a:extLst>
              <a:ext uri="{FF2B5EF4-FFF2-40B4-BE49-F238E27FC236}">
                <a16:creationId xmlns:a16="http://schemas.microsoft.com/office/drawing/2014/main" id="{53A0EF0F-45F0-1123-24E6-C0F211188A29}"/>
              </a:ext>
            </a:extLst>
          </p:cNvPr>
          <p:cNvSpPr>
            <a:spLocks noGrp="1"/>
          </p:cNvSpPr>
          <p:nvPr userDrawn="1">
            <p:ph type="body" sz="quarter" idx="22" hasCustomPrompt="1"/>
          </p:nvPr>
        </p:nvSpPr>
        <p:spPr>
          <a:xfrm>
            <a:off x="-280" y="6070997"/>
            <a:ext cx="12192000" cy="373062"/>
          </a:xfrm>
        </p:spPr>
        <p:txBody>
          <a:bodyPr anchor="ctr"/>
          <a:lstStyle>
            <a:lvl1pPr algn="ctr">
              <a:defRPr sz="1600">
                <a:solidFill>
                  <a:schemeClr val="bg1"/>
                </a:solidFill>
                <a:latin typeface="Arial" panose="020B0604020202020204" pitchFamily="34" charset="0"/>
                <a:cs typeface="Arial" panose="020B0604020202020204" pitchFamily="34" charset="0"/>
              </a:defRPr>
            </a:lvl1pPr>
            <a:lvl2pPr marL="0" indent="0" algn="ctr">
              <a:buNone/>
              <a:defRPr sz="1600">
                <a:latin typeface="Arial" panose="020B0604020202020204" pitchFamily="34" charset="0"/>
                <a:cs typeface="Arial" panose="020B0604020202020204" pitchFamily="34" charset="0"/>
              </a:defRPr>
            </a:lvl2pPr>
            <a:lvl3pPr algn="ctr">
              <a:defRPr sz="1600">
                <a:latin typeface="Arial" panose="020B0604020202020204" pitchFamily="34" charset="0"/>
                <a:cs typeface="Arial" panose="020B0604020202020204" pitchFamily="34" charset="0"/>
              </a:defRPr>
            </a:lvl3pPr>
            <a:lvl4pPr algn="ctr">
              <a:defRPr sz="1600">
                <a:latin typeface="Arial" panose="020B0604020202020204" pitchFamily="34" charset="0"/>
                <a:cs typeface="Arial" panose="020B0604020202020204" pitchFamily="34" charset="0"/>
              </a:defRPr>
            </a:lvl4pPr>
            <a:lvl5pPr algn="ctr">
              <a:defRPr sz="1600">
                <a:latin typeface="Arial" panose="020B0604020202020204" pitchFamily="34" charset="0"/>
                <a:cs typeface="Arial" panose="020B0604020202020204" pitchFamily="34" charset="0"/>
              </a:defRPr>
            </a:lvl5pPr>
          </a:lstStyle>
          <a:p>
            <a:pPr lvl="0"/>
            <a:r>
              <a:rPr lang="en-US" dirty="0"/>
              <a:t>Click to enter the most relevant take away from your event</a:t>
            </a:r>
          </a:p>
        </p:txBody>
      </p:sp>
      <p:sp>
        <p:nvSpPr>
          <p:cNvPr id="23" name="Action Placeholder 19">
            <a:extLst>
              <a:ext uri="{FF2B5EF4-FFF2-40B4-BE49-F238E27FC236}">
                <a16:creationId xmlns:a16="http://schemas.microsoft.com/office/drawing/2014/main" id="{7ECE0CDC-06D2-D6E3-E786-260537DB1C02}"/>
              </a:ext>
            </a:extLst>
          </p:cNvPr>
          <p:cNvSpPr>
            <a:spLocks noGrp="1"/>
          </p:cNvSpPr>
          <p:nvPr userDrawn="1">
            <p:ph type="body" sz="quarter" idx="14" hasCustomPrompt="1"/>
          </p:nvPr>
        </p:nvSpPr>
        <p:spPr>
          <a:xfrm>
            <a:off x="4957795" y="4273351"/>
            <a:ext cx="6815105" cy="1613196"/>
          </a:xfrm>
        </p:spPr>
        <p:txBody>
          <a:bodyPr/>
          <a:lstStyle>
            <a:lvl1pPr marL="285750" indent="-285750">
              <a:buFont typeface="Arial" panose="020B0604020202020204" pitchFamily="34" charset="0"/>
              <a:buChar char="•"/>
              <a:defRPr sz="1400">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en-US" dirty="0"/>
              <a:t>Click to enter the SMART actions to protect everyone, in bullets (min. 3, max. 4)</a:t>
            </a:r>
          </a:p>
        </p:txBody>
      </p:sp>
      <p:sp>
        <p:nvSpPr>
          <p:cNvPr id="20" name="Findings Placeholder 8">
            <a:extLst>
              <a:ext uri="{FF2B5EF4-FFF2-40B4-BE49-F238E27FC236}">
                <a16:creationId xmlns:a16="http://schemas.microsoft.com/office/drawing/2014/main" id="{8CF053ED-5B02-1107-EA91-D8317B98D0B9}"/>
              </a:ext>
            </a:extLst>
          </p:cNvPr>
          <p:cNvSpPr>
            <a:spLocks noGrp="1"/>
          </p:cNvSpPr>
          <p:nvPr userDrawn="1">
            <p:ph type="body" sz="quarter" idx="13" hasCustomPrompt="1"/>
          </p:nvPr>
        </p:nvSpPr>
        <p:spPr>
          <a:xfrm>
            <a:off x="4951413" y="2392644"/>
            <a:ext cx="6821487" cy="1389250"/>
          </a:xfrm>
        </p:spPr>
        <p:txBody>
          <a:bodyPr/>
          <a:lstStyle>
            <a:lvl1pPr marL="285750" indent="-285750">
              <a:buFont typeface="Arial" panose="020B0604020202020204" pitchFamily="34" charset="0"/>
              <a:buChar char="•"/>
              <a:defRPr sz="1400">
                <a:latin typeface="Arial" panose="020B0604020202020204" pitchFamily="34" charset="0"/>
                <a:cs typeface="Arial" panose="020B0604020202020204" pitchFamily="34" charset="0"/>
              </a:defRPr>
            </a:lvl1pPr>
            <a:lvl2pPr>
              <a:defRPr sz="1400"/>
            </a:lvl2pPr>
            <a:lvl3pPr>
              <a:defRPr sz="1400"/>
            </a:lvl3pPr>
            <a:lvl4pPr>
              <a:defRPr sz="1400"/>
            </a:lvl4pPr>
            <a:lvl5pPr>
              <a:defRPr sz="1400"/>
            </a:lvl5pPr>
          </a:lstStyle>
          <a:p>
            <a:pPr lvl="0"/>
            <a:r>
              <a:rPr lang="en-US" dirty="0"/>
              <a:t>Click to edit the preliminary findings in bullets (min. 3, max. 4)</a:t>
            </a:r>
          </a:p>
        </p:txBody>
      </p:sp>
      <p:sp>
        <p:nvSpPr>
          <p:cNvPr id="12" name="TextBox Header 3">
            <a:extLst>
              <a:ext uri="{FF2B5EF4-FFF2-40B4-BE49-F238E27FC236}">
                <a16:creationId xmlns:a16="http://schemas.microsoft.com/office/drawing/2014/main" id="{D3DA5DFE-0E2A-F91C-7387-B627CFEDF837}"/>
              </a:ext>
            </a:extLst>
          </p:cNvPr>
          <p:cNvSpPr txBox="1"/>
          <p:nvPr userDrawn="1"/>
        </p:nvSpPr>
        <p:spPr>
          <a:xfrm>
            <a:off x="271809" y="4600996"/>
            <a:ext cx="2368487" cy="30480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What Happened:</a:t>
            </a:r>
          </a:p>
        </p:txBody>
      </p:sp>
      <p:sp>
        <p:nvSpPr>
          <p:cNvPr id="24" name="TextBox Header 2">
            <a:extLst>
              <a:ext uri="{FF2B5EF4-FFF2-40B4-BE49-F238E27FC236}">
                <a16:creationId xmlns:a16="http://schemas.microsoft.com/office/drawing/2014/main" id="{97A89F3B-1AE2-F13B-60DB-5A56A30962A9}"/>
              </a:ext>
            </a:extLst>
          </p:cNvPr>
          <p:cNvSpPr txBox="1"/>
          <p:nvPr userDrawn="1"/>
        </p:nvSpPr>
        <p:spPr>
          <a:xfrm>
            <a:off x="4951413" y="3942812"/>
            <a:ext cx="5329989" cy="334775"/>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Actions we should all take to protect ourselves and our teams:</a:t>
            </a:r>
            <a:endParaRPr kumimoji="0" lang="en-US" sz="1600" b="1" i="0" u="sng"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9" name="TextBox Header 1">
            <a:extLst>
              <a:ext uri="{FF2B5EF4-FFF2-40B4-BE49-F238E27FC236}">
                <a16:creationId xmlns:a16="http://schemas.microsoft.com/office/drawing/2014/main" id="{335575D9-3F9A-5D30-4735-9D0075785C1D}"/>
              </a:ext>
            </a:extLst>
          </p:cNvPr>
          <p:cNvSpPr txBox="1"/>
          <p:nvPr userDrawn="1"/>
        </p:nvSpPr>
        <p:spPr>
          <a:xfrm>
            <a:off x="4951413" y="2087080"/>
            <a:ext cx="2206038" cy="30480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Preliminary Findings:</a:t>
            </a:r>
          </a:p>
        </p:txBody>
      </p:sp>
      <p:sp>
        <p:nvSpPr>
          <p:cNvPr id="43" name="Picture Placeholder 42">
            <a:extLst>
              <a:ext uri="{FF2B5EF4-FFF2-40B4-BE49-F238E27FC236}">
                <a16:creationId xmlns:a16="http://schemas.microsoft.com/office/drawing/2014/main" id="{E1CE5D29-687D-A97F-ECEF-DB12EAE0C927}"/>
              </a:ext>
            </a:extLst>
          </p:cNvPr>
          <p:cNvSpPr>
            <a:spLocks noGrp="1" noChangeAspect="1"/>
          </p:cNvSpPr>
          <p:nvPr userDrawn="1">
            <p:ph type="pic" sz="quarter" idx="28"/>
          </p:nvPr>
        </p:nvSpPr>
        <p:spPr>
          <a:xfrm>
            <a:off x="271809" y="2160173"/>
            <a:ext cx="4138612" cy="2308818"/>
          </a:xfrm>
          <a:solidFill>
            <a:schemeClr val="bg1"/>
          </a:solidFill>
        </p:spPr>
        <p:txBody>
          <a:bodyPr/>
          <a:lstStyle/>
          <a:p>
            <a:endParaRPr lang="en-US"/>
          </a:p>
        </p:txBody>
      </p:sp>
      <p:sp>
        <p:nvSpPr>
          <p:cNvPr id="2" name="Rectangle 1">
            <a:extLst>
              <a:ext uri="{FF2B5EF4-FFF2-40B4-BE49-F238E27FC236}">
                <a16:creationId xmlns:a16="http://schemas.microsoft.com/office/drawing/2014/main" id="{350FDC2F-50B2-9630-74A6-374924DF8927}"/>
              </a:ext>
            </a:extLst>
          </p:cNvPr>
          <p:cNvSpPr/>
          <p:nvPr userDrawn="1"/>
        </p:nvSpPr>
        <p:spPr>
          <a:xfrm>
            <a:off x="4495800" y="897900"/>
            <a:ext cx="7532370" cy="731520"/>
          </a:xfrm>
          <a:prstGeom prst="rect">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3" name="Picture 2">
            <a:extLst>
              <a:ext uri="{FF2B5EF4-FFF2-40B4-BE49-F238E27FC236}">
                <a16:creationId xmlns:a16="http://schemas.microsoft.com/office/drawing/2014/main" id="{5BE9466D-6C4D-F81A-4D54-6D1901806FB3}"/>
              </a:ext>
            </a:extLst>
          </p:cNvPr>
          <p:cNvPicPr>
            <a:picLocks noChangeAspect="1"/>
          </p:cNvPicPr>
          <p:nvPr userDrawn="1"/>
        </p:nvPicPr>
        <p:blipFill>
          <a:blip r:embed="rId2"/>
          <a:srcRect/>
          <a:stretch/>
        </p:blipFill>
        <p:spPr>
          <a:xfrm>
            <a:off x="10309860" y="339854"/>
            <a:ext cx="1553486" cy="483872"/>
          </a:xfrm>
          <a:prstGeom prst="rect">
            <a:avLst/>
          </a:prstGeom>
        </p:spPr>
      </p:pic>
      <p:sp>
        <p:nvSpPr>
          <p:cNvPr id="4" name="Freeform: Shape 3">
            <a:extLst>
              <a:ext uri="{FF2B5EF4-FFF2-40B4-BE49-F238E27FC236}">
                <a16:creationId xmlns:a16="http://schemas.microsoft.com/office/drawing/2014/main" id="{4BBB50A1-0B5B-E63D-5F7E-ABCA541563AA}"/>
              </a:ext>
            </a:extLst>
          </p:cNvPr>
          <p:cNvSpPr/>
          <p:nvPr userDrawn="1"/>
        </p:nvSpPr>
        <p:spPr>
          <a:xfrm>
            <a:off x="4333241" y="443362"/>
            <a:ext cx="5857239" cy="293620"/>
          </a:xfrm>
          <a:custGeom>
            <a:avLst/>
            <a:gdLst>
              <a:gd name="connsiteX0" fmla="*/ 0 w 5281711"/>
              <a:gd name="connsiteY0" fmla="*/ 0 h 295712"/>
              <a:gd name="connsiteX1" fmla="*/ 5280254 w 5281711"/>
              <a:gd name="connsiteY1" fmla="*/ 0 h 295712"/>
              <a:gd name="connsiteX2" fmla="*/ 5269805 w 5281711"/>
              <a:gd name="connsiteY2" fmla="*/ 33876 h 295712"/>
              <a:gd name="connsiteX3" fmla="*/ 5258625 w 5281711"/>
              <a:gd name="connsiteY3" fmla="*/ 145494 h 295712"/>
              <a:gd name="connsiteX4" fmla="*/ 5269805 w 5281711"/>
              <a:gd name="connsiteY4" fmla="*/ 257112 h 295712"/>
              <a:gd name="connsiteX5" fmla="*/ 5281711 w 5281711"/>
              <a:gd name="connsiteY5" fmla="*/ 295712 h 295712"/>
              <a:gd name="connsiteX6" fmla="*/ 0 w 5281711"/>
              <a:gd name="connsiteY6" fmla="*/ 295712 h 29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81711" h="295712">
                <a:moveTo>
                  <a:pt x="0" y="0"/>
                </a:moveTo>
                <a:lnTo>
                  <a:pt x="5280254" y="0"/>
                </a:lnTo>
                <a:lnTo>
                  <a:pt x="5269805" y="33876"/>
                </a:lnTo>
                <a:cubicBezTo>
                  <a:pt x="5262475" y="69930"/>
                  <a:pt x="5258625" y="107260"/>
                  <a:pt x="5258625" y="145494"/>
                </a:cubicBezTo>
                <a:cubicBezTo>
                  <a:pt x="5258625" y="183729"/>
                  <a:pt x="5262475" y="221058"/>
                  <a:pt x="5269805" y="257112"/>
                </a:cubicBezTo>
                <a:lnTo>
                  <a:pt x="5281711" y="295712"/>
                </a:lnTo>
                <a:lnTo>
                  <a:pt x="0" y="29571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grpSp>
        <p:nvGrpSpPr>
          <p:cNvPr id="14" name="Group 13">
            <a:extLst>
              <a:ext uri="{FF2B5EF4-FFF2-40B4-BE49-F238E27FC236}">
                <a16:creationId xmlns:a16="http://schemas.microsoft.com/office/drawing/2014/main" id="{67E1357A-C261-5B55-5354-F4039FDB4BA5}"/>
              </a:ext>
            </a:extLst>
          </p:cNvPr>
          <p:cNvGrpSpPr/>
          <p:nvPr userDrawn="1"/>
        </p:nvGrpSpPr>
        <p:grpSpPr>
          <a:xfrm>
            <a:off x="1" y="442914"/>
            <a:ext cx="1125027" cy="728662"/>
            <a:chOff x="1" y="442914"/>
            <a:chExt cx="1125027" cy="728662"/>
          </a:xfrm>
        </p:grpSpPr>
        <p:sp>
          <p:nvSpPr>
            <p:cNvPr id="15" name="Freeform: Shape 14">
              <a:extLst>
                <a:ext uri="{FF2B5EF4-FFF2-40B4-BE49-F238E27FC236}">
                  <a16:creationId xmlns:a16="http://schemas.microsoft.com/office/drawing/2014/main" id="{2A883AB2-ACF5-1E33-F227-6A6B239DD07F}"/>
                </a:ext>
              </a:extLst>
            </p:cNvPr>
            <p:cNvSpPr/>
            <p:nvPr userDrawn="1"/>
          </p:nvSpPr>
          <p:spPr>
            <a:xfrm>
              <a:off x="1" y="442914"/>
              <a:ext cx="1125027" cy="728662"/>
            </a:xfrm>
            <a:custGeom>
              <a:avLst/>
              <a:gdLst>
                <a:gd name="connsiteX0" fmla="*/ 0 w 1125027"/>
                <a:gd name="connsiteY0" fmla="*/ 0 h 728662"/>
                <a:gd name="connsiteX1" fmla="*/ 759363 w 1125027"/>
                <a:gd name="connsiteY1" fmla="*/ 0 h 728662"/>
                <a:gd name="connsiteX2" fmla="*/ 765174 w 1125027"/>
                <a:gd name="connsiteY2" fmla="*/ 0 h 728662"/>
                <a:gd name="connsiteX3" fmla="*/ 765174 w 1125027"/>
                <a:gd name="connsiteY3" fmla="*/ 584 h 728662"/>
                <a:gd name="connsiteX4" fmla="*/ 833057 w 1125027"/>
                <a:gd name="connsiteY4" fmla="*/ 7402 h 728662"/>
                <a:gd name="connsiteX5" fmla="*/ 1125027 w 1125027"/>
                <a:gd name="connsiteY5" fmla="*/ 364331 h 728662"/>
                <a:gd name="connsiteX6" fmla="*/ 833057 w 1125027"/>
                <a:gd name="connsiteY6" fmla="*/ 721260 h 728662"/>
                <a:gd name="connsiteX7" fmla="*/ 765174 w 1125027"/>
                <a:gd name="connsiteY7" fmla="*/ 728078 h 728662"/>
                <a:gd name="connsiteX8" fmla="*/ 765174 w 1125027"/>
                <a:gd name="connsiteY8" fmla="*/ 728662 h 728662"/>
                <a:gd name="connsiteX9" fmla="*/ 759363 w 1125027"/>
                <a:gd name="connsiteY9" fmla="*/ 728662 h 728662"/>
                <a:gd name="connsiteX10" fmla="*/ 0 w 1125027"/>
                <a:gd name="connsiteY10" fmla="*/ 728662 h 72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5027" h="728662">
                  <a:moveTo>
                    <a:pt x="0" y="0"/>
                  </a:moveTo>
                  <a:lnTo>
                    <a:pt x="759363" y="0"/>
                  </a:lnTo>
                  <a:lnTo>
                    <a:pt x="765174" y="0"/>
                  </a:lnTo>
                  <a:lnTo>
                    <a:pt x="765174" y="584"/>
                  </a:lnTo>
                  <a:lnTo>
                    <a:pt x="833057" y="7402"/>
                  </a:lnTo>
                  <a:cubicBezTo>
                    <a:pt x="999684" y="41375"/>
                    <a:pt x="1125027" y="188269"/>
                    <a:pt x="1125027" y="364331"/>
                  </a:cubicBezTo>
                  <a:cubicBezTo>
                    <a:pt x="1125027" y="540393"/>
                    <a:pt x="999684" y="687288"/>
                    <a:pt x="833057" y="721260"/>
                  </a:cubicBezTo>
                  <a:lnTo>
                    <a:pt x="765174" y="728078"/>
                  </a:lnTo>
                  <a:lnTo>
                    <a:pt x="765174" y="728662"/>
                  </a:lnTo>
                  <a:lnTo>
                    <a:pt x="759363" y="728662"/>
                  </a:lnTo>
                  <a:lnTo>
                    <a:pt x="0" y="728662"/>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pic>
          <p:nvPicPr>
            <p:cNvPr id="21" name="Graphic 20">
              <a:extLst>
                <a:ext uri="{FF2B5EF4-FFF2-40B4-BE49-F238E27FC236}">
                  <a16:creationId xmlns:a16="http://schemas.microsoft.com/office/drawing/2014/main" id="{3680A1D2-8A0F-824E-25FC-4B0A7641A7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6798" y="487205"/>
              <a:ext cx="640080" cy="640080"/>
            </a:xfrm>
            <a:prstGeom prst="rect">
              <a:avLst/>
            </a:prstGeom>
          </p:spPr>
        </p:pic>
      </p:grpSp>
      <p:sp>
        <p:nvSpPr>
          <p:cNvPr id="47" name="TextBox 46">
            <a:extLst>
              <a:ext uri="{FF2B5EF4-FFF2-40B4-BE49-F238E27FC236}">
                <a16:creationId xmlns:a16="http://schemas.microsoft.com/office/drawing/2014/main" id="{88A49BD9-EA44-B214-F1DE-DFBB93E13A42}"/>
              </a:ext>
            </a:extLst>
          </p:cNvPr>
          <p:cNvSpPr txBox="1"/>
          <p:nvPr userDrawn="1"/>
        </p:nvSpPr>
        <p:spPr>
          <a:xfrm>
            <a:off x="4928783" y="471457"/>
            <a:ext cx="1437755" cy="228198"/>
          </a:xfrm>
          <a:prstGeom prst="rect">
            <a:avLst/>
          </a:prstGeom>
          <a:noFill/>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Severity:    Level A</a:t>
            </a:r>
            <a:endParaRPr kumimoji="0" lang="en-US" sz="1050" b="0"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grpSp>
        <p:nvGrpSpPr>
          <p:cNvPr id="48" name="Group 47">
            <a:extLst>
              <a:ext uri="{FF2B5EF4-FFF2-40B4-BE49-F238E27FC236}">
                <a16:creationId xmlns:a16="http://schemas.microsoft.com/office/drawing/2014/main" id="{C615A4ED-D8EC-A1E3-A5D7-86F36BAC5638}"/>
              </a:ext>
            </a:extLst>
          </p:cNvPr>
          <p:cNvGrpSpPr/>
          <p:nvPr userDrawn="1"/>
        </p:nvGrpSpPr>
        <p:grpSpPr>
          <a:xfrm>
            <a:off x="1280209" y="272366"/>
            <a:ext cx="2897851" cy="1514509"/>
            <a:chOff x="4211129" y="1068906"/>
            <a:chExt cx="515917" cy="1018556"/>
          </a:xfrm>
        </p:grpSpPr>
        <p:sp>
          <p:nvSpPr>
            <p:cNvPr id="56" name="TextBox 55">
              <a:extLst>
                <a:ext uri="{FF2B5EF4-FFF2-40B4-BE49-F238E27FC236}">
                  <a16:creationId xmlns:a16="http://schemas.microsoft.com/office/drawing/2014/main" id="{6381B76D-1EFF-A4DD-E0D3-B2540B8AFA84}"/>
                </a:ext>
              </a:extLst>
            </p:cNvPr>
            <p:cNvSpPr txBox="1"/>
            <p:nvPr/>
          </p:nvSpPr>
          <p:spPr>
            <a:xfrm>
              <a:off x="4211129" y="1068906"/>
              <a:ext cx="449027"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Sons Condensed Extrabold" panose="02060906060206060203" pitchFamily="18" charset="0"/>
                  <a:sym typeface="SonsCondensed-Extrabold"/>
                  <a:rtl val="0"/>
                </a:rPr>
                <a:t>EHS INITIAL</a:t>
              </a:r>
            </a:p>
          </p:txBody>
        </p:sp>
        <p:sp>
          <p:nvSpPr>
            <p:cNvPr id="57" name="TextBox 56">
              <a:extLst>
                <a:ext uri="{FF2B5EF4-FFF2-40B4-BE49-F238E27FC236}">
                  <a16:creationId xmlns:a16="http://schemas.microsoft.com/office/drawing/2014/main" id="{CEA9EA60-0E8A-1E3F-F3AF-1FB57458491E}"/>
                </a:ext>
              </a:extLst>
            </p:cNvPr>
            <p:cNvSpPr txBox="1">
              <a:spLocks/>
            </p:cNvSpPr>
            <p:nvPr/>
          </p:nvSpPr>
          <p:spPr>
            <a:xfrm>
              <a:off x="4211320" y="1507891"/>
              <a:ext cx="515726"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Sons Condensed Extrabold" panose="02060906060206060203" pitchFamily="18" charset="0"/>
                  <a:sym typeface="SonsCondensed-Extrabold"/>
                  <a:rtl val="0"/>
                </a:rPr>
                <a:t>NOTIFICATION</a:t>
              </a:r>
            </a:p>
          </p:txBody>
        </p:sp>
      </p:grpSp>
      <p:sp>
        <p:nvSpPr>
          <p:cNvPr id="62" name="Footer Placeholder 1">
            <a:extLst>
              <a:ext uri="{FF2B5EF4-FFF2-40B4-BE49-F238E27FC236}">
                <a16:creationId xmlns:a16="http://schemas.microsoft.com/office/drawing/2014/main" id="{0C6D89BC-3A69-D7DB-1A9B-15042281A410}"/>
              </a:ext>
            </a:extLst>
          </p:cNvPr>
          <p:cNvSpPr>
            <a:spLocks noGrp="1"/>
          </p:cNvSpPr>
          <p:nvPr>
            <p:ph type="ftr" sz="quarter" idx="11"/>
          </p:nvPr>
        </p:nvSpPr>
        <p:spPr>
          <a:xfrm>
            <a:off x="269743" y="6605106"/>
            <a:ext cx="6992117" cy="166186"/>
          </a:xfrm>
        </p:spPr>
        <p:txBody>
          <a:bodyPr vert="horz" wrap="square" lIns="0" tIns="0" rIns="0" bIns="0" rtlCol="0" anchor="ctr" anchorCtr="0">
            <a:noAutofit/>
          </a:bodyPr>
          <a:lstStyle>
            <a:lvl1pPr algn="l">
              <a:defRPr kumimoji="0" lang="en-US" sz="800" b="0" i="0" u="none" strike="noStrike" cap="none" spc="0" normalizeH="0" baseline="0" smtClean="0">
                <a:ln>
                  <a:noFill/>
                </a:ln>
                <a:effectLst/>
                <a:uLnTx/>
                <a:uFillTx/>
                <a:latin typeface="Arial" panose="020B0604020202020204" pitchFamily="34" charset="0"/>
                <a:cs typeface="Arial" panose="020B0604020202020204" pitchFamily="34" charset="0"/>
              </a:defRPr>
            </a:lvl1pPr>
          </a:lstStyle>
          <a:p>
            <a:r>
              <a:rPr lang="en-US" dirty="0"/>
              <a:t>© 2025 GE Vernova and/or its affiliates. All rights reserved. Not to be copied, distributed or reproduced without prior approval from GE Vernova.</a:t>
            </a:r>
          </a:p>
        </p:txBody>
      </p:sp>
      <p:sp>
        <p:nvSpPr>
          <p:cNvPr id="65" name="Text Placeholder 28">
            <a:extLst>
              <a:ext uri="{FF2B5EF4-FFF2-40B4-BE49-F238E27FC236}">
                <a16:creationId xmlns:a16="http://schemas.microsoft.com/office/drawing/2014/main" id="{65D8572C-D722-E63E-6F5B-53F15FFCB117}"/>
              </a:ext>
            </a:extLst>
          </p:cNvPr>
          <p:cNvSpPr>
            <a:spLocks noGrp="1"/>
          </p:cNvSpPr>
          <p:nvPr>
            <p:ph type="body" sz="quarter" idx="29" hasCustomPrompt="1"/>
          </p:nvPr>
        </p:nvSpPr>
        <p:spPr>
          <a:xfrm>
            <a:off x="11464813" y="6605106"/>
            <a:ext cx="369691" cy="123111"/>
          </a:xfrm>
        </p:spPr>
        <p:txBody>
          <a:bodyPr wrap="square" anchor="ctr">
            <a:spAutoFit/>
          </a:bodyPr>
          <a:lstStyle>
            <a:lvl1pPr>
              <a:defRPr sz="800">
                <a:solidFill>
                  <a:schemeClr val="tx1"/>
                </a:solidFill>
                <a:latin typeface="Arial" panose="020B0604020202020204" pitchFamily="34" charset="0"/>
                <a:cs typeface="Arial" panose="020B0604020202020204" pitchFamily="34" charset="0"/>
              </a:defRPr>
            </a:lvl1pPr>
            <a:lvl2pPr>
              <a:defRPr sz="800">
                <a:latin typeface="Arial" panose="020B0604020202020204" pitchFamily="34" charset="0"/>
                <a:cs typeface="Arial" panose="020B0604020202020204" pitchFamily="34" charset="0"/>
              </a:defRPr>
            </a:lvl2pPr>
            <a:lvl3pPr>
              <a:defRPr sz="800">
                <a:latin typeface="Arial" panose="020B0604020202020204" pitchFamily="34" charset="0"/>
                <a:cs typeface="Arial" panose="020B0604020202020204" pitchFamily="34" charset="0"/>
              </a:defRPr>
            </a:lvl3pPr>
            <a:lvl4pPr>
              <a:defRPr sz="800">
                <a:latin typeface="Arial" panose="020B0604020202020204" pitchFamily="34" charset="0"/>
                <a:cs typeface="Arial" panose="020B0604020202020204" pitchFamily="34" charset="0"/>
              </a:defRPr>
            </a:lvl4pPr>
            <a:lvl5pPr>
              <a:defRPr sz="800">
                <a:latin typeface="Arial" panose="020B0604020202020204" pitchFamily="34" charset="0"/>
                <a:cs typeface="Arial" panose="020B0604020202020204" pitchFamily="34" charset="0"/>
              </a:defRPr>
            </a:lvl5pPr>
          </a:lstStyle>
          <a:p>
            <a:pPr lvl="0"/>
            <a:r>
              <a:rPr lang="en-US" dirty="0"/>
              <a:t>{##]</a:t>
            </a:r>
          </a:p>
        </p:txBody>
      </p:sp>
      <p:sp>
        <p:nvSpPr>
          <p:cNvPr id="66" name="TextBox 65">
            <a:extLst>
              <a:ext uri="{FF2B5EF4-FFF2-40B4-BE49-F238E27FC236}">
                <a16:creationId xmlns:a16="http://schemas.microsoft.com/office/drawing/2014/main" id="{840AC4F2-CAD2-4717-66C0-4877879A620E}"/>
              </a:ext>
            </a:extLst>
          </p:cNvPr>
          <p:cNvSpPr txBox="1"/>
          <p:nvPr userDrawn="1"/>
        </p:nvSpPr>
        <p:spPr>
          <a:xfrm>
            <a:off x="10016429" y="6601347"/>
            <a:ext cx="1371962" cy="123111"/>
          </a:xfrm>
          <a:prstGeom prst="rect">
            <a:avLst/>
          </a:prstGeom>
        </p:spPr>
        <p:txBody>
          <a:bodyPr vert="horz" lIns="0" tIns="0" rIns="0" bIns="0" rtlCol="0" anchor="ctr" anchorCtr="0">
            <a:spAutoFit/>
          </a:bodyPr>
          <a:lstStyle>
            <a:defPPr>
              <a:defRPr lang="en-US"/>
            </a:defPPr>
            <a:lvl1pPr marR="0" lvl="0" indent="0" algn="r" fontAlgn="auto">
              <a:lnSpc>
                <a:spcPct val="100000"/>
              </a:lnSpc>
              <a:spcBef>
                <a:spcPts val="0"/>
              </a:spcBef>
              <a:spcAft>
                <a:spcPts val="0"/>
              </a:spcAft>
              <a:buClrTx/>
              <a:buSzTx/>
              <a:buFontTx/>
              <a:buNone/>
              <a:tabLst/>
              <a:defRPr kumimoji="0" sz="800" b="0" i="0" u="none" strike="noStrike" cap="none" spc="0" normalizeH="0" baseline="0">
                <a:ln>
                  <a:noFill/>
                </a:ln>
                <a:solidFill>
                  <a:srgbClr val="212121"/>
                </a:solidFill>
                <a:effectLst/>
                <a:uLnTx/>
                <a:uFillTx/>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Gensuite/ComplyWorks ID:</a:t>
            </a:r>
          </a:p>
        </p:txBody>
      </p:sp>
      <p:sp>
        <p:nvSpPr>
          <p:cNvPr id="5" name="Text Placeholder 4">
            <a:extLst>
              <a:ext uri="{FF2B5EF4-FFF2-40B4-BE49-F238E27FC236}">
                <a16:creationId xmlns:a16="http://schemas.microsoft.com/office/drawing/2014/main" id="{E2DE6DA5-A3A0-A7EA-CCD7-61E90AA72D4E}"/>
              </a:ext>
            </a:extLst>
          </p:cNvPr>
          <p:cNvSpPr>
            <a:spLocks noGrp="1"/>
          </p:cNvSpPr>
          <p:nvPr>
            <p:ph type="body" sz="quarter" idx="17"/>
          </p:nvPr>
        </p:nvSpPr>
        <p:spPr>
          <a:xfrm>
            <a:off x="6366539" y="1408117"/>
            <a:ext cx="1578006" cy="155261"/>
          </a:xfrm>
        </p:spPr>
        <p:txBody>
          <a:bodyPr/>
          <a:lstStyle>
            <a:lvl1pPr>
              <a:defRPr sz="1050">
                <a:solidFill>
                  <a:schemeClr val="bg2"/>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8" name="Text Placeholder 3">
            <a:extLst>
              <a:ext uri="{FF2B5EF4-FFF2-40B4-BE49-F238E27FC236}">
                <a16:creationId xmlns:a16="http://schemas.microsoft.com/office/drawing/2014/main" id="{EBC531A2-CFB3-4A3A-B0B4-786B4DCD6682}"/>
              </a:ext>
            </a:extLst>
          </p:cNvPr>
          <p:cNvSpPr>
            <a:spLocks noGrp="1"/>
          </p:cNvSpPr>
          <p:nvPr>
            <p:ph type="body" sz="quarter" idx="16"/>
          </p:nvPr>
        </p:nvSpPr>
        <p:spPr>
          <a:xfrm>
            <a:off x="5661372" y="1170108"/>
            <a:ext cx="2286000" cy="156435"/>
          </a:xfrm>
        </p:spPr>
        <p:txBody>
          <a:bodyPr/>
          <a:lstStyle>
            <a:lvl1pPr>
              <a:defRPr sz="1050">
                <a:solidFill>
                  <a:schemeClr val="bg2"/>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9" name="Text Placeholder 2">
            <a:extLst>
              <a:ext uri="{FF2B5EF4-FFF2-40B4-BE49-F238E27FC236}">
                <a16:creationId xmlns:a16="http://schemas.microsoft.com/office/drawing/2014/main" id="{0271CD42-A28E-206B-C0B9-B8B5E9CF5AC3}"/>
              </a:ext>
            </a:extLst>
          </p:cNvPr>
          <p:cNvSpPr>
            <a:spLocks noGrp="1"/>
          </p:cNvSpPr>
          <p:nvPr>
            <p:ph type="body" sz="quarter" idx="15"/>
          </p:nvPr>
        </p:nvSpPr>
        <p:spPr>
          <a:xfrm>
            <a:off x="5661371" y="928058"/>
            <a:ext cx="2286000" cy="156435"/>
          </a:xfrm>
        </p:spPr>
        <p:txBody>
          <a:bodyPr/>
          <a:lstStyle>
            <a:lvl1pPr>
              <a:defRPr sz="1050">
                <a:solidFill>
                  <a:schemeClr val="bg2"/>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grpSp>
        <p:nvGrpSpPr>
          <p:cNvPr id="10" name="Header Text Group">
            <a:extLst>
              <a:ext uri="{FF2B5EF4-FFF2-40B4-BE49-F238E27FC236}">
                <a16:creationId xmlns:a16="http://schemas.microsoft.com/office/drawing/2014/main" id="{3821BAFC-6269-066A-9D84-1090E2B0EED8}"/>
              </a:ext>
            </a:extLst>
          </p:cNvPr>
          <p:cNvGrpSpPr/>
          <p:nvPr userDrawn="1"/>
        </p:nvGrpSpPr>
        <p:grpSpPr>
          <a:xfrm>
            <a:off x="4928784" y="933273"/>
            <a:ext cx="732470" cy="630105"/>
            <a:chOff x="4951932" y="970850"/>
            <a:chExt cx="732470" cy="630105"/>
          </a:xfrm>
        </p:grpSpPr>
        <p:sp>
          <p:nvSpPr>
            <p:cNvPr id="11" name="TextBox 10">
              <a:extLst>
                <a:ext uri="{FF2B5EF4-FFF2-40B4-BE49-F238E27FC236}">
                  <a16:creationId xmlns:a16="http://schemas.microsoft.com/office/drawing/2014/main" id="{99096F43-14C1-3287-4CBB-8E78A9EBF6BF}"/>
                </a:ext>
              </a:extLst>
            </p:cNvPr>
            <p:cNvSpPr txBox="1"/>
            <p:nvPr userDrawn="1"/>
          </p:nvSpPr>
          <p:spPr>
            <a:xfrm>
              <a:off x="4951932" y="970850"/>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Location:</a:t>
              </a:r>
              <a:endParaRPr kumimoji="0" lang="en-US" sz="1050" b="0"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3" name="TextBox 12">
              <a:extLst>
                <a:ext uri="{FF2B5EF4-FFF2-40B4-BE49-F238E27FC236}">
                  <a16:creationId xmlns:a16="http://schemas.microsoft.com/office/drawing/2014/main" id="{723A2F11-9493-7B56-B2FD-CBE0DFD2A1B1}"/>
                </a:ext>
              </a:extLst>
            </p:cNvPr>
            <p:cNvSpPr txBox="1"/>
            <p:nvPr userDrawn="1"/>
          </p:nvSpPr>
          <p:spPr>
            <a:xfrm>
              <a:off x="4951932" y="1208179"/>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Date: </a:t>
              </a:r>
            </a:p>
          </p:txBody>
        </p:sp>
        <p:sp>
          <p:nvSpPr>
            <p:cNvPr id="17" name="TextBox 16">
              <a:extLst>
                <a:ext uri="{FF2B5EF4-FFF2-40B4-BE49-F238E27FC236}">
                  <a16:creationId xmlns:a16="http://schemas.microsoft.com/office/drawing/2014/main" id="{4249BC51-90F9-CE33-8A7C-45539B8239C7}"/>
                </a:ext>
              </a:extLst>
            </p:cNvPr>
            <p:cNvSpPr txBox="1"/>
            <p:nvPr userDrawn="1"/>
          </p:nvSpPr>
          <p:spPr>
            <a:xfrm>
              <a:off x="4951932" y="1445507"/>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Customer/Contractor:</a:t>
              </a:r>
            </a:p>
          </p:txBody>
        </p:sp>
      </p:grpSp>
      <p:sp>
        <p:nvSpPr>
          <p:cNvPr id="18" name="Rectangle 17">
            <a:extLst>
              <a:ext uri="{FF2B5EF4-FFF2-40B4-BE49-F238E27FC236}">
                <a16:creationId xmlns:a16="http://schemas.microsoft.com/office/drawing/2014/main" id="{0E8B564B-05CE-A094-289C-690F06F4B01F}"/>
              </a:ext>
            </a:extLst>
          </p:cNvPr>
          <p:cNvSpPr/>
          <p:nvPr userDrawn="1"/>
        </p:nvSpPr>
        <p:spPr>
          <a:xfrm>
            <a:off x="4333241" y="897900"/>
            <a:ext cx="58903" cy="731520"/>
          </a:xfrm>
          <a:prstGeom prst="rect">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2" name="Rectangle 21">
            <a:extLst>
              <a:ext uri="{FF2B5EF4-FFF2-40B4-BE49-F238E27FC236}">
                <a16:creationId xmlns:a16="http://schemas.microsoft.com/office/drawing/2014/main" id="{8687B8ED-9FEC-BED5-EDB4-19C096644E54}"/>
              </a:ext>
            </a:extLst>
          </p:cNvPr>
          <p:cNvSpPr/>
          <p:nvPr userDrawn="1"/>
        </p:nvSpPr>
        <p:spPr>
          <a:xfrm>
            <a:off x="4383989" y="897900"/>
            <a:ext cx="111811" cy="731520"/>
          </a:xfrm>
          <a:prstGeom prst="rect">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6" name="Rectangle 25">
            <a:extLst>
              <a:ext uri="{FF2B5EF4-FFF2-40B4-BE49-F238E27FC236}">
                <a16:creationId xmlns:a16="http://schemas.microsoft.com/office/drawing/2014/main" id="{3C61884E-C641-DA5D-9230-469A7EF23522}"/>
              </a:ext>
            </a:extLst>
          </p:cNvPr>
          <p:cNvSpPr/>
          <p:nvPr userDrawn="1"/>
        </p:nvSpPr>
        <p:spPr>
          <a:xfrm>
            <a:off x="4333241" y="443362"/>
            <a:ext cx="58903" cy="292608"/>
          </a:xfrm>
          <a:prstGeom prst="rect">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nvGrpSpPr>
          <p:cNvPr id="44" name="Group 43">
            <a:extLst>
              <a:ext uri="{FF2B5EF4-FFF2-40B4-BE49-F238E27FC236}">
                <a16:creationId xmlns:a16="http://schemas.microsoft.com/office/drawing/2014/main" id="{C65C5C04-C551-9A44-0D16-457DCB00E992}"/>
              </a:ext>
            </a:extLst>
          </p:cNvPr>
          <p:cNvGrpSpPr/>
          <p:nvPr userDrawn="1"/>
        </p:nvGrpSpPr>
        <p:grpSpPr>
          <a:xfrm>
            <a:off x="10212294" y="955287"/>
            <a:ext cx="1676859" cy="695992"/>
            <a:chOff x="10212294" y="783495"/>
            <a:chExt cx="1676859" cy="695992"/>
          </a:xfrm>
        </p:grpSpPr>
        <p:sp>
          <p:nvSpPr>
            <p:cNvPr id="45" name="Icon 1">
              <a:extLst>
                <a:ext uri="{FF2B5EF4-FFF2-40B4-BE49-F238E27FC236}">
                  <a16:creationId xmlns:a16="http://schemas.microsoft.com/office/drawing/2014/main" id="{A8BE59D0-3928-A048-7FC1-F2B76F681670}"/>
                </a:ext>
              </a:extLst>
            </p:cNvPr>
            <p:cNvSpPr/>
            <p:nvPr userDrawn="1"/>
          </p:nvSpPr>
          <p:spPr>
            <a:xfrm>
              <a:off x="10212294" y="783495"/>
              <a:ext cx="695992" cy="695992"/>
            </a:xfrm>
            <a:prstGeom prst="ellipse">
              <a:avLst/>
            </a:prstGeom>
            <a:solidFill>
              <a:srgbClr val="FAFAFA"/>
            </a:soli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46" name="Icon 1">
              <a:extLst>
                <a:ext uri="{FF2B5EF4-FFF2-40B4-BE49-F238E27FC236}">
                  <a16:creationId xmlns:a16="http://schemas.microsoft.com/office/drawing/2014/main" id="{26808D66-D969-B8F0-9D08-00DB3035975D}"/>
                </a:ext>
              </a:extLst>
            </p:cNvPr>
            <p:cNvSpPr/>
            <p:nvPr userDrawn="1"/>
          </p:nvSpPr>
          <p:spPr>
            <a:xfrm>
              <a:off x="11193161" y="783495"/>
              <a:ext cx="695992" cy="695992"/>
            </a:xfrm>
            <a:prstGeom prst="ellipse">
              <a:avLst/>
            </a:prstGeom>
            <a:solidFill>
              <a:srgbClr val="FAFAFA"/>
            </a:soli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49" name="TextBox 48">
              <a:extLst>
                <a:ext uri="{FF2B5EF4-FFF2-40B4-BE49-F238E27FC236}">
                  <a16:creationId xmlns:a16="http://schemas.microsoft.com/office/drawing/2014/main" id="{832C8429-0441-4FB4-5FEE-C6B342AB992D}"/>
                </a:ext>
              </a:extLst>
            </p:cNvPr>
            <p:cNvSpPr txBox="1"/>
            <p:nvPr userDrawn="1"/>
          </p:nvSpPr>
          <p:spPr>
            <a:xfrm>
              <a:off x="10273091" y="1004533"/>
              <a:ext cx="574398" cy="253916"/>
            </a:xfrm>
            <a:prstGeom prst="rect">
              <a:avLst/>
            </a:prstGeom>
            <a:noFill/>
          </p:spPr>
          <p:txBody>
            <a:bodyPr wrap="none" lIns="45720" tIns="45720" rIns="45720" bIns="45720" rtlCol="0">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900" b="0" i="0" u="none" strike="noStrike" kern="0" cap="none" spc="0" normalizeH="0" baseline="0" noProof="0" dirty="0">
                  <a:ln>
                    <a:noFill/>
                  </a:ln>
                  <a:solidFill>
                    <a:srgbClr val="005E60"/>
                  </a:solidFill>
                  <a:effectLst/>
                  <a:uLnTx/>
                  <a:uFillTx/>
                  <a:cs typeface="Arial" panose="020B0604020202020204" pitchFamily="34" charset="0"/>
                </a:rPr>
                <a:t>Business</a:t>
              </a:r>
            </a:p>
          </p:txBody>
        </p:sp>
        <p:sp>
          <p:nvSpPr>
            <p:cNvPr id="50" name="TextBox 49">
              <a:extLst>
                <a:ext uri="{FF2B5EF4-FFF2-40B4-BE49-F238E27FC236}">
                  <a16:creationId xmlns:a16="http://schemas.microsoft.com/office/drawing/2014/main" id="{F4698A5C-132E-44AC-0C23-9DDCCBA9F4B9}"/>
                </a:ext>
              </a:extLst>
            </p:cNvPr>
            <p:cNvSpPr txBox="1"/>
            <p:nvPr userDrawn="1"/>
          </p:nvSpPr>
          <p:spPr>
            <a:xfrm>
              <a:off x="11388391" y="1016075"/>
              <a:ext cx="305533" cy="230832"/>
            </a:xfrm>
            <a:prstGeom prst="rect">
              <a:avLst/>
            </a:prstGeom>
            <a:noFill/>
          </p:spPr>
          <p:txBody>
            <a:bodyPr wrap="none" lIns="45720" tIns="45720" rIns="45720" bIns="45720" rtlCol="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900" b="0" i="0" u="none" strike="noStrike" kern="0" cap="none" spc="0" normalizeH="0" baseline="0" noProof="0" dirty="0">
                  <a:ln>
                    <a:noFill/>
                  </a:ln>
                  <a:solidFill>
                    <a:srgbClr val="005E60"/>
                  </a:solidFill>
                  <a:effectLst/>
                  <a:uLnTx/>
                  <a:uFillTx/>
                  <a:cs typeface="Arial" panose="020B0604020202020204" pitchFamily="34" charset="0"/>
                </a:rPr>
                <a:t>LSR</a:t>
              </a:r>
            </a:p>
          </p:txBody>
        </p:sp>
      </p:grpSp>
    </p:spTree>
    <p:extLst>
      <p:ext uri="{BB962C8B-B14F-4D97-AF65-F5344CB8AC3E}">
        <p14:creationId xmlns:p14="http://schemas.microsoft.com/office/powerpoint/2010/main" val="3017280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5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1_Title 3 Light Photo Background">
    <p:bg>
      <p:bgPr>
        <a:solidFill>
          <a:schemeClr val="tx1"/>
        </a:solidFill>
        <a:effectLst/>
      </p:bgPr>
    </p:bg>
    <p:spTree>
      <p:nvGrpSpPr>
        <p:cNvPr id="1" name=""/>
        <p:cNvGrpSpPr/>
        <p:nvPr/>
      </p:nvGrpSpPr>
      <p:grpSpPr>
        <a:xfrm>
          <a:off x="0" y="0"/>
          <a:ext cx="0" cy="0"/>
          <a:chOff x="0" y="0"/>
          <a:chExt cx="0" cy="0"/>
        </a:xfrm>
      </p:grpSpPr>
      <p:pic>
        <p:nvPicPr>
          <p:cNvPr id="6" name="Picture 5" descr="Text&#10;&#10;Description automatically generated">
            <a:extLst>
              <a:ext uri="{FF2B5EF4-FFF2-40B4-BE49-F238E27FC236}">
                <a16:creationId xmlns:a16="http://schemas.microsoft.com/office/drawing/2014/main" id="{D9E1DC37-7617-9EED-CD74-B8909A49A546}"/>
              </a:ext>
            </a:extLst>
          </p:cNvPr>
          <p:cNvPicPr>
            <a:picLocks noChangeAspect="1"/>
          </p:cNvPicPr>
          <p:nvPr/>
        </p:nvPicPr>
        <p:blipFill>
          <a:blip r:embed="rId2"/>
          <a:stretch>
            <a:fillRect/>
          </a:stretch>
        </p:blipFill>
        <p:spPr>
          <a:xfrm>
            <a:off x="279519" y="272267"/>
            <a:ext cx="2606040" cy="814067"/>
          </a:xfrm>
          <a:prstGeom prst="rect">
            <a:avLst/>
          </a:prstGeom>
        </p:spPr>
      </p:pic>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005E60"/>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rgbClr val="21212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9F6B7429-B830-DF80-BB11-5A06DD1D3736}"/>
              </a:ext>
            </a:extLst>
          </p:cNvPr>
          <p:cNvSpPr>
            <a:spLocks noGrp="1"/>
          </p:cNvSpPr>
          <p:nvPr>
            <p:ph type="ftr" sz="quarter" idx="3"/>
          </p:nvPr>
        </p:nvSpPr>
        <p:spPr>
          <a:xfrm>
            <a:off x="419100" y="6492874"/>
            <a:ext cx="10248900" cy="207963"/>
          </a:xfrm>
          <a:prstGeom prst="rect">
            <a:avLst/>
          </a:prstGeom>
        </p:spPr>
        <p:txBody>
          <a:bodyPr vert="horz" lIns="0" tIns="0" rIns="0" bIns="0" rtlCol="0" anchor="t" anchorCtr="0"/>
          <a:lstStyle>
            <a:lvl1pPr algn="l">
              <a:defRPr sz="700">
                <a:solidFill>
                  <a:srgbClr val="212121"/>
                </a:solidFill>
                <a:latin typeface="Inter" panose="02000503000000020004" pitchFamily="2" charset="0"/>
              </a:defRPr>
            </a:lvl1pPr>
          </a:lstStyle>
          <a:p>
            <a:r>
              <a:rPr lang="en-US" dirty="0"/>
              <a:t>© 2025 GE Vernova and/or its affiliates. All rights reserved.</a:t>
            </a:r>
          </a:p>
        </p:txBody>
      </p:sp>
    </p:spTree>
    <p:extLst>
      <p:ext uri="{BB962C8B-B14F-4D97-AF65-F5344CB8AC3E}">
        <p14:creationId xmlns:p14="http://schemas.microsoft.com/office/powerpoint/2010/main" val="152302381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Title 4 Dark Photo Backgroun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descr="Text&#10;&#10;Description automatically generated">
            <a:extLst>
              <a:ext uri="{FF2B5EF4-FFF2-40B4-BE49-F238E27FC236}">
                <a16:creationId xmlns:a16="http://schemas.microsoft.com/office/drawing/2014/main" id="{FD57314C-3D95-C279-F04B-2D532302ED36}"/>
              </a:ext>
            </a:extLst>
          </p:cNvPr>
          <p:cNvPicPr>
            <a:picLocks noChangeAspect="1"/>
          </p:cNvPicPr>
          <p:nvPr/>
        </p:nvPicPr>
        <p:blipFill>
          <a:blip r:embed="rId2"/>
          <a:stretch>
            <a:fillRect/>
          </a:stretch>
        </p:blipFill>
        <p:spPr>
          <a:xfrm>
            <a:off x="9296400" y="310367"/>
            <a:ext cx="2606040" cy="814067"/>
          </a:xfrm>
          <a:prstGeom prst="rect">
            <a:avLst/>
          </a:prstGeom>
        </p:spPr>
      </p:pic>
      <p:sp>
        <p:nvSpPr>
          <p:cNvPr id="4" name="Footer Placeholder 4">
            <a:extLst>
              <a:ext uri="{FF2B5EF4-FFF2-40B4-BE49-F238E27FC236}">
                <a16:creationId xmlns:a16="http://schemas.microsoft.com/office/drawing/2014/main" id="{AC18C58B-D51B-6140-E7ED-58328026276D}"/>
              </a:ext>
            </a:extLst>
          </p:cNvPr>
          <p:cNvSpPr txBox="1">
            <a:spLocks/>
          </p:cNvSpPr>
          <p:nvPr/>
        </p:nvSpPr>
        <p:spPr>
          <a:xfrm>
            <a:off x="419100" y="6477000"/>
            <a:ext cx="10248900" cy="223838"/>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26"/>
            <a:r>
              <a:rPr lang="en-US" dirty="0">
                <a:solidFill>
                  <a:schemeClr val="tx1"/>
                </a:solidFill>
                <a:ea typeface="Inter" panose="02000503000000020004" pitchFamily="2" charset="0"/>
              </a:rPr>
              <a:t>© 2025 GE Vernova and/or its affiliates. All rights reserved.</a:t>
            </a:r>
            <a:endParaRPr lang="en-US" dirty="0">
              <a:solidFill>
                <a:schemeClr val="tx1"/>
              </a:solidFill>
            </a:endParaRPr>
          </a:p>
        </p:txBody>
      </p:sp>
    </p:spTree>
    <p:extLst>
      <p:ext uri="{BB962C8B-B14F-4D97-AF65-F5344CB8AC3E}">
        <p14:creationId xmlns:p14="http://schemas.microsoft.com/office/powerpoint/2010/main" val="199420252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2_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BF6-8160-8240-8064-B96381D0190E}"/>
              </a:ext>
            </a:extLst>
          </p:cNvPr>
          <p:cNvSpPr>
            <a:spLocks noGrp="1"/>
          </p:cNvSpPr>
          <p:nvPr>
            <p:ph type="title"/>
          </p:nvPr>
        </p:nvSpPr>
        <p:spPr>
          <a:xfrm>
            <a:off x="419100" y="419101"/>
            <a:ext cx="9578915" cy="457020"/>
          </a:xfrm>
        </p:spPr>
        <p:txBody>
          <a:bodyPr/>
          <a:lstStyle>
            <a:lvl1pPr>
              <a:defRPr>
                <a:solidFill>
                  <a:schemeClr val="tx1"/>
                </a:solidFill>
              </a:defRPr>
            </a:lvl1pPr>
          </a:lstStyle>
          <a:p>
            <a:r>
              <a:rPr lang="en-US"/>
              <a:t>Click to edit Master title style</a:t>
            </a:r>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p:nvPicPr>
        <p:blipFill>
          <a:blip r:embed="rId2"/>
          <a:stretch>
            <a:fillRect/>
          </a:stretch>
        </p:blipFill>
        <p:spPr>
          <a:xfrm>
            <a:off x="10309860" y="339154"/>
            <a:ext cx="1553486" cy="485273"/>
          </a:xfrm>
          <a:prstGeom prst="rect">
            <a:avLst/>
          </a:prstGeom>
        </p:spPr>
      </p:pic>
      <p:sp>
        <p:nvSpPr>
          <p:cNvPr id="6" name="Footer Placeholder 4">
            <a:extLst>
              <a:ext uri="{FF2B5EF4-FFF2-40B4-BE49-F238E27FC236}">
                <a16:creationId xmlns:a16="http://schemas.microsoft.com/office/drawing/2014/main" id="{617B0736-89AE-D4B0-4A9C-5EF774B89968}"/>
              </a:ext>
            </a:extLst>
          </p:cNvPr>
          <p:cNvSpPr txBox="1">
            <a:spLocks/>
          </p:cNvSpPr>
          <p:nvPr userDrawn="1"/>
        </p:nvSpPr>
        <p:spPr>
          <a:xfrm>
            <a:off x="419100" y="6601346"/>
            <a:ext cx="2971081" cy="156808"/>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 2025 GE Vernova and/or its affiliates. All rights reserved.</a:t>
            </a:r>
          </a:p>
        </p:txBody>
      </p:sp>
      <p:sp>
        <p:nvSpPr>
          <p:cNvPr id="7" name="Slide Number Placeholder 3">
            <a:extLst>
              <a:ext uri="{FF2B5EF4-FFF2-40B4-BE49-F238E27FC236}">
                <a16:creationId xmlns:a16="http://schemas.microsoft.com/office/drawing/2014/main" id="{02954C4C-65BF-8C42-9C9D-F4AA02C7446D}"/>
              </a:ext>
            </a:extLst>
          </p:cNvPr>
          <p:cNvSpPr>
            <a:spLocks noGrp="1"/>
          </p:cNvSpPr>
          <p:nvPr>
            <p:ph type="sldNum" sz="quarter" idx="4294967295"/>
          </p:nvPr>
        </p:nvSpPr>
        <p:spPr>
          <a:xfrm>
            <a:off x="11222182" y="6492875"/>
            <a:ext cx="550718"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7A97EF-C944-4447-B862-B593E9B4A0FF}" type="slidenum">
              <a:rPr kumimoji="0" lang="en-US" sz="800" b="0" i="0" u="none" strike="noStrike" kern="1200" cap="none" spc="0" normalizeH="0" baseline="0" noProof="0" smtClean="0">
                <a:ln>
                  <a:noFill/>
                </a:ln>
                <a:solidFill>
                  <a:srgbClr val="212121"/>
                </a:solidFill>
                <a:effectLst/>
                <a:uLnTx/>
                <a:uFillTx/>
                <a:latin typeface="Inter" panose="0200050300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212121"/>
              </a:solidFill>
              <a:effectLst/>
              <a:uLnTx/>
              <a:uFillTx/>
              <a:latin typeface="Inter" panose="02000503000000020004" pitchFamily="2" charset="0"/>
              <a:ea typeface="+mn-ea"/>
              <a:cs typeface="+mn-cs"/>
            </a:endParaRPr>
          </a:p>
        </p:txBody>
      </p:sp>
    </p:spTree>
    <p:extLst>
      <p:ext uri="{BB962C8B-B14F-4D97-AF65-F5344CB8AC3E}">
        <p14:creationId xmlns:p14="http://schemas.microsoft.com/office/powerpoint/2010/main" val="1670402451"/>
      </p:ext>
    </p:extLst>
  </p:cSld>
  <p:clrMapOvr>
    <a:masterClrMapping/>
  </p:clrMapOvr>
  <p:hf hdr="0" dt="0"/>
  <p:extLst>
    <p:ext uri="{DCECCB84-F9BA-43D5-87BE-67443E8EF086}">
      <p15:sldGuideLst xmlns:p15="http://schemas.microsoft.com/office/powerpoint/2012/main">
        <p15:guide id="1" orient="horz" pos="8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1-Column Photo Backgro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0270FAE-3C32-A7E9-827C-51EE9077FCB1}"/>
              </a:ext>
            </a:extLst>
          </p:cNvPr>
          <p:cNvSpPr/>
          <p:nvPr/>
        </p:nvSpPr>
        <p:spPr>
          <a:xfrm>
            <a:off x="0" y="2977116"/>
            <a:ext cx="12192000" cy="38808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a:xfrm>
            <a:off x="11222182" y="6492875"/>
            <a:ext cx="550718" cy="365125"/>
          </a:xfrm>
          <a:prstGeom prst="rect">
            <a:avLst/>
          </a:prstGeom>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tx2"/>
                </a:solidFill>
              </a:defRPr>
            </a:lvl1pPr>
            <a:lvl2pPr marL="174625" indent="-174625">
              <a:buClr>
                <a:schemeClr val="bg1"/>
              </a:buClr>
              <a:buFont typeface="Arial" panose="020B0604020202020204" pitchFamily="34" charset="0"/>
              <a:buChar char="•"/>
              <a:defRPr>
                <a:solidFill>
                  <a:schemeClr val="tx2"/>
                </a:solidFill>
              </a:defRPr>
            </a:lvl2pPr>
            <a:lvl3pPr>
              <a:buClr>
                <a:schemeClr val="bg1"/>
              </a:buClr>
              <a:defRPr>
                <a:solidFill>
                  <a:schemeClr val="tx2"/>
                </a:solidFill>
              </a:defRPr>
            </a:lvl3pPr>
            <a:lvl4pPr>
              <a:buClr>
                <a:schemeClr val="bg1"/>
              </a:buClr>
              <a:defRPr>
                <a:solidFill>
                  <a:schemeClr val="tx2"/>
                </a:solidFill>
              </a:defRPr>
            </a:lvl4pPr>
            <a:lvl5pPr>
              <a:buClr>
                <a:srgbClr val="C8FF08"/>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8" name="Picture 7" descr="Text&#10;&#10;Description automatically generated">
            <a:extLst>
              <a:ext uri="{FF2B5EF4-FFF2-40B4-BE49-F238E27FC236}">
                <a16:creationId xmlns:a16="http://schemas.microsoft.com/office/drawing/2014/main" id="{DCECCD58-6B53-F6DC-FD8A-F86F07E65273}"/>
              </a:ext>
            </a:extLst>
          </p:cNvPr>
          <p:cNvPicPr>
            <a:picLocks noChangeAspect="1"/>
          </p:cNvPicPr>
          <p:nvPr/>
        </p:nvPicPr>
        <p:blipFill>
          <a:blip r:embed="rId2"/>
          <a:stretch>
            <a:fillRect/>
          </a:stretch>
        </p:blipFill>
        <p:spPr>
          <a:xfrm>
            <a:off x="10309860" y="339154"/>
            <a:ext cx="1553486" cy="485273"/>
          </a:xfrm>
          <a:prstGeom prst="rect">
            <a:avLst/>
          </a:prstGeom>
        </p:spPr>
      </p:pic>
      <p:sp>
        <p:nvSpPr>
          <p:cNvPr id="7" name="Footer Placeholder 4">
            <a:extLst>
              <a:ext uri="{FF2B5EF4-FFF2-40B4-BE49-F238E27FC236}">
                <a16:creationId xmlns:a16="http://schemas.microsoft.com/office/drawing/2014/main" id="{BC76835B-D669-B482-1F5A-B3B13795C890}"/>
              </a:ext>
            </a:extLst>
          </p:cNvPr>
          <p:cNvSpPr txBox="1">
            <a:spLocks/>
          </p:cNvSpPr>
          <p:nvPr/>
        </p:nvSpPr>
        <p:spPr>
          <a:xfrm>
            <a:off x="419100" y="6492874"/>
            <a:ext cx="10248900" cy="207963"/>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26"/>
            <a:r>
              <a:rPr lang="en-US" dirty="0">
                <a:solidFill>
                  <a:schemeClr val="bg1"/>
                </a:solidFill>
                <a:ea typeface="Inter" panose="02000503000000020004" pitchFamily="2" charset="0"/>
              </a:rPr>
              <a:t>© 2025 GE Vernova and/or its affiliates. All rights reserved. </a:t>
            </a:r>
            <a:endParaRPr lang="en-US" dirty="0">
              <a:solidFill>
                <a:schemeClr val="bg1"/>
              </a:solidFill>
            </a:endParaRPr>
          </a:p>
        </p:txBody>
      </p:sp>
      <p:sp>
        <p:nvSpPr>
          <p:cNvPr id="4" name="Rectangle 3">
            <a:extLst>
              <a:ext uri="{FF2B5EF4-FFF2-40B4-BE49-F238E27FC236}">
                <a16:creationId xmlns:a16="http://schemas.microsoft.com/office/drawing/2014/main" id="{D30689CC-A904-61B3-F4AE-A02B9E785BCC}"/>
              </a:ext>
            </a:extLst>
          </p:cNvPr>
          <p:cNvSpPr/>
          <p:nvPr/>
        </p:nvSpPr>
        <p:spPr>
          <a:xfrm>
            <a:off x="0" y="2977116"/>
            <a:ext cx="12192000" cy="38808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endParaRPr>
          </a:p>
        </p:txBody>
      </p:sp>
    </p:spTree>
    <p:extLst>
      <p:ext uri="{BB962C8B-B14F-4D97-AF65-F5344CB8AC3E}">
        <p14:creationId xmlns:p14="http://schemas.microsoft.com/office/powerpoint/2010/main" val="924764968"/>
      </p:ext>
    </p:extLst>
  </p:cSld>
  <p:clrMapOvr>
    <a:masterClrMapping/>
  </p:clrMapOvr>
  <p:hf hdr="0" dt="0"/>
  <p:extLst>
    <p:ext uri="{DCECCB84-F9BA-43D5-87BE-67443E8EF086}">
      <p15:sldGuideLst xmlns:p15="http://schemas.microsoft.com/office/powerpoint/2012/main">
        <p15:guide id="1" orient="horz" pos="88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2_1-Column Photo Backgroun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0689CC-A904-61B3-F4AE-A02B9E785BCC}"/>
              </a:ext>
            </a:extLst>
          </p:cNvPr>
          <p:cNvSpPr/>
          <p:nvPr/>
        </p:nvSpPr>
        <p:spPr>
          <a:xfrm>
            <a:off x="0" y="0"/>
            <a:ext cx="12192000" cy="1219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endParaRPr>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8" name="Picture 7" descr="Text&#10;&#10;Description automatically generated">
            <a:extLst>
              <a:ext uri="{FF2B5EF4-FFF2-40B4-BE49-F238E27FC236}">
                <a16:creationId xmlns:a16="http://schemas.microsoft.com/office/drawing/2014/main" id="{DCECCD58-6B53-F6DC-FD8A-F86F07E65273}"/>
              </a:ext>
            </a:extLst>
          </p:cNvPr>
          <p:cNvPicPr>
            <a:picLocks noChangeAspect="1"/>
          </p:cNvPicPr>
          <p:nvPr/>
        </p:nvPicPr>
        <p:blipFill>
          <a:blip r:embed="rId2"/>
          <a:stretch>
            <a:fillRect/>
          </a:stretch>
        </p:blipFill>
        <p:spPr>
          <a:xfrm>
            <a:off x="10309860" y="339154"/>
            <a:ext cx="1553486" cy="485273"/>
          </a:xfrm>
          <a:prstGeom prst="rect">
            <a:avLst/>
          </a:prstGeom>
        </p:spPr>
      </p:pic>
      <p:sp>
        <p:nvSpPr>
          <p:cNvPr id="5" name="Slide Number Placeholder 3">
            <a:extLst>
              <a:ext uri="{FF2B5EF4-FFF2-40B4-BE49-F238E27FC236}">
                <a16:creationId xmlns:a16="http://schemas.microsoft.com/office/drawing/2014/main" id="{858CC93B-9F29-92F5-610B-2BEE49CE92DE}"/>
              </a:ext>
            </a:extLst>
          </p:cNvPr>
          <p:cNvSpPr>
            <a:spLocks noGrp="1"/>
          </p:cNvSpPr>
          <p:nvPr>
            <p:ph type="sldNum" sz="quarter" idx="4294967295"/>
          </p:nvPr>
        </p:nvSpPr>
        <p:spPr>
          <a:xfrm>
            <a:off x="11222182" y="6492875"/>
            <a:ext cx="550718" cy="365125"/>
          </a:xfrm>
          <a:prstGeom prst="rect">
            <a:avLst/>
          </a:prstGeom>
        </p:spPr>
        <p:txBody>
          <a:bodyPr/>
          <a:lstStyle>
            <a:lvl1pPr>
              <a:defRPr>
                <a:solidFill>
                  <a:schemeClr val="tx1"/>
                </a:solidFill>
              </a:defRPr>
            </a:lvl1pPr>
          </a:lstStyle>
          <a:p>
            <a:pPr algn="r">
              <a:defRPr/>
            </a:pPr>
            <a:fld id="{7A7A97EF-C944-4447-B862-B593E9B4A0FF}" type="slidenum">
              <a:rPr lang="en-US" sz="800" smtClean="0"/>
              <a:pPr algn="r">
                <a:defRPr/>
              </a:pPr>
              <a:t>‹#›</a:t>
            </a:fld>
            <a:endParaRPr lang="en-US" sz="800" dirty="0"/>
          </a:p>
        </p:txBody>
      </p:sp>
    </p:spTree>
    <p:extLst>
      <p:ext uri="{BB962C8B-B14F-4D97-AF65-F5344CB8AC3E}">
        <p14:creationId xmlns:p14="http://schemas.microsoft.com/office/powerpoint/2010/main" val="98591106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88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3_1-Column Photo Backgroun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0689CC-A904-61B3-F4AE-A02B9E785BCC}"/>
              </a:ext>
            </a:extLst>
          </p:cNvPr>
          <p:cNvSpPr/>
          <p:nvPr/>
        </p:nvSpPr>
        <p:spPr>
          <a:xfrm>
            <a:off x="0" y="0"/>
            <a:ext cx="12192000" cy="112077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endParaRPr>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8" name="Picture 7">
            <a:extLst>
              <a:ext uri="{FF2B5EF4-FFF2-40B4-BE49-F238E27FC236}">
                <a16:creationId xmlns:a16="http://schemas.microsoft.com/office/drawing/2014/main" id="{DCECCD58-6B53-F6DC-FD8A-F86F07E65273}"/>
              </a:ext>
            </a:extLst>
          </p:cNvPr>
          <p:cNvPicPr>
            <a:picLocks noChangeAspect="1"/>
          </p:cNvPicPr>
          <p:nvPr/>
        </p:nvPicPr>
        <p:blipFill>
          <a:blip r:embed="rId2"/>
          <a:srcRect/>
          <a:stretch/>
        </p:blipFill>
        <p:spPr>
          <a:xfrm>
            <a:off x="10309860" y="341152"/>
            <a:ext cx="1553486" cy="481276"/>
          </a:xfrm>
          <a:prstGeom prst="rect">
            <a:avLst/>
          </a:prstGeom>
        </p:spPr>
      </p:pic>
      <p:sp>
        <p:nvSpPr>
          <p:cNvPr id="12" name="Slide Number Placeholder 3">
            <a:extLst>
              <a:ext uri="{FF2B5EF4-FFF2-40B4-BE49-F238E27FC236}">
                <a16:creationId xmlns:a16="http://schemas.microsoft.com/office/drawing/2014/main" id="{C242EAB6-8946-CC50-89B7-63270A782886}"/>
              </a:ext>
            </a:extLst>
          </p:cNvPr>
          <p:cNvSpPr>
            <a:spLocks noGrp="1"/>
          </p:cNvSpPr>
          <p:nvPr>
            <p:ph type="sldNum" sz="quarter" idx="4294967295"/>
          </p:nvPr>
        </p:nvSpPr>
        <p:spPr>
          <a:xfrm>
            <a:off x="11222182" y="6492875"/>
            <a:ext cx="550718"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7A97EF-C944-4447-B862-B593E9B4A0FF}" type="slidenum">
              <a:rPr kumimoji="0" lang="en-US" sz="800" b="0" i="0" u="none" strike="noStrike" kern="1200" cap="none" spc="0" normalizeH="0" baseline="0" noProof="0" smtClean="0">
                <a:ln>
                  <a:noFill/>
                </a:ln>
                <a:solidFill>
                  <a:srgbClr val="212121"/>
                </a:solidFill>
                <a:effectLst/>
                <a:uLnTx/>
                <a:uFillTx/>
                <a:latin typeface="Inter" panose="0200050300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rgbClr val="212121"/>
              </a:solidFill>
              <a:effectLst/>
              <a:uLnTx/>
              <a:uFillTx/>
              <a:latin typeface="Inter" panose="02000503000000020004" pitchFamily="2" charset="0"/>
              <a:ea typeface="+mn-ea"/>
              <a:cs typeface="+mn-cs"/>
            </a:endParaRPr>
          </a:p>
        </p:txBody>
      </p:sp>
      <p:sp>
        <p:nvSpPr>
          <p:cNvPr id="5" name="Footer Placeholder 4">
            <a:extLst>
              <a:ext uri="{FF2B5EF4-FFF2-40B4-BE49-F238E27FC236}">
                <a16:creationId xmlns:a16="http://schemas.microsoft.com/office/drawing/2014/main" id="{E9557FDB-562D-A70E-EB5D-1E213A0D0456}"/>
              </a:ext>
            </a:extLst>
          </p:cNvPr>
          <p:cNvSpPr txBox="1">
            <a:spLocks/>
          </p:cNvSpPr>
          <p:nvPr userDrawn="1"/>
        </p:nvSpPr>
        <p:spPr>
          <a:xfrm>
            <a:off x="419099" y="6601346"/>
            <a:ext cx="7519943" cy="112322"/>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12121"/>
                </a:solidFill>
                <a:effectLst/>
                <a:uLnTx/>
                <a:uFillTx/>
                <a:latin typeface="Arial" panose="020B0604020202020204" pitchFamily="34" charset="0"/>
                <a:ea typeface="+mn-ea"/>
                <a:cs typeface="Arial" panose="020B0604020202020204" pitchFamily="34" charset="0"/>
              </a:rPr>
              <a:t>© 2025 GE Vernova and/or its affiliates. All rights reserved. Not to be copied, distributed or reproduced without prior approval from GE Vernova.   </a:t>
            </a:r>
          </a:p>
        </p:txBody>
      </p:sp>
    </p:spTree>
    <p:extLst>
      <p:ext uri="{BB962C8B-B14F-4D97-AF65-F5344CB8AC3E}">
        <p14:creationId xmlns:p14="http://schemas.microsoft.com/office/powerpoint/2010/main" val="313638920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88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Divider 4">
    <p:bg>
      <p:bgPr>
        <a:solidFill>
          <a:srgbClr val="005E60"/>
        </a:solidFill>
        <a:effectLst/>
      </p:bgPr>
    </p:bg>
    <p:spTree>
      <p:nvGrpSpPr>
        <p:cNvPr id="1" name=""/>
        <p:cNvGrpSpPr/>
        <p:nvPr/>
      </p:nvGrpSpPr>
      <p:grpSpPr>
        <a:xfrm>
          <a:off x="0" y="0"/>
          <a:ext cx="0" cy="0"/>
          <a:chOff x="0" y="0"/>
          <a:chExt cx="0" cy="0"/>
        </a:xfrm>
      </p:grpSpPr>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p:nvPicPr>
        <p:blipFill>
          <a:blip r:embed="rId2"/>
          <a:stretch>
            <a:fillRect/>
          </a:stretch>
        </p:blipFill>
        <p:spPr>
          <a:xfrm>
            <a:off x="10309857" y="339154"/>
            <a:ext cx="1553489" cy="485273"/>
          </a:xfrm>
          <a:prstGeom prst="rect">
            <a:avLst/>
          </a:prstGeom>
        </p:spPr>
      </p:pic>
      <p:sp>
        <p:nvSpPr>
          <p:cNvPr id="2" name="Footer Placeholder 4">
            <a:extLst>
              <a:ext uri="{FF2B5EF4-FFF2-40B4-BE49-F238E27FC236}">
                <a16:creationId xmlns:a16="http://schemas.microsoft.com/office/drawing/2014/main" id="{5514B397-73B3-A07C-9E0A-B87B6AC52D77}"/>
              </a:ext>
            </a:extLst>
          </p:cNvPr>
          <p:cNvSpPr txBox="1">
            <a:spLocks/>
          </p:cNvSpPr>
          <p:nvPr/>
        </p:nvSpPr>
        <p:spPr>
          <a:xfrm>
            <a:off x="419100" y="6492874"/>
            <a:ext cx="10248900" cy="207963"/>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26"/>
            <a:r>
              <a:rPr lang="en-US" dirty="0">
                <a:solidFill>
                  <a:schemeClr val="tx1"/>
                </a:solidFill>
                <a:ea typeface="Inter" panose="02000503000000020004" pitchFamily="2" charset="0"/>
              </a:rPr>
              <a:t>© 2025 GE Vernova and/or its affiliates. All rights reserved.</a:t>
            </a:r>
            <a:endParaRPr lang="en-US" dirty="0">
              <a:solidFill>
                <a:schemeClr val="tx1"/>
              </a:solidFill>
            </a:endParaRPr>
          </a:p>
        </p:txBody>
      </p:sp>
      <p:sp>
        <p:nvSpPr>
          <p:cNvPr id="3" name="Slide Number Placeholder 3">
            <a:extLst>
              <a:ext uri="{FF2B5EF4-FFF2-40B4-BE49-F238E27FC236}">
                <a16:creationId xmlns:a16="http://schemas.microsoft.com/office/drawing/2014/main" id="{CDA082A8-1847-B9FD-CA30-E82B8DC08A2B}"/>
              </a:ext>
            </a:extLst>
          </p:cNvPr>
          <p:cNvSpPr>
            <a:spLocks noGrp="1"/>
          </p:cNvSpPr>
          <p:nvPr>
            <p:ph type="sldNum" sz="quarter" idx="4294967295"/>
          </p:nvPr>
        </p:nvSpPr>
        <p:spPr>
          <a:xfrm>
            <a:off x="11222182" y="6492875"/>
            <a:ext cx="550718" cy="365125"/>
          </a:xfrm>
          <a:prstGeom prst="rect">
            <a:avLst/>
          </a:prstGeom>
        </p:spPr>
        <p:txBody>
          <a:bodyPr/>
          <a:lstStyle>
            <a:lvl1pPr>
              <a:defRPr>
                <a:solidFill>
                  <a:schemeClr val="tx1"/>
                </a:solidFill>
              </a:defRPr>
            </a:lvl1pPr>
          </a:lstStyle>
          <a:p>
            <a:pPr algn="r">
              <a:defRPr/>
            </a:pPr>
            <a:fld id="{7A7A97EF-C944-4447-B862-B593E9B4A0FF}" type="slidenum">
              <a:rPr lang="en-US" sz="800" smtClean="0"/>
              <a:pPr algn="r">
                <a:defRPr/>
              </a:pPr>
              <a:t>‹#›</a:t>
            </a:fld>
            <a:endParaRPr lang="en-US" sz="800" dirty="0"/>
          </a:p>
        </p:txBody>
      </p:sp>
    </p:spTree>
    <p:extLst>
      <p:ext uri="{BB962C8B-B14F-4D97-AF65-F5344CB8AC3E}">
        <p14:creationId xmlns:p14="http://schemas.microsoft.com/office/powerpoint/2010/main" val="131604874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1_Sign-off">
    <p:bg>
      <p:bgRef idx="1001">
        <a:schemeClr val="bg1"/>
      </p:bgRef>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A7A56CA2-D329-EF33-C456-27ECDB40249C}"/>
              </a:ext>
            </a:extLst>
          </p:cNvPr>
          <p:cNvPicPr>
            <a:picLocks noChangeAspect="1"/>
          </p:cNvPicPr>
          <p:nvPr/>
        </p:nvPicPr>
        <p:blipFill>
          <a:blip r:embed="rId2"/>
          <a:stretch>
            <a:fillRect/>
          </a:stretch>
        </p:blipFill>
        <p:spPr>
          <a:xfrm>
            <a:off x="2598420" y="2336437"/>
            <a:ext cx="6995160" cy="2185127"/>
          </a:xfrm>
          <a:prstGeom prst="rect">
            <a:avLst/>
          </a:prstGeom>
        </p:spPr>
      </p:pic>
    </p:spTree>
    <p:extLst>
      <p:ext uri="{BB962C8B-B14F-4D97-AF65-F5344CB8AC3E}">
        <p14:creationId xmlns:p14="http://schemas.microsoft.com/office/powerpoint/2010/main" val="52822528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1_Sign-off 2">
    <p:bg>
      <p:bgPr>
        <a:solidFill>
          <a:srgbClr val="005E60"/>
        </a:solidFill>
        <a:effectLst/>
      </p:bgPr>
    </p:bg>
    <p:spTree>
      <p:nvGrpSpPr>
        <p:cNvPr id="1" name=""/>
        <p:cNvGrpSpPr/>
        <p:nvPr/>
      </p:nvGrpSpPr>
      <p:grpSpPr>
        <a:xfrm>
          <a:off x="0" y="0"/>
          <a:ext cx="0" cy="0"/>
          <a:chOff x="0" y="0"/>
          <a:chExt cx="0" cy="0"/>
        </a:xfrm>
      </p:grpSpPr>
      <p:pic>
        <p:nvPicPr>
          <p:cNvPr id="2" name="Picture 1" descr="Text&#10;&#10;Description automatically generated">
            <a:extLst>
              <a:ext uri="{FF2B5EF4-FFF2-40B4-BE49-F238E27FC236}">
                <a16:creationId xmlns:a16="http://schemas.microsoft.com/office/drawing/2014/main" id="{F9CD72FB-B974-3D99-2541-287114550180}"/>
              </a:ext>
            </a:extLst>
          </p:cNvPr>
          <p:cNvPicPr>
            <a:picLocks noChangeAspect="1"/>
          </p:cNvPicPr>
          <p:nvPr/>
        </p:nvPicPr>
        <p:blipFill>
          <a:blip r:embed="rId2"/>
          <a:stretch>
            <a:fillRect/>
          </a:stretch>
        </p:blipFill>
        <p:spPr>
          <a:xfrm>
            <a:off x="2598420" y="2336437"/>
            <a:ext cx="6995161" cy="2185127"/>
          </a:xfrm>
          <a:prstGeom prst="rect">
            <a:avLst/>
          </a:prstGeom>
        </p:spPr>
      </p:pic>
    </p:spTree>
    <p:extLst>
      <p:ext uri="{BB962C8B-B14F-4D97-AF65-F5344CB8AC3E}">
        <p14:creationId xmlns:p14="http://schemas.microsoft.com/office/powerpoint/2010/main" val="380929913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Heading Only">
    <p:spTree>
      <p:nvGrpSpPr>
        <p:cNvPr id="1" name=""/>
        <p:cNvGrpSpPr/>
        <p:nvPr/>
      </p:nvGrpSpPr>
      <p:grpSpPr>
        <a:xfrm>
          <a:off x="0" y="0"/>
          <a:ext cx="0" cy="0"/>
          <a:chOff x="0" y="0"/>
          <a:chExt cx="0" cy="0"/>
        </a:xfrm>
      </p:grpSpPr>
      <p:sp>
        <p:nvSpPr>
          <p:cNvPr id="54" name="Rectangle: Top Corners Rounded 53">
            <a:extLst>
              <a:ext uri="{FF2B5EF4-FFF2-40B4-BE49-F238E27FC236}">
                <a16:creationId xmlns:a16="http://schemas.microsoft.com/office/drawing/2014/main" id="{FE375027-950B-78B5-BE7D-9D07E9A03235}"/>
              </a:ext>
            </a:extLst>
          </p:cNvPr>
          <p:cNvSpPr/>
          <p:nvPr userDrawn="1"/>
        </p:nvSpPr>
        <p:spPr>
          <a:xfrm rot="16200000" flipH="1">
            <a:off x="8017287" y="1722209"/>
            <a:ext cx="3926002" cy="4423424"/>
          </a:xfrm>
          <a:prstGeom prst="round2SameRect">
            <a:avLst>
              <a:gd name="adj1" fmla="val 1113"/>
              <a:gd name="adj2" fmla="val 0"/>
            </a:avLst>
          </a:prstGeom>
          <a:solidFill>
            <a:schemeClr val="accent2"/>
          </a:solidFill>
          <a:ln w="12700" cap="flat" cmpd="sng" algn="ctr">
            <a:solidFill>
              <a:schemeClr val="accent2"/>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a:ea typeface="+mn-ea"/>
              <a:cs typeface="+mn-cs"/>
            </a:endParaRPr>
          </a:p>
        </p:txBody>
      </p:sp>
      <p:sp>
        <p:nvSpPr>
          <p:cNvPr id="6" name="Rectangle 5">
            <a:extLst>
              <a:ext uri="{FF2B5EF4-FFF2-40B4-BE49-F238E27FC236}">
                <a16:creationId xmlns:a16="http://schemas.microsoft.com/office/drawing/2014/main" id="{5C34F60B-6778-665D-8B9A-A6C2EDC0A70C}"/>
              </a:ext>
            </a:extLst>
          </p:cNvPr>
          <p:cNvSpPr/>
          <p:nvPr userDrawn="1"/>
        </p:nvSpPr>
        <p:spPr>
          <a:xfrm>
            <a:off x="3842001" y="725380"/>
            <a:ext cx="8350000" cy="731520"/>
          </a:xfrm>
          <a:prstGeom prst="rect">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7" name="Picture 6" descr="Text&#10;&#10;Description automatically generated">
            <a:extLst>
              <a:ext uri="{FF2B5EF4-FFF2-40B4-BE49-F238E27FC236}">
                <a16:creationId xmlns:a16="http://schemas.microsoft.com/office/drawing/2014/main" id="{0C70E0E6-9625-2542-8A2E-D6597A6FFD5C}"/>
              </a:ext>
            </a:extLst>
          </p:cNvPr>
          <p:cNvPicPr>
            <a:picLocks noChangeAspect="1"/>
          </p:cNvPicPr>
          <p:nvPr userDrawn="1"/>
        </p:nvPicPr>
        <p:blipFill>
          <a:blip r:embed="rId2"/>
          <a:stretch>
            <a:fillRect/>
          </a:stretch>
        </p:blipFill>
        <p:spPr>
          <a:xfrm>
            <a:off x="10309860" y="166634"/>
            <a:ext cx="1553486" cy="485273"/>
          </a:xfrm>
          <a:prstGeom prst="rect">
            <a:avLst/>
          </a:prstGeom>
        </p:spPr>
      </p:pic>
      <p:sp>
        <p:nvSpPr>
          <p:cNvPr id="8" name="Freeform: Shape 7">
            <a:extLst>
              <a:ext uri="{FF2B5EF4-FFF2-40B4-BE49-F238E27FC236}">
                <a16:creationId xmlns:a16="http://schemas.microsoft.com/office/drawing/2014/main" id="{BCDFAB4C-0F50-5857-828B-9C3B2017071E}"/>
              </a:ext>
            </a:extLst>
          </p:cNvPr>
          <p:cNvSpPr/>
          <p:nvPr userDrawn="1"/>
        </p:nvSpPr>
        <p:spPr>
          <a:xfrm>
            <a:off x="3842001" y="270842"/>
            <a:ext cx="6334988" cy="293620"/>
          </a:xfrm>
          <a:custGeom>
            <a:avLst/>
            <a:gdLst>
              <a:gd name="connsiteX0" fmla="*/ 0 w 5281711"/>
              <a:gd name="connsiteY0" fmla="*/ 0 h 295712"/>
              <a:gd name="connsiteX1" fmla="*/ 5280254 w 5281711"/>
              <a:gd name="connsiteY1" fmla="*/ 0 h 295712"/>
              <a:gd name="connsiteX2" fmla="*/ 5269805 w 5281711"/>
              <a:gd name="connsiteY2" fmla="*/ 33876 h 295712"/>
              <a:gd name="connsiteX3" fmla="*/ 5258625 w 5281711"/>
              <a:gd name="connsiteY3" fmla="*/ 145494 h 295712"/>
              <a:gd name="connsiteX4" fmla="*/ 5269805 w 5281711"/>
              <a:gd name="connsiteY4" fmla="*/ 257112 h 295712"/>
              <a:gd name="connsiteX5" fmla="*/ 5281711 w 5281711"/>
              <a:gd name="connsiteY5" fmla="*/ 295712 h 295712"/>
              <a:gd name="connsiteX6" fmla="*/ 0 w 5281711"/>
              <a:gd name="connsiteY6" fmla="*/ 295712 h 29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81711" h="295712">
                <a:moveTo>
                  <a:pt x="0" y="0"/>
                </a:moveTo>
                <a:lnTo>
                  <a:pt x="5280254" y="0"/>
                </a:lnTo>
                <a:lnTo>
                  <a:pt x="5269805" y="33876"/>
                </a:lnTo>
                <a:cubicBezTo>
                  <a:pt x="5262475" y="69930"/>
                  <a:pt x="5258625" y="107260"/>
                  <a:pt x="5258625" y="145494"/>
                </a:cubicBezTo>
                <a:cubicBezTo>
                  <a:pt x="5258625" y="183729"/>
                  <a:pt x="5262475" y="221058"/>
                  <a:pt x="5269805" y="257112"/>
                </a:cubicBezTo>
                <a:lnTo>
                  <a:pt x="5281711" y="295712"/>
                </a:lnTo>
                <a:lnTo>
                  <a:pt x="0" y="29571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grpSp>
        <p:nvGrpSpPr>
          <p:cNvPr id="9" name="Group 8">
            <a:extLst>
              <a:ext uri="{FF2B5EF4-FFF2-40B4-BE49-F238E27FC236}">
                <a16:creationId xmlns:a16="http://schemas.microsoft.com/office/drawing/2014/main" id="{05D5CF4A-AD02-F6B1-7EAF-480DD6A30C14}"/>
              </a:ext>
            </a:extLst>
          </p:cNvPr>
          <p:cNvGrpSpPr/>
          <p:nvPr userDrawn="1"/>
        </p:nvGrpSpPr>
        <p:grpSpPr>
          <a:xfrm>
            <a:off x="0" y="270394"/>
            <a:ext cx="948906" cy="1186506"/>
            <a:chOff x="1" y="442914"/>
            <a:chExt cx="948905" cy="1186506"/>
          </a:xfrm>
        </p:grpSpPr>
        <p:sp>
          <p:nvSpPr>
            <p:cNvPr id="10" name="Rectangle 9">
              <a:extLst>
                <a:ext uri="{FF2B5EF4-FFF2-40B4-BE49-F238E27FC236}">
                  <a16:creationId xmlns:a16="http://schemas.microsoft.com/office/drawing/2014/main" id="{26A540DD-8605-96EF-6170-AC04112BD80F}"/>
                </a:ext>
              </a:extLst>
            </p:cNvPr>
            <p:cNvSpPr/>
            <p:nvPr userDrawn="1"/>
          </p:nvSpPr>
          <p:spPr>
            <a:xfrm>
              <a:off x="1" y="442914"/>
              <a:ext cx="948905" cy="11865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pic>
          <p:nvPicPr>
            <p:cNvPr id="11" name="Graphic 10">
              <a:extLst>
                <a:ext uri="{FF2B5EF4-FFF2-40B4-BE49-F238E27FC236}">
                  <a16:creationId xmlns:a16="http://schemas.microsoft.com/office/drawing/2014/main" id="{8D454495-F30B-D375-66A1-26FD1308876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44592" y="922844"/>
              <a:ext cx="607032" cy="590326"/>
            </a:xfrm>
            <a:prstGeom prst="rect">
              <a:avLst/>
            </a:prstGeom>
          </p:spPr>
        </p:pic>
      </p:grpSp>
      <p:grpSp>
        <p:nvGrpSpPr>
          <p:cNvPr id="16" name="Group 15">
            <a:extLst>
              <a:ext uri="{FF2B5EF4-FFF2-40B4-BE49-F238E27FC236}">
                <a16:creationId xmlns:a16="http://schemas.microsoft.com/office/drawing/2014/main" id="{FE189C72-5E2B-901A-FE0F-5DF8CAC0EED0}"/>
              </a:ext>
            </a:extLst>
          </p:cNvPr>
          <p:cNvGrpSpPr/>
          <p:nvPr userDrawn="1"/>
        </p:nvGrpSpPr>
        <p:grpSpPr>
          <a:xfrm>
            <a:off x="1096215" y="99846"/>
            <a:ext cx="2598476" cy="1514509"/>
            <a:chOff x="4211129" y="1068906"/>
            <a:chExt cx="462618" cy="1018556"/>
          </a:xfrm>
        </p:grpSpPr>
        <p:sp>
          <p:nvSpPr>
            <p:cNvPr id="17" name="TextBox 16">
              <a:extLst>
                <a:ext uri="{FF2B5EF4-FFF2-40B4-BE49-F238E27FC236}">
                  <a16:creationId xmlns:a16="http://schemas.microsoft.com/office/drawing/2014/main" id="{3E36B635-AD7B-1ADD-6E2D-28A98EC44579}"/>
                </a:ext>
              </a:extLst>
            </p:cNvPr>
            <p:cNvSpPr txBox="1"/>
            <p:nvPr/>
          </p:nvSpPr>
          <p:spPr>
            <a:xfrm>
              <a:off x="4211129" y="1068906"/>
              <a:ext cx="462618"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Sons Condensed Extrabold" panose="02060906060206060203" pitchFamily="18" charset="0"/>
                  <a:sym typeface="SonsCondensed-Extrabold"/>
                  <a:rtl val="0"/>
                </a:rPr>
                <a:t>ROOT CAUSE</a:t>
              </a:r>
            </a:p>
          </p:txBody>
        </p:sp>
        <p:sp>
          <p:nvSpPr>
            <p:cNvPr id="18" name="TextBox 17">
              <a:extLst>
                <a:ext uri="{FF2B5EF4-FFF2-40B4-BE49-F238E27FC236}">
                  <a16:creationId xmlns:a16="http://schemas.microsoft.com/office/drawing/2014/main" id="{2F49C03D-E39A-717B-472C-83F8E8420D7D}"/>
                </a:ext>
              </a:extLst>
            </p:cNvPr>
            <p:cNvSpPr txBox="1">
              <a:spLocks/>
            </p:cNvSpPr>
            <p:nvPr/>
          </p:nvSpPr>
          <p:spPr>
            <a:xfrm>
              <a:off x="4211320" y="1507891"/>
              <a:ext cx="462427"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Sons Condensed Extrabold" panose="02060906060206060203" pitchFamily="18" charset="0"/>
                  <a:sym typeface="SonsCondensed-Extrabold"/>
                  <a:rtl val="0"/>
                </a:rPr>
                <a:t>ANALYSIS</a:t>
              </a:r>
            </a:p>
          </p:txBody>
        </p:sp>
      </p:grpSp>
      <p:sp>
        <p:nvSpPr>
          <p:cNvPr id="39" name="Text Placeholder 28">
            <a:extLst>
              <a:ext uri="{FF2B5EF4-FFF2-40B4-BE49-F238E27FC236}">
                <a16:creationId xmlns:a16="http://schemas.microsoft.com/office/drawing/2014/main" id="{74B525BA-2F82-6376-FD6A-3CDCDF6D31A8}"/>
              </a:ext>
            </a:extLst>
          </p:cNvPr>
          <p:cNvSpPr>
            <a:spLocks noGrp="1"/>
          </p:cNvSpPr>
          <p:nvPr>
            <p:ph type="body" sz="quarter" idx="30" hasCustomPrompt="1"/>
          </p:nvPr>
        </p:nvSpPr>
        <p:spPr>
          <a:xfrm>
            <a:off x="11588054" y="6601347"/>
            <a:ext cx="369691" cy="123111"/>
          </a:xfrm>
        </p:spPr>
        <p:txBody>
          <a:bodyPr anchor="ctr">
            <a:spAutoFit/>
          </a:bodyPr>
          <a:lstStyle>
            <a:lvl1pPr>
              <a:defRPr sz="800">
                <a:solidFill>
                  <a:schemeClr val="tx2"/>
                </a:solidFill>
                <a:latin typeface="Arial" panose="020B0604020202020204" pitchFamily="34" charset="0"/>
                <a:cs typeface="Arial" panose="020B0604020202020204" pitchFamily="34" charset="0"/>
              </a:defRPr>
            </a:lvl1pPr>
            <a:lvl2pPr>
              <a:defRPr sz="800">
                <a:latin typeface="Arial" panose="020B0604020202020204" pitchFamily="34" charset="0"/>
                <a:cs typeface="Arial" panose="020B0604020202020204" pitchFamily="34" charset="0"/>
              </a:defRPr>
            </a:lvl2pPr>
            <a:lvl3pPr>
              <a:defRPr sz="800">
                <a:latin typeface="Arial" panose="020B0604020202020204" pitchFamily="34" charset="0"/>
                <a:cs typeface="Arial" panose="020B0604020202020204" pitchFamily="34" charset="0"/>
              </a:defRPr>
            </a:lvl3pPr>
            <a:lvl4pPr>
              <a:defRPr sz="800">
                <a:latin typeface="Arial" panose="020B0604020202020204" pitchFamily="34" charset="0"/>
                <a:cs typeface="Arial" panose="020B0604020202020204" pitchFamily="34" charset="0"/>
              </a:defRPr>
            </a:lvl4pPr>
            <a:lvl5pPr>
              <a:defRPr sz="800">
                <a:latin typeface="Arial" panose="020B0604020202020204" pitchFamily="34" charset="0"/>
                <a:cs typeface="Arial" panose="020B0604020202020204" pitchFamily="34" charset="0"/>
              </a:defRPr>
            </a:lvl5pPr>
          </a:lstStyle>
          <a:p>
            <a:pPr lvl="0"/>
            <a:r>
              <a:rPr lang="en-US" dirty="0"/>
              <a:t>{##]</a:t>
            </a:r>
          </a:p>
        </p:txBody>
      </p:sp>
      <p:sp>
        <p:nvSpPr>
          <p:cNvPr id="40" name="TextBox 39">
            <a:extLst>
              <a:ext uri="{FF2B5EF4-FFF2-40B4-BE49-F238E27FC236}">
                <a16:creationId xmlns:a16="http://schemas.microsoft.com/office/drawing/2014/main" id="{D5E18D12-6521-482B-F40A-49C5A8C892F8}"/>
              </a:ext>
            </a:extLst>
          </p:cNvPr>
          <p:cNvSpPr txBox="1"/>
          <p:nvPr userDrawn="1"/>
        </p:nvSpPr>
        <p:spPr>
          <a:xfrm>
            <a:off x="10169195" y="6601347"/>
            <a:ext cx="1371962" cy="123111"/>
          </a:xfrm>
          <a:prstGeom prst="rect">
            <a:avLst/>
          </a:prstGeom>
        </p:spPr>
        <p:txBody>
          <a:bodyPr vert="horz" lIns="0" tIns="0" rIns="0" bIns="0" rtlCol="0" anchor="ctr" anchorCtr="0">
            <a:spAutoFit/>
          </a:bodyPr>
          <a:lstStyle>
            <a:defPPr>
              <a:defRPr lang="en-US"/>
            </a:defPPr>
            <a:lvl1pPr marR="0" lvl="0" indent="0" algn="r" fontAlgn="auto">
              <a:lnSpc>
                <a:spcPct val="100000"/>
              </a:lnSpc>
              <a:spcBef>
                <a:spcPts val="0"/>
              </a:spcBef>
              <a:spcAft>
                <a:spcPts val="0"/>
              </a:spcAft>
              <a:buClrTx/>
              <a:buSzTx/>
              <a:buFontTx/>
              <a:buNone/>
              <a:tabLst/>
              <a:defRPr kumimoji="0" sz="800" b="0" i="0" u="none" strike="noStrike" cap="none" spc="0" normalizeH="0" baseline="0">
                <a:ln>
                  <a:noFill/>
                </a:ln>
                <a:solidFill>
                  <a:srgbClr val="212121"/>
                </a:solidFill>
                <a:effectLst/>
                <a:uLnTx/>
                <a:uFillTx/>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Gensuite/ComplyWorks ID:</a:t>
            </a:r>
          </a:p>
        </p:txBody>
      </p:sp>
      <p:sp>
        <p:nvSpPr>
          <p:cNvPr id="46" name="Text Placeholder 45">
            <a:extLst>
              <a:ext uri="{FF2B5EF4-FFF2-40B4-BE49-F238E27FC236}">
                <a16:creationId xmlns:a16="http://schemas.microsoft.com/office/drawing/2014/main" id="{D61AEBFD-B19A-FA97-6876-84475CB3DB20}"/>
              </a:ext>
            </a:extLst>
          </p:cNvPr>
          <p:cNvSpPr>
            <a:spLocks noGrp="1"/>
          </p:cNvSpPr>
          <p:nvPr>
            <p:ph type="body" sz="quarter" idx="37" hasCustomPrompt="1"/>
          </p:nvPr>
        </p:nvSpPr>
        <p:spPr>
          <a:xfrm>
            <a:off x="419100" y="1970918"/>
            <a:ext cx="7155941" cy="4458456"/>
          </a:xfrm>
        </p:spPr>
        <p:txBody>
          <a:bodyPr/>
          <a:lstStyle>
            <a:lvl1pPr>
              <a:defRPr sz="1400"/>
            </a:lvl1pPr>
            <a:lvl2pPr>
              <a:defRPr sz="1400"/>
            </a:lvl2pPr>
            <a:lvl3pPr>
              <a:defRPr sz="1400"/>
            </a:lvl3pPr>
            <a:lvl4pPr>
              <a:defRPr sz="1400"/>
            </a:lvl4pPr>
            <a:lvl5pPr>
              <a:defRPr sz="1400"/>
            </a:lvl5pPr>
          </a:lstStyle>
          <a:p>
            <a:pPr lvl="0"/>
            <a:r>
              <a:rPr lang="en-US" dirty="0"/>
              <a:t>Review facilitation notes and update accordingly</a:t>
            </a:r>
          </a:p>
        </p:txBody>
      </p:sp>
      <p:sp>
        <p:nvSpPr>
          <p:cNvPr id="50" name="Footer Placeholder 4">
            <a:extLst>
              <a:ext uri="{FF2B5EF4-FFF2-40B4-BE49-F238E27FC236}">
                <a16:creationId xmlns:a16="http://schemas.microsoft.com/office/drawing/2014/main" id="{4AAA7E1D-3431-062B-8F69-7F0C65A3C124}"/>
              </a:ext>
            </a:extLst>
          </p:cNvPr>
          <p:cNvSpPr txBox="1">
            <a:spLocks/>
          </p:cNvSpPr>
          <p:nvPr userDrawn="1"/>
        </p:nvSpPr>
        <p:spPr>
          <a:xfrm>
            <a:off x="419099" y="6601346"/>
            <a:ext cx="6759367" cy="156808"/>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 2025 GE Vernova and/or its affiliates. All rights reserved. </a:t>
            </a:r>
            <a:r>
              <a:rPr lang="en-US" sz="800" dirty="0">
                <a:latin typeface="Arial" panose="020B0604020202020204" pitchFamily="34" charset="0"/>
                <a:cs typeface="Arial" panose="020B0604020202020204" pitchFamily="34" charset="0"/>
              </a:rPr>
              <a:t>Not to be copied, distributed or reproduced without prior approval from GE Vernova.</a:t>
            </a:r>
            <a:endPar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 name="Text Placeholder 1">
            <a:extLst>
              <a:ext uri="{FF2B5EF4-FFF2-40B4-BE49-F238E27FC236}">
                <a16:creationId xmlns:a16="http://schemas.microsoft.com/office/drawing/2014/main" id="{49496A6C-820F-CC16-570B-D45A9E0C5476}"/>
              </a:ext>
            </a:extLst>
          </p:cNvPr>
          <p:cNvSpPr>
            <a:spLocks noGrp="1"/>
          </p:cNvSpPr>
          <p:nvPr>
            <p:ph type="body" sz="quarter" idx="21"/>
          </p:nvPr>
        </p:nvSpPr>
        <p:spPr>
          <a:xfrm>
            <a:off x="5289040" y="344595"/>
            <a:ext cx="4023360" cy="156435"/>
          </a:xfrm>
        </p:spPr>
        <p:txBody>
          <a:bodyPr anchor="ctr"/>
          <a:lstStyle>
            <a:lvl1pPr>
              <a:defRPr sz="1050">
                <a:solidFill>
                  <a:schemeClr val="tx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3" name="TextBox 2">
            <a:extLst>
              <a:ext uri="{FF2B5EF4-FFF2-40B4-BE49-F238E27FC236}">
                <a16:creationId xmlns:a16="http://schemas.microsoft.com/office/drawing/2014/main" id="{84FD5A6E-ADD0-E270-0DDB-EF8DEDB4B586}"/>
              </a:ext>
            </a:extLst>
          </p:cNvPr>
          <p:cNvSpPr txBox="1"/>
          <p:nvPr userDrawn="1"/>
        </p:nvSpPr>
        <p:spPr>
          <a:xfrm>
            <a:off x="4559280" y="312734"/>
            <a:ext cx="729762" cy="228198"/>
          </a:xfrm>
          <a:prstGeom prst="rect">
            <a:avLst/>
          </a:prstGeom>
          <a:noFill/>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Severity:</a:t>
            </a:r>
            <a:endParaRPr kumimoji="0" lang="en-US" sz="105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Text Placeholder 4">
            <a:extLst>
              <a:ext uri="{FF2B5EF4-FFF2-40B4-BE49-F238E27FC236}">
                <a16:creationId xmlns:a16="http://schemas.microsoft.com/office/drawing/2014/main" id="{FB63EBC8-7987-950E-5079-0821DA9573B6}"/>
              </a:ext>
            </a:extLst>
          </p:cNvPr>
          <p:cNvSpPr>
            <a:spLocks noGrp="1"/>
          </p:cNvSpPr>
          <p:nvPr>
            <p:ph type="body" sz="quarter" idx="17"/>
          </p:nvPr>
        </p:nvSpPr>
        <p:spPr>
          <a:xfrm>
            <a:off x="5997035" y="1249394"/>
            <a:ext cx="1578006" cy="155261"/>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5" name="Text Placeholder 3">
            <a:extLst>
              <a:ext uri="{FF2B5EF4-FFF2-40B4-BE49-F238E27FC236}">
                <a16:creationId xmlns:a16="http://schemas.microsoft.com/office/drawing/2014/main" id="{FC2895B6-BC20-6916-F39E-BFA29F0B31F6}"/>
              </a:ext>
            </a:extLst>
          </p:cNvPr>
          <p:cNvSpPr>
            <a:spLocks noGrp="1"/>
          </p:cNvSpPr>
          <p:nvPr>
            <p:ph type="body" sz="quarter" idx="16"/>
          </p:nvPr>
        </p:nvSpPr>
        <p:spPr>
          <a:xfrm>
            <a:off x="5291868" y="1011385"/>
            <a:ext cx="2286000" cy="156435"/>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12" name="Text Placeholder 2">
            <a:extLst>
              <a:ext uri="{FF2B5EF4-FFF2-40B4-BE49-F238E27FC236}">
                <a16:creationId xmlns:a16="http://schemas.microsoft.com/office/drawing/2014/main" id="{5D4A1F50-B8D3-C9E4-70D5-A83463F7CA1E}"/>
              </a:ext>
            </a:extLst>
          </p:cNvPr>
          <p:cNvSpPr>
            <a:spLocks noGrp="1"/>
          </p:cNvSpPr>
          <p:nvPr>
            <p:ph type="body" sz="quarter" idx="15"/>
          </p:nvPr>
        </p:nvSpPr>
        <p:spPr>
          <a:xfrm>
            <a:off x="5291867" y="769335"/>
            <a:ext cx="2286000" cy="156435"/>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grpSp>
        <p:nvGrpSpPr>
          <p:cNvPr id="14" name="Header Text Group">
            <a:extLst>
              <a:ext uri="{FF2B5EF4-FFF2-40B4-BE49-F238E27FC236}">
                <a16:creationId xmlns:a16="http://schemas.microsoft.com/office/drawing/2014/main" id="{316D10B3-0E83-A1E5-3C5A-892130607854}"/>
              </a:ext>
            </a:extLst>
          </p:cNvPr>
          <p:cNvGrpSpPr/>
          <p:nvPr userDrawn="1"/>
        </p:nvGrpSpPr>
        <p:grpSpPr>
          <a:xfrm>
            <a:off x="4559280" y="774550"/>
            <a:ext cx="732470" cy="630105"/>
            <a:chOff x="4951932" y="970850"/>
            <a:chExt cx="732470" cy="630105"/>
          </a:xfrm>
        </p:grpSpPr>
        <p:sp>
          <p:nvSpPr>
            <p:cNvPr id="22" name="TextBox 21">
              <a:extLst>
                <a:ext uri="{FF2B5EF4-FFF2-40B4-BE49-F238E27FC236}">
                  <a16:creationId xmlns:a16="http://schemas.microsoft.com/office/drawing/2014/main" id="{471FEB0B-71B7-B5FB-FA8E-6DA387D171D4}"/>
                </a:ext>
              </a:extLst>
            </p:cNvPr>
            <p:cNvSpPr txBox="1"/>
            <p:nvPr userDrawn="1"/>
          </p:nvSpPr>
          <p:spPr>
            <a:xfrm>
              <a:off x="4951932" y="970850"/>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Location:</a:t>
              </a:r>
              <a:endParaRPr kumimoji="0" lang="en-US" sz="1050" b="0"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23" name="TextBox 22">
              <a:extLst>
                <a:ext uri="{FF2B5EF4-FFF2-40B4-BE49-F238E27FC236}">
                  <a16:creationId xmlns:a16="http://schemas.microsoft.com/office/drawing/2014/main" id="{2624C7CC-70D9-976A-EFC7-E825C6B9A3E5}"/>
                </a:ext>
              </a:extLst>
            </p:cNvPr>
            <p:cNvSpPr txBox="1"/>
            <p:nvPr userDrawn="1"/>
          </p:nvSpPr>
          <p:spPr>
            <a:xfrm>
              <a:off x="4951932" y="1208179"/>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Date: </a:t>
              </a:r>
            </a:p>
          </p:txBody>
        </p:sp>
        <p:sp>
          <p:nvSpPr>
            <p:cNvPr id="24" name="TextBox 23">
              <a:extLst>
                <a:ext uri="{FF2B5EF4-FFF2-40B4-BE49-F238E27FC236}">
                  <a16:creationId xmlns:a16="http://schemas.microsoft.com/office/drawing/2014/main" id="{9744C625-1A60-0677-A44E-CE642DC4AC75}"/>
                </a:ext>
              </a:extLst>
            </p:cNvPr>
            <p:cNvSpPr txBox="1"/>
            <p:nvPr userDrawn="1"/>
          </p:nvSpPr>
          <p:spPr>
            <a:xfrm>
              <a:off x="4951932" y="1445507"/>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Customer/Contractor:</a:t>
              </a:r>
            </a:p>
          </p:txBody>
        </p:sp>
      </p:grpSp>
      <p:sp>
        <p:nvSpPr>
          <p:cNvPr id="36" name="Image Rectangle 31">
            <a:extLst>
              <a:ext uri="{FF2B5EF4-FFF2-40B4-BE49-F238E27FC236}">
                <a16:creationId xmlns:a16="http://schemas.microsoft.com/office/drawing/2014/main" id="{6FEA7577-6381-7182-EF9C-1DA678AE08C4}"/>
              </a:ext>
            </a:extLst>
          </p:cNvPr>
          <p:cNvSpPr/>
          <p:nvPr userDrawn="1"/>
        </p:nvSpPr>
        <p:spPr>
          <a:xfrm>
            <a:off x="7931622" y="4132679"/>
            <a:ext cx="3841278" cy="2289607"/>
          </a:xfrm>
          <a:prstGeom prst="roundRect">
            <a:avLst>
              <a:gd name="adj" fmla="val 2800"/>
            </a:avLst>
          </a:prstGeom>
          <a:solidFill>
            <a:schemeClr val="tx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7" name="Picture Placeholder 42">
            <a:extLst>
              <a:ext uri="{FF2B5EF4-FFF2-40B4-BE49-F238E27FC236}">
                <a16:creationId xmlns:a16="http://schemas.microsoft.com/office/drawing/2014/main" id="{F31B2D2E-4B6C-4640-4772-C1321DD16F93}"/>
              </a:ext>
            </a:extLst>
          </p:cNvPr>
          <p:cNvSpPr>
            <a:spLocks noGrp="1" noChangeAspect="1"/>
          </p:cNvSpPr>
          <p:nvPr>
            <p:ph type="pic" sz="quarter" idx="28"/>
          </p:nvPr>
        </p:nvSpPr>
        <p:spPr>
          <a:xfrm>
            <a:off x="8005173" y="4198764"/>
            <a:ext cx="3694176" cy="2157437"/>
          </a:xfrm>
          <a:prstGeom prst="roundRect">
            <a:avLst>
              <a:gd name="adj" fmla="val 665"/>
            </a:avLst>
          </a:prstGeom>
          <a:solidFill>
            <a:schemeClr val="bg1"/>
          </a:solidFill>
          <a:ln w="28575">
            <a:noFill/>
          </a:ln>
        </p:spPr>
        <p:txBody>
          <a:bodyPr/>
          <a:lstStyle/>
          <a:p>
            <a:endParaRPr lang="en-US" dirty="0"/>
          </a:p>
        </p:txBody>
      </p:sp>
      <p:sp>
        <p:nvSpPr>
          <p:cNvPr id="38" name="TextBox 37">
            <a:extLst>
              <a:ext uri="{FF2B5EF4-FFF2-40B4-BE49-F238E27FC236}">
                <a16:creationId xmlns:a16="http://schemas.microsoft.com/office/drawing/2014/main" id="{5E008872-982D-444D-A0FA-FCAD333F44A6}"/>
              </a:ext>
            </a:extLst>
          </p:cNvPr>
          <p:cNvSpPr txBox="1"/>
          <p:nvPr userDrawn="1"/>
        </p:nvSpPr>
        <p:spPr>
          <a:xfrm>
            <a:off x="7931621" y="2692709"/>
            <a:ext cx="952319" cy="540995"/>
          </a:xfrm>
          <a:prstGeom prst="rect">
            <a:avLst/>
          </a:prstGeom>
          <a:noFill/>
        </p:spPr>
        <p:txBody>
          <a:bodyPr wrap="none" lIns="45720" tIns="45720" rIns="45720" bIns="45720" rtlCol="0">
            <a:noAutofit/>
          </a:bodyPr>
          <a:lstStyle>
            <a:defPPr>
              <a:defRPr lang="en-US"/>
            </a:defPPr>
            <a:lvl1pPr marR="0" lvl="0" indent="0" fontAlgn="auto">
              <a:lnSpc>
                <a:spcPct val="100000"/>
              </a:lnSpc>
              <a:spcBef>
                <a:spcPts val="0"/>
              </a:spcBef>
              <a:spcAft>
                <a:spcPts val="600"/>
              </a:spcAft>
              <a:buClrTx/>
              <a:buSzTx/>
              <a:buFontTx/>
              <a:buNone/>
              <a:tabLst/>
              <a:defRPr kumimoji="0" sz="1050" b="0" i="0" u="none" strike="noStrike" cap="none" spc="0" normalizeH="0" baseline="0">
                <a:ln>
                  <a:noFill/>
                </a:ln>
                <a:effectLst/>
                <a:uLnTx/>
                <a:uFillTx/>
                <a:latin typeface="Inter Semi Bold" panose="02000703000000020004" pitchFamily="50" charset="0"/>
                <a:ea typeface="Inter Semi Bold" panose="02000703000000020004" pitchFamily="50" charset="0"/>
                <a:cs typeface="Inter Semi Bold" panose="02000703000000020004" pitchFamily="50" charset="0"/>
              </a:defRPr>
            </a:lvl1pPr>
          </a:lstStyle>
          <a:p>
            <a:pPr lvl="0" algn="r"/>
            <a:r>
              <a:rPr lang="en-US" noProof="0" dirty="0"/>
              <a:t>Investigation </a:t>
            </a:r>
            <a:br>
              <a:rPr lang="en-US" noProof="0" dirty="0"/>
            </a:br>
            <a:r>
              <a:rPr lang="en-US" noProof="0" dirty="0"/>
              <a:t>Team: </a:t>
            </a:r>
          </a:p>
        </p:txBody>
      </p:sp>
      <p:sp>
        <p:nvSpPr>
          <p:cNvPr id="42" name="Text Placeholder 2">
            <a:extLst>
              <a:ext uri="{FF2B5EF4-FFF2-40B4-BE49-F238E27FC236}">
                <a16:creationId xmlns:a16="http://schemas.microsoft.com/office/drawing/2014/main" id="{E1BC6087-2C35-3B00-C26D-DB04DE7C14E1}"/>
              </a:ext>
            </a:extLst>
          </p:cNvPr>
          <p:cNvSpPr>
            <a:spLocks noGrp="1"/>
          </p:cNvSpPr>
          <p:nvPr>
            <p:ph type="body" sz="quarter" idx="38" hasCustomPrompt="1"/>
          </p:nvPr>
        </p:nvSpPr>
        <p:spPr>
          <a:xfrm>
            <a:off x="8883941" y="2687495"/>
            <a:ext cx="2760570" cy="1379099"/>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add Name &amp; Title of key team members</a:t>
            </a:r>
          </a:p>
        </p:txBody>
      </p:sp>
      <p:cxnSp>
        <p:nvCxnSpPr>
          <p:cNvPr id="44" name="Straight Connector 43">
            <a:extLst>
              <a:ext uri="{FF2B5EF4-FFF2-40B4-BE49-F238E27FC236}">
                <a16:creationId xmlns:a16="http://schemas.microsoft.com/office/drawing/2014/main" id="{1F927C6F-769A-2F7E-3535-3B3CFCEA8225}"/>
              </a:ext>
            </a:extLst>
          </p:cNvPr>
          <p:cNvCxnSpPr>
            <a:cxnSpLocks/>
          </p:cNvCxnSpPr>
          <p:nvPr userDrawn="1"/>
        </p:nvCxnSpPr>
        <p:spPr>
          <a:xfrm>
            <a:off x="8881128" y="2338574"/>
            <a:ext cx="2852970" cy="0"/>
          </a:xfrm>
          <a:prstGeom prst="line">
            <a:avLst/>
          </a:prstGeom>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95ECF34B-ECDB-F76E-7450-4DDDA0C57728}"/>
              </a:ext>
            </a:extLst>
          </p:cNvPr>
          <p:cNvCxnSpPr>
            <a:cxnSpLocks/>
          </p:cNvCxnSpPr>
          <p:nvPr userDrawn="1"/>
        </p:nvCxnSpPr>
        <p:spPr>
          <a:xfrm>
            <a:off x="8881128" y="2612491"/>
            <a:ext cx="2852970" cy="0"/>
          </a:xfrm>
          <a:prstGeom prst="line">
            <a:avLst/>
          </a:prstGeom>
          <a:ln/>
        </p:spPr>
        <p:style>
          <a:lnRef idx="1">
            <a:schemeClr val="dk1"/>
          </a:lnRef>
          <a:fillRef idx="0">
            <a:schemeClr val="dk1"/>
          </a:fillRef>
          <a:effectRef idx="0">
            <a:schemeClr val="dk1"/>
          </a:effectRef>
          <a:fontRef idx="minor">
            <a:schemeClr val="tx1"/>
          </a:fontRef>
        </p:style>
      </p:cxnSp>
      <p:sp>
        <p:nvSpPr>
          <p:cNvPr id="49" name="Text Placeholder 4">
            <a:extLst>
              <a:ext uri="{FF2B5EF4-FFF2-40B4-BE49-F238E27FC236}">
                <a16:creationId xmlns:a16="http://schemas.microsoft.com/office/drawing/2014/main" id="{6F0D13C1-77C2-FE6A-B6DF-4F48CDFFD635}"/>
              </a:ext>
            </a:extLst>
          </p:cNvPr>
          <p:cNvSpPr>
            <a:spLocks noGrp="1"/>
          </p:cNvSpPr>
          <p:nvPr>
            <p:ph type="body" sz="quarter" idx="39"/>
          </p:nvPr>
        </p:nvSpPr>
        <p:spPr>
          <a:xfrm>
            <a:off x="8959362" y="2361882"/>
            <a:ext cx="2685149" cy="254847"/>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51" name="Text Placeholder 3">
            <a:extLst>
              <a:ext uri="{FF2B5EF4-FFF2-40B4-BE49-F238E27FC236}">
                <a16:creationId xmlns:a16="http://schemas.microsoft.com/office/drawing/2014/main" id="{D71F7417-C306-9A6A-8F8E-A4EC784D21D7}"/>
              </a:ext>
            </a:extLst>
          </p:cNvPr>
          <p:cNvSpPr>
            <a:spLocks noGrp="1"/>
          </p:cNvSpPr>
          <p:nvPr>
            <p:ph type="body" sz="quarter" idx="40"/>
          </p:nvPr>
        </p:nvSpPr>
        <p:spPr>
          <a:xfrm>
            <a:off x="8959362" y="2084658"/>
            <a:ext cx="2685149" cy="253916"/>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52" name="TextBox 51">
            <a:extLst>
              <a:ext uri="{FF2B5EF4-FFF2-40B4-BE49-F238E27FC236}">
                <a16:creationId xmlns:a16="http://schemas.microsoft.com/office/drawing/2014/main" id="{D5E62DC1-0265-C56B-A167-9FC8F6208A33}"/>
              </a:ext>
            </a:extLst>
          </p:cNvPr>
          <p:cNvSpPr txBox="1"/>
          <p:nvPr userDrawn="1"/>
        </p:nvSpPr>
        <p:spPr>
          <a:xfrm>
            <a:off x="7892821" y="1978266"/>
            <a:ext cx="991120" cy="360308"/>
          </a:xfrm>
          <a:prstGeom prst="rect">
            <a:avLst/>
          </a:prstGeom>
          <a:noFill/>
        </p:spPr>
        <p:txBody>
          <a:bodyPr wrap="square" lIns="45720" tIns="45720" rIns="45720" bIns="45720" rtlCol="0">
            <a:no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Inter Semi Bold" panose="02000703000000020004" pitchFamily="50" charset="0"/>
                <a:ea typeface="Inter Semi Bold" panose="02000703000000020004" pitchFamily="50" charset="0"/>
                <a:cs typeface="Inter Semi Bold" panose="02000703000000020004" pitchFamily="50" charset="0"/>
              </a:rPr>
              <a:t>Investigation Start Date:</a:t>
            </a:r>
          </a:p>
        </p:txBody>
      </p:sp>
      <p:sp>
        <p:nvSpPr>
          <p:cNvPr id="53" name="TextBox 52">
            <a:extLst>
              <a:ext uri="{FF2B5EF4-FFF2-40B4-BE49-F238E27FC236}">
                <a16:creationId xmlns:a16="http://schemas.microsoft.com/office/drawing/2014/main" id="{8CC2912B-FCCE-39CF-3A10-8FCB85502D65}"/>
              </a:ext>
            </a:extLst>
          </p:cNvPr>
          <p:cNvSpPr txBox="1"/>
          <p:nvPr userDrawn="1"/>
        </p:nvSpPr>
        <p:spPr>
          <a:xfrm>
            <a:off x="7892821" y="2362813"/>
            <a:ext cx="991120" cy="253916"/>
          </a:xfrm>
          <a:prstGeom prst="rect">
            <a:avLst/>
          </a:prstGeom>
          <a:noFill/>
        </p:spPr>
        <p:txBody>
          <a:bodyPr wrap="none" lIns="45720" tIns="45720" rIns="45720" bIns="45720" rtlCol="0">
            <a:no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Inter Semi Bold" panose="02000703000000020004" pitchFamily="50" charset="0"/>
                <a:ea typeface="Inter Semi Bold" panose="02000703000000020004" pitchFamily="50" charset="0"/>
                <a:cs typeface="Inter Semi Bold" panose="02000703000000020004" pitchFamily="50" charset="0"/>
              </a:rPr>
              <a:t>RCA Method:</a:t>
            </a:r>
          </a:p>
        </p:txBody>
      </p:sp>
      <p:grpSp>
        <p:nvGrpSpPr>
          <p:cNvPr id="15" name="Group 14">
            <a:extLst>
              <a:ext uri="{FF2B5EF4-FFF2-40B4-BE49-F238E27FC236}">
                <a16:creationId xmlns:a16="http://schemas.microsoft.com/office/drawing/2014/main" id="{AD356997-41D7-9C1C-41A1-082BB2C75338}"/>
              </a:ext>
            </a:extLst>
          </p:cNvPr>
          <p:cNvGrpSpPr/>
          <p:nvPr userDrawn="1"/>
        </p:nvGrpSpPr>
        <p:grpSpPr>
          <a:xfrm>
            <a:off x="10212294" y="775802"/>
            <a:ext cx="1676859" cy="711379"/>
            <a:chOff x="10212294" y="775802"/>
            <a:chExt cx="1676859" cy="711379"/>
          </a:xfrm>
        </p:grpSpPr>
        <p:sp>
          <p:nvSpPr>
            <p:cNvPr id="25" name="Icon 1">
              <a:extLst>
                <a:ext uri="{FF2B5EF4-FFF2-40B4-BE49-F238E27FC236}">
                  <a16:creationId xmlns:a16="http://schemas.microsoft.com/office/drawing/2014/main" id="{EBA39B15-EB81-1375-DDC5-43187C66541A}"/>
                </a:ext>
              </a:extLst>
            </p:cNvPr>
            <p:cNvSpPr/>
            <p:nvPr userDrawn="1"/>
          </p:nvSpPr>
          <p:spPr>
            <a:xfrm>
              <a:off x="10212294" y="775802"/>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26" name="Icon 1">
              <a:extLst>
                <a:ext uri="{FF2B5EF4-FFF2-40B4-BE49-F238E27FC236}">
                  <a16:creationId xmlns:a16="http://schemas.microsoft.com/office/drawing/2014/main" id="{69B3C117-3CD1-03D3-D26F-72794BE8DA22}"/>
                </a:ext>
              </a:extLst>
            </p:cNvPr>
            <p:cNvSpPr/>
            <p:nvPr userDrawn="1"/>
          </p:nvSpPr>
          <p:spPr>
            <a:xfrm>
              <a:off x="11193161" y="791189"/>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27" name="TextBox 26">
              <a:extLst>
                <a:ext uri="{FF2B5EF4-FFF2-40B4-BE49-F238E27FC236}">
                  <a16:creationId xmlns:a16="http://schemas.microsoft.com/office/drawing/2014/main" id="{C3076546-7BE9-0563-B9D8-893363E1E380}"/>
                </a:ext>
              </a:extLst>
            </p:cNvPr>
            <p:cNvSpPr txBox="1"/>
            <p:nvPr userDrawn="1"/>
          </p:nvSpPr>
          <p:spPr>
            <a:xfrm>
              <a:off x="11253958" y="996840"/>
              <a:ext cx="574398" cy="253916"/>
            </a:xfrm>
            <a:prstGeom prst="rect">
              <a:avLst/>
            </a:prstGeom>
            <a:noFill/>
          </p:spPr>
          <p:txBody>
            <a:bodyPr wrap="none" lIns="45720" tIns="45720" rIns="45720" bIns="4572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Business</a:t>
              </a:r>
            </a:p>
          </p:txBody>
        </p:sp>
        <p:sp>
          <p:nvSpPr>
            <p:cNvPr id="28" name="TextBox 27">
              <a:extLst>
                <a:ext uri="{FF2B5EF4-FFF2-40B4-BE49-F238E27FC236}">
                  <a16:creationId xmlns:a16="http://schemas.microsoft.com/office/drawing/2014/main" id="{9C7FDA2A-3B06-957E-4DCB-385BED7932DD}"/>
                </a:ext>
              </a:extLst>
            </p:cNvPr>
            <p:cNvSpPr txBox="1"/>
            <p:nvPr userDrawn="1"/>
          </p:nvSpPr>
          <p:spPr>
            <a:xfrm>
              <a:off x="10335389" y="954519"/>
              <a:ext cx="449803" cy="369332"/>
            </a:xfrm>
            <a:prstGeom prst="rect">
              <a:avLst/>
            </a:prstGeom>
            <a:noFill/>
          </p:spPr>
          <p:txBody>
            <a:bodyPr wrap="none" lIns="45720" tIns="45720" rIns="45720" bIns="4572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LSR or</a:t>
              </a:r>
              <a:b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PSE</a:t>
              </a:r>
            </a:p>
          </p:txBody>
        </p:sp>
      </p:grpSp>
    </p:spTree>
    <p:extLst>
      <p:ext uri="{BB962C8B-B14F-4D97-AF65-F5344CB8AC3E}">
        <p14:creationId xmlns:p14="http://schemas.microsoft.com/office/powerpoint/2010/main" val="1788128959"/>
      </p:ext>
    </p:extLst>
  </p:cSld>
  <p:clrMapOvr>
    <a:masterClrMapping/>
  </p:clrMapOvr>
  <p:hf hdr="0" dt="0"/>
  <p:extLst>
    <p:ext uri="{DCECCB84-F9BA-43D5-87BE-67443E8EF086}">
      <p15:sldGuideLst xmlns:p15="http://schemas.microsoft.com/office/powerpoint/2012/main">
        <p15:guide id="1" orient="horz" pos="88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Heading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C34F60B-6778-665D-8B9A-A6C2EDC0A70C}"/>
              </a:ext>
            </a:extLst>
          </p:cNvPr>
          <p:cNvSpPr/>
          <p:nvPr userDrawn="1"/>
        </p:nvSpPr>
        <p:spPr>
          <a:xfrm>
            <a:off x="3842001" y="725380"/>
            <a:ext cx="8350000" cy="731520"/>
          </a:xfrm>
          <a:prstGeom prst="rect">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7" name="Picture 6" descr="Text&#10;&#10;Description automatically generated">
            <a:extLst>
              <a:ext uri="{FF2B5EF4-FFF2-40B4-BE49-F238E27FC236}">
                <a16:creationId xmlns:a16="http://schemas.microsoft.com/office/drawing/2014/main" id="{0C70E0E6-9625-2542-8A2E-D6597A6FFD5C}"/>
              </a:ext>
            </a:extLst>
          </p:cNvPr>
          <p:cNvPicPr>
            <a:picLocks noChangeAspect="1"/>
          </p:cNvPicPr>
          <p:nvPr userDrawn="1"/>
        </p:nvPicPr>
        <p:blipFill>
          <a:blip r:embed="rId2"/>
          <a:stretch>
            <a:fillRect/>
          </a:stretch>
        </p:blipFill>
        <p:spPr>
          <a:xfrm>
            <a:off x="10309860" y="166634"/>
            <a:ext cx="1553486" cy="485273"/>
          </a:xfrm>
          <a:prstGeom prst="rect">
            <a:avLst/>
          </a:prstGeom>
        </p:spPr>
      </p:pic>
      <p:sp>
        <p:nvSpPr>
          <p:cNvPr id="8" name="Freeform: Shape 7">
            <a:extLst>
              <a:ext uri="{FF2B5EF4-FFF2-40B4-BE49-F238E27FC236}">
                <a16:creationId xmlns:a16="http://schemas.microsoft.com/office/drawing/2014/main" id="{BCDFAB4C-0F50-5857-828B-9C3B2017071E}"/>
              </a:ext>
            </a:extLst>
          </p:cNvPr>
          <p:cNvSpPr/>
          <p:nvPr userDrawn="1"/>
        </p:nvSpPr>
        <p:spPr>
          <a:xfrm>
            <a:off x="3842001" y="270842"/>
            <a:ext cx="6334988" cy="293620"/>
          </a:xfrm>
          <a:custGeom>
            <a:avLst/>
            <a:gdLst>
              <a:gd name="connsiteX0" fmla="*/ 0 w 5281711"/>
              <a:gd name="connsiteY0" fmla="*/ 0 h 295712"/>
              <a:gd name="connsiteX1" fmla="*/ 5280254 w 5281711"/>
              <a:gd name="connsiteY1" fmla="*/ 0 h 295712"/>
              <a:gd name="connsiteX2" fmla="*/ 5269805 w 5281711"/>
              <a:gd name="connsiteY2" fmla="*/ 33876 h 295712"/>
              <a:gd name="connsiteX3" fmla="*/ 5258625 w 5281711"/>
              <a:gd name="connsiteY3" fmla="*/ 145494 h 295712"/>
              <a:gd name="connsiteX4" fmla="*/ 5269805 w 5281711"/>
              <a:gd name="connsiteY4" fmla="*/ 257112 h 295712"/>
              <a:gd name="connsiteX5" fmla="*/ 5281711 w 5281711"/>
              <a:gd name="connsiteY5" fmla="*/ 295712 h 295712"/>
              <a:gd name="connsiteX6" fmla="*/ 0 w 5281711"/>
              <a:gd name="connsiteY6" fmla="*/ 295712 h 29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81711" h="295712">
                <a:moveTo>
                  <a:pt x="0" y="0"/>
                </a:moveTo>
                <a:lnTo>
                  <a:pt x="5280254" y="0"/>
                </a:lnTo>
                <a:lnTo>
                  <a:pt x="5269805" y="33876"/>
                </a:lnTo>
                <a:cubicBezTo>
                  <a:pt x="5262475" y="69930"/>
                  <a:pt x="5258625" y="107260"/>
                  <a:pt x="5258625" y="145494"/>
                </a:cubicBezTo>
                <a:cubicBezTo>
                  <a:pt x="5258625" y="183729"/>
                  <a:pt x="5262475" y="221058"/>
                  <a:pt x="5269805" y="257112"/>
                </a:cubicBezTo>
                <a:lnTo>
                  <a:pt x="5281711" y="295712"/>
                </a:lnTo>
                <a:lnTo>
                  <a:pt x="0" y="29571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grpSp>
        <p:nvGrpSpPr>
          <p:cNvPr id="9" name="Group 8">
            <a:extLst>
              <a:ext uri="{FF2B5EF4-FFF2-40B4-BE49-F238E27FC236}">
                <a16:creationId xmlns:a16="http://schemas.microsoft.com/office/drawing/2014/main" id="{05D5CF4A-AD02-F6B1-7EAF-480DD6A30C14}"/>
              </a:ext>
            </a:extLst>
          </p:cNvPr>
          <p:cNvGrpSpPr/>
          <p:nvPr userDrawn="1"/>
        </p:nvGrpSpPr>
        <p:grpSpPr>
          <a:xfrm>
            <a:off x="0" y="270394"/>
            <a:ext cx="948906" cy="1186506"/>
            <a:chOff x="1" y="442914"/>
            <a:chExt cx="948905" cy="1186506"/>
          </a:xfrm>
        </p:grpSpPr>
        <p:sp>
          <p:nvSpPr>
            <p:cNvPr id="10" name="Rectangle 9">
              <a:extLst>
                <a:ext uri="{FF2B5EF4-FFF2-40B4-BE49-F238E27FC236}">
                  <a16:creationId xmlns:a16="http://schemas.microsoft.com/office/drawing/2014/main" id="{26A540DD-8605-96EF-6170-AC04112BD80F}"/>
                </a:ext>
              </a:extLst>
            </p:cNvPr>
            <p:cNvSpPr/>
            <p:nvPr userDrawn="1"/>
          </p:nvSpPr>
          <p:spPr>
            <a:xfrm>
              <a:off x="1" y="442914"/>
              <a:ext cx="948905" cy="11865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pic>
          <p:nvPicPr>
            <p:cNvPr id="11" name="Graphic 10">
              <a:extLst>
                <a:ext uri="{FF2B5EF4-FFF2-40B4-BE49-F238E27FC236}">
                  <a16:creationId xmlns:a16="http://schemas.microsoft.com/office/drawing/2014/main" id="{8D454495-F30B-D375-66A1-26FD1308876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44592" y="922844"/>
              <a:ext cx="607032" cy="590326"/>
            </a:xfrm>
            <a:prstGeom prst="rect">
              <a:avLst/>
            </a:prstGeom>
          </p:spPr>
        </p:pic>
      </p:grpSp>
      <p:grpSp>
        <p:nvGrpSpPr>
          <p:cNvPr id="16" name="Group 15">
            <a:extLst>
              <a:ext uri="{FF2B5EF4-FFF2-40B4-BE49-F238E27FC236}">
                <a16:creationId xmlns:a16="http://schemas.microsoft.com/office/drawing/2014/main" id="{FE189C72-5E2B-901A-FE0F-5DF8CAC0EED0}"/>
              </a:ext>
            </a:extLst>
          </p:cNvPr>
          <p:cNvGrpSpPr/>
          <p:nvPr userDrawn="1"/>
        </p:nvGrpSpPr>
        <p:grpSpPr>
          <a:xfrm>
            <a:off x="1096215" y="99846"/>
            <a:ext cx="2598476" cy="1514509"/>
            <a:chOff x="4211129" y="1068906"/>
            <a:chExt cx="462618" cy="1018556"/>
          </a:xfrm>
        </p:grpSpPr>
        <p:sp>
          <p:nvSpPr>
            <p:cNvPr id="17" name="TextBox 16">
              <a:extLst>
                <a:ext uri="{FF2B5EF4-FFF2-40B4-BE49-F238E27FC236}">
                  <a16:creationId xmlns:a16="http://schemas.microsoft.com/office/drawing/2014/main" id="{3E36B635-AD7B-1ADD-6E2D-28A98EC44579}"/>
                </a:ext>
              </a:extLst>
            </p:cNvPr>
            <p:cNvSpPr txBox="1"/>
            <p:nvPr/>
          </p:nvSpPr>
          <p:spPr>
            <a:xfrm>
              <a:off x="4211129" y="1068906"/>
              <a:ext cx="462618"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Sons Condensed Extrabold" panose="02060906060206060203" pitchFamily="18" charset="0"/>
                  <a:sym typeface="SonsCondensed-Extrabold"/>
                  <a:rtl val="0"/>
                </a:rPr>
                <a:t>ROOT CAUSE</a:t>
              </a:r>
            </a:p>
          </p:txBody>
        </p:sp>
        <p:sp>
          <p:nvSpPr>
            <p:cNvPr id="18" name="TextBox 17">
              <a:extLst>
                <a:ext uri="{FF2B5EF4-FFF2-40B4-BE49-F238E27FC236}">
                  <a16:creationId xmlns:a16="http://schemas.microsoft.com/office/drawing/2014/main" id="{2F49C03D-E39A-717B-472C-83F8E8420D7D}"/>
                </a:ext>
              </a:extLst>
            </p:cNvPr>
            <p:cNvSpPr txBox="1">
              <a:spLocks/>
            </p:cNvSpPr>
            <p:nvPr/>
          </p:nvSpPr>
          <p:spPr>
            <a:xfrm>
              <a:off x="4211320" y="1507891"/>
              <a:ext cx="462427"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Sons Condensed Extrabold" panose="02060906060206060203" pitchFamily="18" charset="0"/>
                  <a:sym typeface="SonsCondensed-Extrabold"/>
                  <a:rtl val="0"/>
                </a:rPr>
                <a:t>ANALYSIS</a:t>
              </a:r>
            </a:p>
          </p:txBody>
        </p:sp>
      </p:grpSp>
      <p:sp>
        <p:nvSpPr>
          <p:cNvPr id="39" name="Text Placeholder 28">
            <a:extLst>
              <a:ext uri="{FF2B5EF4-FFF2-40B4-BE49-F238E27FC236}">
                <a16:creationId xmlns:a16="http://schemas.microsoft.com/office/drawing/2014/main" id="{74B525BA-2F82-6376-FD6A-3CDCDF6D31A8}"/>
              </a:ext>
            </a:extLst>
          </p:cNvPr>
          <p:cNvSpPr>
            <a:spLocks noGrp="1"/>
          </p:cNvSpPr>
          <p:nvPr>
            <p:ph type="body" sz="quarter" idx="30" hasCustomPrompt="1"/>
          </p:nvPr>
        </p:nvSpPr>
        <p:spPr>
          <a:xfrm>
            <a:off x="11535207" y="6601347"/>
            <a:ext cx="369691" cy="123111"/>
          </a:xfrm>
        </p:spPr>
        <p:txBody>
          <a:bodyPr anchor="ctr">
            <a:spAutoFit/>
          </a:bodyPr>
          <a:lstStyle>
            <a:lvl1pPr>
              <a:defRPr sz="800">
                <a:solidFill>
                  <a:schemeClr val="tx2"/>
                </a:solidFill>
                <a:latin typeface="Arial" panose="020B0604020202020204" pitchFamily="34" charset="0"/>
                <a:cs typeface="Arial" panose="020B0604020202020204" pitchFamily="34" charset="0"/>
              </a:defRPr>
            </a:lvl1pPr>
            <a:lvl2pPr>
              <a:defRPr sz="800">
                <a:latin typeface="Arial" panose="020B0604020202020204" pitchFamily="34" charset="0"/>
                <a:cs typeface="Arial" panose="020B0604020202020204" pitchFamily="34" charset="0"/>
              </a:defRPr>
            </a:lvl2pPr>
            <a:lvl3pPr>
              <a:defRPr sz="800">
                <a:latin typeface="Arial" panose="020B0604020202020204" pitchFamily="34" charset="0"/>
                <a:cs typeface="Arial" panose="020B0604020202020204" pitchFamily="34" charset="0"/>
              </a:defRPr>
            </a:lvl3pPr>
            <a:lvl4pPr>
              <a:defRPr sz="800">
                <a:latin typeface="Arial" panose="020B0604020202020204" pitchFamily="34" charset="0"/>
                <a:cs typeface="Arial" panose="020B0604020202020204" pitchFamily="34" charset="0"/>
              </a:defRPr>
            </a:lvl4pPr>
            <a:lvl5pPr>
              <a:defRPr sz="800">
                <a:latin typeface="Arial" panose="020B0604020202020204" pitchFamily="34" charset="0"/>
                <a:cs typeface="Arial" panose="020B0604020202020204" pitchFamily="34" charset="0"/>
              </a:defRPr>
            </a:lvl5pPr>
          </a:lstStyle>
          <a:p>
            <a:pPr lvl="0"/>
            <a:r>
              <a:rPr lang="en-US" dirty="0"/>
              <a:t>{##]</a:t>
            </a:r>
          </a:p>
        </p:txBody>
      </p:sp>
      <p:sp>
        <p:nvSpPr>
          <p:cNvPr id="40" name="TextBox 39">
            <a:extLst>
              <a:ext uri="{FF2B5EF4-FFF2-40B4-BE49-F238E27FC236}">
                <a16:creationId xmlns:a16="http://schemas.microsoft.com/office/drawing/2014/main" id="{D5E18D12-6521-482B-F40A-49C5A8C892F8}"/>
              </a:ext>
            </a:extLst>
          </p:cNvPr>
          <p:cNvSpPr txBox="1"/>
          <p:nvPr userDrawn="1"/>
        </p:nvSpPr>
        <p:spPr>
          <a:xfrm>
            <a:off x="10099211" y="6601347"/>
            <a:ext cx="1371962" cy="123111"/>
          </a:xfrm>
          <a:prstGeom prst="rect">
            <a:avLst/>
          </a:prstGeom>
        </p:spPr>
        <p:txBody>
          <a:bodyPr vert="horz" lIns="0" tIns="0" rIns="0" bIns="0" rtlCol="0" anchor="ctr" anchorCtr="0">
            <a:spAutoFit/>
          </a:bodyPr>
          <a:lstStyle>
            <a:defPPr>
              <a:defRPr lang="en-US"/>
            </a:defPPr>
            <a:lvl1pPr marR="0" lvl="0" indent="0" algn="r" fontAlgn="auto">
              <a:lnSpc>
                <a:spcPct val="100000"/>
              </a:lnSpc>
              <a:spcBef>
                <a:spcPts val="0"/>
              </a:spcBef>
              <a:spcAft>
                <a:spcPts val="0"/>
              </a:spcAft>
              <a:buClrTx/>
              <a:buSzTx/>
              <a:buFontTx/>
              <a:buNone/>
              <a:tabLst/>
              <a:defRPr kumimoji="0" sz="800" b="0" i="0" u="none" strike="noStrike" cap="none" spc="0" normalizeH="0" baseline="0">
                <a:ln>
                  <a:noFill/>
                </a:ln>
                <a:solidFill>
                  <a:srgbClr val="212121"/>
                </a:solidFill>
                <a:effectLst/>
                <a:uLnTx/>
                <a:uFillTx/>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Gensuite/ComplyWorks ID:</a:t>
            </a:r>
          </a:p>
        </p:txBody>
      </p:sp>
      <p:sp>
        <p:nvSpPr>
          <p:cNvPr id="46" name="Text Placeholder 45">
            <a:extLst>
              <a:ext uri="{FF2B5EF4-FFF2-40B4-BE49-F238E27FC236}">
                <a16:creationId xmlns:a16="http://schemas.microsoft.com/office/drawing/2014/main" id="{D61AEBFD-B19A-FA97-6876-84475CB3DB20}"/>
              </a:ext>
            </a:extLst>
          </p:cNvPr>
          <p:cNvSpPr>
            <a:spLocks noGrp="1"/>
          </p:cNvSpPr>
          <p:nvPr>
            <p:ph type="body" sz="quarter" idx="37" hasCustomPrompt="1"/>
          </p:nvPr>
        </p:nvSpPr>
        <p:spPr>
          <a:xfrm>
            <a:off x="419100" y="1978266"/>
            <a:ext cx="8061960" cy="4451108"/>
          </a:xfrm>
        </p:spPr>
        <p:txBody>
          <a:bodyPr/>
          <a:lstStyle>
            <a:lvl1pPr>
              <a:defRPr sz="1400"/>
            </a:lvl1pPr>
            <a:lvl2pPr>
              <a:defRPr sz="1400"/>
            </a:lvl2pPr>
            <a:lvl3pPr>
              <a:defRPr sz="1400"/>
            </a:lvl3pPr>
            <a:lvl4pPr>
              <a:defRPr sz="1400"/>
            </a:lvl4pPr>
            <a:lvl5pPr>
              <a:defRPr sz="1400"/>
            </a:lvl5pPr>
          </a:lstStyle>
          <a:p>
            <a:pPr lvl="0"/>
            <a:r>
              <a:rPr lang="en-US" dirty="0"/>
              <a:t>Describe the Event Who/What/When – Review facilitation notes and document accordingly</a:t>
            </a:r>
          </a:p>
        </p:txBody>
      </p:sp>
      <p:sp>
        <p:nvSpPr>
          <p:cNvPr id="50" name="Footer Placeholder 4">
            <a:extLst>
              <a:ext uri="{FF2B5EF4-FFF2-40B4-BE49-F238E27FC236}">
                <a16:creationId xmlns:a16="http://schemas.microsoft.com/office/drawing/2014/main" id="{4AAA7E1D-3431-062B-8F69-7F0C65A3C124}"/>
              </a:ext>
            </a:extLst>
          </p:cNvPr>
          <p:cNvSpPr txBox="1">
            <a:spLocks/>
          </p:cNvSpPr>
          <p:nvPr userDrawn="1"/>
        </p:nvSpPr>
        <p:spPr>
          <a:xfrm>
            <a:off x="419100" y="6601346"/>
            <a:ext cx="7075562" cy="156808"/>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 2025 GE Vernova and/or its affiliates. All rights reserved. Not to be copied, distributed or reproduced without prior approval from GE Vernova. </a:t>
            </a:r>
          </a:p>
        </p:txBody>
      </p:sp>
      <p:sp>
        <p:nvSpPr>
          <p:cNvPr id="2" name="Text Placeholder 1">
            <a:extLst>
              <a:ext uri="{FF2B5EF4-FFF2-40B4-BE49-F238E27FC236}">
                <a16:creationId xmlns:a16="http://schemas.microsoft.com/office/drawing/2014/main" id="{49496A6C-820F-CC16-570B-D45A9E0C5476}"/>
              </a:ext>
            </a:extLst>
          </p:cNvPr>
          <p:cNvSpPr>
            <a:spLocks noGrp="1"/>
          </p:cNvSpPr>
          <p:nvPr>
            <p:ph type="body" sz="quarter" idx="21"/>
          </p:nvPr>
        </p:nvSpPr>
        <p:spPr>
          <a:xfrm>
            <a:off x="5289040" y="344595"/>
            <a:ext cx="4023360" cy="156435"/>
          </a:xfrm>
        </p:spPr>
        <p:txBody>
          <a:bodyPr anchor="ctr"/>
          <a:lstStyle>
            <a:lvl1pPr>
              <a:defRPr sz="1050">
                <a:solidFill>
                  <a:schemeClr val="tx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3" name="TextBox 2">
            <a:extLst>
              <a:ext uri="{FF2B5EF4-FFF2-40B4-BE49-F238E27FC236}">
                <a16:creationId xmlns:a16="http://schemas.microsoft.com/office/drawing/2014/main" id="{84FD5A6E-ADD0-E270-0DDB-EF8DEDB4B586}"/>
              </a:ext>
            </a:extLst>
          </p:cNvPr>
          <p:cNvSpPr txBox="1"/>
          <p:nvPr userDrawn="1"/>
        </p:nvSpPr>
        <p:spPr>
          <a:xfrm>
            <a:off x="4559280" y="312734"/>
            <a:ext cx="729762" cy="228198"/>
          </a:xfrm>
          <a:prstGeom prst="rect">
            <a:avLst/>
          </a:prstGeom>
          <a:noFill/>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Severity:</a:t>
            </a:r>
            <a:endParaRPr kumimoji="0" lang="en-US" sz="105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Text Placeholder 4">
            <a:extLst>
              <a:ext uri="{FF2B5EF4-FFF2-40B4-BE49-F238E27FC236}">
                <a16:creationId xmlns:a16="http://schemas.microsoft.com/office/drawing/2014/main" id="{FB63EBC8-7987-950E-5079-0821DA9573B6}"/>
              </a:ext>
            </a:extLst>
          </p:cNvPr>
          <p:cNvSpPr>
            <a:spLocks noGrp="1"/>
          </p:cNvSpPr>
          <p:nvPr>
            <p:ph type="body" sz="quarter" idx="17"/>
          </p:nvPr>
        </p:nvSpPr>
        <p:spPr>
          <a:xfrm>
            <a:off x="5997035" y="1249394"/>
            <a:ext cx="1578006" cy="155261"/>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5" name="Text Placeholder 3">
            <a:extLst>
              <a:ext uri="{FF2B5EF4-FFF2-40B4-BE49-F238E27FC236}">
                <a16:creationId xmlns:a16="http://schemas.microsoft.com/office/drawing/2014/main" id="{FC2895B6-BC20-6916-F39E-BFA29F0B31F6}"/>
              </a:ext>
            </a:extLst>
          </p:cNvPr>
          <p:cNvSpPr>
            <a:spLocks noGrp="1"/>
          </p:cNvSpPr>
          <p:nvPr>
            <p:ph type="body" sz="quarter" idx="16"/>
          </p:nvPr>
        </p:nvSpPr>
        <p:spPr>
          <a:xfrm>
            <a:off x="5291868" y="1011385"/>
            <a:ext cx="2286000" cy="156435"/>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12" name="Text Placeholder 2">
            <a:extLst>
              <a:ext uri="{FF2B5EF4-FFF2-40B4-BE49-F238E27FC236}">
                <a16:creationId xmlns:a16="http://schemas.microsoft.com/office/drawing/2014/main" id="{5D4A1F50-B8D3-C9E4-70D5-A83463F7CA1E}"/>
              </a:ext>
            </a:extLst>
          </p:cNvPr>
          <p:cNvSpPr>
            <a:spLocks noGrp="1"/>
          </p:cNvSpPr>
          <p:nvPr>
            <p:ph type="body" sz="quarter" idx="15"/>
          </p:nvPr>
        </p:nvSpPr>
        <p:spPr>
          <a:xfrm>
            <a:off x="5291867" y="769335"/>
            <a:ext cx="2286000" cy="156435"/>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grpSp>
        <p:nvGrpSpPr>
          <p:cNvPr id="14" name="Header Text Group">
            <a:extLst>
              <a:ext uri="{FF2B5EF4-FFF2-40B4-BE49-F238E27FC236}">
                <a16:creationId xmlns:a16="http://schemas.microsoft.com/office/drawing/2014/main" id="{316D10B3-0E83-A1E5-3C5A-892130607854}"/>
              </a:ext>
            </a:extLst>
          </p:cNvPr>
          <p:cNvGrpSpPr/>
          <p:nvPr userDrawn="1"/>
        </p:nvGrpSpPr>
        <p:grpSpPr>
          <a:xfrm>
            <a:off x="4559280" y="774550"/>
            <a:ext cx="732470" cy="630105"/>
            <a:chOff x="4951932" y="970850"/>
            <a:chExt cx="732470" cy="630105"/>
          </a:xfrm>
        </p:grpSpPr>
        <p:sp>
          <p:nvSpPr>
            <p:cNvPr id="22" name="TextBox 21">
              <a:extLst>
                <a:ext uri="{FF2B5EF4-FFF2-40B4-BE49-F238E27FC236}">
                  <a16:creationId xmlns:a16="http://schemas.microsoft.com/office/drawing/2014/main" id="{471FEB0B-71B7-B5FB-FA8E-6DA387D171D4}"/>
                </a:ext>
              </a:extLst>
            </p:cNvPr>
            <p:cNvSpPr txBox="1"/>
            <p:nvPr userDrawn="1"/>
          </p:nvSpPr>
          <p:spPr>
            <a:xfrm>
              <a:off x="4951932" y="970850"/>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Location:</a:t>
              </a:r>
              <a:endParaRPr kumimoji="0" lang="en-US" sz="1050" b="0"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23" name="TextBox 22">
              <a:extLst>
                <a:ext uri="{FF2B5EF4-FFF2-40B4-BE49-F238E27FC236}">
                  <a16:creationId xmlns:a16="http://schemas.microsoft.com/office/drawing/2014/main" id="{2624C7CC-70D9-976A-EFC7-E825C6B9A3E5}"/>
                </a:ext>
              </a:extLst>
            </p:cNvPr>
            <p:cNvSpPr txBox="1"/>
            <p:nvPr userDrawn="1"/>
          </p:nvSpPr>
          <p:spPr>
            <a:xfrm>
              <a:off x="4951932" y="1208179"/>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Date: </a:t>
              </a:r>
            </a:p>
          </p:txBody>
        </p:sp>
        <p:sp>
          <p:nvSpPr>
            <p:cNvPr id="24" name="TextBox 23">
              <a:extLst>
                <a:ext uri="{FF2B5EF4-FFF2-40B4-BE49-F238E27FC236}">
                  <a16:creationId xmlns:a16="http://schemas.microsoft.com/office/drawing/2014/main" id="{9744C625-1A60-0677-A44E-CE642DC4AC75}"/>
                </a:ext>
              </a:extLst>
            </p:cNvPr>
            <p:cNvSpPr txBox="1"/>
            <p:nvPr userDrawn="1"/>
          </p:nvSpPr>
          <p:spPr>
            <a:xfrm>
              <a:off x="4951932" y="1445507"/>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Customer/Contractor:</a:t>
              </a:r>
            </a:p>
          </p:txBody>
        </p:sp>
      </p:grpSp>
      <p:sp>
        <p:nvSpPr>
          <p:cNvPr id="51" name="Rectangle: Top Corners Rounded 50">
            <a:extLst>
              <a:ext uri="{FF2B5EF4-FFF2-40B4-BE49-F238E27FC236}">
                <a16:creationId xmlns:a16="http://schemas.microsoft.com/office/drawing/2014/main" id="{B6934BB9-0330-C30C-BA28-1F28315D5DA0}"/>
              </a:ext>
            </a:extLst>
          </p:cNvPr>
          <p:cNvSpPr/>
          <p:nvPr userDrawn="1"/>
        </p:nvSpPr>
        <p:spPr>
          <a:xfrm rot="16200000" flipH="1">
            <a:off x="9327271" y="1431804"/>
            <a:ext cx="2231803" cy="3324727"/>
          </a:xfrm>
          <a:prstGeom prst="round2SameRect">
            <a:avLst>
              <a:gd name="adj1" fmla="val 1113"/>
              <a:gd name="adj2" fmla="val 0"/>
            </a:avLst>
          </a:prstGeom>
          <a:solidFill>
            <a:schemeClr val="accent2"/>
          </a:solidFill>
          <a:ln w="12700" cap="flat" cmpd="sng" algn="ctr">
            <a:solidFill>
              <a:schemeClr val="accent2"/>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a:ea typeface="+mn-ea"/>
              <a:cs typeface="+mn-cs"/>
            </a:endParaRPr>
          </a:p>
        </p:txBody>
      </p:sp>
      <p:sp>
        <p:nvSpPr>
          <p:cNvPr id="52" name="TextBox 51">
            <a:extLst>
              <a:ext uri="{FF2B5EF4-FFF2-40B4-BE49-F238E27FC236}">
                <a16:creationId xmlns:a16="http://schemas.microsoft.com/office/drawing/2014/main" id="{22E7DF13-ADF9-5D20-DD68-7F2A7B473734}"/>
              </a:ext>
            </a:extLst>
          </p:cNvPr>
          <p:cNvSpPr txBox="1"/>
          <p:nvPr userDrawn="1"/>
        </p:nvSpPr>
        <p:spPr>
          <a:xfrm>
            <a:off x="8943854" y="2700054"/>
            <a:ext cx="952319" cy="540995"/>
          </a:xfrm>
          <a:prstGeom prst="rect">
            <a:avLst/>
          </a:prstGeom>
          <a:noFill/>
        </p:spPr>
        <p:txBody>
          <a:bodyPr wrap="none" lIns="45720" tIns="45720" rIns="45720" bIns="45720" rtlCol="0">
            <a:noAutofit/>
          </a:bodyPr>
          <a:lstStyle>
            <a:defPPr>
              <a:defRPr lang="en-US"/>
            </a:defPPr>
            <a:lvl1pPr marR="0" lvl="0" indent="0" fontAlgn="auto">
              <a:lnSpc>
                <a:spcPct val="100000"/>
              </a:lnSpc>
              <a:spcBef>
                <a:spcPts val="0"/>
              </a:spcBef>
              <a:spcAft>
                <a:spcPts val="600"/>
              </a:spcAft>
              <a:buClrTx/>
              <a:buSzTx/>
              <a:buFontTx/>
              <a:buNone/>
              <a:tabLst/>
              <a:defRPr kumimoji="0" sz="1050" b="0" i="0" u="none" strike="noStrike" cap="none" spc="0" normalizeH="0" baseline="0">
                <a:ln>
                  <a:noFill/>
                </a:ln>
                <a:effectLst/>
                <a:uLnTx/>
                <a:uFillTx/>
                <a:latin typeface="Inter Semi Bold" panose="02000703000000020004" pitchFamily="50" charset="0"/>
                <a:ea typeface="Inter Semi Bold" panose="02000703000000020004" pitchFamily="50" charset="0"/>
                <a:cs typeface="Inter Semi Bold" panose="02000703000000020004" pitchFamily="50" charset="0"/>
              </a:defRPr>
            </a:lvl1pPr>
          </a:lstStyle>
          <a:p>
            <a:pPr lvl="0" algn="r"/>
            <a:r>
              <a:rPr lang="en-US" noProof="0" dirty="0"/>
              <a:t>Investigation </a:t>
            </a:r>
            <a:br>
              <a:rPr lang="en-US" noProof="0" dirty="0"/>
            </a:br>
            <a:r>
              <a:rPr lang="en-US" noProof="0" dirty="0"/>
              <a:t>Team: </a:t>
            </a:r>
          </a:p>
        </p:txBody>
      </p:sp>
      <p:sp>
        <p:nvSpPr>
          <p:cNvPr id="53" name="Text Placeholder 2">
            <a:extLst>
              <a:ext uri="{FF2B5EF4-FFF2-40B4-BE49-F238E27FC236}">
                <a16:creationId xmlns:a16="http://schemas.microsoft.com/office/drawing/2014/main" id="{9CE4297D-38B6-3066-8BDE-3339AEFD029C}"/>
              </a:ext>
            </a:extLst>
          </p:cNvPr>
          <p:cNvSpPr>
            <a:spLocks noGrp="1"/>
          </p:cNvSpPr>
          <p:nvPr>
            <p:ph type="body" sz="quarter" idx="38" hasCustomPrompt="1"/>
          </p:nvPr>
        </p:nvSpPr>
        <p:spPr>
          <a:xfrm>
            <a:off x="9896174" y="2694840"/>
            <a:ext cx="2074895" cy="1453681"/>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add Name &amp; Title of key team members</a:t>
            </a:r>
          </a:p>
        </p:txBody>
      </p:sp>
      <p:cxnSp>
        <p:nvCxnSpPr>
          <p:cNvPr id="54" name="Straight Connector 53">
            <a:extLst>
              <a:ext uri="{FF2B5EF4-FFF2-40B4-BE49-F238E27FC236}">
                <a16:creationId xmlns:a16="http://schemas.microsoft.com/office/drawing/2014/main" id="{44D5D41A-8917-B89D-3D8A-4A51686CACA0}"/>
              </a:ext>
            </a:extLst>
          </p:cNvPr>
          <p:cNvCxnSpPr>
            <a:cxnSpLocks/>
          </p:cNvCxnSpPr>
          <p:nvPr userDrawn="1"/>
        </p:nvCxnSpPr>
        <p:spPr>
          <a:xfrm>
            <a:off x="9893361" y="2345919"/>
            <a:ext cx="2144345" cy="0"/>
          </a:xfrm>
          <a:prstGeom prst="line">
            <a:avLst/>
          </a:prstGeom>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05E289EC-786F-EEDB-8504-B473D180E37C}"/>
              </a:ext>
            </a:extLst>
          </p:cNvPr>
          <p:cNvCxnSpPr>
            <a:cxnSpLocks/>
          </p:cNvCxnSpPr>
          <p:nvPr userDrawn="1"/>
        </p:nvCxnSpPr>
        <p:spPr>
          <a:xfrm>
            <a:off x="9893361" y="2619836"/>
            <a:ext cx="2144345" cy="0"/>
          </a:xfrm>
          <a:prstGeom prst="line">
            <a:avLst/>
          </a:prstGeom>
          <a:ln/>
        </p:spPr>
        <p:style>
          <a:lnRef idx="1">
            <a:schemeClr val="dk1"/>
          </a:lnRef>
          <a:fillRef idx="0">
            <a:schemeClr val="dk1"/>
          </a:fillRef>
          <a:effectRef idx="0">
            <a:schemeClr val="dk1"/>
          </a:effectRef>
          <a:fontRef idx="minor">
            <a:schemeClr val="tx1"/>
          </a:fontRef>
        </p:style>
      </p:cxnSp>
      <p:sp>
        <p:nvSpPr>
          <p:cNvPr id="56" name="Text Placeholder 4">
            <a:extLst>
              <a:ext uri="{FF2B5EF4-FFF2-40B4-BE49-F238E27FC236}">
                <a16:creationId xmlns:a16="http://schemas.microsoft.com/office/drawing/2014/main" id="{6DDF9E47-1FD2-DD14-565A-3930F7772194}"/>
              </a:ext>
            </a:extLst>
          </p:cNvPr>
          <p:cNvSpPr>
            <a:spLocks noGrp="1"/>
          </p:cNvSpPr>
          <p:nvPr>
            <p:ph type="body" sz="quarter" idx="39"/>
          </p:nvPr>
        </p:nvSpPr>
        <p:spPr>
          <a:xfrm>
            <a:off x="9971595" y="2369227"/>
            <a:ext cx="2018207" cy="254847"/>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57" name="Text Placeholder 3">
            <a:extLst>
              <a:ext uri="{FF2B5EF4-FFF2-40B4-BE49-F238E27FC236}">
                <a16:creationId xmlns:a16="http://schemas.microsoft.com/office/drawing/2014/main" id="{A5467CD4-3FFB-98B7-4504-90762D62246F}"/>
              </a:ext>
            </a:extLst>
          </p:cNvPr>
          <p:cNvSpPr>
            <a:spLocks noGrp="1"/>
          </p:cNvSpPr>
          <p:nvPr>
            <p:ph type="body" sz="quarter" idx="40"/>
          </p:nvPr>
        </p:nvSpPr>
        <p:spPr>
          <a:xfrm>
            <a:off x="9971595" y="2092003"/>
            <a:ext cx="2018207" cy="253916"/>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58" name="TextBox 57">
            <a:extLst>
              <a:ext uri="{FF2B5EF4-FFF2-40B4-BE49-F238E27FC236}">
                <a16:creationId xmlns:a16="http://schemas.microsoft.com/office/drawing/2014/main" id="{88869458-955F-B38F-61E4-205855C1C629}"/>
              </a:ext>
            </a:extLst>
          </p:cNvPr>
          <p:cNvSpPr txBox="1"/>
          <p:nvPr userDrawn="1"/>
        </p:nvSpPr>
        <p:spPr>
          <a:xfrm>
            <a:off x="8905054" y="1985611"/>
            <a:ext cx="991120" cy="360308"/>
          </a:xfrm>
          <a:prstGeom prst="rect">
            <a:avLst/>
          </a:prstGeom>
          <a:noFill/>
        </p:spPr>
        <p:txBody>
          <a:bodyPr wrap="square" lIns="45720" tIns="45720" rIns="45720" bIns="45720" rtlCol="0">
            <a:no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Inter Semi Bold" panose="02000703000000020004" pitchFamily="50" charset="0"/>
                <a:ea typeface="Inter Semi Bold" panose="02000703000000020004" pitchFamily="50" charset="0"/>
                <a:cs typeface="Inter Semi Bold" panose="02000703000000020004" pitchFamily="50" charset="0"/>
              </a:rPr>
              <a:t>Investigation Start Date:</a:t>
            </a:r>
          </a:p>
        </p:txBody>
      </p:sp>
      <p:sp>
        <p:nvSpPr>
          <p:cNvPr id="59" name="TextBox 58">
            <a:extLst>
              <a:ext uri="{FF2B5EF4-FFF2-40B4-BE49-F238E27FC236}">
                <a16:creationId xmlns:a16="http://schemas.microsoft.com/office/drawing/2014/main" id="{A7E03BA8-6879-3337-11F2-65FB30AE36F5}"/>
              </a:ext>
            </a:extLst>
          </p:cNvPr>
          <p:cNvSpPr txBox="1"/>
          <p:nvPr userDrawn="1"/>
        </p:nvSpPr>
        <p:spPr>
          <a:xfrm>
            <a:off x="8905054" y="2370158"/>
            <a:ext cx="991120" cy="253916"/>
          </a:xfrm>
          <a:prstGeom prst="rect">
            <a:avLst/>
          </a:prstGeom>
          <a:noFill/>
        </p:spPr>
        <p:txBody>
          <a:bodyPr wrap="none" lIns="45720" tIns="45720" rIns="45720" bIns="45720" rtlCol="0">
            <a:no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Inter Semi Bold" panose="02000703000000020004" pitchFamily="50" charset="0"/>
                <a:ea typeface="Inter Semi Bold" panose="02000703000000020004" pitchFamily="50" charset="0"/>
                <a:cs typeface="Inter Semi Bold" panose="02000703000000020004" pitchFamily="50" charset="0"/>
              </a:rPr>
              <a:t>RCA Method:</a:t>
            </a:r>
          </a:p>
        </p:txBody>
      </p:sp>
      <p:grpSp>
        <p:nvGrpSpPr>
          <p:cNvPr id="15" name="Group 14">
            <a:extLst>
              <a:ext uri="{FF2B5EF4-FFF2-40B4-BE49-F238E27FC236}">
                <a16:creationId xmlns:a16="http://schemas.microsoft.com/office/drawing/2014/main" id="{E33AC2B0-7982-13E8-FB8B-30E89D74B7CF}"/>
              </a:ext>
            </a:extLst>
          </p:cNvPr>
          <p:cNvGrpSpPr/>
          <p:nvPr userDrawn="1"/>
        </p:nvGrpSpPr>
        <p:grpSpPr>
          <a:xfrm>
            <a:off x="10212294" y="775802"/>
            <a:ext cx="1676859" cy="711379"/>
            <a:chOff x="10212294" y="775802"/>
            <a:chExt cx="1676859" cy="711379"/>
          </a:xfrm>
        </p:grpSpPr>
        <p:sp>
          <p:nvSpPr>
            <p:cNvPr id="25" name="Icon 1">
              <a:extLst>
                <a:ext uri="{FF2B5EF4-FFF2-40B4-BE49-F238E27FC236}">
                  <a16:creationId xmlns:a16="http://schemas.microsoft.com/office/drawing/2014/main" id="{0A74C539-DADA-F5E7-A70C-D48DE6C4546B}"/>
                </a:ext>
              </a:extLst>
            </p:cNvPr>
            <p:cNvSpPr/>
            <p:nvPr userDrawn="1"/>
          </p:nvSpPr>
          <p:spPr>
            <a:xfrm>
              <a:off x="10212294" y="775802"/>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26" name="Icon 1">
              <a:extLst>
                <a:ext uri="{FF2B5EF4-FFF2-40B4-BE49-F238E27FC236}">
                  <a16:creationId xmlns:a16="http://schemas.microsoft.com/office/drawing/2014/main" id="{8762102C-0D1A-8EC2-2D42-368BE460421D}"/>
                </a:ext>
              </a:extLst>
            </p:cNvPr>
            <p:cNvSpPr/>
            <p:nvPr userDrawn="1"/>
          </p:nvSpPr>
          <p:spPr>
            <a:xfrm>
              <a:off x="11193161" y="791189"/>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27" name="TextBox 26">
              <a:extLst>
                <a:ext uri="{FF2B5EF4-FFF2-40B4-BE49-F238E27FC236}">
                  <a16:creationId xmlns:a16="http://schemas.microsoft.com/office/drawing/2014/main" id="{D01EB226-8A55-4468-434C-25E69CF01F8B}"/>
                </a:ext>
              </a:extLst>
            </p:cNvPr>
            <p:cNvSpPr txBox="1"/>
            <p:nvPr userDrawn="1"/>
          </p:nvSpPr>
          <p:spPr>
            <a:xfrm>
              <a:off x="11253958" y="996840"/>
              <a:ext cx="574398" cy="253916"/>
            </a:xfrm>
            <a:prstGeom prst="rect">
              <a:avLst/>
            </a:prstGeom>
            <a:noFill/>
          </p:spPr>
          <p:txBody>
            <a:bodyPr wrap="none" lIns="45720" tIns="45720" rIns="45720" bIns="4572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Business</a:t>
              </a:r>
            </a:p>
          </p:txBody>
        </p:sp>
        <p:sp>
          <p:nvSpPr>
            <p:cNvPr id="28" name="TextBox 27">
              <a:extLst>
                <a:ext uri="{FF2B5EF4-FFF2-40B4-BE49-F238E27FC236}">
                  <a16:creationId xmlns:a16="http://schemas.microsoft.com/office/drawing/2014/main" id="{D80BBC3B-15C0-E9A2-1BEC-EB2367978B43}"/>
                </a:ext>
              </a:extLst>
            </p:cNvPr>
            <p:cNvSpPr txBox="1"/>
            <p:nvPr userDrawn="1"/>
          </p:nvSpPr>
          <p:spPr>
            <a:xfrm>
              <a:off x="10335389" y="954519"/>
              <a:ext cx="449803" cy="369332"/>
            </a:xfrm>
            <a:prstGeom prst="rect">
              <a:avLst/>
            </a:prstGeom>
            <a:noFill/>
          </p:spPr>
          <p:txBody>
            <a:bodyPr wrap="none" lIns="45720" tIns="45720" rIns="45720" bIns="4572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LSR or</a:t>
              </a:r>
              <a:b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PSE</a:t>
              </a:r>
            </a:p>
          </p:txBody>
        </p:sp>
      </p:grpSp>
    </p:spTree>
    <p:extLst>
      <p:ext uri="{BB962C8B-B14F-4D97-AF65-F5344CB8AC3E}">
        <p14:creationId xmlns:p14="http://schemas.microsoft.com/office/powerpoint/2010/main" val="2257804000"/>
      </p:ext>
    </p:extLst>
  </p:cSld>
  <p:clrMapOvr>
    <a:masterClrMapping/>
  </p:clrMapOvr>
  <p:hf hdr="0" dt="0"/>
  <p:extLst>
    <p:ext uri="{DCECCB84-F9BA-43D5-87BE-67443E8EF086}">
      <p15:sldGuideLst xmlns:p15="http://schemas.microsoft.com/office/powerpoint/2012/main">
        <p15:guide id="1" orient="horz" pos="88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Heading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C34F60B-6778-665D-8B9A-A6C2EDC0A70C}"/>
              </a:ext>
            </a:extLst>
          </p:cNvPr>
          <p:cNvSpPr/>
          <p:nvPr userDrawn="1"/>
        </p:nvSpPr>
        <p:spPr>
          <a:xfrm>
            <a:off x="3842001" y="725380"/>
            <a:ext cx="8350000" cy="731520"/>
          </a:xfrm>
          <a:prstGeom prst="rect">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7" name="Picture 6" descr="Text&#10;&#10;Description automatically generated">
            <a:extLst>
              <a:ext uri="{FF2B5EF4-FFF2-40B4-BE49-F238E27FC236}">
                <a16:creationId xmlns:a16="http://schemas.microsoft.com/office/drawing/2014/main" id="{0C70E0E6-9625-2542-8A2E-D6597A6FFD5C}"/>
              </a:ext>
            </a:extLst>
          </p:cNvPr>
          <p:cNvPicPr>
            <a:picLocks noChangeAspect="1"/>
          </p:cNvPicPr>
          <p:nvPr userDrawn="1"/>
        </p:nvPicPr>
        <p:blipFill>
          <a:blip r:embed="rId2"/>
          <a:stretch>
            <a:fillRect/>
          </a:stretch>
        </p:blipFill>
        <p:spPr>
          <a:xfrm>
            <a:off x="10309860" y="166634"/>
            <a:ext cx="1553486" cy="485273"/>
          </a:xfrm>
          <a:prstGeom prst="rect">
            <a:avLst/>
          </a:prstGeom>
        </p:spPr>
      </p:pic>
      <p:sp>
        <p:nvSpPr>
          <p:cNvPr id="8" name="Freeform: Shape 7">
            <a:extLst>
              <a:ext uri="{FF2B5EF4-FFF2-40B4-BE49-F238E27FC236}">
                <a16:creationId xmlns:a16="http://schemas.microsoft.com/office/drawing/2014/main" id="{BCDFAB4C-0F50-5857-828B-9C3B2017071E}"/>
              </a:ext>
            </a:extLst>
          </p:cNvPr>
          <p:cNvSpPr/>
          <p:nvPr userDrawn="1"/>
        </p:nvSpPr>
        <p:spPr>
          <a:xfrm>
            <a:off x="3842001" y="270842"/>
            <a:ext cx="6334988" cy="293620"/>
          </a:xfrm>
          <a:custGeom>
            <a:avLst/>
            <a:gdLst>
              <a:gd name="connsiteX0" fmla="*/ 0 w 5281711"/>
              <a:gd name="connsiteY0" fmla="*/ 0 h 295712"/>
              <a:gd name="connsiteX1" fmla="*/ 5280254 w 5281711"/>
              <a:gd name="connsiteY1" fmla="*/ 0 h 295712"/>
              <a:gd name="connsiteX2" fmla="*/ 5269805 w 5281711"/>
              <a:gd name="connsiteY2" fmla="*/ 33876 h 295712"/>
              <a:gd name="connsiteX3" fmla="*/ 5258625 w 5281711"/>
              <a:gd name="connsiteY3" fmla="*/ 145494 h 295712"/>
              <a:gd name="connsiteX4" fmla="*/ 5269805 w 5281711"/>
              <a:gd name="connsiteY4" fmla="*/ 257112 h 295712"/>
              <a:gd name="connsiteX5" fmla="*/ 5281711 w 5281711"/>
              <a:gd name="connsiteY5" fmla="*/ 295712 h 295712"/>
              <a:gd name="connsiteX6" fmla="*/ 0 w 5281711"/>
              <a:gd name="connsiteY6" fmla="*/ 295712 h 29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81711" h="295712">
                <a:moveTo>
                  <a:pt x="0" y="0"/>
                </a:moveTo>
                <a:lnTo>
                  <a:pt x="5280254" y="0"/>
                </a:lnTo>
                <a:lnTo>
                  <a:pt x="5269805" y="33876"/>
                </a:lnTo>
                <a:cubicBezTo>
                  <a:pt x="5262475" y="69930"/>
                  <a:pt x="5258625" y="107260"/>
                  <a:pt x="5258625" y="145494"/>
                </a:cubicBezTo>
                <a:cubicBezTo>
                  <a:pt x="5258625" y="183729"/>
                  <a:pt x="5262475" y="221058"/>
                  <a:pt x="5269805" y="257112"/>
                </a:cubicBezTo>
                <a:lnTo>
                  <a:pt x="5281711" y="295712"/>
                </a:lnTo>
                <a:lnTo>
                  <a:pt x="0" y="29571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grpSp>
        <p:nvGrpSpPr>
          <p:cNvPr id="9" name="Group 8">
            <a:extLst>
              <a:ext uri="{FF2B5EF4-FFF2-40B4-BE49-F238E27FC236}">
                <a16:creationId xmlns:a16="http://schemas.microsoft.com/office/drawing/2014/main" id="{05D5CF4A-AD02-F6B1-7EAF-480DD6A30C14}"/>
              </a:ext>
            </a:extLst>
          </p:cNvPr>
          <p:cNvGrpSpPr/>
          <p:nvPr userDrawn="1"/>
        </p:nvGrpSpPr>
        <p:grpSpPr>
          <a:xfrm>
            <a:off x="0" y="270394"/>
            <a:ext cx="948906" cy="1186506"/>
            <a:chOff x="1" y="442914"/>
            <a:chExt cx="948905" cy="1186506"/>
          </a:xfrm>
        </p:grpSpPr>
        <p:sp>
          <p:nvSpPr>
            <p:cNvPr id="10" name="Rectangle 9">
              <a:extLst>
                <a:ext uri="{FF2B5EF4-FFF2-40B4-BE49-F238E27FC236}">
                  <a16:creationId xmlns:a16="http://schemas.microsoft.com/office/drawing/2014/main" id="{26A540DD-8605-96EF-6170-AC04112BD80F}"/>
                </a:ext>
              </a:extLst>
            </p:cNvPr>
            <p:cNvSpPr/>
            <p:nvPr userDrawn="1"/>
          </p:nvSpPr>
          <p:spPr>
            <a:xfrm>
              <a:off x="1" y="442914"/>
              <a:ext cx="948905" cy="11865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pic>
          <p:nvPicPr>
            <p:cNvPr id="11" name="Graphic 10">
              <a:extLst>
                <a:ext uri="{FF2B5EF4-FFF2-40B4-BE49-F238E27FC236}">
                  <a16:creationId xmlns:a16="http://schemas.microsoft.com/office/drawing/2014/main" id="{8D454495-F30B-D375-66A1-26FD1308876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44592" y="922844"/>
              <a:ext cx="607032" cy="590326"/>
            </a:xfrm>
            <a:prstGeom prst="rect">
              <a:avLst/>
            </a:prstGeom>
          </p:spPr>
        </p:pic>
      </p:grpSp>
      <p:grpSp>
        <p:nvGrpSpPr>
          <p:cNvPr id="16" name="Group 15">
            <a:extLst>
              <a:ext uri="{FF2B5EF4-FFF2-40B4-BE49-F238E27FC236}">
                <a16:creationId xmlns:a16="http://schemas.microsoft.com/office/drawing/2014/main" id="{FE189C72-5E2B-901A-FE0F-5DF8CAC0EED0}"/>
              </a:ext>
            </a:extLst>
          </p:cNvPr>
          <p:cNvGrpSpPr/>
          <p:nvPr userDrawn="1"/>
        </p:nvGrpSpPr>
        <p:grpSpPr>
          <a:xfrm>
            <a:off x="1096215" y="99846"/>
            <a:ext cx="2598476" cy="1514509"/>
            <a:chOff x="4211129" y="1068906"/>
            <a:chExt cx="462618" cy="1018556"/>
          </a:xfrm>
        </p:grpSpPr>
        <p:sp>
          <p:nvSpPr>
            <p:cNvPr id="17" name="TextBox 16">
              <a:extLst>
                <a:ext uri="{FF2B5EF4-FFF2-40B4-BE49-F238E27FC236}">
                  <a16:creationId xmlns:a16="http://schemas.microsoft.com/office/drawing/2014/main" id="{3E36B635-AD7B-1ADD-6E2D-28A98EC44579}"/>
                </a:ext>
              </a:extLst>
            </p:cNvPr>
            <p:cNvSpPr txBox="1"/>
            <p:nvPr/>
          </p:nvSpPr>
          <p:spPr>
            <a:xfrm>
              <a:off x="4211129" y="1068906"/>
              <a:ext cx="462618"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mj-lt"/>
                  <a:sym typeface="SonsCondensed-Extrabold"/>
                  <a:rtl val="0"/>
                </a:rPr>
                <a:t>ROOT CAUSE</a:t>
              </a:r>
            </a:p>
          </p:txBody>
        </p:sp>
        <p:sp>
          <p:nvSpPr>
            <p:cNvPr id="18" name="TextBox 17">
              <a:extLst>
                <a:ext uri="{FF2B5EF4-FFF2-40B4-BE49-F238E27FC236}">
                  <a16:creationId xmlns:a16="http://schemas.microsoft.com/office/drawing/2014/main" id="{2F49C03D-E39A-717B-472C-83F8E8420D7D}"/>
                </a:ext>
              </a:extLst>
            </p:cNvPr>
            <p:cNvSpPr txBox="1">
              <a:spLocks/>
            </p:cNvSpPr>
            <p:nvPr/>
          </p:nvSpPr>
          <p:spPr>
            <a:xfrm>
              <a:off x="4211320" y="1507891"/>
              <a:ext cx="462427"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mj-lt"/>
                  <a:sym typeface="SonsCondensed-Extrabold"/>
                  <a:rtl val="0"/>
                </a:rPr>
                <a:t>ANALYSIS</a:t>
              </a:r>
            </a:p>
          </p:txBody>
        </p:sp>
      </p:grpSp>
      <p:sp>
        <p:nvSpPr>
          <p:cNvPr id="39" name="Text Placeholder 28">
            <a:extLst>
              <a:ext uri="{FF2B5EF4-FFF2-40B4-BE49-F238E27FC236}">
                <a16:creationId xmlns:a16="http://schemas.microsoft.com/office/drawing/2014/main" id="{74B525BA-2F82-6376-FD6A-3CDCDF6D31A8}"/>
              </a:ext>
            </a:extLst>
          </p:cNvPr>
          <p:cNvSpPr>
            <a:spLocks noGrp="1"/>
          </p:cNvSpPr>
          <p:nvPr>
            <p:ph type="body" sz="quarter" idx="30" hasCustomPrompt="1"/>
          </p:nvPr>
        </p:nvSpPr>
        <p:spPr>
          <a:xfrm>
            <a:off x="11588055" y="6584264"/>
            <a:ext cx="369691" cy="123111"/>
          </a:xfrm>
        </p:spPr>
        <p:txBody>
          <a:bodyPr anchor="ctr">
            <a:spAutoFit/>
          </a:bodyPr>
          <a:lstStyle>
            <a:lvl1pPr>
              <a:defRPr sz="800">
                <a:solidFill>
                  <a:schemeClr val="tx2"/>
                </a:solidFill>
                <a:latin typeface="Arial" panose="020B0604020202020204" pitchFamily="34" charset="0"/>
                <a:cs typeface="Arial" panose="020B0604020202020204" pitchFamily="34" charset="0"/>
              </a:defRPr>
            </a:lvl1pPr>
            <a:lvl2pPr>
              <a:defRPr sz="800">
                <a:latin typeface="Arial" panose="020B0604020202020204" pitchFamily="34" charset="0"/>
                <a:cs typeface="Arial" panose="020B0604020202020204" pitchFamily="34" charset="0"/>
              </a:defRPr>
            </a:lvl2pPr>
            <a:lvl3pPr>
              <a:defRPr sz="800">
                <a:latin typeface="Arial" panose="020B0604020202020204" pitchFamily="34" charset="0"/>
                <a:cs typeface="Arial" panose="020B0604020202020204" pitchFamily="34" charset="0"/>
              </a:defRPr>
            </a:lvl3pPr>
            <a:lvl4pPr>
              <a:defRPr sz="800">
                <a:latin typeface="Arial" panose="020B0604020202020204" pitchFamily="34" charset="0"/>
                <a:cs typeface="Arial" panose="020B0604020202020204" pitchFamily="34" charset="0"/>
              </a:defRPr>
            </a:lvl4pPr>
            <a:lvl5pPr>
              <a:defRPr sz="800">
                <a:latin typeface="Arial" panose="020B0604020202020204" pitchFamily="34" charset="0"/>
                <a:cs typeface="Arial" panose="020B0604020202020204" pitchFamily="34" charset="0"/>
              </a:defRPr>
            </a:lvl5pPr>
          </a:lstStyle>
          <a:p>
            <a:pPr lvl="0"/>
            <a:r>
              <a:rPr lang="en-US" dirty="0"/>
              <a:t>{##]</a:t>
            </a:r>
          </a:p>
        </p:txBody>
      </p:sp>
      <p:sp>
        <p:nvSpPr>
          <p:cNvPr id="40" name="TextBox 39">
            <a:extLst>
              <a:ext uri="{FF2B5EF4-FFF2-40B4-BE49-F238E27FC236}">
                <a16:creationId xmlns:a16="http://schemas.microsoft.com/office/drawing/2014/main" id="{D5E18D12-6521-482B-F40A-49C5A8C892F8}"/>
              </a:ext>
            </a:extLst>
          </p:cNvPr>
          <p:cNvSpPr txBox="1"/>
          <p:nvPr userDrawn="1"/>
        </p:nvSpPr>
        <p:spPr>
          <a:xfrm>
            <a:off x="10176989" y="6589749"/>
            <a:ext cx="1371962" cy="123111"/>
          </a:xfrm>
          <a:prstGeom prst="rect">
            <a:avLst/>
          </a:prstGeom>
        </p:spPr>
        <p:txBody>
          <a:bodyPr vert="horz" lIns="0" tIns="0" rIns="0" bIns="0" rtlCol="0" anchor="ctr" anchorCtr="0">
            <a:spAutoFit/>
          </a:bodyPr>
          <a:lstStyle>
            <a:defPPr>
              <a:defRPr lang="en-US"/>
            </a:defPPr>
            <a:lvl1pPr marR="0" lvl="0" indent="0" algn="r" fontAlgn="auto">
              <a:lnSpc>
                <a:spcPct val="100000"/>
              </a:lnSpc>
              <a:spcBef>
                <a:spcPts val="0"/>
              </a:spcBef>
              <a:spcAft>
                <a:spcPts val="0"/>
              </a:spcAft>
              <a:buClrTx/>
              <a:buSzTx/>
              <a:buFontTx/>
              <a:buNone/>
              <a:tabLst/>
              <a:defRPr kumimoji="0" sz="800" b="0" i="0" u="none" strike="noStrike" cap="none" spc="0" normalizeH="0" baseline="0">
                <a:ln>
                  <a:noFill/>
                </a:ln>
                <a:solidFill>
                  <a:srgbClr val="212121"/>
                </a:solidFill>
                <a:effectLst/>
                <a:uLnTx/>
                <a:uFillTx/>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Gensuite/ComplyWorks ID:</a:t>
            </a:r>
          </a:p>
        </p:txBody>
      </p:sp>
      <p:sp>
        <p:nvSpPr>
          <p:cNvPr id="46" name="Text Placeholder 45">
            <a:extLst>
              <a:ext uri="{FF2B5EF4-FFF2-40B4-BE49-F238E27FC236}">
                <a16:creationId xmlns:a16="http://schemas.microsoft.com/office/drawing/2014/main" id="{D61AEBFD-B19A-FA97-6876-84475CB3DB20}"/>
              </a:ext>
            </a:extLst>
          </p:cNvPr>
          <p:cNvSpPr>
            <a:spLocks noGrp="1"/>
          </p:cNvSpPr>
          <p:nvPr>
            <p:ph type="body" sz="quarter" idx="37" hasCustomPrompt="1"/>
          </p:nvPr>
        </p:nvSpPr>
        <p:spPr>
          <a:xfrm>
            <a:off x="419099" y="2204944"/>
            <a:ext cx="11316745" cy="4224429"/>
          </a:xfrm>
        </p:spPr>
        <p:txBody>
          <a:bodyPr/>
          <a:lstStyle>
            <a:lvl1pPr>
              <a:defRPr sz="1400"/>
            </a:lvl1pPr>
            <a:lvl2pPr>
              <a:defRPr sz="1400"/>
            </a:lvl2pPr>
            <a:lvl3pPr>
              <a:defRPr sz="1400"/>
            </a:lvl3pPr>
            <a:lvl4pPr>
              <a:defRPr sz="1400"/>
            </a:lvl4pPr>
            <a:lvl5pPr>
              <a:defRPr sz="1400"/>
            </a:lvl5pPr>
          </a:lstStyle>
          <a:p>
            <a:pPr lvl="0"/>
            <a:r>
              <a:rPr lang="en-US" dirty="0"/>
              <a:t>Describe the Event Who/What/When – Review facilitation notes and document accordingly</a:t>
            </a:r>
          </a:p>
        </p:txBody>
      </p:sp>
      <p:sp>
        <p:nvSpPr>
          <p:cNvPr id="50" name="Footer Placeholder 4">
            <a:extLst>
              <a:ext uri="{FF2B5EF4-FFF2-40B4-BE49-F238E27FC236}">
                <a16:creationId xmlns:a16="http://schemas.microsoft.com/office/drawing/2014/main" id="{4AAA7E1D-3431-062B-8F69-7F0C65A3C124}"/>
              </a:ext>
            </a:extLst>
          </p:cNvPr>
          <p:cNvSpPr txBox="1">
            <a:spLocks/>
          </p:cNvSpPr>
          <p:nvPr userDrawn="1"/>
        </p:nvSpPr>
        <p:spPr>
          <a:xfrm>
            <a:off x="419099" y="6601346"/>
            <a:ext cx="6680931" cy="156808"/>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 2025 GE Vernova and/or its affiliates. All rights reserved. Not to be copied, distributed or reproduced without prior approval from GE Vernova. </a:t>
            </a:r>
          </a:p>
        </p:txBody>
      </p:sp>
      <p:sp>
        <p:nvSpPr>
          <p:cNvPr id="2" name="Text Placeholder 1">
            <a:extLst>
              <a:ext uri="{FF2B5EF4-FFF2-40B4-BE49-F238E27FC236}">
                <a16:creationId xmlns:a16="http://schemas.microsoft.com/office/drawing/2014/main" id="{49496A6C-820F-CC16-570B-D45A9E0C5476}"/>
              </a:ext>
            </a:extLst>
          </p:cNvPr>
          <p:cNvSpPr>
            <a:spLocks noGrp="1"/>
          </p:cNvSpPr>
          <p:nvPr>
            <p:ph type="body" sz="quarter" idx="21"/>
          </p:nvPr>
        </p:nvSpPr>
        <p:spPr>
          <a:xfrm>
            <a:off x="5289040" y="344595"/>
            <a:ext cx="4023360" cy="156435"/>
          </a:xfrm>
        </p:spPr>
        <p:txBody>
          <a:bodyPr anchor="ctr"/>
          <a:lstStyle>
            <a:lvl1pPr>
              <a:defRPr sz="1050">
                <a:solidFill>
                  <a:schemeClr val="tx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3" name="TextBox 2">
            <a:extLst>
              <a:ext uri="{FF2B5EF4-FFF2-40B4-BE49-F238E27FC236}">
                <a16:creationId xmlns:a16="http://schemas.microsoft.com/office/drawing/2014/main" id="{84FD5A6E-ADD0-E270-0DDB-EF8DEDB4B586}"/>
              </a:ext>
            </a:extLst>
          </p:cNvPr>
          <p:cNvSpPr txBox="1"/>
          <p:nvPr userDrawn="1"/>
        </p:nvSpPr>
        <p:spPr>
          <a:xfrm>
            <a:off x="4559280" y="312734"/>
            <a:ext cx="729762" cy="228198"/>
          </a:xfrm>
          <a:prstGeom prst="rect">
            <a:avLst/>
          </a:prstGeom>
          <a:noFill/>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Severity:</a:t>
            </a:r>
            <a:endParaRPr kumimoji="0" lang="en-US" sz="105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Text Placeholder 4">
            <a:extLst>
              <a:ext uri="{FF2B5EF4-FFF2-40B4-BE49-F238E27FC236}">
                <a16:creationId xmlns:a16="http://schemas.microsoft.com/office/drawing/2014/main" id="{FB63EBC8-7987-950E-5079-0821DA9573B6}"/>
              </a:ext>
            </a:extLst>
          </p:cNvPr>
          <p:cNvSpPr>
            <a:spLocks noGrp="1"/>
          </p:cNvSpPr>
          <p:nvPr>
            <p:ph type="body" sz="quarter" idx="17"/>
          </p:nvPr>
        </p:nvSpPr>
        <p:spPr>
          <a:xfrm>
            <a:off x="5997035" y="1249394"/>
            <a:ext cx="1578006" cy="155261"/>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5" name="Text Placeholder 3">
            <a:extLst>
              <a:ext uri="{FF2B5EF4-FFF2-40B4-BE49-F238E27FC236}">
                <a16:creationId xmlns:a16="http://schemas.microsoft.com/office/drawing/2014/main" id="{FC2895B6-BC20-6916-F39E-BFA29F0B31F6}"/>
              </a:ext>
            </a:extLst>
          </p:cNvPr>
          <p:cNvSpPr>
            <a:spLocks noGrp="1"/>
          </p:cNvSpPr>
          <p:nvPr>
            <p:ph type="body" sz="quarter" idx="16"/>
          </p:nvPr>
        </p:nvSpPr>
        <p:spPr>
          <a:xfrm>
            <a:off x="5291868" y="1011385"/>
            <a:ext cx="2286000" cy="156435"/>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12" name="Text Placeholder 2">
            <a:extLst>
              <a:ext uri="{FF2B5EF4-FFF2-40B4-BE49-F238E27FC236}">
                <a16:creationId xmlns:a16="http://schemas.microsoft.com/office/drawing/2014/main" id="{5D4A1F50-B8D3-C9E4-70D5-A83463F7CA1E}"/>
              </a:ext>
            </a:extLst>
          </p:cNvPr>
          <p:cNvSpPr>
            <a:spLocks noGrp="1"/>
          </p:cNvSpPr>
          <p:nvPr>
            <p:ph type="body" sz="quarter" idx="15"/>
          </p:nvPr>
        </p:nvSpPr>
        <p:spPr>
          <a:xfrm>
            <a:off x="5291867" y="769335"/>
            <a:ext cx="2286000" cy="156435"/>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grpSp>
        <p:nvGrpSpPr>
          <p:cNvPr id="14" name="Header Text Group">
            <a:extLst>
              <a:ext uri="{FF2B5EF4-FFF2-40B4-BE49-F238E27FC236}">
                <a16:creationId xmlns:a16="http://schemas.microsoft.com/office/drawing/2014/main" id="{316D10B3-0E83-A1E5-3C5A-892130607854}"/>
              </a:ext>
            </a:extLst>
          </p:cNvPr>
          <p:cNvGrpSpPr/>
          <p:nvPr userDrawn="1"/>
        </p:nvGrpSpPr>
        <p:grpSpPr>
          <a:xfrm>
            <a:off x="4559280" y="774550"/>
            <a:ext cx="732470" cy="630105"/>
            <a:chOff x="4951932" y="970850"/>
            <a:chExt cx="732470" cy="630105"/>
          </a:xfrm>
        </p:grpSpPr>
        <p:sp>
          <p:nvSpPr>
            <p:cNvPr id="22" name="TextBox 21">
              <a:extLst>
                <a:ext uri="{FF2B5EF4-FFF2-40B4-BE49-F238E27FC236}">
                  <a16:creationId xmlns:a16="http://schemas.microsoft.com/office/drawing/2014/main" id="{471FEB0B-71B7-B5FB-FA8E-6DA387D171D4}"/>
                </a:ext>
              </a:extLst>
            </p:cNvPr>
            <p:cNvSpPr txBox="1"/>
            <p:nvPr userDrawn="1"/>
          </p:nvSpPr>
          <p:spPr>
            <a:xfrm>
              <a:off x="4951932" y="970850"/>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Location:</a:t>
              </a:r>
              <a:endParaRPr kumimoji="0" lang="en-US" sz="1050" b="0"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23" name="TextBox 22">
              <a:extLst>
                <a:ext uri="{FF2B5EF4-FFF2-40B4-BE49-F238E27FC236}">
                  <a16:creationId xmlns:a16="http://schemas.microsoft.com/office/drawing/2014/main" id="{2624C7CC-70D9-976A-EFC7-E825C6B9A3E5}"/>
                </a:ext>
              </a:extLst>
            </p:cNvPr>
            <p:cNvSpPr txBox="1"/>
            <p:nvPr userDrawn="1"/>
          </p:nvSpPr>
          <p:spPr>
            <a:xfrm>
              <a:off x="4951932" y="1208179"/>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Date: </a:t>
              </a:r>
            </a:p>
          </p:txBody>
        </p:sp>
        <p:sp>
          <p:nvSpPr>
            <p:cNvPr id="24" name="TextBox 23">
              <a:extLst>
                <a:ext uri="{FF2B5EF4-FFF2-40B4-BE49-F238E27FC236}">
                  <a16:creationId xmlns:a16="http://schemas.microsoft.com/office/drawing/2014/main" id="{9744C625-1A60-0677-A44E-CE642DC4AC75}"/>
                </a:ext>
              </a:extLst>
            </p:cNvPr>
            <p:cNvSpPr txBox="1"/>
            <p:nvPr userDrawn="1"/>
          </p:nvSpPr>
          <p:spPr>
            <a:xfrm>
              <a:off x="4951932" y="1445507"/>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Customer/Contractor:</a:t>
              </a:r>
            </a:p>
          </p:txBody>
        </p:sp>
      </p:grpSp>
      <p:sp>
        <p:nvSpPr>
          <p:cNvPr id="52" name="TextBox 51">
            <a:extLst>
              <a:ext uri="{FF2B5EF4-FFF2-40B4-BE49-F238E27FC236}">
                <a16:creationId xmlns:a16="http://schemas.microsoft.com/office/drawing/2014/main" id="{22E7DF13-ADF9-5D20-DD68-7F2A7B473734}"/>
              </a:ext>
            </a:extLst>
          </p:cNvPr>
          <p:cNvSpPr txBox="1"/>
          <p:nvPr userDrawn="1"/>
        </p:nvSpPr>
        <p:spPr>
          <a:xfrm>
            <a:off x="425014" y="1557424"/>
            <a:ext cx="948906" cy="540995"/>
          </a:xfrm>
          <a:prstGeom prst="rect">
            <a:avLst/>
          </a:prstGeom>
          <a:noFill/>
        </p:spPr>
        <p:txBody>
          <a:bodyPr wrap="none" lIns="45720" tIns="45720" rIns="45720" bIns="45720" rtlCol="0">
            <a:noAutofit/>
          </a:bodyPr>
          <a:lstStyle>
            <a:defPPr>
              <a:defRPr lang="en-US"/>
            </a:defPPr>
            <a:lvl1pPr marR="0" lvl="0" indent="0" fontAlgn="auto">
              <a:lnSpc>
                <a:spcPct val="100000"/>
              </a:lnSpc>
              <a:spcBef>
                <a:spcPts val="0"/>
              </a:spcBef>
              <a:spcAft>
                <a:spcPts val="600"/>
              </a:spcAft>
              <a:buClrTx/>
              <a:buSzTx/>
              <a:buFontTx/>
              <a:buNone/>
              <a:tabLst/>
              <a:defRPr kumimoji="0" sz="1050" b="0" i="0" u="none" strike="noStrike" cap="none" spc="0" normalizeH="0" baseline="0">
                <a:ln>
                  <a:noFill/>
                </a:ln>
                <a:effectLst/>
                <a:uLnTx/>
                <a:uFillTx/>
                <a:latin typeface="Inter Semi Bold" panose="02000703000000020004" pitchFamily="50" charset="0"/>
                <a:ea typeface="Inter Semi Bold" panose="02000703000000020004" pitchFamily="50" charset="0"/>
                <a:cs typeface="Inter Semi Bold" panose="02000703000000020004" pitchFamily="50" charset="0"/>
              </a:defRPr>
            </a:lvl1pPr>
          </a:lstStyle>
          <a:p>
            <a:pPr lvl="0" algn="r"/>
            <a:r>
              <a:rPr lang="en-US" noProof="0" dirty="0"/>
              <a:t>Investigation </a:t>
            </a:r>
            <a:br>
              <a:rPr lang="en-US" noProof="0" dirty="0"/>
            </a:br>
            <a:r>
              <a:rPr lang="en-US" noProof="0" dirty="0"/>
              <a:t>Team: </a:t>
            </a:r>
          </a:p>
        </p:txBody>
      </p:sp>
      <p:sp>
        <p:nvSpPr>
          <p:cNvPr id="53" name="Text Placeholder 2">
            <a:extLst>
              <a:ext uri="{FF2B5EF4-FFF2-40B4-BE49-F238E27FC236}">
                <a16:creationId xmlns:a16="http://schemas.microsoft.com/office/drawing/2014/main" id="{9CE4297D-38B6-3066-8BDE-3339AEFD029C}"/>
              </a:ext>
            </a:extLst>
          </p:cNvPr>
          <p:cNvSpPr>
            <a:spLocks noGrp="1"/>
          </p:cNvSpPr>
          <p:nvPr>
            <p:ph type="body" sz="quarter" idx="38" hasCustomPrompt="1"/>
          </p:nvPr>
        </p:nvSpPr>
        <p:spPr>
          <a:xfrm>
            <a:off x="1377334" y="1552211"/>
            <a:ext cx="3857606" cy="572516"/>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add Name &amp; Title of investigation leading and other key team members</a:t>
            </a:r>
          </a:p>
        </p:txBody>
      </p:sp>
      <p:cxnSp>
        <p:nvCxnSpPr>
          <p:cNvPr id="54" name="Straight Connector 53">
            <a:extLst>
              <a:ext uri="{FF2B5EF4-FFF2-40B4-BE49-F238E27FC236}">
                <a16:creationId xmlns:a16="http://schemas.microsoft.com/office/drawing/2014/main" id="{44D5D41A-8917-B89D-3D8A-4A51686CACA0}"/>
              </a:ext>
            </a:extLst>
          </p:cNvPr>
          <p:cNvCxnSpPr>
            <a:cxnSpLocks/>
          </p:cNvCxnSpPr>
          <p:nvPr userDrawn="1"/>
        </p:nvCxnSpPr>
        <p:spPr>
          <a:xfrm>
            <a:off x="7100031" y="1805195"/>
            <a:ext cx="2144345" cy="0"/>
          </a:xfrm>
          <a:prstGeom prst="line">
            <a:avLst/>
          </a:prstGeom>
          <a:ln/>
        </p:spPr>
        <p:style>
          <a:lnRef idx="1">
            <a:schemeClr val="dk1"/>
          </a:lnRef>
          <a:fillRef idx="0">
            <a:schemeClr val="dk1"/>
          </a:fillRef>
          <a:effectRef idx="0">
            <a:schemeClr val="dk1"/>
          </a:effectRef>
          <a:fontRef idx="minor">
            <a:schemeClr val="tx1"/>
          </a:fontRef>
        </p:style>
      </p:cxnSp>
      <p:cxnSp>
        <p:nvCxnSpPr>
          <p:cNvPr id="55" name="Straight Connector 54">
            <a:extLst>
              <a:ext uri="{FF2B5EF4-FFF2-40B4-BE49-F238E27FC236}">
                <a16:creationId xmlns:a16="http://schemas.microsoft.com/office/drawing/2014/main" id="{05E289EC-786F-EEDB-8504-B473D180E37C}"/>
              </a:ext>
            </a:extLst>
          </p:cNvPr>
          <p:cNvCxnSpPr>
            <a:cxnSpLocks/>
          </p:cNvCxnSpPr>
          <p:nvPr userDrawn="1"/>
        </p:nvCxnSpPr>
        <p:spPr>
          <a:xfrm>
            <a:off x="7100031" y="2124727"/>
            <a:ext cx="2144345" cy="0"/>
          </a:xfrm>
          <a:prstGeom prst="line">
            <a:avLst/>
          </a:prstGeom>
          <a:ln/>
        </p:spPr>
        <p:style>
          <a:lnRef idx="1">
            <a:schemeClr val="dk1"/>
          </a:lnRef>
          <a:fillRef idx="0">
            <a:schemeClr val="dk1"/>
          </a:fillRef>
          <a:effectRef idx="0">
            <a:schemeClr val="dk1"/>
          </a:effectRef>
          <a:fontRef idx="minor">
            <a:schemeClr val="tx1"/>
          </a:fontRef>
        </p:style>
      </p:cxnSp>
      <p:sp>
        <p:nvSpPr>
          <p:cNvPr id="56" name="Text Placeholder 4">
            <a:extLst>
              <a:ext uri="{FF2B5EF4-FFF2-40B4-BE49-F238E27FC236}">
                <a16:creationId xmlns:a16="http://schemas.microsoft.com/office/drawing/2014/main" id="{6DDF9E47-1FD2-DD14-565A-3930F7772194}"/>
              </a:ext>
            </a:extLst>
          </p:cNvPr>
          <p:cNvSpPr>
            <a:spLocks noGrp="1"/>
          </p:cNvSpPr>
          <p:nvPr>
            <p:ph type="body" sz="quarter" idx="39"/>
          </p:nvPr>
        </p:nvSpPr>
        <p:spPr>
          <a:xfrm>
            <a:off x="7178265" y="1874118"/>
            <a:ext cx="2018207" cy="254847"/>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57" name="Text Placeholder 3">
            <a:extLst>
              <a:ext uri="{FF2B5EF4-FFF2-40B4-BE49-F238E27FC236}">
                <a16:creationId xmlns:a16="http://schemas.microsoft.com/office/drawing/2014/main" id="{A5467CD4-3FFB-98B7-4504-90762D62246F}"/>
              </a:ext>
            </a:extLst>
          </p:cNvPr>
          <p:cNvSpPr>
            <a:spLocks noGrp="1"/>
          </p:cNvSpPr>
          <p:nvPr>
            <p:ph type="body" sz="quarter" idx="40"/>
          </p:nvPr>
        </p:nvSpPr>
        <p:spPr>
          <a:xfrm>
            <a:off x="7178265" y="1551279"/>
            <a:ext cx="2018207" cy="253916"/>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58" name="TextBox 57">
            <a:extLst>
              <a:ext uri="{FF2B5EF4-FFF2-40B4-BE49-F238E27FC236}">
                <a16:creationId xmlns:a16="http://schemas.microsoft.com/office/drawing/2014/main" id="{88869458-955F-B38F-61E4-205855C1C629}"/>
              </a:ext>
            </a:extLst>
          </p:cNvPr>
          <p:cNvSpPr txBox="1"/>
          <p:nvPr userDrawn="1"/>
        </p:nvSpPr>
        <p:spPr>
          <a:xfrm>
            <a:off x="5322570" y="1551279"/>
            <a:ext cx="1780274" cy="253916"/>
          </a:xfrm>
          <a:prstGeom prst="rect">
            <a:avLst/>
          </a:prstGeom>
          <a:noFill/>
        </p:spPr>
        <p:txBody>
          <a:bodyPr wrap="square" lIns="45720" tIns="45720" rIns="45720" bIns="45720" rtlCol="0">
            <a:no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Inter Semi Bold" panose="02000703000000020004" pitchFamily="50" charset="0"/>
                <a:ea typeface="Inter Semi Bold" panose="02000703000000020004" pitchFamily="50" charset="0"/>
                <a:cs typeface="Inter Semi Bold" panose="02000703000000020004" pitchFamily="50" charset="0"/>
              </a:rPr>
              <a:t>Investigation Start Date:</a:t>
            </a:r>
          </a:p>
        </p:txBody>
      </p:sp>
      <p:sp>
        <p:nvSpPr>
          <p:cNvPr id="59" name="TextBox 58">
            <a:extLst>
              <a:ext uri="{FF2B5EF4-FFF2-40B4-BE49-F238E27FC236}">
                <a16:creationId xmlns:a16="http://schemas.microsoft.com/office/drawing/2014/main" id="{A7E03BA8-6879-3337-11F2-65FB30AE36F5}"/>
              </a:ext>
            </a:extLst>
          </p:cNvPr>
          <p:cNvSpPr txBox="1"/>
          <p:nvPr userDrawn="1"/>
        </p:nvSpPr>
        <p:spPr>
          <a:xfrm>
            <a:off x="6111724" y="1875049"/>
            <a:ext cx="991120" cy="253916"/>
          </a:xfrm>
          <a:prstGeom prst="rect">
            <a:avLst/>
          </a:prstGeom>
          <a:noFill/>
        </p:spPr>
        <p:txBody>
          <a:bodyPr wrap="none" lIns="45720" tIns="45720" rIns="45720" bIns="45720" rtlCol="0">
            <a:no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Inter Semi Bold" panose="02000703000000020004" pitchFamily="50" charset="0"/>
                <a:ea typeface="Inter Semi Bold" panose="02000703000000020004" pitchFamily="50" charset="0"/>
                <a:cs typeface="Inter Semi Bold" panose="02000703000000020004" pitchFamily="50" charset="0"/>
              </a:rPr>
              <a:t>RCA Method:</a:t>
            </a:r>
          </a:p>
        </p:txBody>
      </p:sp>
      <p:grpSp>
        <p:nvGrpSpPr>
          <p:cNvPr id="15" name="Group 14">
            <a:extLst>
              <a:ext uri="{FF2B5EF4-FFF2-40B4-BE49-F238E27FC236}">
                <a16:creationId xmlns:a16="http://schemas.microsoft.com/office/drawing/2014/main" id="{889927D7-FCAF-69B6-BA71-6674A61B5987}"/>
              </a:ext>
            </a:extLst>
          </p:cNvPr>
          <p:cNvGrpSpPr/>
          <p:nvPr userDrawn="1"/>
        </p:nvGrpSpPr>
        <p:grpSpPr>
          <a:xfrm>
            <a:off x="10212294" y="775802"/>
            <a:ext cx="1676859" cy="711379"/>
            <a:chOff x="10212294" y="775802"/>
            <a:chExt cx="1676859" cy="711379"/>
          </a:xfrm>
        </p:grpSpPr>
        <p:sp>
          <p:nvSpPr>
            <p:cNvPr id="25" name="Icon 1">
              <a:extLst>
                <a:ext uri="{FF2B5EF4-FFF2-40B4-BE49-F238E27FC236}">
                  <a16:creationId xmlns:a16="http://schemas.microsoft.com/office/drawing/2014/main" id="{86ABBBF0-CA8C-4724-0F9F-B139D82A1D76}"/>
                </a:ext>
              </a:extLst>
            </p:cNvPr>
            <p:cNvSpPr/>
            <p:nvPr userDrawn="1"/>
          </p:nvSpPr>
          <p:spPr>
            <a:xfrm>
              <a:off x="10212294" y="775802"/>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26" name="Icon 1">
              <a:extLst>
                <a:ext uri="{FF2B5EF4-FFF2-40B4-BE49-F238E27FC236}">
                  <a16:creationId xmlns:a16="http://schemas.microsoft.com/office/drawing/2014/main" id="{E06A2FB4-EFD3-D5FD-D88B-4E95E5D1D562}"/>
                </a:ext>
              </a:extLst>
            </p:cNvPr>
            <p:cNvSpPr/>
            <p:nvPr userDrawn="1"/>
          </p:nvSpPr>
          <p:spPr>
            <a:xfrm>
              <a:off x="11193161" y="791189"/>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27" name="TextBox 26">
              <a:extLst>
                <a:ext uri="{FF2B5EF4-FFF2-40B4-BE49-F238E27FC236}">
                  <a16:creationId xmlns:a16="http://schemas.microsoft.com/office/drawing/2014/main" id="{9C627B81-9CB0-7278-C128-5857ACEE7B31}"/>
                </a:ext>
              </a:extLst>
            </p:cNvPr>
            <p:cNvSpPr txBox="1"/>
            <p:nvPr userDrawn="1"/>
          </p:nvSpPr>
          <p:spPr>
            <a:xfrm>
              <a:off x="11253958" y="996840"/>
              <a:ext cx="574398" cy="253916"/>
            </a:xfrm>
            <a:prstGeom prst="rect">
              <a:avLst/>
            </a:prstGeom>
            <a:noFill/>
          </p:spPr>
          <p:txBody>
            <a:bodyPr wrap="none" lIns="45720" tIns="45720" rIns="45720" bIns="4572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Business</a:t>
              </a:r>
            </a:p>
          </p:txBody>
        </p:sp>
        <p:sp>
          <p:nvSpPr>
            <p:cNvPr id="28" name="TextBox 27">
              <a:extLst>
                <a:ext uri="{FF2B5EF4-FFF2-40B4-BE49-F238E27FC236}">
                  <a16:creationId xmlns:a16="http://schemas.microsoft.com/office/drawing/2014/main" id="{7372F53A-82D9-84A1-9D17-071C6CEFAD46}"/>
                </a:ext>
              </a:extLst>
            </p:cNvPr>
            <p:cNvSpPr txBox="1"/>
            <p:nvPr userDrawn="1"/>
          </p:nvSpPr>
          <p:spPr>
            <a:xfrm>
              <a:off x="10335389" y="954519"/>
              <a:ext cx="449803" cy="369332"/>
            </a:xfrm>
            <a:prstGeom prst="rect">
              <a:avLst/>
            </a:prstGeom>
            <a:noFill/>
          </p:spPr>
          <p:txBody>
            <a:bodyPr wrap="none" lIns="45720" tIns="45720" rIns="45720" bIns="4572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LSR or</a:t>
              </a:r>
              <a:b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PSE</a:t>
              </a:r>
            </a:p>
          </p:txBody>
        </p:sp>
      </p:grpSp>
    </p:spTree>
    <p:extLst>
      <p:ext uri="{BB962C8B-B14F-4D97-AF65-F5344CB8AC3E}">
        <p14:creationId xmlns:p14="http://schemas.microsoft.com/office/powerpoint/2010/main" val="1973972629"/>
      </p:ext>
    </p:extLst>
  </p:cSld>
  <p:clrMapOvr>
    <a:masterClrMapping/>
  </p:clrMapOvr>
  <p:hf hdr="0" dt="0"/>
  <p:extLst>
    <p:ext uri="{DCECCB84-F9BA-43D5-87BE-67443E8EF086}">
      <p15:sldGuideLst xmlns:p15="http://schemas.microsoft.com/office/powerpoint/2012/main">
        <p15:guide id="1" orient="horz" pos="8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Header Only_blank">
    <p:spTree>
      <p:nvGrpSpPr>
        <p:cNvPr id="1" name=""/>
        <p:cNvGrpSpPr/>
        <p:nvPr/>
      </p:nvGrpSpPr>
      <p:grpSpPr>
        <a:xfrm>
          <a:off x="0" y="0"/>
          <a:ext cx="0" cy="0"/>
          <a:chOff x="0" y="0"/>
          <a:chExt cx="0" cy="0"/>
        </a:xfrm>
      </p:grpSpPr>
      <p:sp>
        <p:nvSpPr>
          <p:cNvPr id="39" name="Text Placeholder 28">
            <a:extLst>
              <a:ext uri="{FF2B5EF4-FFF2-40B4-BE49-F238E27FC236}">
                <a16:creationId xmlns:a16="http://schemas.microsoft.com/office/drawing/2014/main" id="{74B525BA-2F82-6376-FD6A-3CDCDF6D31A8}"/>
              </a:ext>
            </a:extLst>
          </p:cNvPr>
          <p:cNvSpPr>
            <a:spLocks noGrp="1"/>
          </p:cNvSpPr>
          <p:nvPr>
            <p:ph type="body" sz="quarter" idx="30" hasCustomPrompt="1"/>
          </p:nvPr>
        </p:nvSpPr>
        <p:spPr>
          <a:xfrm>
            <a:off x="11588054" y="6618194"/>
            <a:ext cx="369691" cy="123111"/>
          </a:xfrm>
        </p:spPr>
        <p:txBody>
          <a:bodyPr anchor="ctr">
            <a:spAutoFit/>
          </a:bodyPr>
          <a:lstStyle>
            <a:lvl1pPr>
              <a:defRPr sz="800">
                <a:solidFill>
                  <a:schemeClr val="tx2"/>
                </a:solidFill>
                <a:latin typeface="Arial" panose="020B0604020202020204" pitchFamily="34" charset="0"/>
                <a:cs typeface="Arial" panose="020B0604020202020204" pitchFamily="34" charset="0"/>
              </a:defRPr>
            </a:lvl1pPr>
            <a:lvl2pPr>
              <a:defRPr sz="800">
                <a:latin typeface="Arial" panose="020B0604020202020204" pitchFamily="34" charset="0"/>
                <a:cs typeface="Arial" panose="020B0604020202020204" pitchFamily="34" charset="0"/>
              </a:defRPr>
            </a:lvl2pPr>
            <a:lvl3pPr>
              <a:defRPr sz="800">
                <a:latin typeface="Arial" panose="020B0604020202020204" pitchFamily="34" charset="0"/>
                <a:cs typeface="Arial" panose="020B0604020202020204" pitchFamily="34" charset="0"/>
              </a:defRPr>
            </a:lvl3pPr>
            <a:lvl4pPr>
              <a:defRPr sz="800">
                <a:latin typeface="Arial" panose="020B0604020202020204" pitchFamily="34" charset="0"/>
                <a:cs typeface="Arial" panose="020B0604020202020204" pitchFamily="34" charset="0"/>
              </a:defRPr>
            </a:lvl4pPr>
            <a:lvl5pPr>
              <a:defRPr sz="800">
                <a:latin typeface="Arial" panose="020B0604020202020204" pitchFamily="34" charset="0"/>
                <a:cs typeface="Arial" panose="020B0604020202020204" pitchFamily="34" charset="0"/>
              </a:defRPr>
            </a:lvl5pPr>
          </a:lstStyle>
          <a:p>
            <a:pPr lvl="0"/>
            <a:r>
              <a:rPr lang="en-US" dirty="0"/>
              <a:t>{##]</a:t>
            </a:r>
          </a:p>
        </p:txBody>
      </p:sp>
      <p:sp>
        <p:nvSpPr>
          <p:cNvPr id="40" name="TextBox 39">
            <a:extLst>
              <a:ext uri="{FF2B5EF4-FFF2-40B4-BE49-F238E27FC236}">
                <a16:creationId xmlns:a16="http://schemas.microsoft.com/office/drawing/2014/main" id="{D5E18D12-6521-482B-F40A-49C5A8C892F8}"/>
              </a:ext>
            </a:extLst>
          </p:cNvPr>
          <p:cNvSpPr txBox="1"/>
          <p:nvPr userDrawn="1"/>
        </p:nvSpPr>
        <p:spPr>
          <a:xfrm>
            <a:off x="10169195" y="6625658"/>
            <a:ext cx="1371962" cy="123111"/>
          </a:xfrm>
          <a:prstGeom prst="rect">
            <a:avLst/>
          </a:prstGeom>
        </p:spPr>
        <p:txBody>
          <a:bodyPr vert="horz" lIns="0" tIns="0" rIns="0" bIns="0" rtlCol="0" anchor="ctr" anchorCtr="0">
            <a:spAutoFit/>
          </a:bodyPr>
          <a:lstStyle>
            <a:defPPr>
              <a:defRPr lang="en-US"/>
            </a:defPPr>
            <a:lvl1pPr marR="0" lvl="0" indent="0" algn="r" fontAlgn="auto">
              <a:lnSpc>
                <a:spcPct val="100000"/>
              </a:lnSpc>
              <a:spcBef>
                <a:spcPts val="0"/>
              </a:spcBef>
              <a:spcAft>
                <a:spcPts val="0"/>
              </a:spcAft>
              <a:buClrTx/>
              <a:buSzTx/>
              <a:buFontTx/>
              <a:buNone/>
              <a:tabLst/>
              <a:defRPr kumimoji="0" sz="800" b="0" i="0" u="none" strike="noStrike" cap="none" spc="0" normalizeH="0" baseline="0">
                <a:ln>
                  <a:noFill/>
                </a:ln>
                <a:solidFill>
                  <a:srgbClr val="212121"/>
                </a:solidFill>
                <a:effectLst/>
                <a:uLnTx/>
                <a:uFillTx/>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Gensuite/ComplyWorks ID:</a:t>
            </a:r>
          </a:p>
        </p:txBody>
      </p:sp>
      <p:sp>
        <p:nvSpPr>
          <p:cNvPr id="2" name="Footer Placeholder 4">
            <a:extLst>
              <a:ext uri="{FF2B5EF4-FFF2-40B4-BE49-F238E27FC236}">
                <a16:creationId xmlns:a16="http://schemas.microsoft.com/office/drawing/2014/main" id="{A8F68ABB-D30F-641D-01D8-D6E166F2E7BA}"/>
              </a:ext>
            </a:extLst>
          </p:cNvPr>
          <p:cNvSpPr txBox="1">
            <a:spLocks/>
          </p:cNvSpPr>
          <p:nvPr userDrawn="1"/>
        </p:nvSpPr>
        <p:spPr>
          <a:xfrm>
            <a:off x="419100" y="6601346"/>
            <a:ext cx="6887554" cy="156808"/>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 2025 GE Vernova and/or its affiliates. All rights reserved. Not to be copied, distributed or reproduced without prior approval from GE Vernova. </a:t>
            </a:r>
          </a:p>
        </p:txBody>
      </p:sp>
      <p:sp>
        <p:nvSpPr>
          <p:cNvPr id="3" name="Rectangle 2">
            <a:extLst>
              <a:ext uri="{FF2B5EF4-FFF2-40B4-BE49-F238E27FC236}">
                <a16:creationId xmlns:a16="http://schemas.microsoft.com/office/drawing/2014/main" id="{1AFE3256-0DB9-2817-5BF6-586103DF4CC6}"/>
              </a:ext>
            </a:extLst>
          </p:cNvPr>
          <p:cNvSpPr/>
          <p:nvPr userDrawn="1"/>
        </p:nvSpPr>
        <p:spPr>
          <a:xfrm>
            <a:off x="3842001" y="725380"/>
            <a:ext cx="8350000" cy="731520"/>
          </a:xfrm>
          <a:prstGeom prst="rect">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 name="Picture 3" descr="Text&#10;&#10;Description automatically generated">
            <a:extLst>
              <a:ext uri="{FF2B5EF4-FFF2-40B4-BE49-F238E27FC236}">
                <a16:creationId xmlns:a16="http://schemas.microsoft.com/office/drawing/2014/main" id="{647CA0DB-46B0-BDA7-A0D1-496B5CEABB85}"/>
              </a:ext>
            </a:extLst>
          </p:cNvPr>
          <p:cNvPicPr>
            <a:picLocks noChangeAspect="1"/>
          </p:cNvPicPr>
          <p:nvPr userDrawn="1"/>
        </p:nvPicPr>
        <p:blipFill>
          <a:blip r:embed="rId2"/>
          <a:stretch>
            <a:fillRect/>
          </a:stretch>
        </p:blipFill>
        <p:spPr>
          <a:xfrm>
            <a:off x="10309860" y="166634"/>
            <a:ext cx="1553486" cy="485273"/>
          </a:xfrm>
          <a:prstGeom prst="rect">
            <a:avLst/>
          </a:prstGeom>
        </p:spPr>
      </p:pic>
      <p:sp>
        <p:nvSpPr>
          <p:cNvPr id="5" name="Freeform: Shape 4">
            <a:extLst>
              <a:ext uri="{FF2B5EF4-FFF2-40B4-BE49-F238E27FC236}">
                <a16:creationId xmlns:a16="http://schemas.microsoft.com/office/drawing/2014/main" id="{99D24BF5-05C8-15F9-A5C6-F835B6BE5BC1}"/>
              </a:ext>
            </a:extLst>
          </p:cNvPr>
          <p:cNvSpPr/>
          <p:nvPr userDrawn="1"/>
        </p:nvSpPr>
        <p:spPr>
          <a:xfrm>
            <a:off x="3842001" y="270842"/>
            <a:ext cx="6334988" cy="293620"/>
          </a:xfrm>
          <a:custGeom>
            <a:avLst/>
            <a:gdLst>
              <a:gd name="connsiteX0" fmla="*/ 0 w 5281711"/>
              <a:gd name="connsiteY0" fmla="*/ 0 h 295712"/>
              <a:gd name="connsiteX1" fmla="*/ 5280254 w 5281711"/>
              <a:gd name="connsiteY1" fmla="*/ 0 h 295712"/>
              <a:gd name="connsiteX2" fmla="*/ 5269805 w 5281711"/>
              <a:gd name="connsiteY2" fmla="*/ 33876 h 295712"/>
              <a:gd name="connsiteX3" fmla="*/ 5258625 w 5281711"/>
              <a:gd name="connsiteY3" fmla="*/ 145494 h 295712"/>
              <a:gd name="connsiteX4" fmla="*/ 5269805 w 5281711"/>
              <a:gd name="connsiteY4" fmla="*/ 257112 h 295712"/>
              <a:gd name="connsiteX5" fmla="*/ 5281711 w 5281711"/>
              <a:gd name="connsiteY5" fmla="*/ 295712 h 295712"/>
              <a:gd name="connsiteX6" fmla="*/ 0 w 5281711"/>
              <a:gd name="connsiteY6" fmla="*/ 295712 h 29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81711" h="295712">
                <a:moveTo>
                  <a:pt x="0" y="0"/>
                </a:moveTo>
                <a:lnTo>
                  <a:pt x="5280254" y="0"/>
                </a:lnTo>
                <a:lnTo>
                  <a:pt x="5269805" y="33876"/>
                </a:lnTo>
                <a:cubicBezTo>
                  <a:pt x="5262475" y="69930"/>
                  <a:pt x="5258625" y="107260"/>
                  <a:pt x="5258625" y="145494"/>
                </a:cubicBezTo>
                <a:cubicBezTo>
                  <a:pt x="5258625" y="183729"/>
                  <a:pt x="5262475" y="221058"/>
                  <a:pt x="5269805" y="257112"/>
                </a:cubicBezTo>
                <a:lnTo>
                  <a:pt x="5281711" y="295712"/>
                </a:lnTo>
                <a:lnTo>
                  <a:pt x="0" y="29571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grpSp>
        <p:nvGrpSpPr>
          <p:cNvPr id="12" name="Group 11">
            <a:extLst>
              <a:ext uri="{FF2B5EF4-FFF2-40B4-BE49-F238E27FC236}">
                <a16:creationId xmlns:a16="http://schemas.microsoft.com/office/drawing/2014/main" id="{2A499A22-92A3-BB6B-AF4B-1831FF460E30}"/>
              </a:ext>
            </a:extLst>
          </p:cNvPr>
          <p:cNvGrpSpPr/>
          <p:nvPr userDrawn="1"/>
        </p:nvGrpSpPr>
        <p:grpSpPr>
          <a:xfrm>
            <a:off x="0" y="270394"/>
            <a:ext cx="948906" cy="1186506"/>
            <a:chOff x="1" y="442914"/>
            <a:chExt cx="948905" cy="1186506"/>
          </a:xfrm>
        </p:grpSpPr>
        <p:sp>
          <p:nvSpPr>
            <p:cNvPr id="14" name="Rectangle 13">
              <a:extLst>
                <a:ext uri="{FF2B5EF4-FFF2-40B4-BE49-F238E27FC236}">
                  <a16:creationId xmlns:a16="http://schemas.microsoft.com/office/drawing/2014/main" id="{E1BE962B-7DD1-9DB8-0163-0C18BFB11BF2}"/>
                </a:ext>
              </a:extLst>
            </p:cNvPr>
            <p:cNvSpPr/>
            <p:nvPr userDrawn="1"/>
          </p:nvSpPr>
          <p:spPr>
            <a:xfrm>
              <a:off x="1" y="442914"/>
              <a:ext cx="948905" cy="11865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pic>
          <p:nvPicPr>
            <p:cNvPr id="22" name="Graphic 21">
              <a:extLst>
                <a:ext uri="{FF2B5EF4-FFF2-40B4-BE49-F238E27FC236}">
                  <a16:creationId xmlns:a16="http://schemas.microsoft.com/office/drawing/2014/main" id="{6E485326-A7AF-31F7-BA6C-3999B20219E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44592" y="922844"/>
              <a:ext cx="607032" cy="590326"/>
            </a:xfrm>
            <a:prstGeom prst="rect">
              <a:avLst/>
            </a:prstGeom>
          </p:spPr>
        </p:pic>
      </p:grpSp>
      <p:grpSp>
        <p:nvGrpSpPr>
          <p:cNvPr id="24" name="Group 23">
            <a:extLst>
              <a:ext uri="{FF2B5EF4-FFF2-40B4-BE49-F238E27FC236}">
                <a16:creationId xmlns:a16="http://schemas.microsoft.com/office/drawing/2014/main" id="{3187AD0C-301D-F580-FF60-409076A52BF8}"/>
              </a:ext>
            </a:extLst>
          </p:cNvPr>
          <p:cNvGrpSpPr/>
          <p:nvPr userDrawn="1"/>
        </p:nvGrpSpPr>
        <p:grpSpPr>
          <a:xfrm>
            <a:off x="1096215" y="99846"/>
            <a:ext cx="2598476" cy="1514509"/>
            <a:chOff x="4211129" y="1068906"/>
            <a:chExt cx="462618" cy="1018556"/>
          </a:xfrm>
        </p:grpSpPr>
        <p:sp>
          <p:nvSpPr>
            <p:cNvPr id="25" name="TextBox 24">
              <a:extLst>
                <a:ext uri="{FF2B5EF4-FFF2-40B4-BE49-F238E27FC236}">
                  <a16:creationId xmlns:a16="http://schemas.microsoft.com/office/drawing/2014/main" id="{4E37CFE3-F711-3CAB-0226-466417B0E7EC}"/>
                </a:ext>
              </a:extLst>
            </p:cNvPr>
            <p:cNvSpPr txBox="1"/>
            <p:nvPr/>
          </p:nvSpPr>
          <p:spPr>
            <a:xfrm>
              <a:off x="4211129" y="1068906"/>
              <a:ext cx="462618"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mj-lt"/>
                  <a:sym typeface="SonsCondensed-Extrabold"/>
                  <a:rtl val="0"/>
                </a:rPr>
                <a:t>ROOT</a:t>
              </a:r>
              <a:r>
                <a:rPr lang="en-US" sz="5600" b="1" spc="0" baseline="0" dirty="0">
                  <a:ln/>
                  <a:solidFill>
                    <a:schemeClr val="tx1"/>
                  </a:solidFill>
                  <a:latin typeface="SonsCondensed-Extrabold"/>
                  <a:sym typeface="SonsCondensed-Extrabold"/>
                  <a:rtl val="0"/>
                </a:rPr>
                <a:t> CAUSE</a:t>
              </a:r>
            </a:p>
          </p:txBody>
        </p:sp>
        <p:sp>
          <p:nvSpPr>
            <p:cNvPr id="27" name="TextBox 26">
              <a:extLst>
                <a:ext uri="{FF2B5EF4-FFF2-40B4-BE49-F238E27FC236}">
                  <a16:creationId xmlns:a16="http://schemas.microsoft.com/office/drawing/2014/main" id="{02DC16DE-9DFF-0A92-3B82-1508B12BDEF0}"/>
                </a:ext>
              </a:extLst>
            </p:cNvPr>
            <p:cNvSpPr txBox="1">
              <a:spLocks/>
            </p:cNvSpPr>
            <p:nvPr/>
          </p:nvSpPr>
          <p:spPr>
            <a:xfrm>
              <a:off x="4211320" y="1507891"/>
              <a:ext cx="462427"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SonsCondensed-Extrabold"/>
                  <a:sym typeface="SonsCondensed-Extrabold"/>
                  <a:rtl val="0"/>
                </a:rPr>
                <a:t>ANALYSIS</a:t>
              </a:r>
            </a:p>
          </p:txBody>
        </p:sp>
      </p:grpSp>
      <p:sp>
        <p:nvSpPr>
          <p:cNvPr id="31" name="Text Placeholder 1">
            <a:extLst>
              <a:ext uri="{FF2B5EF4-FFF2-40B4-BE49-F238E27FC236}">
                <a16:creationId xmlns:a16="http://schemas.microsoft.com/office/drawing/2014/main" id="{53F71B8F-22E1-A08E-AC93-BCAC539E65CE}"/>
              </a:ext>
            </a:extLst>
          </p:cNvPr>
          <p:cNvSpPr>
            <a:spLocks noGrp="1"/>
          </p:cNvSpPr>
          <p:nvPr>
            <p:ph type="body" sz="quarter" idx="21"/>
          </p:nvPr>
        </p:nvSpPr>
        <p:spPr>
          <a:xfrm>
            <a:off x="5289040" y="344595"/>
            <a:ext cx="4023360" cy="156435"/>
          </a:xfrm>
        </p:spPr>
        <p:txBody>
          <a:bodyPr anchor="ctr"/>
          <a:lstStyle>
            <a:lvl1pPr>
              <a:defRPr sz="1050">
                <a:solidFill>
                  <a:schemeClr val="tx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34" name="TextBox 33">
            <a:extLst>
              <a:ext uri="{FF2B5EF4-FFF2-40B4-BE49-F238E27FC236}">
                <a16:creationId xmlns:a16="http://schemas.microsoft.com/office/drawing/2014/main" id="{B1BDBDF9-13B7-8944-A67B-E55284946CC5}"/>
              </a:ext>
            </a:extLst>
          </p:cNvPr>
          <p:cNvSpPr txBox="1"/>
          <p:nvPr userDrawn="1"/>
        </p:nvSpPr>
        <p:spPr>
          <a:xfrm>
            <a:off x="4559280" y="312734"/>
            <a:ext cx="729762" cy="228198"/>
          </a:xfrm>
          <a:prstGeom prst="rect">
            <a:avLst/>
          </a:prstGeom>
          <a:noFill/>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Severity:</a:t>
            </a:r>
            <a:endParaRPr kumimoji="0" lang="en-US" sz="105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5" name="Text Placeholder 4">
            <a:extLst>
              <a:ext uri="{FF2B5EF4-FFF2-40B4-BE49-F238E27FC236}">
                <a16:creationId xmlns:a16="http://schemas.microsoft.com/office/drawing/2014/main" id="{3526298B-9353-DF93-24E8-C29FD1BD13F5}"/>
              </a:ext>
            </a:extLst>
          </p:cNvPr>
          <p:cNvSpPr>
            <a:spLocks noGrp="1"/>
          </p:cNvSpPr>
          <p:nvPr>
            <p:ph type="body" sz="quarter" idx="17"/>
          </p:nvPr>
        </p:nvSpPr>
        <p:spPr>
          <a:xfrm>
            <a:off x="5997035" y="1249394"/>
            <a:ext cx="1578006" cy="155261"/>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36" name="Text Placeholder 3">
            <a:extLst>
              <a:ext uri="{FF2B5EF4-FFF2-40B4-BE49-F238E27FC236}">
                <a16:creationId xmlns:a16="http://schemas.microsoft.com/office/drawing/2014/main" id="{E877BE2F-EBA2-32B9-8F0E-CFA9D6AF613E}"/>
              </a:ext>
            </a:extLst>
          </p:cNvPr>
          <p:cNvSpPr>
            <a:spLocks noGrp="1"/>
          </p:cNvSpPr>
          <p:nvPr>
            <p:ph type="body" sz="quarter" idx="16"/>
          </p:nvPr>
        </p:nvSpPr>
        <p:spPr>
          <a:xfrm>
            <a:off x="5291868" y="1011385"/>
            <a:ext cx="2286000" cy="156435"/>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37" name="Text Placeholder 2">
            <a:extLst>
              <a:ext uri="{FF2B5EF4-FFF2-40B4-BE49-F238E27FC236}">
                <a16:creationId xmlns:a16="http://schemas.microsoft.com/office/drawing/2014/main" id="{28D88622-B567-67BB-F6C3-DD53A0FE86F5}"/>
              </a:ext>
            </a:extLst>
          </p:cNvPr>
          <p:cNvSpPr>
            <a:spLocks noGrp="1"/>
          </p:cNvSpPr>
          <p:nvPr>
            <p:ph type="body" sz="quarter" idx="15"/>
          </p:nvPr>
        </p:nvSpPr>
        <p:spPr>
          <a:xfrm>
            <a:off x="5291867" y="769335"/>
            <a:ext cx="2286000" cy="156435"/>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grpSp>
        <p:nvGrpSpPr>
          <p:cNvPr id="38" name="Header Text Group">
            <a:extLst>
              <a:ext uri="{FF2B5EF4-FFF2-40B4-BE49-F238E27FC236}">
                <a16:creationId xmlns:a16="http://schemas.microsoft.com/office/drawing/2014/main" id="{9CDB6F2A-2F39-BFE3-4E96-BD8F7D08899F}"/>
              </a:ext>
            </a:extLst>
          </p:cNvPr>
          <p:cNvGrpSpPr/>
          <p:nvPr userDrawn="1"/>
        </p:nvGrpSpPr>
        <p:grpSpPr>
          <a:xfrm>
            <a:off x="4559280" y="774550"/>
            <a:ext cx="732470" cy="630105"/>
            <a:chOff x="4951932" y="970850"/>
            <a:chExt cx="732470" cy="630105"/>
          </a:xfrm>
        </p:grpSpPr>
        <p:sp>
          <p:nvSpPr>
            <p:cNvPr id="42" name="TextBox 41">
              <a:extLst>
                <a:ext uri="{FF2B5EF4-FFF2-40B4-BE49-F238E27FC236}">
                  <a16:creationId xmlns:a16="http://schemas.microsoft.com/office/drawing/2014/main" id="{E93A30ED-6ABF-968F-A9E3-89A355439347}"/>
                </a:ext>
              </a:extLst>
            </p:cNvPr>
            <p:cNvSpPr txBox="1"/>
            <p:nvPr userDrawn="1"/>
          </p:nvSpPr>
          <p:spPr>
            <a:xfrm>
              <a:off x="4951932" y="970850"/>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Location:</a:t>
              </a:r>
              <a:endParaRPr kumimoji="0" lang="en-US" sz="1050" b="0"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4" name="TextBox 43">
              <a:extLst>
                <a:ext uri="{FF2B5EF4-FFF2-40B4-BE49-F238E27FC236}">
                  <a16:creationId xmlns:a16="http://schemas.microsoft.com/office/drawing/2014/main" id="{41B47E4E-4613-6C53-497D-811D9F4A6FAE}"/>
                </a:ext>
              </a:extLst>
            </p:cNvPr>
            <p:cNvSpPr txBox="1"/>
            <p:nvPr userDrawn="1"/>
          </p:nvSpPr>
          <p:spPr>
            <a:xfrm>
              <a:off x="4951932" y="1208179"/>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Date: </a:t>
              </a:r>
            </a:p>
          </p:txBody>
        </p:sp>
        <p:sp>
          <p:nvSpPr>
            <p:cNvPr id="45" name="TextBox 44">
              <a:extLst>
                <a:ext uri="{FF2B5EF4-FFF2-40B4-BE49-F238E27FC236}">
                  <a16:creationId xmlns:a16="http://schemas.microsoft.com/office/drawing/2014/main" id="{29B3854B-CEFA-6F06-9F37-943E9AB3021D}"/>
                </a:ext>
              </a:extLst>
            </p:cNvPr>
            <p:cNvSpPr txBox="1"/>
            <p:nvPr userDrawn="1"/>
          </p:nvSpPr>
          <p:spPr>
            <a:xfrm>
              <a:off x="4951932" y="1445507"/>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Customer/Contractor:</a:t>
              </a:r>
            </a:p>
          </p:txBody>
        </p:sp>
      </p:grpSp>
      <p:grpSp>
        <p:nvGrpSpPr>
          <p:cNvPr id="6" name="Group 5">
            <a:extLst>
              <a:ext uri="{FF2B5EF4-FFF2-40B4-BE49-F238E27FC236}">
                <a16:creationId xmlns:a16="http://schemas.microsoft.com/office/drawing/2014/main" id="{CCB91D96-16A1-7D36-003D-F23652806CED}"/>
              </a:ext>
            </a:extLst>
          </p:cNvPr>
          <p:cNvGrpSpPr/>
          <p:nvPr userDrawn="1"/>
        </p:nvGrpSpPr>
        <p:grpSpPr>
          <a:xfrm>
            <a:off x="10212294" y="775802"/>
            <a:ext cx="1676859" cy="711379"/>
            <a:chOff x="10212294" y="775802"/>
            <a:chExt cx="1676859" cy="711379"/>
          </a:xfrm>
        </p:grpSpPr>
        <p:sp>
          <p:nvSpPr>
            <p:cNvPr id="7" name="Icon 1">
              <a:extLst>
                <a:ext uri="{FF2B5EF4-FFF2-40B4-BE49-F238E27FC236}">
                  <a16:creationId xmlns:a16="http://schemas.microsoft.com/office/drawing/2014/main" id="{4E861A1D-9C35-68D0-768C-12E1EE65F625}"/>
                </a:ext>
              </a:extLst>
            </p:cNvPr>
            <p:cNvSpPr/>
            <p:nvPr userDrawn="1"/>
          </p:nvSpPr>
          <p:spPr>
            <a:xfrm>
              <a:off x="10212294" y="775802"/>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8" name="Icon 1">
              <a:extLst>
                <a:ext uri="{FF2B5EF4-FFF2-40B4-BE49-F238E27FC236}">
                  <a16:creationId xmlns:a16="http://schemas.microsoft.com/office/drawing/2014/main" id="{8EE42C6E-2F59-7A2B-A443-D9592BD7F34B}"/>
                </a:ext>
              </a:extLst>
            </p:cNvPr>
            <p:cNvSpPr/>
            <p:nvPr userDrawn="1"/>
          </p:nvSpPr>
          <p:spPr>
            <a:xfrm>
              <a:off x="11193161" y="791189"/>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7C6E2BF2-EE5D-F61C-CB8A-2A21B318F41F}"/>
                </a:ext>
              </a:extLst>
            </p:cNvPr>
            <p:cNvSpPr txBox="1"/>
            <p:nvPr userDrawn="1"/>
          </p:nvSpPr>
          <p:spPr>
            <a:xfrm>
              <a:off x="11253958" y="996840"/>
              <a:ext cx="574398" cy="253916"/>
            </a:xfrm>
            <a:prstGeom prst="rect">
              <a:avLst/>
            </a:prstGeom>
            <a:noFill/>
          </p:spPr>
          <p:txBody>
            <a:bodyPr wrap="none" lIns="45720" tIns="45720" rIns="45720" bIns="4572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Business</a:t>
              </a:r>
            </a:p>
          </p:txBody>
        </p:sp>
        <p:sp>
          <p:nvSpPr>
            <p:cNvPr id="10" name="TextBox 9">
              <a:extLst>
                <a:ext uri="{FF2B5EF4-FFF2-40B4-BE49-F238E27FC236}">
                  <a16:creationId xmlns:a16="http://schemas.microsoft.com/office/drawing/2014/main" id="{F0A262F0-C0E5-0F8A-4520-2F95EFEFDCC3}"/>
                </a:ext>
              </a:extLst>
            </p:cNvPr>
            <p:cNvSpPr txBox="1"/>
            <p:nvPr userDrawn="1"/>
          </p:nvSpPr>
          <p:spPr>
            <a:xfrm>
              <a:off x="10335389" y="954519"/>
              <a:ext cx="449803" cy="369332"/>
            </a:xfrm>
            <a:prstGeom prst="rect">
              <a:avLst/>
            </a:prstGeom>
            <a:noFill/>
          </p:spPr>
          <p:txBody>
            <a:bodyPr wrap="none" lIns="45720" tIns="45720" rIns="45720" bIns="4572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LSR or</a:t>
              </a:r>
              <a:b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PSE</a:t>
              </a:r>
            </a:p>
          </p:txBody>
        </p:sp>
      </p:grpSp>
    </p:spTree>
    <p:extLst>
      <p:ext uri="{BB962C8B-B14F-4D97-AF65-F5344CB8AC3E}">
        <p14:creationId xmlns:p14="http://schemas.microsoft.com/office/powerpoint/2010/main" val="1042257367"/>
      </p:ext>
    </p:extLst>
  </p:cSld>
  <p:clrMapOvr>
    <a:masterClrMapping/>
  </p:clrMapOvr>
  <p:hf hdr="0" dt="0"/>
  <p:extLst>
    <p:ext uri="{DCECCB84-F9BA-43D5-87BE-67443E8EF086}">
      <p15:sldGuideLst xmlns:p15="http://schemas.microsoft.com/office/powerpoint/2012/main">
        <p15:guide id="1" orient="horz" pos="8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Heading Only">
    <p:spTree>
      <p:nvGrpSpPr>
        <p:cNvPr id="1" name=""/>
        <p:cNvGrpSpPr/>
        <p:nvPr/>
      </p:nvGrpSpPr>
      <p:grpSpPr>
        <a:xfrm>
          <a:off x="0" y="0"/>
          <a:ext cx="0" cy="0"/>
          <a:chOff x="0" y="0"/>
          <a:chExt cx="0" cy="0"/>
        </a:xfrm>
      </p:grpSpPr>
      <p:sp>
        <p:nvSpPr>
          <p:cNvPr id="39" name="Text Placeholder 28">
            <a:extLst>
              <a:ext uri="{FF2B5EF4-FFF2-40B4-BE49-F238E27FC236}">
                <a16:creationId xmlns:a16="http://schemas.microsoft.com/office/drawing/2014/main" id="{74B525BA-2F82-6376-FD6A-3CDCDF6D31A8}"/>
              </a:ext>
            </a:extLst>
          </p:cNvPr>
          <p:cNvSpPr>
            <a:spLocks noGrp="1"/>
          </p:cNvSpPr>
          <p:nvPr>
            <p:ph type="body" sz="quarter" idx="30" hasCustomPrompt="1"/>
          </p:nvPr>
        </p:nvSpPr>
        <p:spPr>
          <a:xfrm>
            <a:off x="11588054" y="6601347"/>
            <a:ext cx="369691" cy="123111"/>
          </a:xfrm>
        </p:spPr>
        <p:txBody>
          <a:bodyPr anchor="ctr">
            <a:spAutoFit/>
          </a:bodyPr>
          <a:lstStyle>
            <a:lvl1pPr>
              <a:defRPr sz="800">
                <a:solidFill>
                  <a:schemeClr val="tx2"/>
                </a:solidFill>
                <a:latin typeface="Arial" panose="020B0604020202020204" pitchFamily="34" charset="0"/>
                <a:cs typeface="Arial" panose="020B0604020202020204" pitchFamily="34" charset="0"/>
              </a:defRPr>
            </a:lvl1pPr>
            <a:lvl2pPr>
              <a:defRPr sz="800">
                <a:latin typeface="Arial" panose="020B0604020202020204" pitchFamily="34" charset="0"/>
                <a:cs typeface="Arial" panose="020B0604020202020204" pitchFamily="34" charset="0"/>
              </a:defRPr>
            </a:lvl2pPr>
            <a:lvl3pPr>
              <a:defRPr sz="800">
                <a:latin typeface="Arial" panose="020B0604020202020204" pitchFamily="34" charset="0"/>
                <a:cs typeface="Arial" panose="020B0604020202020204" pitchFamily="34" charset="0"/>
              </a:defRPr>
            </a:lvl3pPr>
            <a:lvl4pPr>
              <a:defRPr sz="800">
                <a:latin typeface="Arial" panose="020B0604020202020204" pitchFamily="34" charset="0"/>
                <a:cs typeface="Arial" panose="020B0604020202020204" pitchFamily="34" charset="0"/>
              </a:defRPr>
            </a:lvl4pPr>
            <a:lvl5pPr>
              <a:defRPr sz="800">
                <a:latin typeface="Arial" panose="020B0604020202020204" pitchFamily="34" charset="0"/>
                <a:cs typeface="Arial" panose="020B0604020202020204" pitchFamily="34" charset="0"/>
              </a:defRPr>
            </a:lvl5pPr>
          </a:lstStyle>
          <a:p>
            <a:pPr lvl="0"/>
            <a:r>
              <a:rPr lang="en-US" dirty="0"/>
              <a:t>{##]</a:t>
            </a:r>
          </a:p>
        </p:txBody>
      </p:sp>
      <p:sp>
        <p:nvSpPr>
          <p:cNvPr id="40" name="TextBox 39">
            <a:extLst>
              <a:ext uri="{FF2B5EF4-FFF2-40B4-BE49-F238E27FC236}">
                <a16:creationId xmlns:a16="http://schemas.microsoft.com/office/drawing/2014/main" id="{D5E18D12-6521-482B-F40A-49C5A8C892F8}"/>
              </a:ext>
            </a:extLst>
          </p:cNvPr>
          <p:cNvSpPr txBox="1"/>
          <p:nvPr userDrawn="1"/>
        </p:nvSpPr>
        <p:spPr>
          <a:xfrm>
            <a:off x="10169195" y="6608811"/>
            <a:ext cx="1371962" cy="123111"/>
          </a:xfrm>
          <a:prstGeom prst="rect">
            <a:avLst/>
          </a:prstGeom>
        </p:spPr>
        <p:txBody>
          <a:bodyPr vert="horz" lIns="0" tIns="0" rIns="0" bIns="0" rtlCol="0" anchor="ctr" anchorCtr="0">
            <a:spAutoFit/>
          </a:bodyPr>
          <a:lstStyle>
            <a:defPPr>
              <a:defRPr lang="en-US"/>
            </a:defPPr>
            <a:lvl1pPr marR="0" lvl="0" indent="0" algn="r" fontAlgn="auto">
              <a:lnSpc>
                <a:spcPct val="100000"/>
              </a:lnSpc>
              <a:spcBef>
                <a:spcPts val="0"/>
              </a:spcBef>
              <a:spcAft>
                <a:spcPts val="0"/>
              </a:spcAft>
              <a:buClrTx/>
              <a:buSzTx/>
              <a:buFontTx/>
              <a:buNone/>
              <a:tabLst/>
              <a:defRPr kumimoji="0" sz="800" b="0" i="0" u="none" strike="noStrike" cap="none" spc="0" normalizeH="0" baseline="0">
                <a:ln>
                  <a:noFill/>
                </a:ln>
                <a:solidFill>
                  <a:srgbClr val="212121"/>
                </a:solidFill>
                <a:effectLst/>
                <a:uLnTx/>
                <a:uFillTx/>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Gensuite/ComplyWorks ID:</a:t>
            </a:r>
          </a:p>
        </p:txBody>
      </p:sp>
      <p:sp>
        <p:nvSpPr>
          <p:cNvPr id="2" name="Footer Placeholder 4">
            <a:extLst>
              <a:ext uri="{FF2B5EF4-FFF2-40B4-BE49-F238E27FC236}">
                <a16:creationId xmlns:a16="http://schemas.microsoft.com/office/drawing/2014/main" id="{151D85F1-389F-C80A-7205-EBE6EFCC1598}"/>
              </a:ext>
            </a:extLst>
          </p:cNvPr>
          <p:cNvSpPr txBox="1">
            <a:spLocks/>
          </p:cNvSpPr>
          <p:nvPr userDrawn="1"/>
        </p:nvSpPr>
        <p:spPr>
          <a:xfrm>
            <a:off x="419100" y="6601345"/>
            <a:ext cx="6682455" cy="191939"/>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 2025 GE Vernova and/or its affiliates. All rights reserved. Not to be copied, distributed or reproduced without prior approval from GE Vernova. </a:t>
            </a:r>
          </a:p>
        </p:txBody>
      </p:sp>
      <p:sp>
        <p:nvSpPr>
          <p:cNvPr id="3" name="Rectangle 2">
            <a:extLst>
              <a:ext uri="{FF2B5EF4-FFF2-40B4-BE49-F238E27FC236}">
                <a16:creationId xmlns:a16="http://schemas.microsoft.com/office/drawing/2014/main" id="{789697D4-48FC-772D-225D-F9648958D006}"/>
              </a:ext>
            </a:extLst>
          </p:cNvPr>
          <p:cNvSpPr/>
          <p:nvPr userDrawn="1"/>
        </p:nvSpPr>
        <p:spPr>
          <a:xfrm>
            <a:off x="3842001" y="725380"/>
            <a:ext cx="8350000" cy="731520"/>
          </a:xfrm>
          <a:prstGeom prst="rect">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4" name="Picture 3" descr="Text&#10;&#10;Description automatically generated">
            <a:extLst>
              <a:ext uri="{FF2B5EF4-FFF2-40B4-BE49-F238E27FC236}">
                <a16:creationId xmlns:a16="http://schemas.microsoft.com/office/drawing/2014/main" id="{1C9D3361-82E4-E564-6408-9ADD462D5141}"/>
              </a:ext>
            </a:extLst>
          </p:cNvPr>
          <p:cNvPicPr>
            <a:picLocks noChangeAspect="1"/>
          </p:cNvPicPr>
          <p:nvPr userDrawn="1"/>
        </p:nvPicPr>
        <p:blipFill>
          <a:blip r:embed="rId2"/>
          <a:stretch>
            <a:fillRect/>
          </a:stretch>
        </p:blipFill>
        <p:spPr>
          <a:xfrm>
            <a:off x="10309860" y="166634"/>
            <a:ext cx="1553486" cy="485273"/>
          </a:xfrm>
          <a:prstGeom prst="rect">
            <a:avLst/>
          </a:prstGeom>
        </p:spPr>
      </p:pic>
      <p:sp>
        <p:nvSpPr>
          <p:cNvPr id="5" name="Freeform: Shape 4">
            <a:extLst>
              <a:ext uri="{FF2B5EF4-FFF2-40B4-BE49-F238E27FC236}">
                <a16:creationId xmlns:a16="http://schemas.microsoft.com/office/drawing/2014/main" id="{1FB39831-C9A1-DE5E-105B-41D43BEC2ECF}"/>
              </a:ext>
            </a:extLst>
          </p:cNvPr>
          <p:cNvSpPr/>
          <p:nvPr userDrawn="1"/>
        </p:nvSpPr>
        <p:spPr>
          <a:xfrm>
            <a:off x="3842001" y="270842"/>
            <a:ext cx="6334988" cy="293620"/>
          </a:xfrm>
          <a:custGeom>
            <a:avLst/>
            <a:gdLst>
              <a:gd name="connsiteX0" fmla="*/ 0 w 5281711"/>
              <a:gd name="connsiteY0" fmla="*/ 0 h 295712"/>
              <a:gd name="connsiteX1" fmla="*/ 5280254 w 5281711"/>
              <a:gd name="connsiteY1" fmla="*/ 0 h 295712"/>
              <a:gd name="connsiteX2" fmla="*/ 5269805 w 5281711"/>
              <a:gd name="connsiteY2" fmla="*/ 33876 h 295712"/>
              <a:gd name="connsiteX3" fmla="*/ 5258625 w 5281711"/>
              <a:gd name="connsiteY3" fmla="*/ 145494 h 295712"/>
              <a:gd name="connsiteX4" fmla="*/ 5269805 w 5281711"/>
              <a:gd name="connsiteY4" fmla="*/ 257112 h 295712"/>
              <a:gd name="connsiteX5" fmla="*/ 5281711 w 5281711"/>
              <a:gd name="connsiteY5" fmla="*/ 295712 h 295712"/>
              <a:gd name="connsiteX6" fmla="*/ 0 w 5281711"/>
              <a:gd name="connsiteY6" fmla="*/ 295712 h 295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81711" h="295712">
                <a:moveTo>
                  <a:pt x="0" y="0"/>
                </a:moveTo>
                <a:lnTo>
                  <a:pt x="5280254" y="0"/>
                </a:lnTo>
                <a:lnTo>
                  <a:pt x="5269805" y="33876"/>
                </a:lnTo>
                <a:cubicBezTo>
                  <a:pt x="5262475" y="69930"/>
                  <a:pt x="5258625" y="107260"/>
                  <a:pt x="5258625" y="145494"/>
                </a:cubicBezTo>
                <a:cubicBezTo>
                  <a:pt x="5258625" y="183729"/>
                  <a:pt x="5262475" y="221058"/>
                  <a:pt x="5269805" y="257112"/>
                </a:cubicBezTo>
                <a:lnTo>
                  <a:pt x="5281711" y="295712"/>
                </a:lnTo>
                <a:lnTo>
                  <a:pt x="0" y="29571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grpSp>
        <p:nvGrpSpPr>
          <p:cNvPr id="12" name="Group 11">
            <a:extLst>
              <a:ext uri="{FF2B5EF4-FFF2-40B4-BE49-F238E27FC236}">
                <a16:creationId xmlns:a16="http://schemas.microsoft.com/office/drawing/2014/main" id="{6C0B3C7A-3759-66F7-22EC-982F970C212A}"/>
              </a:ext>
            </a:extLst>
          </p:cNvPr>
          <p:cNvGrpSpPr/>
          <p:nvPr userDrawn="1"/>
        </p:nvGrpSpPr>
        <p:grpSpPr>
          <a:xfrm>
            <a:off x="0" y="270394"/>
            <a:ext cx="948906" cy="1186506"/>
            <a:chOff x="1" y="442914"/>
            <a:chExt cx="948905" cy="1186506"/>
          </a:xfrm>
        </p:grpSpPr>
        <p:sp>
          <p:nvSpPr>
            <p:cNvPr id="14" name="Rectangle 13">
              <a:extLst>
                <a:ext uri="{FF2B5EF4-FFF2-40B4-BE49-F238E27FC236}">
                  <a16:creationId xmlns:a16="http://schemas.microsoft.com/office/drawing/2014/main" id="{88660CD5-CB7D-5EA9-BD58-2FF9EA078596}"/>
                </a:ext>
              </a:extLst>
            </p:cNvPr>
            <p:cNvSpPr/>
            <p:nvPr userDrawn="1"/>
          </p:nvSpPr>
          <p:spPr>
            <a:xfrm>
              <a:off x="1" y="442914"/>
              <a:ext cx="948905" cy="11865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a:ln>
                  <a:noFill/>
                </a:ln>
                <a:solidFill>
                  <a:srgbClr val="005E60"/>
                </a:solidFill>
                <a:effectLst/>
                <a:uLnTx/>
                <a:uFillTx/>
                <a:latin typeface="Arial" panose="020B0604020202020204" pitchFamily="34" charset="0"/>
                <a:ea typeface="+mn-ea"/>
                <a:cs typeface="Arial" panose="020B0604020202020204" pitchFamily="34" charset="0"/>
              </a:endParaRPr>
            </a:p>
          </p:txBody>
        </p:sp>
        <p:pic>
          <p:nvPicPr>
            <p:cNvPr id="22" name="Graphic 21">
              <a:extLst>
                <a:ext uri="{FF2B5EF4-FFF2-40B4-BE49-F238E27FC236}">
                  <a16:creationId xmlns:a16="http://schemas.microsoft.com/office/drawing/2014/main" id="{4612DE64-012F-16F1-1B59-FB1333AB66D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44592" y="922844"/>
              <a:ext cx="607032" cy="590326"/>
            </a:xfrm>
            <a:prstGeom prst="rect">
              <a:avLst/>
            </a:prstGeom>
          </p:spPr>
        </p:pic>
      </p:grpSp>
      <p:grpSp>
        <p:nvGrpSpPr>
          <p:cNvPr id="24" name="Group 23">
            <a:extLst>
              <a:ext uri="{FF2B5EF4-FFF2-40B4-BE49-F238E27FC236}">
                <a16:creationId xmlns:a16="http://schemas.microsoft.com/office/drawing/2014/main" id="{53F79FE2-819D-0333-5DB8-EA352CE98E05}"/>
              </a:ext>
            </a:extLst>
          </p:cNvPr>
          <p:cNvGrpSpPr/>
          <p:nvPr userDrawn="1"/>
        </p:nvGrpSpPr>
        <p:grpSpPr>
          <a:xfrm>
            <a:off x="1096215" y="99846"/>
            <a:ext cx="2598476" cy="1514509"/>
            <a:chOff x="4211129" y="1068906"/>
            <a:chExt cx="462618" cy="1018556"/>
          </a:xfrm>
        </p:grpSpPr>
        <p:sp>
          <p:nvSpPr>
            <p:cNvPr id="27" name="TextBox 26">
              <a:extLst>
                <a:ext uri="{FF2B5EF4-FFF2-40B4-BE49-F238E27FC236}">
                  <a16:creationId xmlns:a16="http://schemas.microsoft.com/office/drawing/2014/main" id="{2FE38385-6490-F0CE-01AE-DD87FAA4102D}"/>
                </a:ext>
              </a:extLst>
            </p:cNvPr>
            <p:cNvSpPr txBox="1"/>
            <p:nvPr/>
          </p:nvSpPr>
          <p:spPr>
            <a:xfrm>
              <a:off x="4211129" y="1068906"/>
              <a:ext cx="462618"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mj-lt"/>
                  <a:sym typeface="SonsCondensed-Extrabold"/>
                  <a:rtl val="0"/>
                </a:rPr>
                <a:t>ROOT CAUSE</a:t>
              </a:r>
            </a:p>
          </p:txBody>
        </p:sp>
        <p:sp>
          <p:nvSpPr>
            <p:cNvPr id="29" name="TextBox 28">
              <a:extLst>
                <a:ext uri="{FF2B5EF4-FFF2-40B4-BE49-F238E27FC236}">
                  <a16:creationId xmlns:a16="http://schemas.microsoft.com/office/drawing/2014/main" id="{88E7E63B-2AE5-81FD-81C9-E50C13D45C24}"/>
                </a:ext>
              </a:extLst>
            </p:cNvPr>
            <p:cNvSpPr txBox="1">
              <a:spLocks/>
            </p:cNvSpPr>
            <p:nvPr/>
          </p:nvSpPr>
          <p:spPr>
            <a:xfrm>
              <a:off x="4211320" y="1507891"/>
              <a:ext cx="462427" cy="579571"/>
            </a:xfrm>
            <a:prstGeom prst="rect">
              <a:avLst/>
            </a:prstGeom>
            <a:noFill/>
          </p:spPr>
          <p:txBody>
            <a:bodyPr wrap="square" lIns="0" tIns="0" rIns="0" bIns="0" rtlCol="0">
              <a:spAutoFit/>
            </a:bodyPr>
            <a:lstStyle/>
            <a:p>
              <a:pPr algn="l">
                <a:spcAft>
                  <a:spcPts val="600"/>
                </a:spcAft>
              </a:pPr>
              <a:r>
                <a:rPr lang="en-US" sz="5600" b="1" spc="0" baseline="0" dirty="0">
                  <a:ln/>
                  <a:solidFill>
                    <a:schemeClr val="tx1"/>
                  </a:solidFill>
                  <a:latin typeface="+mj-lt"/>
                  <a:sym typeface="SonsCondensed-Extrabold"/>
                  <a:rtl val="0"/>
                </a:rPr>
                <a:t>ANALYSIS</a:t>
              </a:r>
            </a:p>
          </p:txBody>
        </p:sp>
      </p:grpSp>
      <p:sp>
        <p:nvSpPr>
          <p:cNvPr id="36" name="Text Placeholder 1">
            <a:extLst>
              <a:ext uri="{FF2B5EF4-FFF2-40B4-BE49-F238E27FC236}">
                <a16:creationId xmlns:a16="http://schemas.microsoft.com/office/drawing/2014/main" id="{2AAD359B-D7CD-B3FF-0441-C43E3C815B20}"/>
              </a:ext>
            </a:extLst>
          </p:cNvPr>
          <p:cNvSpPr>
            <a:spLocks noGrp="1"/>
          </p:cNvSpPr>
          <p:nvPr>
            <p:ph type="body" sz="quarter" idx="21"/>
          </p:nvPr>
        </p:nvSpPr>
        <p:spPr>
          <a:xfrm>
            <a:off x="5289040" y="344595"/>
            <a:ext cx="4023360" cy="156435"/>
          </a:xfrm>
        </p:spPr>
        <p:txBody>
          <a:bodyPr anchor="ctr"/>
          <a:lstStyle>
            <a:lvl1pPr>
              <a:defRPr sz="1050">
                <a:solidFill>
                  <a:schemeClr val="tx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37" name="TextBox 36">
            <a:extLst>
              <a:ext uri="{FF2B5EF4-FFF2-40B4-BE49-F238E27FC236}">
                <a16:creationId xmlns:a16="http://schemas.microsoft.com/office/drawing/2014/main" id="{82AB096F-52D0-8FE1-59E5-794F30C9F916}"/>
              </a:ext>
            </a:extLst>
          </p:cNvPr>
          <p:cNvSpPr txBox="1"/>
          <p:nvPr userDrawn="1"/>
        </p:nvSpPr>
        <p:spPr>
          <a:xfrm>
            <a:off x="4559280" y="312734"/>
            <a:ext cx="729762" cy="228198"/>
          </a:xfrm>
          <a:prstGeom prst="rect">
            <a:avLst/>
          </a:prstGeom>
          <a:noFill/>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Severity:</a:t>
            </a:r>
            <a:endParaRPr kumimoji="0" lang="en-US" sz="105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8" name="Text Placeholder 4">
            <a:extLst>
              <a:ext uri="{FF2B5EF4-FFF2-40B4-BE49-F238E27FC236}">
                <a16:creationId xmlns:a16="http://schemas.microsoft.com/office/drawing/2014/main" id="{22642657-7800-49C4-20BF-8DB9347CE1F4}"/>
              </a:ext>
            </a:extLst>
          </p:cNvPr>
          <p:cNvSpPr>
            <a:spLocks noGrp="1"/>
          </p:cNvSpPr>
          <p:nvPr>
            <p:ph type="body" sz="quarter" idx="17"/>
          </p:nvPr>
        </p:nvSpPr>
        <p:spPr>
          <a:xfrm>
            <a:off x="5997035" y="1249394"/>
            <a:ext cx="1578006" cy="155261"/>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42" name="Text Placeholder 3">
            <a:extLst>
              <a:ext uri="{FF2B5EF4-FFF2-40B4-BE49-F238E27FC236}">
                <a16:creationId xmlns:a16="http://schemas.microsoft.com/office/drawing/2014/main" id="{28D06A3B-F846-7C3A-B330-EB36FA68F7D9}"/>
              </a:ext>
            </a:extLst>
          </p:cNvPr>
          <p:cNvSpPr>
            <a:spLocks noGrp="1"/>
          </p:cNvSpPr>
          <p:nvPr>
            <p:ph type="body" sz="quarter" idx="16"/>
          </p:nvPr>
        </p:nvSpPr>
        <p:spPr>
          <a:xfrm>
            <a:off x="5291868" y="1011385"/>
            <a:ext cx="2286000" cy="156435"/>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44" name="Text Placeholder 2">
            <a:extLst>
              <a:ext uri="{FF2B5EF4-FFF2-40B4-BE49-F238E27FC236}">
                <a16:creationId xmlns:a16="http://schemas.microsoft.com/office/drawing/2014/main" id="{2C1D5FAB-7CBB-8A0B-184F-9156FD4E54BA}"/>
              </a:ext>
            </a:extLst>
          </p:cNvPr>
          <p:cNvSpPr>
            <a:spLocks noGrp="1"/>
          </p:cNvSpPr>
          <p:nvPr>
            <p:ph type="body" sz="quarter" idx="15"/>
          </p:nvPr>
        </p:nvSpPr>
        <p:spPr>
          <a:xfrm>
            <a:off x="5291867" y="769335"/>
            <a:ext cx="2286000" cy="156435"/>
          </a:xfrm>
        </p:spPr>
        <p:txBody>
          <a:bodyPr/>
          <a:lstStyle>
            <a:lvl1pPr>
              <a:defRPr sz="1050">
                <a:solidFill>
                  <a:schemeClr val="bg1"/>
                </a:solidFill>
                <a:latin typeface="Arial" panose="020B0604020202020204" pitchFamily="34" charset="0"/>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grpSp>
        <p:nvGrpSpPr>
          <p:cNvPr id="45" name="Header Text Group">
            <a:extLst>
              <a:ext uri="{FF2B5EF4-FFF2-40B4-BE49-F238E27FC236}">
                <a16:creationId xmlns:a16="http://schemas.microsoft.com/office/drawing/2014/main" id="{13D44C82-3571-32EE-EBB0-A9EEDABD8CEC}"/>
              </a:ext>
            </a:extLst>
          </p:cNvPr>
          <p:cNvGrpSpPr/>
          <p:nvPr userDrawn="1"/>
        </p:nvGrpSpPr>
        <p:grpSpPr>
          <a:xfrm>
            <a:off x="4559280" y="774550"/>
            <a:ext cx="732470" cy="630105"/>
            <a:chOff x="4951932" y="970850"/>
            <a:chExt cx="732470" cy="630105"/>
          </a:xfrm>
        </p:grpSpPr>
        <p:sp>
          <p:nvSpPr>
            <p:cNvPr id="47" name="TextBox 46">
              <a:extLst>
                <a:ext uri="{FF2B5EF4-FFF2-40B4-BE49-F238E27FC236}">
                  <a16:creationId xmlns:a16="http://schemas.microsoft.com/office/drawing/2014/main" id="{662D45C9-9CB7-F4AA-56F2-6FB4ACA676F6}"/>
                </a:ext>
              </a:extLst>
            </p:cNvPr>
            <p:cNvSpPr txBox="1"/>
            <p:nvPr userDrawn="1"/>
          </p:nvSpPr>
          <p:spPr>
            <a:xfrm>
              <a:off x="4951932" y="970850"/>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Location:</a:t>
              </a:r>
              <a:endParaRPr kumimoji="0" lang="en-US" sz="1050" b="0"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8" name="TextBox 47">
              <a:extLst>
                <a:ext uri="{FF2B5EF4-FFF2-40B4-BE49-F238E27FC236}">
                  <a16:creationId xmlns:a16="http://schemas.microsoft.com/office/drawing/2014/main" id="{8E91E45B-3BF2-083D-C7C1-788B96721C88}"/>
                </a:ext>
              </a:extLst>
            </p:cNvPr>
            <p:cNvSpPr txBox="1"/>
            <p:nvPr userDrawn="1"/>
          </p:nvSpPr>
          <p:spPr>
            <a:xfrm>
              <a:off x="4951932" y="1208179"/>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Date: </a:t>
              </a:r>
            </a:p>
          </p:txBody>
        </p:sp>
        <p:sp>
          <p:nvSpPr>
            <p:cNvPr id="49" name="TextBox 48">
              <a:extLst>
                <a:ext uri="{FF2B5EF4-FFF2-40B4-BE49-F238E27FC236}">
                  <a16:creationId xmlns:a16="http://schemas.microsoft.com/office/drawing/2014/main" id="{10EF7BA7-B88E-ACD5-2D23-6AD42E1EB82D}"/>
                </a:ext>
              </a:extLst>
            </p:cNvPr>
            <p:cNvSpPr txBox="1"/>
            <p:nvPr userDrawn="1"/>
          </p:nvSpPr>
          <p:spPr>
            <a:xfrm>
              <a:off x="4951932" y="1445507"/>
              <a:ext cx="732470" cy="155448"/>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Customer/Contractor:</a:t>
              </a:r>
            </a:p>
          </p:txBody>
        </p:sp>
      </p:grpSp>
      <p:sp>
        <p:nvSpPr>
          <p:cNvPr id="50" name="Text Placeholder 45">
            <a:extLst>
              <a:ext uri="{FF2B5EF4-FFF2-40B4-BE49-F238E27FC236}">
                <a16:creationId xmlns:a16="http://schemas.microsoft.com/office/drawing/2014/main" id="{E2DBB98A-8013-ADDE-E318-A5E96D0D738B}"/>
              </a:ext>
            </a:extLst>
          </p:cNvPr>
          <p:cNvSpPr>
            <a:spLocks noGrp="1"/>
          </p:cNvSpPr>
          <p:nvPr>
            <p:ph type="body" sz="quarter" idx="37" hasCustomPrompt="1"/>
          </p:nvPr>
        </p:nvSpPr>
        <p:spPr>
          <a:xfrm>
            <a:off x="419100" y="1978266"/>
            <a:ext cx="11381836" cy="4451108"/>
          </a:xfrm>
        </p:spPr>
        <p:txBody>
          <a:bodyPr/>
          <a:lstStyle>
            <a:lvl1pPr>
              <a:defRPr sz="1400"/>
            </a:lvl1pPr>
            <a:lvl2pPr>
              <a:defRPr sz="1400"/>
            </a:lvl2pPr>
            <a:lvl3pPr>
              <a:defRPr sz="1400"/>
            </a:lvl3pPr>
            <a:lvl4pPr>
              <a:defRPr sz="1400"/>
            </a:lvl4pPr>
            <a:lvl5pPr>
              <a:defRPr sz="1400"/>
            </a:lvl5pPr>
          </a:lstStyle>
          <a:p>
            <a:pPr lvl="0"/>
            <a:r>
              <a:rPr lang="en-US" dirty="0"/>
              <a:t>Describe Root Causes How/Why the Event occurred using the preferred RCA method – Review facilitation notes and insert accordingly</a:t>
            </a:r>
          </a:p>
        </p:txBody>
      </p:sp>
      <p:grpSp>
        <p:nvGrpSpPr>
          <p:cNvPr id="28" name="Group 27">
            <a:extLst>
              <a:ext uri="{FF2B5EF4-FFF2-40B4-BE49-F238E27FC236}">
                <a16:creationId xmlns:a16="http://schemas.microsoft.com/office/drawing/2014/main" id="{443355B6-69FE-B73A-C6E7-405848371ED6}"/>
              </a:ext>
            </a:extLst>
          </p:cNvPr>
          <p:cNvGrpSpPr/>
          <p:nvPr userDrawn="1"/>
        </p:nvGrpSpPr>
        <p:grpSpPr>
          <a:xfrm>
            <a:off x="10212294" y="775802"/>
            <a:ext cx="1676859" cy="711379"/>
            <a:chOff x="10212294" y="775802"/>
            <a:chExt cx="1676859" cy="711379"/>
          </a:xfrm>
        </p:grpSpPr>
        <p:sp>
          <p:nvSpPr>
            <p:cNvPr id="20" name="Icon 1">
              <a:extLst>
                <a:ext uri="{FF2B5EF4-FFF2-40B4-BE49-F238E27FC236}">
                  <a16:creationId xmlns:a16="http://schemas.microsoft.com/office/drawing/2014/main" id="{4D942337-11F3-7BAD-BBD3-D0092295A0A2}"/>
                </a:ext>
              </a:extLst>
            </p:cNvPr>
            <p:cNvSpPr/>
            <p:nvPr userDrawn="1"/>
          </p:nvSpPr>
          <p:spPr>
            <a:xfrm>
              <a:off x="10212294" y="775802"/>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21" name="Icon 1">
              <a:extLst>
                <a:ext uri="{FF2B5EF4-FFF2-40B4-BE49-F238E27FC236}">
                  <a16:creationId xmlns:a16="http://schemas.microsoft.com/office/drawing/2014/main" id="{474D6288-C175-54DD-8A6F-54A621EE7215}"/>
                </a:ext>
              </a:extLst>
            </p:cNvPr>
            <p:cNvSpPr/>
            <p:nvPr userDrawn="1"/>
          </p:nvSpPr>
          <p:spPr>
            <a:xfrm>
              <a:off x="11193161" y="791189"/>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25" name="TextBox 24">
              <a:extLst>
                <a:ext uri="{FF2B5EF4-FFF2-40B4-BE49-F238E27FC236}">
                  <a16:creationId xmlns:a16="http://schemas.microsoft.com/office/drawing/2014/main" id="{81B19392-8678-053B-F8D9-083338729D20}"/>
                </a:ext>
              </a:extLst>
            </p:cNvPr>
            <p:cNvSpPr txBox="1"/>
            <p:nvPr userDrawn="1"/>
          </p:nvSpPr>
          <p:spPr>
            <a:xfrm>
              <a:off x="11253958" y="996840"/>
              <a:ext cx="574398" cy="253916"/>
            </a:xfrm>
            <a:prstGeom prst="rect">
              <a:avLst/>
            </a:prstGeom>
            <a:noFill/>
          </p:spPr>
          <p:txBody>
            <a:bodyPr wrap="none" lIns="45720" tIns="45720" rIns="45720" bIns="4572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Business</a:t>
              </a:r>
            </a:p>
          </p:txBody>
        </p:sp>
        <p:sp>
          <p:nvSpPr>
            <p:cNvPr id="26" name="TextBox 25">
              <a:extLst>
                <a:ext uri="{FF2B5EF4-FFF2-40B4-BE49-F238E27FC236}">
                  <a16:creationId xmlns:a16="http://schemas.microsoft.com/office/drawing/2014/main" id="{68633776-EBA8-1484-9390-E2A50C76016B}"/>
                </a:ext>
              </a:extLst>
            </p:cNvPr>
            <p:cNvSpPr txBox="1"/>
            <p:nvPr userDrawn="1"/>
          </p:nvSpPr>
          <p:spPr>
            <a:xfrm>
              <a:off x="10335389" y="954519"/>
              <a:ext cx="449803" cy="369332"/>
            </a:xfrm>
            <a:prstGeom prst="rect">
              <a:avLst/>
            </a:prstGeom>
            <a:noFill/>
          </p:spPr>
          <p:txBody>
            <a:bodyPr wrap="none" lIns="45720" tIns="45720" rIns="45720" bIns="4572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LSR or</a:t>
              </a:r>
              <a:b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PSE</a:t>
              </a:r>
            </a:p>
          </p:txBody>
        </p:sp>
      </p:grpSp>
    </p:spTree>
    <p:extLst>
      <p:ext uri="{BB962C8B-B14F-4D97-AF65-F5344CB8AC3E}">
        <p14:creationId xmlns:p14="http://schemas.microsoft.com/office/powerpoint/2010/main" val="1295828279"/>
      </p:ext>
    </p:extLst>
  </p:cSld>
  <p:clrMapOvr>
    <a:masterClrMapping/>
  </p:clrMapOvr>
  <p:hf hdr="0" dt="0"/>
  <p:extLst>
    <p:ext uri="{DCECCB84-F9BA-43D5-87BE-67443E8EF086}">
      <p15:sldGuideLst xmlns:p15="http://schemas.microsoft.com/office/powerpoint/2012/main">
        <p15:guide id="1" orient="horz" pos="88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lert_Level A">
    <p:spTree>
      <p:nvGrpSpPr>
        <p:cNvPr id="1" name=""/>
        <p:cNvGrpSpPr/>
        <p:nvPr/>
      </p:nvGrpSpPr>
      <p:grpSpPr>
        <a:xfrm>
          <a:off x="0" y="0"/>
          <a:ext cx="0" cy="0"/>
          <a:chOff x="0" y="0"/>
          <a:chExt cx="0" cy="0"/>
        </a:xfrm>
      </p:grpSpPr>
      <p:sp>
        <p:nvSpPr>
          <p:cNvPr id="2" name="Rectangle: Top Corners Rounded 1">
            <a:extLst>
              <a:ext uri="{FF2B5EF4-FFF2-40B4-BE49-F238E27FC236}">
                <a16:creationId xmlns:a16="http://schemas.microsoft.com/office/drawing/2014/main" id="{E9110847-D1BB-6805-BEEE-6BCE2A58F8AC}"/>
              </a:ext>
            </a:extLst>
          </p:cNvPr>
          <p:cNvSpPr/>
          <p:nvPr userDrawn="1"/>
        </p:nvSpPr>
        <p:spPr>
          <a:xfrm rot="16200000" flipH="1">
            <a:off x="7492366" y="-1191829"/>
            <a:ext cx="1746713" cy="7680960"/>
          </a:xfrm>
          <a:prstGeom prst="round2SameRect">
            <a:avLst>
              <a:gd name="adj1" fmla="val 2577"/>
              <a:gd name="adj2" fmla="val 0"/>
            </a:avLst>
          </a:prstGeom>
          <a:noFill/>
          <a:ln w="12700" cap="flat" cmpd="sng" algn="ctr">
            <a:solidFill>
              <a:schemeClr val="tx1"/>
            </a:solidFill>
            <a:prstDash val="solid"/>
            <a:miter lim="800000"/>
          </a:ln>
          <a:effectLst/>
        </p:spPr>
        <p:txBody>
          <a:bodyPr rtlCol="0" anchor="t" anchorCtr="0"/>
          <a:lstStyle/>
          <a:p>
            <a:pPr marR="0" lvl="0" indent="0" fontAlgn="auto">
              <a:lnSpc>
                <a:spcPct val="100000"/>
              </a:lnSpc>
              <a:spcBef>
                <a:spcPts val="0"/>
              </a:spcBef>
              <a:spcAft>
                <a:spcPts val="600"/>
              </a:spcAft>
              <a:buClrTx/>
              <a:buSzTx/>
              <a:buFontTx/>
              <a:buNone/>
              <a:tabLst/>
            </a:pPr>
            <a:endParaRPr kumimoji="0" lang="en-US" b="0" i="0" u="none" strike="noStrike" kern="0" cap="none" spc="0" normalizeH="0" baseline="0" noProof="0" dirty="0">
              <a:ln>
                <a:noFill/>
              </a:ln>
              <a:solidFill>
                <a:srgbClr val="005E60"/>
              </a:solidFill>
              <a:effectLst/>
              <a:uLnTx/>
              <a:uFillTx/>
              <a:latin typeface="Arial" panose="020B0604020202020204"/>
            </a:endParaRPr>
          </a:p>
        </p:txBody>
      </p:sp>
      <p:sp>
        <p:nvSpPr>
          <p:cNvPr id="3" name="Rectangle: Top Corners Rounded 2">
            <a:extLst>
              <a:ext uri="{FF2B5EF4-FFF2-40B4-BE49-F238E27FC236}">
                <a16:creationId xmlns:a16="http://schemas.microsoft.com/office/drawing/2014/main" id="{9BC4A799-FDEF-1E99-D782-ACBF48DD3D3A}"/>
              </a:ext>
            </a:extLst>
          </p:cNvPr>
          <p:cNvSpPr/>
          <p:nvPr userDrawn="1"/>
        </p:nvSpPr>
        <p:spPr>
          <a:xfrm rot="16200000" flipH="1">
            <a:off x="7212648" y="917571"/>
            <a:ext cx="2291946" cy="7666758"/>
          </a:xfrm>
          <a:prstGeom prst="round2SameRect">
            <a:avLst>
              <a:gd name="adj1" fmla="val 2577"/>
              <a:gd name="adj2" fmla="val 0"/>
            </a:avLst>
          </a:prstGeom>
          <a:solidFill>
            <a:schemeClr val="accent2"/>
          </a:solidFill>
          <a:ln w="12700" cap="flat" cmpd="sng" algn="ctr">
            <a:solidFill>
              <a:schemeClr val="accent2"/>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a:ea typeface="+mn-ea"/>
              <a:cs typeface="+mn-cs"/>
            </a:endParaRPr>
          </a:p>
        </p:txBody>
      </p:sp>
      <p:sp>
        <p:nvSpPr>
          <p:cNvPr id="4" name="Rectangle: Top Corners Rounded 3">
            <a:extLst>
              <a:ext uri="{FF2B5EF4-FFF2-40B4-BE49-F238E27FC236}">
                <a16:creationId xmlns:a16="http://schemas.microsoft.com/office/drawing/2014/main" id="{98F5F5EF-D2AD-4C91-E982-50B831E44C05}"/>
              </a:ext>
            </a:extLst>
          </p:cNvPr>
          <p:cNvSpPr/>
          <p:nvPr userDrawn="1"/>
        </p:nvSpPr>
        <p:spPr>
          <a:xfrm rot="5400000">
            <a:off x="139379" y="1624396"/>
            <a:ext cx="4121627" cy="4423424"/>
          </a:xfrm>
          <a:prstGeom prst="round2SameRect">
            <a:avLst>
              <a:gd name="adj1" fmla="val 1113"/>
              <a:gd name="adj2" fmla="val 0"/>
            </a:avLst>
          </a:prstGeom>
          <a:solidFill>
            <a:schemeClr val="accent2"/>
          </a:solidFill>
          <a:ln w="12700" cap="flat" cmpd="sng" algn="ctr">
            <a:solidFill>
              <a:schemeClr val="accent2"/>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a:ea typeface="+mn-ea"/>
              <a:cs typeface="+mn-cs"/>
            </a:endParaRPr>
          </a:p>
        </p:txBody>
      </p:sp>
      <p:sp>
        <p:nvSpPr>
          <p:cNvPr id="6" name="Freeform: Shape 5">
            <a:extLst>
              <a:ext uri="{FF2B5EF4-FFF2-40B4-BE49-F238E27FC236}">
                <a16:creationId xmlns:a16="http://schemas.microsoft.com/office/drawing/2014/main" id="{29C38609-E274-1D82-F429-738E557D53FA}"/>
              </a:ext>
            </a:extLst>
          </p:cNvPr>
          <p:cNvSpPr/>
          <p:nvPr userDrawn="1"/>
        </p:nvSpPr>
        <p:spPr>
          <a:xfrm>
            <a:off x="1" y="320716"/>
            <a:ext cx="1125027" cy="728662"/>
          </a:xfrm>
          <a:custGeom>
            <a:avLst/>
            <a:gdLst>
              <a:gd name="connsiteX0" fmla="*/ 0 w 1125027"/>
              <a:gd name="connsiteY0" fmla="*/ 0 h 728662"/>
              <a:gd name="connsiteX1" fmla="*/ 759363 w 1125027"/>
              <a:gd name="connsiteY1" fmla="*/ 0 h 728662"/>
              <a:gd name="connsiteX2" fmla="*/ 765174 w 1125027"/>
              <a:gd name="connsiteY2" fmla="*/ 0 h 728662"/>
              <a:gd name="connsiteX3" fmla="*/ 765174 w 1125027"/>
              <a:gd name="connsiteY3" fmla="*/ 584 h 728662"/>
              <a:gd name="connsiteX4" fmla="*/ 833057 w 1125027"/>
              <a:gd name="connsiteY4" fmla="*/ 7402 h 728662"/>
              <a:gd name="connsiteX5" fmla="*/ 1125027 w 1125027"/>
              <a:gd name="connsiteY5" fmla="*/ 364331 h 728662"/>
              <a:gd name="connsiteX6" fmla="*/ 833057 w 1125027"/>
              <a:gd name="connsiteY6" fmla="*/ 721260 h 728662"/>
              <a:gd name="connsiteX7" fmla="*/ 765174 w 1125027"/>
              <a:gd name="connsiteY7" fmla="*/ 728078 h 728662"/>
              <a:gd name="connsiteX8" fmla="*/ 765174 w 1125027"/>
              <a:gd name="connsiteY8" fmla="*/ 728662 h 728662"/>
              <a:gd name="connsiteX9" fmla="*/ 759363 w 1125027"/>
              <a:gd name="connsiteY9" fmla="*/ 728662 h 728662"/>
              <a:gd name="connsiteX10" fmla="*/ 0 w 1125027"/>
              <a:gd name="connsiteY10" fmla="*/ 728662 h 72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5027" h="728662">
                <a:moveTo>
                  <a:pt x="0" y="0"/>
                </a:moveTo>
                <a:lnTo>
                  <a:pt x="759363" y="0"/>
                </a:lnTo>
                <a:lnTo>
                  <a:pt x="765174" y="0"/>
                </a:lnTo>
                <a:lnTo>
                  <a:pt x="765174" y="584"/>
                </a:lnTo>
                <a:lnTo>
                  <a:pt x="833057" y="7402"/>
                </a:lnTo>
                <a:cubicBezTo>
                  <a:pt x="999684" y="41375"/>
                  <a:pt x="1125027" y="188269"/>
                  <a:pt x="1125027" y="364331"/>
                </a:cubicBezTo>
                <a:cubicBezTo>
                  <a:pt x="1125027" y="540393"/>
                  <a:pt x="999684" y="687288"/>
                  <a:pt x="833057" y="721260"/>
                </a:cubicBezTo>
                <a:lnTo>
                  <a:pt x="765174" y="728078"/>
                </a:lnTo>
                <a:lnTo>
                  <a:pt x="765174" y="728662"/>
                </a:lnTo>
                <a:lnTo>
                  <a:pt x="759363" y="728662"/>
                </a:lnTo>
                <a:lnTo>
                  <a:pt x="0" y="728662"/>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F5C147"/>
              </a:solidFill>
              <a:effectLst/>
              <a:uLnTx/>
              <a:uFillTx/>
              <a:latin typeface="Inter"/>
              <a:ea typeface="+mn-ea"/>
              <a:cs typeface="+mn-cs"/>
            </a:endParaRPr>
          </a:p>
        </p:txBody>
      </p:sp>
      <p:sp>
        <p:nvSpPr>
          <p:cNvPr id="7" name="Rectangle 6">
            <a:extLst>
              <a:ext uri="{FF2B5EF4-FFF2-40B4-BE49-F238E27FC236}">
                <a16:creationId xmlns:a16="http://schemas.microsoft.com/office/drawing/2014/main" id="{2CCB88AF-F2BE-DE2D-F707-B011696B4A83}"/>
              </a:ext>
            </a:extLst>
          </p:cNvPr>
          <p:cNvSpPr/>
          <p:nvPr userDrawn="1"/>
        </p:nvSpPr>
        <p:spPr>
          <a:xfrm>
            <a:off x="4411906" y="320716"/>
            <a:ext cx="6256094" cy="728662"/>
          </a:xfrm>
          <a:prstGeom prst="rect">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chemeClr val="tx2"/>
              </a:solidFill>
              <a:effectLst/>
              <a:uLnTx/>
              <a:uFillTx/>
              <a:latin typeface="Inter"/>
              <a:ea typeface="+mn-ea"/>
              <a:cs typeface="+mn-cs"/>
            </a:endParaRPr>
          </a:p>
        </p:txBody>
      </p:sp>
      <p:sp>
        <p:nvSpPr>
          <p:cNvPr id="8" name="TextBox 7">
            <a:extLst>
              <a:ext uri="{FF2B5EF4-FFF2-40B4-BE49-F238E27FC236}">
                <a16:creationId xmlns:a16="http://schemas.microsoft.com/office/drawing/2014/main" id="{9D3EC6D5-86F6-C6D4-D168-BA1CF23A5EB1}"/>
              </a:ext>
            </a:extLst>
          </p:cNvPr>
          <p:cNvSpPr txBox="1"/>
          <p:nvPr userDrawn="1"/>
        </p:nvSpPr>
        <p:spPr>
          <a:xfrm>
            <a:off x="1095481" y="194"/>
            <a:ext cx="3345973" cy="1323439"/>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a:noFill/>
                </a:ln>
                <a:solidFill>
                  <a:schemeClr val="tx2"/>
                </a:solidFill>
                <a:effectLst/>
                <a:uLnTx/>
                <a:uFillTx/>
                <a:latin typeface="Sons Condensed Extrabold" panose="02060906060206060203" pitchFamily="18" charset="0"/>
                <a:ea typeface="+mn-ea"/>
                <a:cs typeface="+mn-cs"/>
              </a:rPr>
              <a:t>EHS ALERT</a:t>
            </a:r>
          </a:p>
        </p:txBody>
      </p:sp>
      <p:sp>
        <p:nvSpPr>
          <p:cNvPr id="9" name="Circle: Hollow 8">
            <a:extLst>
              <a:ext uri="{FF2B5EF4-FFF2-40B4-BE49-F238E27FC236}">
                <a16:creationId xmlns:a16="http://schemas.microsoft.com/office/drawing/2014/main" id="{6229E146-CD2C-64E0-77BB-15392E77F0A8}"/>
              </a:ext>
            </a:extLst>
          </p:cNvPr>
          <p:cNvSpPr/>
          <p:nvPr userDrawn="1"/>
        </p:nvSpPr>
        <p:spPr>
          <a:xfrm>
            <a:off x="440293" y="365007"/>
            <a:ext cx="640080" cy="640080"/>
          </a:xfrm>
          <a:prstGeom prst="donut">
            <a:avLst>
              <a:gd name="adj" fmla="val 41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Inter"/>
              <a:ea typeface="+mn-ea"/>
              <a:cs typeface="+mn-cs"/>
            </a:endParaRPr>
          </a:p>
        </p:txBody>
      </p:sp>
      <p:pic>
        <p:nvPicPr>
          <p:cNvPr id="10" name="Graphic 9">
            <a:extLst>
              <a:ext uri="{FF2B5EF4-FFF2-40B4-BE49-F238E27FC236}">
                <a16:creationId xmlns:a16="http://schemas.microsoft.com/office/drawing/2014/main" id="{869C42ED-87A3-C887-DAC9-8C35CA0213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0507" y="495526"/>
            <a:ext cx="419652" cy="379042"/>
          </a:xfrm>
          <a:prstGeom prst="rect">
            <a:avLst/>
          </a:prstGeom>
        </p:spPr>
      </p:pic>
      <p:grpSp>
        <p:nvGrpSpPr>
          <p:cNvPr id="17" name="Group 16">
            <a:extLst>
              <a:ext uri="{FF2B5EF4-FFF2-40B4-BE49-F238E27FC236}">
                <a16:creationId xmlns:a16="http://schemas.microsoft.com/office/drawing/2014/main" id="{E61711C5-DE9D-01A4-AC43-D7FAB0BBE76D}"/>
              </a:ext>
            </a:extLst>
          </p:cNvPr>
          <p:cNvGrpSpPr/>
          <p:nvPr userDrawn="1"/>
        </p:nvGrpSpPr>
        <p:grpSpPr>
          <a:xfrm>
            <a:off x="4724400" y="302410"/>
            <a:ext cx="730791" cy="899732"/>
            <a:chOff x="4508438" y="407007"/>
            <a:chExt cx="730791" cy="899732"/>
          </a:xfrm>
        </p:grpSpPr>
        <p:sp>
          <p:nvSpPr>
            <p:cNvPr id="14" name="Rectangle 13">
              <a:extLst>
                <a:ext uri="{FF2B5EF4-FFF2-40B4-BE49-F238E27FC236}">
                  <a16:creationId xmlns:a16="http://schemas.microsoft.com/office/drawing/2014/main" id="{DC2A6171-D450-A4F8-E230-62E9064FBB1D}"/>
                </a:ext>
              </a:extLst>
            </p:cNvPr>
            <p:cNvSpPr/>
            <p:nvPr userDrawn="1"/>
          </p:nvSpPr>
          <p:spPr>
            <a:xfrm>
              <a:off x="4618887" y="426069"/>
              <a:ext cx="509892" cy="728662"/>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chemeClr val="tx2"/>
                </a:solidFill>
                <a:effectLst/>
                <a:uLnTx/>
                <a:uFillTx/>
                <a:latin typeface="Inter"/>
                <a:ea typeface="+mn-ea"/>
                <a:cs typeface="+mn-cs"/>
              </a:endParaRPr>
            </a:p>
          </p:txBody>
        </p:sp>
        <p:sp>
          <p:nvSpPr>
            <p:cNvPr id="12" name="TextBox 11">
              <a:extLst>
                <a:ext uri="{FF2B5EF4-FFF2-40B4-BE49-F238E27FC236}">
                  <a16:creationId xmlns:a16="http://schemas.microsoft.com/office/drawing/2014/main" id="{022E3512-EC59-BA41-A817-6C639FF15D78}"/>
                </a:ext>
              </a:extLst>
            </p:cNvPr>
            <p:cNvSpPr txBox="1"/>
            <p:nvPr userDrawn="1"/>
          </p:nvSpPr>
          <p:spPr>
            <a:xfrm>
              <a:off x="4605775" y="415925"/>
              <a:ext cx="536116" cy="890814"/>
            </a:xfrm>
            <a:prstGeom prst="rect">
              <a:avLst/>
            </a:prstGeom>
            <a:noFill/>
          </p:spPr>
          <p:txBody>
            <a:bodyPr wrap="none" lIns="0" tIns="0" rIns="0" bIns="0" rtlCol="0" anchor="ctr">
              <a:noAutofit/>
            </a:bodyPr>
            <a:lstStyle/>
            <a:p>
              <a:pPr algn="ctr">
                <a:spcAft>
                  <a:spcPts val="600"/>
                </a:spcAft>
              </a:pPr>
              <a:r>
                <a:rPr lang="en-US" sz="5600" dirty="0">
                  <a:solidFill>
                    <a:schemeClr val="tx2"/>
                  </a:solidFill>
                  <a:latin typeface="Sons Condensed Extrabold" panose="02060906060206060203" pitchFamily="18" charset="0"/>
                </a:rPr>
                <a:t>A</a:t>
              </a:r>
            </a:p>
          </p:txBody>
        </p:sp>
        <p:sp>
          <p:nvSpPr>
            <p:cNvPr id="13" name="TextBox 12">
              <a:extLst>
                <a:ext uri="{FF2B5EF4-FFF2-40B4-BE49-F238E27FC236}">
                  <a16:creationId xmlns:a16="http://schemas.microsoft.com/office/drawing/2014/main" id="{506A9281-27A7-CA10-90A2-A6263E5B16C1}"/>
                </a:ext>
              </a:extLst>
            </p:cNvPr>
            <p:cNvSpPr txBox="1"/>
            <p:nvPr userDrawn="1"/>
          </p:nvSpPr>
          <p:spPr>
            <a:xfrm>
              <a:off x="4508438" y="407007"/>
              <a:ext cx="730791" cy="262552"/>
            </a:xfrm>
            <a:prstGeom prst="rect">
              <a:avLst/>
            </a:prstGeom>
            <a:noFill/>
          </p:spPr>
          <p:txBody>
            <a:bodyPr wrap="none" lIns="0" tIns="0" rIns="0" bIns="0" rtlCol="0">
              <a:noAutofit/>
            </a:bodyPr>
            <a:lstStyle/>
            <a:p>
              <a:pPr algn="ctr">
                <a:spcAft>
                  <a:spcPts val="600"/>
                </a:spcAft>
              </a:pPr>
              <a:r>
                <a:rPr lang="en-US" sz="1500" dirty="0">
                  <a:solidFill>
                    <a:schemeClr val="tx2"/>
                  </a:solidFill>
                  <a:latin typeface="Sons Condensed Semibold" panose="02060706060206060203" pitchFamily="18" charset="0"/>
                </a:rPr>
                <a:t>LEVEL</a:t>
              </a:r>
            </a:p>
          </p:txBody>
        </p:sp>
      </p:grpSp>
      <p:sp>
        <p:nvSpPr>
          <p:cNvPr id="19" name="Image Rectangle 31">
            <a:extLst>
              <a:ext uri="{FF2B5EF4-FFF2-40B4-BE49-F238E27FC236}">
                <a16:creationId xmlns:a16="http://schemas.microsoft.com/office/drawing/2014/main" id="{294A5673-7E0B-DD29-92BF-2F235EB02B95}"/>
              </a:ext>
            </a:extLst>
          </p:cNvPr>
          <p:cNvSpPr/>
          <p:nvPr userDrawn="1"/>
        </p:nvSpPr>
        <p:spPr>
          <a:xfrm>
            <a:off x="439310" y="3607312"/>
            <a:ext cx="3841277" cy="2289607"/>
          </a:xfrm>
          <a:prstGeom prst="roundRect">
            <a:avLst>
              <a:gd name="adj" fmla="val 2523"/>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0" name="Picture Placeholder 42">
            <a:extLst>
              <a:ext uri="{FF2B5EF4-FFF2-40B4-BE49-F238E27FC236}">
                <a16:creationId xmlns:a16="http://schemas.microsoft.com/office/drawing/2014/main" id="{A56FB4BD-72FC-AE2F-1275-6E54D89187A6}"/>
              </a:ext>
            </a:extLst>
          </p:cNvPr>
          <p:cNvSpPr>
            <a:spLocks noGrp="1" noChangeAspect="1"/>
          </p:cNvSpPr>
          <p:nvPr>
            <p:ph type="pic" sz="quarter" idx="28"/>
          </p:nvPr>
        </p:nvSpPr>
        <p:spPr>
          <a:xfrm>
            <a:off x="521932" y="3678033"/>
            <a:ext cx="3689065" cy="2157437"/>
          </a:xfrm>
          <a:solidFill>
            <a:schemeClr val="bg1"/>
          </a:solidFill>
        </p:spPr>
        <p:txBody>
          <a:bodyPr/>
          <a:lstStyle/>
          <a:p>
            <a:endParaRPr lang="en-US" dirty="0"/>
          </a:p>
        </p:txBody>
      </p:sp>
      <p:cxnSp>
        <p:nvCxnSpPr>
          <p:cNvPr id="21" name="Straight Connector 20">
            <a:extLst>
              <a:ext uri="{FF2B5EF4-FFF2-40B4-BE49-F238E27FC236}">
                <a16:creationId xmlns:a16="http://schemas.microsoft.com/office/drawing/2014/main" id="{F6283822-CF06-A764-7EF6-0815F1F913F0}"/>
              </a:ext>
            </a:extLst>
          </p:cNvPr>
          <p:cNvCxnSpPr>
            <a:cxnSpLocks/>
          </p:cNvCxnSpPr>
          <p:nvPr userDrawn="1"/>
        </p:nvCxnSpPr>
        <p:spPr>
          <a:xfrm>
            <a:off x="1950720" y="2913140"/>
            <a:ext cx="2329867" cy="0"/>
          </a:xfrm>
          <a:prstGeom prst="line">
            <a:avLst/>
          </a:prstGeom>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741AA1F2-4362-E378-067F-53BEED4306E8}"/>
              </a:ext>
            </a:extLst>
          </p:cNvPr>
          <p:cNvCxnSpPr>
            <a:cxnSpLocks/>
          </p:cNvCxnSpPr>
          <p:nvPr userDrawn="1"/>
        </p:nvCxnSpPr>
        <p:spPr>
          <a:xfrm>
            <a:off x="1950720" y="3191295"/>
            <a:ext cx="2329867" cy="0"/>
          </a:xfrm>
          <a:prstGeom prst="line">
            <a:avLst/>
          </a:prstGeom>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933AD9F0-4276-ECB9-B824-83FB990696D7}"/>
              </a:ext>
            </a:extLst>
          </p:cNvPr>
          <p:cNvCxnSpPr>
            <a:cxnSpLocks/>
          </p:cNvCxnSpPr>
          <p:nvPr userDrawn="1"/>
        </p:nvCxnSpPr>
        <p:spPr>
          <a:xfrm>
            <a:off x="1950720" y="3465212"/>
            <a:ext cx="2329867" cy="0"/>
          </a:xfrm>
          <a:prstGeom prst="line">
            <a:avLst/>
          </a:prstGeom>
          <a:ln/>
        </p:spPr>
        <p:style>
          <a:lnRef idx="1">
            <a:schemeClr val="dk1"/>
          </a:lnRef>
          <a:fillRef idx="0">
            <a:schemeClr val="dk1"/>
          </a:fillRef>
          <a:effectRef idx="0">
            <a:schemeClr val="dk1"/>
          </a:effectRef>
          <a:fontRef idx="minor">
            <a:schemeClr val="tx1"/>
          </a:fontRef>
        </p:style>
      </p:cxnSp>
      <p:sp>
        <p:nvSpPr>
          <p:cNvPr id="24" name="Text Placeholder 4">
            <a:extLst>
              <a:ext uri="{FF2B5EF4-FFF2-40B4-BE49-F238E27FC236}">
                <a16:creationId xmlns:a16="http://schemas.microsoft.com/office/drawing/2014/main" id="{79F963AE-EBC5-D1EC-21DA-FC7E317B93AF}"/>
              </a:ext>
            </a:extLst>
          </p:cNvPr>
          <p:cNvSpPr>
            <a:spLocks noGrp="1"/>
          </p:cNvSpPr>
          <p:nvPr>
            <p:ph type="body" sz="quarter" idx="17"/>
          </p:nvPr>
        </p:nvSpPr>
        <p:spPr>
          <a:xfrm>
            <a:off x="1998184" y="3214603"/>
            <a:ext cx="2192816" cy="254847"/>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25" name="Text Placeholder 3">
            <a:extLst>
              <a:ext uri="{FF2B5EF4-FFF2-40B4-BE49-F238E27FC236}">
                <a16:creationId xmlns:a16="http://schemas.microsoft.com/office/drawing/2014/main" id="{53201B47-D735-6C2D-88E6-5E0A13315B27}"/>
              </a:ext>
            </a:extLst>
          </p:cNvPr>
          <p:cNvSpPr>
            <a:spLocks noGrp="1"/>
          </p:cNvSpPr>
          <p:nvPr>
            <p:ph type="body" sz="quarter" idx="16"/>
          </p:nvPr>
        </p:nvSpPr>
        <p:spPr>
          <a:xfrm>
            <a:off x="1998184" y="2937379"/>
            <a:ext cx="2192816" cy="253916"/>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26" name="Text Placeholder 2">
            <a:extLst>
              <a:ext uri="{FF2B5EF4-FFF2-40B4-BE49-F238E27FC236}">
                <a16:creationId xmlns:a16="http://schemas.microsoft.com/office/drawing/2014/main" id="{845165A1-4B66-496A-4F3F-FDBF63F65409}"/>
              </a:ext>
            </a:extLst>
          </p:cNvPr>
          <p:cNvSpPr>
            <a:spLocks noGrp="1"/>
          </p:cNvSpPr>
          <p:nvPr>
            <p:ph type="body" sz="quarter" idx="15"/>
          </p:nvPr>
        </p:nvSpPr>
        <p:spPr>
          <a:xfrm>
            <a:off x="1998184" y="2665810"/>
            <a:ext cx="2192816" cy="247330"/>
          </a:xfrm>
        </p:spPr>
        <p:txBody>
          <a:bodyPr lIns="45720" tIns="45720" rIns="45720" bIns="45720"/>
          <a:lstStyle>
            <a:lvl1pPr>
              <a:defRPr sz="1050">
                <a:solidFill>
                  <a:schemeClr val="tx2"/>
                </a:solidFill>
                <a:latin typeface="+mn-lt"/>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27" name="TextBox 26">
            <a:extLst>
              <a:ext uri="{FF2B5EF4-FFF2-40B4-BE49-F238E27FC236}">
                <a16:creationId xmlns:a16="http://schemas.microsoft.com/office/drawing/2014/main" id="{7CACA65A-8AA6-31F1-75E9-C506D33941ED}"/>
              </a:ext>
            </a:extLst>
          </p:cNvPr>
          <p:cNvSpPr txBox="1"/>
          <p:nvPr userDrawn="1"/>
        </p:nvSpPr>
        <p:spPr>
          <a:xfrm>
            <a:off x="439305" y="2659224"/>
            <a:ext cx="1490471"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Location:</a:t>
            </a:r>
          </a:p>
        </p:txBody>
      </p:sp>
      <p:sp>
        <p:nvSpPr>
          <p:cNvPr id="28" name="TextBox 27">
            <a:extLst>
              <a:ext uri="{FF2B5EF4-FFF2-40B4-BE49-F238E27FC236}">
                <a16:creationId xmlns:a16="http://schemas.microsoft.com/office/drawing/2014/main" id="{CADDB9EF-554A-9998-2706-A9C43E166CAF}"/>
              </a:ext>
            </a:extLst>
          </p:cNvPr>
          <p:cNvSpPr txBox="1"/>
          <p:nvPr userDrawn="1"/>
        </p:nvSpPr>
        <p:spPr>
          <a:xfrm>
            <a:off x="439309" y="2937379"/>
            <a:ext cx="1490471"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Date: </a:t>
            </a:r>
          </a:p>
        </p:txBody>
      </p:sp>
      <p:sp>
        <p:nvSpPr>
          <p:cNvPr id="29" name="TextBox 28">
            <a:extLst>
              <a:ext uri="{FF2B5EF4-FFF2-40B4-BE49-F238E27FC236}">
                <a16:creationId xmlns:a16="http://schemas.microsoft.com/office/drawing/2014/main" id="{CDC6971B-7B19-D035-C6B1-F0D2C7125ADF}"/>
              </a:ext>
            </a:extLst>
          </p:cNvPr>
          <p:cNvSpPr txBox="1"/>
          <p:nvPr userDrawn="1"/>
        </p:nvSpPr>
        <p:spPr>
          <a:xfrm>
            <a:off x="439309" y="3215534"/>
            <a:ext cx="1490473"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Customer/Contractor:</a:t>
            </a:r>
          </a:p>
        </p:txBody>
      </p:sp>
      <p:sp>
        <p:nvSpPr>
          <p:cNvPr id="48" name="Rectangle 47">
            <a:extLst>
              <a:ext uri="{FF2B5EF4-FFF2-40B4-BE49-F238E27FC236}">
                <a16:creationId xmlns:a16="http://schemas.microsoft.com/office/drawing/2014/main" id="{821CC7AB-7856-01D3-7C4F-38E4F3AFC75C}"/>
              </a:ext>
            </a:extLst>
          </p:cNvPr>
          <p:cNvSpPr/>
          <p:nvPr userDrawn="1"/>
        </p:nvSpPr>
        <p:spPr>
          <a:xfrm>
            <a:off x="-280" y="6009714"/>
            <a:ext cx="12192000" cy="49562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49" name="Takeaway Placeholder 6">
            <a:extLst>
              <a:ext uri="{FF2B5EF4-FFF2-40B4-BE49-F238E27FC236}">
                <a16:creationId xmlns:a16="http://schemas.microsoft.com/office/drawing/2014/main" id="{988B5831-D1E3-8E85-8F71-6A4023567726}"/>
              </a:ext>
            </a:extLst>
          </p:cNvPr>
          <p:cNvSpPr>
            <a:spLocks noGrp="1"/>
          </p:cNvSpPr>
          <p:nvPr>
            <p:ph type="body" sz="quarter" idx="29" hasCustomPrompt="1"/>
          </p:nvPr>
        </p:nvSpPr>
        <p:spPr>
          <a:xfrm>
            <a:off x="-280" y="6070997"/>
            <a:ext cx="12192000" cy="373062"/>
          </a:xfrm>
        </p:spPr>
        <p:txBody>
          <a:bodyPr anchor="ctr"/>
          <a:lstStyle>
            <a:lvl1pPr algn="ctr">
              <a:defRPr sz="1600">
                <a:solidFill>
                  <a:schemeClr val="bg1"/>
                </a:solidFill>
                <a:latin typeface="Arial" panose="020B0604020202020204" pitchFamily="34" charset="0"/>
                <a:cs typeface="Arial" panose="020B0604020202020204" pitchFamily="34" charset="0"/>
              </a:defRPr>
            </a:lvl1pPr>
            <a:lvl2pPr marL="0" indent="0" algn="ctr">
              <a:buNone/>
              <a:defRPr sz="1600">
                <a:latin typeface="Arial" panose="020B0604020202020204" pitchFamily="34" charset="0"/>
                <a:cs typeface="Arial" panose="020B0604020202020204" pitchFamily="34" charset="0"/>
              </a:defRPr>
            </a:lvl2pPr>
            <a:lvl3pPr algn="ctr">
              <a:defRPr sz="1600">
                <a:latin typeface="Arial" panose="020B0604020202020204" pitchFamily="34" charset="0"/>
                <a:cs typeface="Arial" panose="020B0604020202020204" pitchFamily="34" charset="0"/>
              </a:defRPr>
            </a:lvl3pPr>
            <a:lvl4pPr algn="ctr">
              <a:defRPr sz="1600">
                <a:latin typeface="Arial" panose="020B0604020202020204" pitchFamily="34" charset="0"/>
                <a:cs typeface="Arial" panose="020B0604020202020204" pitchFamily="34" charset="0"/>
              </a:defRPr>
            </a:lvl4pPr>
            <a:lvl5pPr algn="ctr">
              <a:defRPr sz="1600">
                <a:latin typeface="Arial" panose="020B0604020202020204" pitchFamily="34" charset="0"/>
                <a:cs typeface="Arial" panose="020B0604020202020204" pitchFamily="34" charset="0"/>
              </a:defRPr>
            </a:lvl5pPr>
          </a:lstStyle>
          <a:p>
            <a:pPr lvl="0"/>
            <a:r>
              <a:rPr lang="en-US" dirty="0"/>
              <a:t>Click to enter the most relevant take away from your event</a:t>
            </a:r>
          </a:p>
        </p:txBody>
      </p:sp>
      <p:sp>
        <p:nvSpPr>
          <p:cNvPr id="55" name="Oval 54">
            <a:extLst>
              <a:ext uri="{FF2B5EF4-FFF2-40B4-BE49-F238E27FC236}">
                <a16:creationId xmlns:a16="http://schemas.microsoft.com/office/drawing/2014/main" id="{8665A15C-6217-FC87-8B31-5E81BD0A92ED}"/>
              </a:ext>
            </a:extLst>
          </p:cNvPr>
          <p:cNvSpPr/>
          <p:nvPr userDrawn="1"/>
        </p:nvSpPr>
        <p:spPr>
          <a:xfrm>
            <a:off x="10210800" y="296427"/>
            <a:ext cx="777240" cy="77724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pic>
        <p:nvPicPr>
          <p:cNvPr id="56" name="Picture 55" descr="Text&#10;&#10;Description automatically generated">
            <a:extLst>
              <a:ext uri="{FF2B5EF4-FFF2-40B4-BE49-F238E27FC236}">
                <a16:creationId xmlns:a16="http://schemas.microsoft.com/office/drawing/2014/main" id="{86280194-3EA6-E972-072D-609FB582173E}"/>
              </a:ext>
            </a:extLst>
          </p:cNvPr>
          <p:cNvPicPr>
            <a:picLocks noChangeAspect="1"/>
          </p:cNvPicPr>
          <p:nvPr userDrawn="1"/>
        </p:nvPicPr>
        <p:blipFill>
          <a:blip r:embed="rId3"/>
          <a:stretch>
            <a:fillRect/>
          </a:stretch>
        </p:blipFill>
        <p:spPr>
          <a:xfrm>
            <a:off x="10333714" y="442411"/>
            <a:ext cx="1553486" cy="485273"/>
          </a:xfrm>
          <a:prstGeom prst="rect">
            <a:avLst/>
          </a:prstGeom>
        </p:spPr>
      </p:pic>
      <p:sp>
        <p:nvSpPr>
          <p:cNvPr id="58" name="Text Placeholder 27">
            <a:extLst>
              <a:ext uri="{FF2B5EF4-FFF2-40B4-BE49-F238E27FC236}">
                <a16:creationId xmlns:a16="http://schemas.microsoft.com/office/drawing/2014/main" id="{5B0941A2-93B8-109B-9A8B-45298BFFAC61}"/>
              </a:ext>
            </a:extLst>
          </p:cNvPr>
          <p:cNvSpPr>
            <a:spLocks noGrp="1"/>
          </p:cNvSpPr>
          <p:nvPr>
            <p:ph type="body" sz="quarter" idx="22"/>
          </p:nvPr>
        </p:nvSpPr>
        <p:spPr>
          <a:xfrm>
            <a:off x="4830045" y="2001779"/>
            <a:ext cx="3185158" cy="1339406"/>
          </a:xfrm>
          <a:prstGeom prst="rect">
            <a:avLst/>
          </a:prstGeom>
        </p:spPr>
        <p:txBody>
          <a:bodyPr/>
          <a:lstStyle>
            <a:lvl1pPr algn="l" defTabSz="914400" rtl="0" eaLnBrk="1" latinLnBrk="0" hangingPunct="1">
              <a:lnSpc>
                <a:spcPct val="100000"/>
              </a:lnSpc>
              <a:spcBef>
                <a:spcPts val="0"/>
              </a:spcBef>
              <a:buNone/>
              <a:defRPr lang="en-US" sz="1400" dirty="0" smtClean="0"/>
            </a:lvl1pPr>
            <a:lvl2pPr marL="0" indent="0" algn="l" defTabSz="914400" rtl="0" eaLnBrk="1" latinLnBrk="0" hangingPunct="1">
              <a:lnSpc>
                <a:spcPct val="100000"/>
              </a:lnSpc>
              <a:spcBef>
                <a:spcPts val="0"/>
              </a:spcBef>
              <a:buNone/>
              <a:defRPr lang="en-US" sz="1400" dirty="0" smtClean="0"/>
            </a:lvl2pPr>
            <a:lvl3pPr marL="182880" indent="0" algn="l" defTabSz="914400" rtl="0" eaLnBrk="1" latinLnBrk="0" hangingPunct="1">
              <a:lnSpc>
                <a:spcPct val="100000"/>
              </a:lnSpc>
              <a:spcBef>
                <a:spcPts val="0"/>
              </a:spcBef>
              <a:buNone/>
              <a:defRPr lang="en-US" sz="1400" dirty="0" smtClean="0"/>
            </a:lvl3pPr>
            <a:lvl4pPr marL="365760" indent="0" algn="l" defTabSz="914400" rtl="0" eaLnBrk="1" latinLnBrk="0" hangingPunct="1">
              <a:lnSpc>
                <a:spcPct val="100000"/>
              </a:lnSpc>
              <a:spcBef>
                <a:spcPts val="0"/>
              </a:spcBef>
              <a:buNone/>
              <a:defRPr lang="en-US" sz="1400" dirty="0" smtClean="0"/>
            </a:lvl4pPr>
            <a:lvl5pPr marL="548640" indent="0" algn="l" defTabSz="914400" rtl="0" eaLnBrk="1" latinLnBrk="0" hangingPunct="1">
              <a:lnSpc>
                <a:spcPct val="100000"/>
              </a:lnSpc>
              <a:spcBef>
                <a:spcPts val="0"/>
              </a:spcBef>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9" name="Text Placeholder 27">
            <a:extLst>
              <a:ext uri="{FF2B5EF4-FFF2-40B4-BE49-F238E27FC236}">
                <a16:creationId xmlns:a16="http://schemas.microsoft.com/office/drawing/2014/main" id="{0232AA09-AEEF-975E-F5F5-B9078C424AFF}"/>
              </a:ext>
            </a:extLst>
          </p:cNvPr>
          <p:cNvSpPr>
            <a:spLocks noGrp="1"/>
          </p:cNvSpPr>
          <p:nvPr>
            <p:ph type="body" sz="quarter" idx="34"/>
          </p:nvPr>
        </p:nvSpPr>
        <p:spPr>
          <a:xfrm>
            <a:off x="8510349" y="2001779"/>
            <a:ext cx="3439285" cy="1339406"/>
          </a:xfrm>
          <a:prstGeom prst="rect">
            <a:avLst/>
          </a:prstGeom>
        </p:spPr>
        <p:txBody>
          <a:bodyPr/>
          <a:lstStyle>
            <a:lvl1pPr marL="171450" indent="-171450"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1pPr>
            <a:lvl2pPr marL="344488" indent="-173038" algn="l" defTabSz="914400" rtl="0" eaLnBrk="1" latinLnBrk="0" hangingPunct="1">
              <a:lnSpc>
                <a:spcPct val="100000"/>
              </a:lnSpc>
              <a:spcBef>
                <a:spcPts val="0"/>
              </a:spcBef>
              <a:spcAft>
                <a:spcPts val="0"/>
              </a:spcAft>
              <a:buClr>
                <a:schemeClr val="tx1"/>
              </a:buClr>
              <a:buFont typeface="Symbol" panose="05050102010706020507" pitchFamily="18" charset="2"/>
              <a:buChar char="-"/>
              <a:defRPr lang="en-US" sz="1400" dirty="0" smtClean="0"/>
            </a:lvl2pPr>
            <a:lvl3pPr marL="344488" indent="-161925"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3pPr>
            <a:lvl4pPr marL="569913" indent="-204788"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4pPr>
            <a:lvl5pPr marL="687388" indent="-139700" algn="l" defTabSz="914400" rtl="0" eaLnBrk="1" latinLnBrk="0" hangingPunct="1">
              <a:lnSpc>
                <a:spcPct val="100000"/>
              </a:lnSpc>
              <a:spcBef>
                <a:spcPts val="0"/>
              </a:spcBef>
              <a:spcAft>
                <a:spcPts val="0"/>
              </a:spcAft>
              <a:buFont typeface="Arial" panose="020B0604020202020204" pitchFamily="34" charset="0"/>
              <a:buChar cha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0" name="Straight Arrow Connector 59">
            <a:extLst>
              <a:ext uri="{FF2B5EF4-FFF2-40B4-BE49-F238E27FC236}">
                <a16:creationId xmlns:a16="http://schemas.microsoft.com/office/drawing/2014/main" id="{B4E36FB1-07DB-704F-1280-22FE8C86980F}"/>
              </a:ext>
            </a:extLst>
          </p:cNvPr>
          <p:cNvCxnSpPr>
            <a:cxnSpLocks/>
          </p:cNvCxnSpPr>
          <p:nvPr userDrawn="1"/>
        </p:nvCxnSpPr>
        <p:spPr>
          <a:xfrm>
            <a:off x="8262776" y="2001779"/>
            <a:ext cx="0" cy="1339406"/>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908F7263-2A89-258A-DAB2-7918F6A993DE}"/>
              </a:ext>
            </a:extLst>
          </p:cNvPr>
          <p:cNvSpPr txBox="1"/>
          <p:nvPr userDrawn="1"/>
        </p:nvSpPr>
        <p:spPr>
          <a:xfrm>
            <a:off x="4724400" y="1426369"/>
            <a:ext cx="2126589" cy="492443"/>
          </a:xfrm>
          <a:prstGeom prst="rect">
            <a:avLst/>
          </a:prstGeom>
          <a:solidFill>
            <a:schemeClr val="bg1"/>
          </a:solidFill>
        </p:spPr>
        <p:txBody>
          <a:bodyPr vert="horz" wrap="square" lIns="91440" tIns="0" rIns="0" bIns="0" rtlCol="0">
            <a:spAutoFit/>
          </a:bodyPr>
          <a:lstStyle>
            <a:lvl1pPr lvl="0" indent="0" fontAlgn="auto">
              <a:lnSpc>
                <a:spcPct val="100000"/>
              </a:lnSpc>
              <a:spcBef>
                <a:spcPts val="0"/>
              </a:spcBef>
              <a:spcAft>
                <a:spcPct val="600000"/>
              </a:spcAft>
              <a:buClr>
                <a:schemeClr val="tx1"/>
              </a:buClr>
              <a:buFont typeface="Arial" panose="020B0604020202020204" pitchFamily="34" charset="0"/>
              <a:buNone/>
              <a:defRPr sz="36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lgn="l"/>
            <a:r>
              <a:rPr lang="en-US" sz="3200" dirty="0"/>
              <a:t>What happened?</a:t>
            </a:r>
          </a:p>
        </p:txBody>
      </p:sp>
      <p:sp>
        <p:nvSpPr>
          <p:cNvPr id="62" name="TextBox 61">
            <a:extLst>
              <a:ext uri="{FF2B5EF4-FFF2-40B4-BE49-F238E27FC236}">
                <a16:creationId xmlns:a16="http://schemas.microsoft.com/office/drawing/2014/main" id="{417797F3-1590-56A4-1907-B42E4E0B2051}"/>
              </a:ext>
            </a:extLst>
          </p:cNvPr>
          <p:cNvSpPr txBox="1"/>
          <p:nvPr userDrawn="1"/>
        </p:nvSpPr>
        <p:spPr>
          <a:xfrm>
            <a:off x="8404705" y="1426369"/>
            <a:ext cx="837889" cy="492443"/>
          </a:xfrm>
          <a:prstGeom prst="rect">
            <a:avLst/>
          </a:prstGeom>
          <a:solidFill>
            <a:schemeClr val="bg1"/>
          </a:solidFill>
        </p:spPr>
        <p:txBody>
          <a:bodyPr vert="horz" wrap="square" lIns="91440" tIns="0" rIns="0" bIns="0" rtlCol="0">
            <a:spAutoFit/>
          </a:bodyPr>
          <a:lstStyle>
            <a:defPPr>
              <a:defRPr lang="en-US"/>
            </a:defPPr>
            <a:lvl1pPr lvl="0" indent="0" fontAlgn="auto">
              <a:lnSpc>
                <a:spcPct val="100000"/>
              </a:lnSpc>
              <a:spcBef>
                <a:spcPts val="0"/>
              </a:spcBef>
              <a:spcAft>
                <a:spcPct val="600000"/>
              </a:spcAft>
              <a:buClr>
                <a:schemeClr val="tx1"/>
              </a:buClr>
              <a:buFont typeface="Arial" panose="020B0604020202020204" pitchFamily="34" charset="0"/>
              <a:buNone/>
              <a:defRPr sz="36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lgn="l"/>
            <a:r>
              <a:rPr lang="en-US" sz="3200" dirty="0"/>
              <a:t>Why?</a:t>
            </a:r>
          </a:p>
        </p:txBody>
      </p:sp>
      <p:sp>
        <p:nvSpPr>
          <p:cNvPr id="63" name="Text Placeholder 32">
            <a:extLst>
              <a:ext uri="{FF2B5EF4-FFF2-40B4-BE49-F238E27FC236}">
                <a16:creationId xmlns:a16="http://schemas.microsoft.com/office/drawing/2014/main" id="{115F4E85-861F-74E0-2C0B-EDFDF90D0839}"/>
              </a:ext>
            </a:extLst>
          </p:cNvPr>
          <p:cNvSpPr>
            <a:spLocks noGrp="1"/>
          </p:cNvSpPr>
          <p:nvPr>
            <p:ph type="body" sz="quarter" idx="19"/>
          </p:nvPr>
        </p:nvSpPr>
        <p:spPr>
          <a:xfrm>
            <a:off x="4830045" y="4220034"/>
            <a:ext cx="7119590" cy="1542591"/>
          </a:xfrm>
          <a:prstGeom prst="rect">
            <a:avLst/>
          </a:prstGeom>
        </p:spPr>
        <p:txBody>
          <a:bodyPr/>
          <a:lstStyle>
            <a:lvl1pPr marL="171450" indent="-171450" algn="l" defTabSz="914400" rtl="0" eaLnBrk="1" fontAlgn="auto" latinLnBrk="0" hangingPunct="1">
              <a:lnSpc>
                <a:spcPct val="100000"/>
              </a:lnSpc>
              <a:spcBef>
                <a:spcPts val="0"/>
              </a:spcBef>
              <a:spcAft>
                <a:spcPct val="0"/>
              </a:spcAft>
              <a:buFont typeface="Arial" panose="020B0604020202020204" pitchFamily="34" charset="0"/>
              <a:buChar char="•"/>
              <a:defRPr lang="en-US" sz="1400" dirty="0"/>
            </a:lvl1pPr>
            <a:lvl2pPr marL="17145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2pPr>
            <a:lvl3pPr marL="35433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3pPr>
            <a:lvl4pPr marL="53721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4pPr>
            <a:lvl5pPr marL="72009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4" name="TextBox 63">
            <a:extLst>
              <a:ext uri="{FF2B5EF4-FFF2-40B4-BE49-F238E27FC236}">
                <a16:creationId xmlns:a16="http://schemas.microsoft.com/office/drawing/2014/main" id="{D83FFA91-A85C-DF62-84CD-8833B8130534}"/>
              </a:ext>
            </a:extLst>
          </p:cNvPr>
          <p:cNvSpPr txBox="1"/>
          <p:nvPr userDrawn="1"/>
        </p:nvSpPr>
        <p:spPr>
          <a:xfrm>
            <a:off x="4724401" y="3629025"/>
            <a:ext cx="2725501" cy="492443"/>
          </a:xfrm>
          <a:prstGeom prst="rect">
            <a:avLst/>
          </a:prstGeom>
          <a:solidFill>
            <a:schemeClr val="accent2"/>
          </a:solidFill>
        </p:spPr>
        <p:txBody>
          <a:bodyPr vert="horz" wrap="square" lIns="91440" tIns="0" rIns="0" bIns="0" rtlCol="0">
            <a:spAutoFit/>
          </a:bodyPr>
          <a:lstStyle>
            <a:defPPr>
              <a:defRPr lang="en-US"/>
            </a:defPPr>
            <a:lvl1pPr lvl="0" indent="0" fontAlgn="auto">
              <a:lnSpc>
                <a:spcPct val="100000"/>
              </a:lnSpc>
              <a:spcBef>
                <a:spcPts val="0"/>
              </a:spcBef>
              <a:spcAft>
                <a:spcPct val="600000"/>
              </a:spcAft>
              <a:buClr>
                <a:schemeClr val="tx1"/>
              </a:buClr>
              <a:buFont typeface="Arial" panose="020B0604020202020204" pitchFamily="34" charset="0"/>
              <a:buNone/>
              <a:defRPr sz="32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r>
              <a:rPr lang="en-US" dirty="0"/>
              <a:t>Learning &amp; changing</a:t>
            </a:r>
          </a:p>
        </p:txBody>
      </p:sp>
      <p:sp>
        <p:nvSpPr>
          <p:cNvPr id="5" name="Rectangle 4">
            <a:extLst>
              <a:ext uri="{FF2B5EF4-FFF2-40B4-BE49-F238E27FC236}">
                <a16:creationId xmlns:a16="http://schemas.microsoft.com/office/drawing/2014/main" id="{9645EB1B-9783-536E-F7F0-782DE600241B}"/>
              </a:ext>
            </a:extLst>
          </p:cNvPr>
          <p:cNvSpPr/>
          <p:nvPr userDrawn="1"/>
        </p:nvSpPr>
        <p:spPr>
          <a:xfrm>
            <a:off x="-8849" y="1094425"/>
            <a:ext cx="12192000" cy="1204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15" name="Text Placeholder 28">
            <a:extLst>
              <a:ext uri="{FF2B5EF4-FFF2-40B4-BE49-F238E27FC236}">
                <a16:creationId xmlns:a16="http://schemas.microsoft.com/office/drawing/2014/main" id="{CEA10333-614C-4698-0708-16822BC00DE0}"/>
              </a:ext>
            </a:extLst>
          </p:cNvPr>
          <p:cNvSpPr>
            <a:spLocks noGrp="1"/>
          </p:cNvSpPr>
          <p:nvPr>
            <p:ph type="body" sz="quarter" idx="30" hasCustomPrompt="1"/>
          </p:nvPr>
        </p:nvSpPr>
        <p:spPr>
          <a:xfrm>
            <a:off x="11517509" y="6618134"/>
            <a:ext cx="369691" cy="123111"/>
          </a:xfrm>
        </p:spPr>
        <p:txBody>
          <a:bodyPr anchor="ctr">
            <a:spAutoFit/>
          </a:bodyPr>
          <a:lstStyle>
            <a:lvl1pPr>
              <a:defRPr sz="800">
                <a:solidFill>
                  <a:schemeClr val="tx2"/>
                </a:solidFill>
                <a:latin typeface="Arial" panose="020B0604020202020204" pitchFamily="34" charset="0"/>
                <a:cs typeface="Arial" panose="020B0604020202020204" pitchFamily="34" charset="0"/>
              </a:defRPr>
            </a:lvl1pPr>
            <a:lvl2pPr>
              <a:defRPr sz="800">
                <a:latin typeface="Arial" panose="020B0604020202020204" pitchFamily="34" charset="0"/>
                <a:cs typeface="Arial" panose="020B0604020202020204" pitchFamily="34" charset="0"/>
              </a:defRPr>
            </a:lvl2pPr>
            <a:lvl3pPr>
              <a:defRPr sz="800">
                <a:latin typeface="Arial" panose="020B0604020202020204" pitchFamily="34" charset="0"/>
                <a:cs typeface="Arial" panose="020B0604020202020204" pitchFamily="34" charset="0"/>
              </a:defRPr>
            </a:lvl3pPr>
            <a:lvl4pPr>
              <a:defRPr sz="800">
                <a:latin typeface="Arial" panose="020B0604020202020204" pitchFamily="34" charset="0"/>
                <a:cs typeface="Arial" panose="020B0604020202020204" pitchFamily="34" charset="0"/>
              </a:defRPr>
            </a:lvl4pPr>
            <a:lvl5pPr>
              <a:defRPr sz="800">
                <a:latin typeface="Arial" panose="020B0604020202020204" pitchFamily="34" charset="0"/>
                <a:cs typeface="Arial" panose="020B0604020202020204" pitchFamily="34" charset="0"/>
              </a:defRPr>
            </a:lvl5pPr>
          </a:lstStyle>
          <a:p>
            <a:pPr lvl="0"/>
            <a:r>
              <a:rPr lang="en-US" dirty="0"/>
              <a:t>{##]</a:t>
            </a:r>
          </a:p>
        </p:txBody>
      </p:sp>
      <p:sp>
        <p:nvSpPr>
          <p:cNvPr id="16" name="TextBox 15">
            <a:extLst>
              <a:ext uri="{FF2B5EF4-FFF2-40B4-BE49-F238E27FC236}">
                <a16:creationId xmlns:a16="http://schemas.microsoft.com/office/drawing/2014/main" id="{050F1410-6E3D-4C08-03EE-7773D8ACA03C}"/>
              </a:ext>
            </a:extLst>
          </p:cNvPr>
          <p:cNvSpPr txBox="1"/>
          <p:nvPr userDrawn="1"/>
        </p:nvSpPr>
        <p:spPr>
          <a:xfrm>
            <a:off x="10077378" y="6618134"/>
            <a:ext cx="1371962" cy="123111"/>
          </a:xfrm>
          <a:prstGeom prst="rect">
            <a:avLst/>
          </a:prstGeom>
        </p:spPr>
        <p:txBody>
          <a:bodyPr vert="horz" lIns="0" tIns="0" rIns="0" bIns="0" rtlCol="0" anchor="ctr" anchorCtr="0">
            <a:spAutoFit/>
          </a:bodyPr>
          <a:lstStyle>
            <a:defPPr>
              <a:defRPr lang="en-US"/>
            </a:defPPr>
            <a:lvl1pPr marR="0" lvl="0" indent="0" algn="r" fontAlgn="auto">
              <a:lnSpc>
                <a:spcPct val="100000"/>
              </a:lnSpc>
              <a:spcBef>
                <a:spcPts val="0"/>
              </a:spcBef>
              <a:spcAft>
                <a:spcPts val="0"/>
              </a:spcAft>
              <a:buClrTx/>
              <a:buSzTx/>
              <a:buFontTx/>
              <a:buNone/>
              <a:tabLst/>
              <a:defRPr kumimoji="0" sz="800" b="0" i="0" u="none" strike="noStrike" cap="none" spc="0" normalizeH="0" baseline="0">
                <a:ln>
                  <a:noFill/>
                </a:ln>
                <a:solidFill>
                  <a:srgbClr val="212121"/>
                </a:solidFill>
                <a:effectLst/>
                <a:uLnTx/>
                <a:uFillTx/>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Gensuite/ComplyWorks ID:</a:t>
            </a:r>
          </a:p>
        </p:txBody>
      </p:sp>
      <p:sp>
        <p:nvSpPr>
          <p:cNvPr id="11" name="Footer Placeholder 4">
            <a:extLst>
              <a:ext uri="{FF2B5EF4-FFF2-40B4-BE49-F238E27FC236}">
                <a16:creationId xmlns:a16="http://schemas.microsoft.com/office/drawing/2014/main" id="{3EBDDF43-22CA-69B6-36C6-F919DE233A66}"/>
              </a:ext>
            </a:extLst>
          </p:cNvPr>
          <p:cNvSpPr txBox="1">
            <a:spLocks/>
          </p:cNvSpPr>
          <p:nvPr userDrawn="1"/>
        </p:nvSpPr>
        <p:spPr>
          <a:xfrm>
            <a:off x="419100" y="6601346"/>
            <a:ext cx="6827734" cy="123112"/>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 2025 GE Vernova and/or its affiliates. All rights reserved. Not to be copied, distributed or reproduced without prior approval from GE Vernova. </a:t>
            </a:r>
          </a:p>
        </p:txBody>
      </p:sp>
      <p:sp>
        <p:nvSpPr>
          <p:cNvPr id="33" name="Icon 1">
            <a:extLst>
              <a:ext uri="{FF2B5EF4-FFF2-40B4-BE49-F238E27FC236}">
                <a16:creationId xmlns:a16="http://schemas.microsoft.com/office/drawing/2014/main" id="{6C9D3EF7-45AE-12A8-BF67-1AF0E6641CA4}"/>
              </a:ext>
            </a:extLst>
          </p:cNvPr>
          <p:cNvSpPr/>
          <p:nvPr userDrawn="1"/>
        </p:nvSpPr>
        <p:spPr>
          <a:xfrm>
            <a:off x="429433" y="1524000"/>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34" name="Icon 1">
            <a:extLst>
              <a:ext uri="{FF2B5EF4-FFF2-40B4-BE49-F238E27FC236}">
                <a16:creationId xmlns:a16="http://schemas.microsoft.com/office/drawing/2014/main" id="{40BA9342-F57B-1444-00A1-87771F847C17}"/>
              </a:ext>
            </a:extLst>
          </p:cNvPr>
          <p:cNvSpPr/>
          <p:nvPr userDrawn="1"/>
        </p:nvSpPr>
        <p:spPr>
          <a:xfrm>
            <a:off x="1410300" y="1539387"/>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36" name="TextBox 35">
            <a:extLst>
              <a:ext uri="{FF2B5EF4-FFF2-40B4-BE49-F238E27FC236}">
                <a16:creationId xmlns:a16="http://schemas.microsoft.com/office/drawing/2014/main" id="{65A62826-9347-7D58-533A-AF7C1534320C}"/>
              </a:ext>
            </a:extLst>
          </p:cNvPr>
          <p:cNvSpPr txBox="1"/>
          <p:nvPr userDrawn="1"/>
        </p:nvSpPr>
        <p:spPr>
          <a:xfrm>
            <a:off x="490230" y="1745038"/>
            <a:ext cx="574398" cy="253916"/>
          </a:xfrm>
          <a:prstGeom prst="rect">
            <a:avLst/>
          </a:prstGeom>
          <a:noFill/>
        </p:spPr>
        <p:txBody>
          <a:bodyPr wrap="none" lIns="45720" tIns="45720" rIns="45720" bIns="4572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Business</a:t>
            </a:r>
          </a:p>
        </p:txBody>
      </p:sp>
      <p:sp>
        <p:nvSpPr>
          <p:cNvPr id="37" name="TextBox 36">
            <a:extLst>
              <a:ext uri="{FF2B5EF4-FFF2-40B4-BE49-F238E27FC236}">
                <a16:creationId xmlns:a16="http://schemas.microsoft.com/office/drawing/2014/main" id="{9A3AD4C6-0352-6E8E-CB06-669244BA5E40}"/>
              </a:ext>
            </a:extLst>
          </p:cNvPr>
          <p:cNvSpPr txBox="1"/>
          <p:nvPr userDrawn="1"/>
        </p:nvSpPr>
        <p:spPr>
          <a:xfrm>
            <a:off x="1605530" y="1771967"/>
            <a:ext cx="305533" cy="230832"/>
          </a:xfrm>
          <a:prstGeom prst="rect">
            <a:avLst/>
          </a:prstGeom>
          <a:noFill/>
        </p:spPr>
        <p:txBody>
          <a:bodyPr wrap="none" lIns="45720" tIns="45720" rIns="45720" bIns="4572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LSR</a:t>
            </a:r>
          </a:p>
        </p:txBody>
      </p:sp>
    </p:spTree>
    <p:extLst>
      <p:ext uri="{BB962C8B-B14F-4D97-AF65-F5344CB8AC3E}">
        <p14:creationId xmlns:p14="http://schemas.microsoft.com/office/powerpoint/2010/main" val="1580253591"/>
      </p:ext>
    </p:extLst>
  </p:cSld>
  <p:clrMapOvr>
    <a:masterClrMapping/>
  </p:clrMapOvr>
  <p:extLst>
    <p:ext uri="{DCECCB84-F9BA-43D5-87BE-67443E8EF086}">
      <p15:sldGuideLst xmlns:p15="http://schemas.microsoft.com/office/powerpoint/2012/main">
        <p15:guide id="1" orient="horz" pos="88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lert_Level B">
    <p:spTree>
      <p:nvGrpSpPr>
        <p:cNvPr id="1" name=""/>
        <p:cNvGrpSpPr/>
        <p:nvPr/>
      </p:nvGrpSpPr>
      <p:grpSpPr>
        <a:xfrm>
          <a:off x="0" y="0"/>
          <a:ext cx="0" cy="0"/>
          <a:chOff x="0" y="0"/>
          <a:chExt cx="0" cy="0"/>
        </a:xfrm>
      </p:grpSpPr>
      <p:sp>
        <p:nvSpPr>
          <p:cNvPr id="2" name="Rectangle: Top Corners Rounded 1">
            <a:extLst>
              <a:ext uri="{FF2B5EF4-FFF2-40B4-BE49-F238E27FC236}">
                <a16:creationId xmlns:a16="http://schemas.microsoft.com/office/drawing/2014/main" id="{E9110847-D1BB-6805-BEEE-6BCE2A58F8AC}"/>
              </a:ext>
            </a:extLst>
          </p:cNvPr>
          <p:cNvSpPr/>
          <p:nvPr userDrawn="1"/>
        </p:nvSpPr>
        <p:spPr>
          <a:xfrm rot="16200000" flipH="1">
            <a:off x="7492366" y="-1191829"/>
            <a:ext cx="1746713" cy="7680960"/>
          </a:xfrm>
          <a:prstGeom prst="round2SameRect">
            <a:avLst>
              <a:gd name="adj1" fmla="val 2577"/>
              <a:gd name="adj2" fmla="val 0"/>
            </a:avLst>
          </a:prstGeom>
          <a:noFill/>
          <a:ln w="12700" cap="flat" cmpd="sng" algn="ctr">
            <a:solidFill>
              <a:schemeClr val="tx1"/>
            </a:solidFill>
            <a:prstDash val="solid"/>
            <a:miter lim="800000"/>
          </a:ln>
          <a:effectLst/>
        </p:spPr>
        <p:txBody>
          <a:bodyPr rtlCol="0" anchor="t" anchorCtr="0"/>
          <a:lstStyle/>
          <a:p>
            <a:pPr marR="0" lvl="0" indent="0" fontAlgn="auto">
              <a:lnSpc>
                <a:spcPct val="100000"/>
              </a:lnSpc>
              <a:spcBef>
                <a:spcPts val="0"/>
              </a:spcBef>
              <a:spcAft>
                <a:spcPts val="600"/>
              </a:spcAft>
              <a:buClrTx/>
              <a:buSzTx/>
              <a:buFontTx/>
              <a:buNone/>
              <a:tabLst/>
            </a:pPr>
            <a:endParaRPr kumimoji="0" lang="en-US" b="0" i="0" u="none" strike="noStrike" kern="0" cap="none" spc="0" normalizeH="0" baseline="0" noProof="0" dirty="0">
              <a:ln>
                <a:noFill/>
              </a:ln>
              <a:solidFill>
                <a:srgbClr val="005E60"/>
              </a:solidFill>
              <a:effectLst/>
              <a:uLnTx/>
              <a:uFillTx/>
              <a:latin typeface="Arial" panose="020B0604020202020204"/>
            </a:endParaRPr>
          </a:p>
        </p:txBody>
      </p:sp>
      <p:sp>
        <p:nvSpPr>
          <p:cNvPr id="3" name="Rectangle: Top Corners Rounded 2">
            <a:extLst>
              <a:ext uri="{FF2B5EF4-FFF2-40B4-BE49-F238E27FC236}">
                <a16:creationId xmlns:a16="http://schemas.microsoft.com/office/drawing/2014/main" id="{9BC4A799-FDEF-1E99-D782-ACBF48DD3D3A}"/>
              </a:ext>
            </a:extLst>
          </p:cNvPr>
          <p:cNvSpPr/>
          <p:nvPr userDrawn="1"/>
        </p:nvSpPr>
        <p:spPr>
          <a:xfrm rot="16200000" flipH="1">
            <a:off x="7212648" y="917571"/>
            <a:ext cx="2291946" cy="7666758"/>
          </a:xfrm>
          <a:prstGeom prst="round2SameRect">
            <a:avLst>
              <a:gd name="adj1" fmla="val 2577"/>
              <a:gd name="adj2" fmla="val 0"/>
            </a:avLst>
          </a:prstGeom>
          <a:solidFill>
            <a:schemeClr val="accent2"/>
          </a:solidFill>
          <a:ln w="12700" cap="flat" cmpd="sng" algn="ctr">
            <a:solidFill>
              <a:schemeClr val="accent2"/>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a:ea typeface="+mn-ea"/>
              <a:cs typeface="+mn-cs"/>
            </a:endParaRPr>
          </a:p>
        </p:txBody>
      </p:sp>
      <p:sp>
        <p:nvSpPr>
          <p:cNvPr id="4" name="Rectangle: Top Corners Rounded 3">
            <a:extLst>
              <a:ext uri="{FF2B5EF4-FFF2-40B4-BE49-F238E27FC236}">
                <a16:creationId xmlns:a16="http://schemas.microsoft.com/office/drawing/2014/main" id="{98F5F5EF-D2AD-4C91-E982-50B831E44C05}"/>
              </a:ext>
            </a:extLst>
          </p:cNvPr>
          <p:cNvSpPr/>
          <p:nvPr userDrawn="1"/>
        </p:nvSpPr>
        <p:spPr>
          <a:xfrm rot="5400000">
            <a:off x="139379" y="1624396"/>
            <a:ext cx="4121627" cy="4423424"/>
          </a:xfrm>
          <a:prstGeom prst="round2SameRect">
            <a:avLst>
              <a:gd name="adj1" fmla="val 1113"/>
              <a:gd name="adj2" fmla="val 0"/>
            </a:avLst>
          </a:prstGeom>
          <a:solidFill>
            <a:schemeClr val="accent2"/>
          </a:solidFill>
          <a:ln w="12700" cap="flat" cmpd="sng" algn="ctr">
            <a:solidFill>
              <a:schemeClr val="accent2"/>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a:ea typeface="+mn-ea"/>
              <a:cs typeface="+mn-cs"/>
            </a:endParaRPr>
          </a:p>
        </p:txBody>
      </p:sp>
      <p:sp>
        <p:nvSpPr>
          <p:cNvPr id="6" name="Freeform: Shape 5">
            <a:extLst>
              <a:ext uri="{FF2B5EF4-FFF2-40B4-BE49-F238E27FC236}">
                <a16:creationId xmlns:a16="http://schemas.microsoft.com/office/drawing/2014/main" id="{29C38609-E274-1D82-F429-738E557D53FA}"/>
              </a:ext>
            </a:extLst>
          </p:cNvPr>
          <p:cNvSpPr/>
          <p:nvPr userDrawn="1"/>
        </p:nvSpPr>
        <p:spPr>
          <a:xfrm>
            <a:off x="1" y="320716"/>
            <a:ext cx="1125027" cy="728662"/>
          </a:xfrm>
          <a:custGeom>
            <a:avLst/>
            <a:gdLst>
              <a:gd name="connsiteX0" fmla="*/ 0 w 1125027"/>
              <a:gd name="connsiteY0" fmla="*/ 0 h 728662"/>
              <a:gd name="connsiteX1" fmla="*/ 759363 w 1125027"/>
              <a:gd name="connsiteY1" fmla="*/ 0 h 728662"/>
              <a:gd name="connsiteX2" fmla="*/ 765174 w 1125027"/>
              <a:gd name="connsiteY2" fmla="*/ 0 h 728662"/>
              <a:gd name="connsiteX3" fmla="*/ 765174 w 1125027"/>
              <a:gd name="connsiteY3" fmla="*/ 584 h 728662"/>
              <a:gd name="connsiteX4" fmla="*/ 833057 w 1125027"/>
              <a:gd name="connsiteY4" fmla="*/ 7402 h 728662"/>
              <a:gd name="connsiteX5" fmla="*/ 1125027 w 1125027"/>
              <a:gd name="connsiteY5" fmla="*/ 364331 h 728662"/>
              <a:gd name="connsiteX6" fmla="*/ 833057 w 1125027"/>
              <a:gd name="connsiteY6" fmla="*/ 721260 h 728662"/>
              <a:gd name="connsiteX7" fmla="*/ 765174 w 1125027"/>
              <a:gd name="connsiteY7" fmla="*/ 728078 h 728662"/>
              <a:gd name="connsiteX8" fmla="*/ 765174 w 1125027"/>
              <a:gd name="connsiteY8" fmla="*/ 728662 h 728662"/>
              <a:gd name="connsiteX9" fmla="*/ 759363 w 1125027"/>
              <a:gd name="connsiteY9" fmla="*/ 728662 h 728662"/>
              <a:gd name="connsiteX10" fmla="*/ 0 w 1125027"/>
              <a:gd name="connsiteY10" fmla="*/ 728662 h 72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5027" h="728662">
                <a:moveTo>
                  <a:pt x="0" y="0"/>
                </a:moveTo>
                <a:lnTo>
                  <a:pt x="759363" y="0"/>
                </a:lnTo>
                <a:lnTo>
                  <a:pt x="765174" y="0"/>
                </a:lnTo>
                <a:lnTo>
                  <a:pt x="765174" y="584"/>
                </a:lnTo>
                <a:lnTo>
                  <a:pt x="833057" y="7402"/>
                </a:lnTo>
                <a:cubicBezTo>
                  <a:pt x="999684" y="41375"/>
                  <a:pt x="1125027" y="188269"/>
                  <a:pt x="1125027" y="364331"/>
                </a:cubicBezTo>
                <a:cubicBezTo>
                  <a:pt x="1125027" y="540393"/>
                  <a:pt x="999684" y="687288"/>
                  <a:pt x="833057" y="721260"/>
                </a:cubicBezTo>
                <a:lnTo>
                  <a:pt x="765174" y="728078"/>
                </a:lnTo>
                <a:lnTo>
                  <a:pt x="765174" y="728662"/>
                </a:lnTo>
                <a:lnTo>
                  <a:pt x="759363" y="728662"/>
                </a:lnTo>
                <a:lnTo>
                  <a:pt x="0" y="72866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F5C147"/>
              </a:solidFill>
              <a:effectLst/>
              <a:uLnTx/>
              <a:uFillTx/>
              <a:latin typeface="Inter"/>
              <a:ea typeface="+mn-ea"/>
              <a:cs typeface="+mn-cs"/>
            </a:endParaRPr>
          </a:p>
        </p:txBody>
      </p:sp>
      <p:sp>
        <p:nvSpPr>
          <p:cNvPr id="7" name="Rectangle 6">
            <a:extLst>
              <a:ext uri="{FF2B5EF4-FFF2-40B4-BE49-F238E27FC236}">
                <a16:creationId xmlns:a16="http://schemas.microsoft.com/office/drawing/2014/main" id="{2CCB88AF-F2BE-DE2D-F707-B011696B4A83}"/>
              </a:ext>
            </a:extLst>
          </p:cNvPr>
          <p:cNvSpPr/>
          <p:nvPr userDrawn="1"/>
        </p:nvSpPr>
        <p:spPr>
          <a:xfrm>
            <a:off x="4411906" y="320716"/>
            <a:ext cx="6256094" cy="728662"/>
          </a:xfrm>
          <a:prstGeom prst="rect">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chemeClr val="tx2"/>
              </a:solidFill>
              <a:effectLst/>
              <a:uLnTx/>
              <a:uFillTx/>
              <a:latin typeface="Inter"/>
              <a:ea typeface="+mn-ea"/>
              <a:cs typeface="+mn-cs"/>
            </a:endParaRPr>
          </a:p>
        </p:txBody>
      </p:sp>
      <p:sp>
        <p:nvSpPr>
          <p:cNvPr id="8" name="TextBox 7">
            <a:extLst>
              <a:ext uri="{FF2B5EF4-FFF2-40B4-BE49-F238E27FC236}">
                <a16:creationId xmlns:a16="http://schemas.microsoft.com/office/drawing/2014/main" id="{9D3EC6D5-86F6-C6D4-D168-BA1CF23A5EB1}"/>
              </a:ext>
            </a:extLst>
          </p:cNvPr>
          <p:cNvSpPr txBox="1"/>
          <p:nvPr userDrawn="1"/>
        </p:nvSpPr>
        <p:spPr>
          <a:xfrm>
            <a:off x="1095481" y="194"/>
            <a:ext cx="3345973" cy="1323439"/>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a:noFill/>
                </a:ln>
                <a:solidFill>
                  <a:schemeClr val="tx1"/>
                </a:solidFill>
                <a:effectLst/>
                <a:uLnTx/>
                <a:uFillTx/>
                <a:latin typeface="Sons Condensed Extrabold" panose="02060906060206060203" pitchFamily="18" charset="0"/>
                <a:ea typeface="+mn-ea"/>
                <a:cs typeface="+mn-cs"/>
              </a:rPr>
              <a:t>EHS ALERT</a:t>
            </a:r>
          </a:p>
        </p:txBody>
      </p:sp>
      <p:sp>
        <p:nvSpPr>
          <p:cNvPr id="9" name="Circle: Hollow 8">
            <a:extLst>
              <a:ext uri="{FF2B5EF4-FFF2-40B4-BE49-F238E27FC236}">
                <a16:creationId xmlns:a16="http://schemas.microsoft.com/office/drawing/2014/main" id="{6229E146-CD2C-64E0-77BB-15392E77F0A8}"/>
              </a:ext>
            </a:extLst>
          </p:cNvPr>
          <p:cNvSpPr/>
          <p:nvPr userDrawn="1"/>
        </p:nvSpPr>
        <p:spPr>
          <a:xfrm>
            <a:off x="440293" y="365007"/>
            <a:ext cx="640080" cy="640080"/>
          </a:xfrm>
          <a:prstGeom prst="donut">
            <a:avLst>
              <a:gd name="adj" fmla="val 41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Inter"/>
              <a:ea typeface="+mn-ea"/>
              <a:cs typeface="+mn-cs"/>
            </a:endParaRPr>
          </a:p>
        </p:txBody>
      </p:sp>
      <p:pic>
        <p:nvPicPr>
          <p:cNvPr id="10" name="Graphic 9">
            <a:extLst>
              <a:ext uri="{FF2B5EF4-FFF2-40B4-BE49-F238E27FC236}">
                <a16:creationId xmlns:a16="http://schemas.microsoft.com/office/drawing/2014/main" id="{869C42ED-87A3-C887-DAC9-8C35CA0213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0507" y="495526"/>
            <a:ext cx="419652" cy="379042"/>
          </a:xfrm>
          <a:prstGeom prst="rect">
            <a:avLst/>
          </a:prstGeom>
        </p:spPr>
      </p:pic>
      <p:grpSp>
        <p:nvGrpSpPr>
          <p:cNvPr id="17" name="Group 16">
            <a:extLst>
              <a:ext uri="{FF2B5EF4-FFF2-40B4-BE49-F238E27FC236}">
                <a16:creationId xmlns:a16="http://schemas.microsoft.com/office/drawing/2014/main" id="{E61711C5-DE9D-01A4-AC43-D7FAB0BBE76D}"/>
              </a:ext>
            </a:extLst>
          </p:cNvPr>
          <p:cNvGrpSpPr/>
          <p:nvPr userDrawn="1"/>
        </p:nvGrpSpPr>
        <p:grpSpPr>
          <a:xfrm>
            <a:off x="4724400" y="302410"/>
            <a:ext cx="730791" cy="899732"/>
            <a:chOff x="4508438" y="407007"/>
            <a:chExt cx="730791" cy="899732"/>
          </a:xfrm>
        </p:grpSpPr>
        <p:sp>
          <p:nvSpPr>
            <p:cNvPr id="14" name="Rectangle 13">
              <a:extLst>
                <a:ext uri="{FF2B5EF4-FFF2-40B4-BE49-F238E27FC236}">
                  <a16:creationId xmlns:a16="http://schemas.microsoft.com/office/drawing/2014/main" id="{DC2A6171-D450-A4F8-E230-62E9064FBB1D}"/>
                </a:ext>
              </a:extLst>
            </p:cNvPr>
            <p:cNvSpPr/>
            <p:nvPr userDrawn="1"/>
          </p:nvSpPr>
          <p:spPr>
            <a:xfrm>
              <a:off x="4618887" y="426069"/>
              <a:ext cx="509892" cy="728662"/>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chemeClr val="tx2"/>
                </a:solidFill>
                <a:effectLst/>
                <a:uLnTx/>
                <a:uFillTx/>
                <a:latin typeface="Inter"/>
                <a:ea typeface="+mn-ea"/>
                <a:cs typeface="+mn-cs"/>
              </a:endParaRPr>
            </a:p>
          </p:txBody>
        </p:sp>
        <p:sp>
          <p:nvSpPr>
            <p:cNvPr id="12" name="TextBox 11">
              <a:extLst>
                <a:ext uri="{FF2B5EF4-FFF2-40B4-BE49-F238E27FC236}">
                  <a16:creationId xmlns:a16="http://schemas.microsoft.com/office/drawing/2014/main" id="{022E3512-EC59-BA41-A817-6C639FF15D78}"/>
                </a:ext>
              </a:extLst>
            </p:cNvPr>
            <p:cNvSpPr txBox="1"/>
            <p:nvPr userDrawn="1"/>
          </p:nvSpPr>
          <p:spPr>
            <a:xfrm>
              <a:off x="4605775" y="415925"/>
              <a:ext cx="536116" cy="890814"/>
            </a:xfrm>
            <a:prstGeom prst="rect">
              <a:avLst/>
            </a:prstGeom>
            <a:noFill/>
          </p:spPr>
          <p:txBody>
            <a:bodyPr wrap="none" lIns="0" tIns="0" rIns="0" bIns="0" rtlCol="0" anchor="ctr">
              <a:noAutofit/>
            </a:bodyPr>
            <a:lstStyle/>
            <a:p>
              <a:pPr algn="ctr">
                <a:spcAft>
                  <a:spcPts val="600"/>
                </a:spcAft>
              </a:pPr>
              <a:r>
                <a:rPr lang="en-US" sz="5600" dirty="0">
                  <a:solidFill>
                    <a:schemeClr val="tx1"/>
                  </a:solidFill>
                  <a:latin typeface="Sons Condensed Extrabold" panose="02060906060206060203" pitchFamily="18" charset="0"/>
                </a:rPr>
                <a:t>B</a:t>
              </a:r>
            </a:p>
          </p:txBody>
        </p:sp>
        <p:sp>
          <p:nvSpPr>
            <p:cNvPr id="13" name="TextBox 12">
              <a:extLst>
                <a:ext uri="{FF2B5EF4-FFF2-40B4-BE49-F238E27FC236}">
                  <a16:creationId xmlns:a16="http://schemas.microsoft.com/office/drawing/2014/main" id="{506A9281-27A7-CA10-90A2-A6263E5B16C1}"/>
                </a:ext>
              </a:extLst>
            </p:cNvPr>
            <p:cNvSpPr txBox="1"/>
            <p:nvPr userDrawn="1"/>
          </p:nvSpPr>
          <p:spPr>
            <a:xfrm>
              <a:off x="4508438" y="407007"/>
              <a:ext cx="730791" cy="262552"/>
            </a:xfrm>
            <a:prstGeom prst="rect">
              <a:avLst/>
            </a:prstGeom>
            <a:noFill/>
          </p:spPr>
          <p:txBody>
            <a:bodyPr wrap="none" lIns="0" tIns="0" rIns="0" bIns="0" rtlCol="0">
              <a:noAutofit/>
            </a:bodyPr>
            <a:lstStyle/>
            <a:p>
              <a:pPr algn="ctr">
                <a:spcAft>
                  <a:spcPts val="600"/>
                </a:spcAft>
              </a:pPr>
              <a:r>
                <a:rPr lang="en-US" sz="1500" dirty="0">
                  <a:solidFill>
                    <a:schemeClr val="tx1"/>
                  </a:solidFill>
                  <a:latin typeface="Sons Condensed Semibold" panose="02060706060206060203" pitchFamily="18" charset="0"/>
                </a:rPr>
                <a:t>LEVEL</a:t>
              </a:r>
            </a:p>
          </p:txBody>
        </p:sp>
      </p:grpSp>
      <p:cxnSp>
        <p:nvCxnSpPr>
          <p:cNvPr id="21" name="Straight Connector 20">
            <a:extLst>
              <a:ext uri="{FF2B5EF4-FFF2-40B4-BE49-F238E27FC236}">
                <a16:creationId xmlns:a16="http://schemas.microsoft.com/office/drawing/2014/main" id="{F6283822-CF06-A764-7EF6-0815F1F913F0}"/>
              </a:ext>
            </a:extLst>
          </p:cNvPr>
          <p:cNvCxnSpPr>
            <a:cxnSpLocks/>
          </p:cNvCxnSpPr>
          <p:nvPr userDrawn="1"/>
        </p:nvCxnSpPr>
        <p:spPr>
          <a:xfrm>
            <a:off x="1950720" y="2913140"/>
            <a:ext cx="2329867" cy="0"/>
          </a:xfrm>
          <a:prstGeom prst="line">
            <a:avLst/>
          </a:prstGeom>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741AA1F2-4362-E378-067F-53BEED4306E8}"/>
              </a:ext>
            </a:extLst>
          </p:cNvPr>
          <p:cNvCxnSpPr>
            <a:cxnSpLocks/>
          </p:cNvCxnSpPr>
          <p:nvPr userDrawn="1"/>
        </p:nvCxnSpPr>
        <p:spPr>
          <a:xfrm>
            <a:off x="1950720" y="3191295"/>
            <a:ext cx="2329867" cy="0"/>
          </a:xfrm>
          <a:prstGeom prst="line">
            <a:avLst/>
          </a:prstGeom>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933AD9F0-4276-ECB9-B824-83FB990696D7}"/>
              </a:ext>
            </a:extLst>
          </p:cNvPr>
          <p:cNvCxnSpPr>
            <a:cxnSpLocks/>
          </p:cNvCxnSpPr>
          <p:nvPr userDrawn="1"/>
        </p:nvCxnSpPr>
        <p:spPr>
          <a:xfrm>
            <a:off x="1950720" y="3465212"/>
            <a:ext cx="2329867" cy="0"/>
          </a:xfrm>
          <a:prstGeom prst="line">
            <a:avLst/>
          </a:prstGeom>
          <a:ln/>
        </p:spPr>
        <p:style>
          <a:lnRef idx="1">
            <a:schemeClr val="dk1"/>
          </a:lnRef>
          <a:fillRef idx="0">
            <a:schemeClr val="dk1"/>
          </a:fillRef>
          <a:effectRef idx="0">
            <a:schemeClr val="dk1"/>
          </a:effectRef>
          <a:fontRef idx="minor">
            <a:schemeClr val="tx1"/>
          </a:fontRef>
        </p:style>
      </p:cxnSp>
      <p:sp>
        <p:nvSpPr>
          <p:cNvPr id="24" name="Text Placeholder 4">
            <a:extLst>
              <a:ext uri="{FF2B5EF4-FFF2-40B4-BE49-F238E27FC236}">
                <a16:creationId xmlns:a16="http://schemas.microsoft.com/office/drawing/2014/main" id="{79F963AE-EBC5-D1EC-21DA-FC7E317B93AF}"/>
              </a:ext>
            </a:extLst>
          </p:cNvPr>
          <p:cNvSpPr>
            <a:spLocks noGrp="1"/>
          </p:cNvSpPr>
          <p:nvPr>
            <p:ph type="body" sz="quarter" idx="17"/>
          </p:nvPr>
        </p:nvSpPr>
        <p:spPr>
          <a:xfrm>
            <a:off x="1998184" y="3214603"/>
            <a:ext cx="2192816" cy="254847"/>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25" name="Text Placeholder 3">
            <a:extLst>
              <a:ext uri="{FF2B5EF4-FFF2-40B4-BE49-F238E27FC236}">
                <a16:creationId xmlns:a16="http://schemas.microsoft.com/office/drawing/2014/main" id="{53201B47-D735-6C2D-88E6-5E0A13315B27}"/>
              </a:ext>
            </a:extLst>
          </p:cNvPr>
          <p:cNvSpPr>
            <a:spLocks noGrp="1"/>
          </p:cNvSpPr>
          <p:nvPr>
            <p:ph type="body" sz="quarter" idx="16"/>
          </p:nvPr>
        </p:nvSpPr>
        <p:spPr>
          <a:xfrm>
            <a:off x="1998184" y="2937379"/>
            <a:ext cx="2192816" cy="253916"/>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26" name="Text Placeholder 2">
            <a:extLst>
              <a:ext uri="{FF2B5EF4-FFF2-40B4-BE49-F238E27FC236}">
                <a16:creationId xmlns:a16="http://schemas.microsoft.com/office/drawing/2014/main" id="{845165A1-4B66-496A-4F3F-FDBF63F65409}"/>
              </a:ext>
            </a:extLst>
          </p:cNvPr>
          <p:cNvSpPr>
            <a:spLocks noGrp="1"/>
          </p:cNvSpPr>
          <p:nvPr>
            <p:ph type="body" sz="quarter" idx="15"/>
          </p:nvPr>
        </p:nvSpPr>
        <p:spPr>
          <a:xfrm>
            <a:off x="1998184" y="2665810"/>
            <a:ext cx="2192816" cy="247330"/>
          </a:xfrm>
        </p:spPr>
        <p:txBody>
          <a:bodyPr lIns="45720" tIns="45720" rIns="45720" bIns="45720"/>
          <a:lstStyle>
            <a:lvl1pPr>
              <a:defRPr sz="1050">
                <a:solidFill>
                  <a:schemeClr val="tx2"/>
                </a:solidFill>
                <a:latin typeface="+mn-lt"/>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27" name="TextBox 26">
            <a:extLst>
              <a:ext uri="{FF2B5EF4-FFF2-40B4-BE49-F238E27FC236}">
                <a16:creationId xmlns:a16="http://schemas.microsoft.com/office/drawing/2014/main" id="{7CACA65A-8AA6-31F1-75E9-C506D33941ED}"/>
              </a:ext>
            </a:extLst>
          </p:cNvPr>
          <p:cNvSpPr txBox="1"/>
          <p:nvPr userDrawn="1"/>
        </p:nvSpPr>
        <p:spPr>
          <a:xfrm>
            <a:off x="439305" y="2659224"/>
            <a:ext cx="1490471"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Location:</a:t>
            </a:r>
          </a:p>
        </p:txBody>
      </p:sp>
      <p:sp>
        <p:nvSpPr>
          <p:cNvPr id="28" name="TextBox 27">
            <a:extLst>
              <a:ext uri="{FF2B5EF4-FFF2-40B4-BE49-F238E27FC236}">
                <a16:creationId xmlns:a16="http://schemas.microsoft.com/office/drawing/2014/main" id="{CADDB9EF-554A-9998-2706-A9C43E166CAF}"/>
              </a:ext>
            </a:extLst>
          </p:cNvPr>
          <p:cNvSpPr txBox="1"/>
          <p:nvPr userDrawn="1"/>
        </p:nvSpPr>
        <p:spPr>
          <a:xfrm>
            <a:off x="439309" y="2937379"/>
            <a:ext cx="1490471"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Date: </a:t>
            </a:r>
          </a:p>
        </p:txBody>
      </p:sp>
      <p:sp>
        <p:nvSpPr>
          <p:cNvPr id="29" name="TextBox 28">
            <a:extLst>
              <a:ext uri="{FF2B5EF4-FFF2-40B4-BE49-F238E27FC236}">
                <a16:creationId xmlns:a16="http://schemas.microsoft.com/office/drawing/2014/main" id="{CDC6971B-7B19-D035-C6B1-F0D2C7125ADF}"/>
              </a:ext>
            </a:extLst>
          </p:cNvPr>
          <p:cNvSpPr txBox="1"/>
          <p:nvPr userDrawn="1"/>
        </p:nvSpPr>
        <p:spPr>
          <a:xfrm>
            <a:off x="439309" y="3215534"/>
            <a:ext cx="1490473"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Customer/Contractor:</a:t>
            </a:r>
          </a:p>
        </p:txBody>
      </p:sp>
      <p:sp>
        <p:nvSpPr>
          <p:cNvPr id="48" name="Rectangle 47">
            <a:extLst>
              <a:ext uri="{FF2B5EF4-FFF2-40B4-BE49-F238E27FC236}">
                <a16:creationId xmlns:a16="http://schemas.microsoft.com/office/drawing/2014/main" id="{821CC7AB-7856-01D3-7C4F-38E4F3AFC75C}"/>
              </a:ext>
            </a:extLst>
          </p:cNvPr>
          <p:cNvSpPr/>
          <p:nvPr userDrawn="1"/>
        </p:nvSpPr>
        <p:spPr>
          <a:xfrm>
            <a:off x="0" y="6009714"/>
            <a:ext cx="12192000" cy="495629"/>
          </a:xfrm>
          <a:prstGeom prst="rect">
            <a:avLst/>
          </a:prstGeom>
          <a:solidFill>
            <a:srgbClr val="EC642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49" name="Takeaway Placeholder 6">
            <a:extLst>
              <a:ext uri="{FF2B5EF4-FFF2-40B4-BE49-F238E27FC236}">
                <a16:creationId xmlns:a16="http://schemas.microsoft.com/office/drawing/2014/main" id="{988B5831-D1E3-8E85-8F71-6A4023567726}"/>
              </a:ext>
            </a:extLst>
          </p:cNvPr>
          <p:cNvSpPr>
            <a:spLocks noGrp="1"/>
          </p:cNvSpPr>
          <p:nvPr>
            <p:ph type="body" sz="quarter" idx="29" hasCustomPrompt="1"/>
          </p:nvPr>
        </p:nvSpPr>
        <p:spPr>
          <a:xfrm>
            <a:off x="-280" y="6070997"/>
            <a:ext cx="12192000" cy="373062"/>
          </a:xfrm>
        </p:spPr>
        <p:txBody>
          <a:bodyPr anchor="ctr"/>
          <a:lstStyle>
            <a:lvl1pPr algn="ctr">
              <a:defRPr sz="1600">
                <a:solidFill>
                  <a:schemeClr val="bg1"/>
                </a:solidFill>
                <a:latin typeface="Arial" panose="020B0604020202020204" pitchFamily="34" charset="0"/>
                <a:cs typeface="Arial" panose="020B0604020202020204" pitchFamily="34" charset="0"/>
              </a:defRPr>
            </a:lvl1pPr>
            <a:lvl2pPr marL="0" indent="0" algn="ctr">
              <a:buNone/>
              <a:defRPr sz="1600">
                <a:latin typeface="Arial" panose="020B0604020202020204" pitchFamily="34" charset="0"/>
                <a:cs typeface="Arial" panose="020B0604020202020204" pitchFamily="34" charset="0"/>
              </a:defRPr>
            </a:lvl2pPr>
            <a:lvl3pPr algn="ctr">
              <a:defRPr sz="1600">
                <a:latin typeface="Arial" panose="020B0604020202020204" pitchFamily="34" charset="0"/>
                <a:cs typeface="Arial" panose="020B0604020202020204" pitchFamily="34" charset="0"/>
              </a:defRPr>
            </a:lvl3pPr>
            <a:lvl4pPr algn="ctr">
              <a:defRPr sz="1600">
                <a:latin typeface="Arial" panose="020B0604020202020204" pitchFamily="34" charset="0"/>
                <a:cs typeface="Arial" panose="020B0604020202020204" pitchFamily="34" charset="0"/>
              </a:defRPr>
            </a:lvl4pPr>
            <a:lvl5pPr algn="ctr">
              <a:defRPr sz="1600">
                <a:latin typeface="Arial" panose="020B0604020202020204" pitchFamily="34" charset="0"/>
                <a:cs typeface="Arial" panose="020B0604020202020204" pitchFamily="34" charset="0"/>
              </a:defRPr>
            </a:lvl5pPr>
          </a:lstStyle>
          <a:p>
            <a:pPr lvl="0"/>
            <a:r>
              <a:rPr lang="en-US" dirty="0"/>
              <a:t>Click to enter the most relevant take away from your event</a:t>
            </a:r>
          </a:p>
        </p:txBody>
      </p:sp>
      <p:sp>
        <p:nvSpPr>
          <p:cNvPr id="55" name="Oval 54">
            <a:extLst>
              <a:ext uri="{FF2B5EF4-FFF2-40B4-BE49-F238E27FC236}">
                <a16:creationId xmlns:a16="http://schemas.microsoft.com/office/drawing/2014/main" id="{8665A15C-6217-FC87-8B31-5E81BD0A92ED}"/>
              </a:ext>
            </a:extLst>
          </p:cNvPr>
          <p:cNvSpPr/>
          <p:nvPr userDrawn="1"/>
        </p:nvSpPr>
        <p:spPr>
          <a:xfrm>
            <a:off x="10210800" y="296427"/>
            <a:ext cx="777240" cy="77724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pic>
        <p:nvPicPr>
          <p:cNvPr id="56" name="Picture 55" descr="Text&#10;&#10;Description automatically generated">
            <a:extLst>
              <a:ext uri="{FF2B5EF4-FFF2-40B4-BE49-F238E27FC236}">
                <a16:creationId xmlns:a16="http://schemas.microsoft.com/office/drawing/2014/main" id="{86280194-3EA6-E972-072D-609FB582173E}"/>
              </a:ext>
            </a:extLst>
          </p:cNvPr>
          <p:cNvPicPr>
            <a:picLocks noChangeAspect="1"/>
          </p:cNvPicPr>
          <p:nvPr userDrawn="1"/>
        </p:nvPicPr>
        <p:blipFill>
          <a:blip r:embed="rId3"/>
          <a:stretch>
            <a:fillRect/>
          </a:stretch>
        </p:blipFill>
        <p:spPr>
          <a:xfrm>
            <a:off x="10333714" y="442411"/>
            <a:ext cx="1553486" cy="485273"/>
          </a:xfrm>
          <a:prstGeom prst="rect">
            <a:avLst/>
          </a:prstGeom>
        </p:spPr>
      </p:pic>
      <p:sp>
        <p:nvSpPr>
          <p:cNvPr id="58" name="Text Placeholder 27">
            <a:extLst>
              <a:ext uri="{FF2B5EF4-FFF2-40B4-BE49-F238E27FC236}">
                <a16:creationId xmlns:a16="http://schemas.microsoft.com/office/drawing/2014/main" id="{5B0941A2-93B8-109B-9A8B-45298BFFAC61}"/>
              </a:ext>
            </a:extLst>
          </p:cNvPr>
          <p:cNvSpPr>
            <a:spLocks noGrp="1"/>
          </p:cNvSpPr>
          <p:nvPr>
            <p:ph type="body" sz="quarter" idx="22"/>
          </p:nvPr>
        </p:nvSpPr>
        <p:spPr>
          <a:xfrm>
            <a:off x="4830045" y="2001779"/>
            <a:ext cx="3185158" cy="1339406"/>
          </a:xfrm>
          <a:prstGeom prst="rect">
            <a:avLst/>
          </a:prstGeom>
        </p:spPr>
        <p:txBody>
          <a:bodyPr/>
          <a:lstStyle>
            <a:lvl1pPr algn="l" defTabSz="914400" rtl="0" eaLnBrk="1" latinLnBrk="0" hangingPunct="1">
              <a:lnSpc>
                <a:spcPct val="100000"/>
              </a:lnSpc>
              <a:spcBef>
                <a:spcPts val="0"/>
              </a:spcBef>
              <a:buNone/>
              <a:defRPr lang="en-US" sz="1400" dirty="0" smtClean="0"/>
            </a:lvl1pPr>
            <a:lvl2pPr marL="0" indent="0" algn="l" defTabSz="914400" rtl="0" eaLnBrk="1" latinLnBrk="0" hangingPunct="1">
              <a:lnSpc>
                <a:spcPct val="100000"/>
              </a:lnSpc>
              <a:spcBef>
                <a:spcPts val="0"/>
              </a:spcBef>
              <a:buNone/>
              <a:defRPr lang="en-US" sz="1400" dirty="0" smtClean="0"/>
            </a:lvl2pPr>
            <a:lvl3pPr marL="182880" indent="0" algn="l" defTabSz="914400" rtl="0" eaLnBrk="1" latinLnBrk="0" hangingPunct="1">
              <a:lnSpc>
                <a:spcPct val="100000"/>
              </a:lnSpc>
              <a:spcBef>
                <a:spcPts val="0"/>
              </a:spcBef>
              <a:buNone/>
              <a:defRPr lang="en-US" sz="1400" dirty="0" smtClean="0"/>
            </a:lvl3pPr>
            <a:lvl4pPr marL="365760" indent="0" algn="l" defTabSz="914400" rtl="0" eaLnBrk="1" latinLnBrk="0" hangingPunct="1">
              <a:lnSpc>
                <a:spcPct val="100000"/>
              </a:lnSpc>
              <a:spcBef>
                <a:spcPts val="0"/>
              </a:spcBef>
              <a:buNone/>
              <a:defRPr lang="en-US" sz="1400" dirty="0" smtClean="0"/>
            </a:lvl4pPr>
            <a:lvl5pPr marL="548640" indent="0" algn="l" defTabSz="914400" rtl="0" eaLnBrk="1" latinLnBrk="0" hangingPunct="1">
              <a:lnSpc>
                <a:spcPct val="100000"/>
              </a:lnSpc>
              <a:spcBef>
                <a:spcPts val="0"/>
              </a:spcBef>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9" name="Text Placeholder 27">
            <a:extLst>
              <a:ext uri="{FF2B5EF4-FFF2-40B4-BE49-F238E27FC236}">
                <a16:creationId xmlns:a16="http://schemas.microsoft.com/office/drawing/2014/main" id="{0232AA09-AEEF-975E-F5F5-B9078C424AFF}"/>
              </a:ext>
            </a:extLst>
          </p:cNvPr>
          <p:cNvSpPr>
            <a:spLocks noGrp="1"/>
          </p:cNvSpPr>
          <p:nvPr>
            <p:ph type="body" sz="quarter" idx="34"/>
          </p:nvPr>
        </p:nvSpPr>
        <p:spPr>
          <a:xfrm>
            <a:off x="8510349" y="2001779"/>
            <a:ext cx="3439285" cy="1339406"/>
          </a:xfrm>
          <a:prstGeom prst="rect">
            <a:avLst/>
          </a:prstGeom>
        </p:spPr>
        <p:txBody>
          <a:bodyPr/>
          <a:lstStyle>
            <a:lvl1pPr marL="171450" indent="-171450"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1pPr>
            <a:lvl2pPr marL="344488" indent="-173038" algn="l" defTabSz="914400" rtl="0" eaLnBrk="1" latinLnBrk="0" hangingPunct="1">
              <a:lnSpc>
                <a:spcPct val="100000"/>
              </a:lnSpc>
              <a:spcBef>
                <a:spcPts val="0"/>
              </a:spcBef>
              <a:spcAft>
                <a:spcPts val="0"/>
              </a:spcAft>
              <a:buClr>
                <a:schemeClr val="tx1"/>
              </a:buClr>
              <a:buFont typeface="Symbol" panose="05050102010706020507" pitchFamily="18" charset="2"/>
              <a:buChar char="-"/>
              <a:defRPr lang="en-US" sz="1400" dirty="0" smtClean="0"/>
            </a:lvl2pPr>
            <a:lvl3pPr marL="344488" indent="-161925"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3pPr>
            <a:lvl4pPr marL="569913" indent="-204788"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4pPr>
            <a:lvl5pPr marL="687388" indent="-139700" algn="l" defTabSz="914400" rtl="0" eaLnBrk="1" latinLnBrk="0" hangingPunct="1">
              <a:lnSpc>
                <a:spcPct val="100000"/>
              </a:lnSpc>
              <a:spcBef>
                <a:spcPts val="0"/>
              </a:spcBef>
              <a:spcAft>
                <a:spcPts val="0"/>
              </a:spcAft>
              <a:buFont typeface="Arial" panose="020B0604020202020204" pitchFamily="34" charset="0"/>
              <a:buChar cha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0" name="Straight Arrow Connector 59">
            <a:extLst>
              <a:ext uri="{FF2B5EF4-FFF2-40B4-BE49-F238E27FC236}">
                <a16:creationId xmlns:a16="http://schemas.microsoft.com/office/drawing/2014/main" id="{B4E36FB1-07DB-704F-1280-22FE8C86980F}"/>
              </a:ext>
            </a:extLst>
          </p:cNvPr>
          <p:cNvCxnSpPr>
            <a:cxnSpLocks/>
          </p:cNvCxnSpPr>
          <p:nvPr userDrawn="1"/>
        </p:nvCxnSpPr>
        <p:spPr>
          <a:xfrm>
            <a:off x="8262776" y="2001779"/>
            <a:ext cx="0" cy="1339406"/>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908F7263-2A89-258A-DAB2-7918F6A993DE}"/>
              </a:ext>
            </a:extLst>
          </p:cNvPr>
          <p:cNvSpPr txBox="1"/>
          <p:nvPr userDrawn="1"/>
        </p:nvSpPr>
        <p:spPr>
          <a:xfrm>
            <a:off x="4724400" y="1426369"/>
            <a:ext cx="2126589" cy="492443"/>
          </a:xfrm>
          <a:prstGeom prst="rect">
            <a:avLst/>
          </a:prstGeom>
          <a:solidFill>
            <a:schemeClr val="bg1"/>
          </a:solidFill>
        </p:spPr>
        <p:txBody>
          <a:bodyPr vert="horz" wrap="square" lIns="91440" tIns="0" rIns="0" bIns="0" rtlCol="0">
            <a:spAutoFit/>
          </a:bodyPr>
          <a:lstStyle>
            <a:lvl1pPr lvl="0" indent="0" fontAlgn="auto">
              <a:lnSpc>
                <a:spcPct val="100000"/>
              </a:lnSpc>
              <a:spcBef>
                <a:spcPts val="0"/>
              </a:spcBef>
              <a:spcAft>
                <a:spcPct val="600000"/>
              </a:spcAft>
              <a:buClr>
                <a:schemeClr val="tx1"/>
              </a:buClr>
              <a:buFont typeface="Arial" panose="020B0604020202020204" pitchFamily="34" charset="0"/>
              <a:buNone/>
              <a:defRPr sz="36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lgn="l"/>
            <a:r>
              <a:rPr lang="en-US" sz="3200" dirty="0"/>
              <a:t>What happened?</a:t>
            </a:r>
          </a:p>
        </p:txBody>
      </p:sp>
      <p:sp>
        <p:nvSpPr>
          <p:cNvPr id="62" name="TextBox 61">
            <a:extLst>
              <a:ext uri="{FF2B5EF4-FFF2-40B4-BE49-F238E27FC236}">
                <a16:creationId xmlns:a16="http://schemas.microsoft.com/office/drawing/2014/main" id="{417797F3-1590-56A4-1907-B42E4E0B2051}"/>
              </a:ext>
            </a:extLst>
          </p:cNvPr>
          <p:cNvSpPr txBox="1"/>
          <p:nvPr userDrawn="1"/>
        </p:nvSpPr>
        <p:spPr>
          <a:xfrm>
            <a:off x="8404705" y="1426369"/>
            <a:ext cx="837889" cy="492443"/>
          </a:xfrm>
          <a:prstGeom prst="rect">
            <a:avLst/>
          </a:prstGeom>
          <a:solidFill>
            <a:schemeClr val="bg1"/>
          </a:solidFill>
        </p:spPr>
        <p:txBody>
          <a:bodyPr vert="horz" wrap="square" lIns="91440" tIns="0" rIns="0" bIns="0" rtlCol="0">
            <a:spAutoFit/>
          </a:bodyPr>
          <a:lstStyle>
            <a:defPPr>
              <a:defRPr lang="en-US"/>
            </a:defPPr>
            <a:lvl1pPr lvl="0" indent="0" fontAlgn="auto">
              <a:lnSpc>
                <a:spcPct val="100000"/>
              </a:lnSpc>
              <a:spcBef>
                <a:spcPts val="0"/>
              </a:spcBef>
              <a:spcAft>
                <a:spcPct val="600000"/>
              </a:spcAft>
              <a:buClr>
                <a:schemeClr val="tx1"/>
              </a:buClr>
              <a:buFont typeface="Arial" panose="020B0604020202020204" pitchFamily="34" charset="0"/>
              <a:buNone/>
              <a:defRPr sz="36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lgn="l"/>
            <a:r>
              <a:rPr lang="en-US" sz="3200" dirty="0"/>
              <a:t>Why?</a:t>
            </a:r>
          </a:p>
        </p:txBody>
      </p:sp>
      <p:sp>
        <p:nvSpPr>
          <p:cNvPr id="63" name="Text Placeholder 32">
            <a:extLst>
              <a:ext uri="{FF2B5EF4-FFF2-40B4-BE49-F238E27FC236}">
                <a16:creationId xmlns:a16="http://schemas.microsoft.com/office/drawing/2014/main" id="{115F4E85-861F-74E0-2C0B-EDFDF90D0839}"/>
              </a:ext>
            </a:extLst>
          </p:cNvPr>
          <p:cNvSpPr>
            <a:spLocks noGrp="1"/>
          </p:cNvSpPr>
          <p:nvPr>
            <p:ph type="body" sz="quarter" idx="19"/>
          </p:nvPr>
        </p:nvSpPr>
        <p:spPr>
          <a:xfrm>
            <a:off x="4830045" y="4220034"/>
            <a:ext cx="7119590" cy="1542591"/>
          </a:xfrm>
          <a:prstGeom prst="rect">
            <a:avLst/>
          </a:prstGeom>
        </p:spPr>
        <p:txBody>
          <a:bodyPr/>
          <a:lstStyle>
            <a:lvl1pPr marL="171450" indent="-171450" algn="l" defTabSz="914400" rtl="0" eaLnBrk="1" fontAlgn="auto" latinLnBrk="0" hangingPunct="1">
              <a:lnSpc>
                <a:spcPct val="100000"/>
              </a:lnSpc>
              <a:spcBef>
                <a:spcPts val="0"/>
              </a:spcBef>
              <a:spcAft>
                <a:spcPct val="0"/>
              </a:spcAft>
              <a:buFont typeface="Arial" panose="020B0604020202020204" pitchFamily="34" charset="0"/>
              <a:buChar char="•"/>
              <a:defRPr lang="en-US" sz="1400" dirty="0"/>
            </a:lvl1pPr>
            <a:lvl2pPr marL="17145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2pPr>
            <a:lvl3pPr marL="35433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3pPr>
            <a:lvl4pPr marL="53721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4pPr>
            <a:lvl5pPr marL="72009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4" name="TextBox 63">
            <a:extLst>
              <a:ext uri="{FF2B5EF4-FFF2-40B4-BE49-F238E27FC236}">
                <a16:creationId xmlns:a16="http://schemas.microsoft.com/office/drawing/2014/main" id="{D83FFA91-A85C-DF62-84CD-8833B8130534}"/>
              </a:ext>
            </a:extLst>
          </p:cNvPr>
          <p:cNvSpPr txBox="1"/>
          <p:nvPr userDrawn="1"/>
        </p:nvSpPr>
        <p:spPr>
          <a:xfrm>
            <a:off x="4724401" y="3629025"/>
            <a:ext cx="2725501" cy="492443"/>
          </a:xfrm>
          <a:prstGeom prst="rect">
            <a:avLst/>
          </a:prstGeom>
          <a:solidFill>
            <a:schemeClr val="accent2"/>
          </a:solidFill>
        </p:spPr>
        <p:txBody>
          <a:bodyPr vert="horz" wrap="square" lIns="91440" tIns="0" rIns="0" bIns="0" rtlCol="0">
            <a:spAutoFit/>
          </a:bodyPr>
          <a:lstStyle>
            <a:defPPr>
              <a:defRPr lang="en-US"/>
            </a:defPPr>
            <a:lvl1pPr lvl="0" indent="0" fontAlgn="auto">
              <a:lnSpc>
                <a:spcPct val="100000"/>
              </a:lnSpc>
              <a:spcBef>
                <a:spcPts val="0"/>
              </a:spcBef>
              <a:spcAft>
                <a:spcPct val="600000"/>
              </a:spcAft>
              <a:buClr>
                <a:schemeClr val="tx1"/>
              </a:buClr>
              <a:buFont typeface="Arial" panose="020B0604020202020204" pitchFamily="34" charset="0"/>
              <a:buNone/>
              <a:defRPr sz="32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r>
              <a:rPr lang="en-US" dirty="0"/>
              <a:t>Learning &amp; changing</a:t>
            </a:r>
          </a:p>
        </p:txBody>
      </p:sp>
      <p:sp>
        <p:nvSpPr>
          <p:cNvPr id="5" name="Rectangle 4">
            <a:extLst>
              <a:ext uri="{FF2B5EF4-FFF2-40B4-BE49-F238E27FC236}">
                <a16:creationId xmlns:a16="http://schemas.microsoft.com/office/drawing/2014/main" id="{8A5C314F-051C-DD12-662B-78B89C65D6B9}"/>
              </a:ext>
            </a:extLst>
          </p:cNvPr>
          <p:cNvSpPr/>
          <p:nvPr userDrawn="1"/>
        </p:nvSpPr>
        <p:spPr>
          <a:xfrm>
            <a:off x="0" y="1094425"/>
            <a:ext cx="12192000" cy="120433"/>
          </a:xfrm>
          <a:prstGeom prst="rect">
            <a:avLst/>
          </a:prstGeom>
          <a:solidFill>
            <a:srgbClr val="EC642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11" name="Image Rectangle 31">
            <a:extLst>
              <a:ext uri="{FF2B5EF4-FFF2-40B4-BE49-F238E27FC236}">
                <a16:creationId xmlns:a16="http://schemas.microsoft.com/office/drawing/2014/main" id="{BED6CDC4-A438-8693-0427-FCCEA33BF157}"/>
              </a:ext>
            </a:extLst>
          </p:cNvPr>
          <p:cNvSpPr/>
          <p:nvPr userDrawn="1"/>
        </p:nvSpPr>
        <p:spPr>
          <a:xfrm>
            <a:off x="439309" y="3607315"/>
            <a:ext cx="3841278" cy="2289607"/>
          </a:xfrm>
          <a:prstGeom prst="roundRect">
            <a:avLst>
              <a:gd name="adj" fmla="val 2800"/>
            </a:avLst>
          </a:prstGeom>
          <a:solidFill>
            <a:schemeClr val="tx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5" name="Picture Placeholder 42">
            <a:extLst>
              <a:ext uri="{FF2B5EF4-FFF2-40B4-BE49-F238E27FC236}">
                <a16:creationId xmlns:a16="http://schemas.microsoft.com/office/drawing/2014/main" id="{377A2887-1BEB-903A-9F75-F2C85F5106A9}"/>
              </a:ext>
            </a:extLst>
          </p:cNvPr>
          <p:cNvSpPr>
            <a:spLocks noGrp="1" noChangeAspect="1"/>
          </p:cNvSpPr>
          <p:nvPr>
            <p:ph type="pic" sz="quarter" idx="28"/>
          </p:nvPr>
        </p:nvSpPr>
        <p:spPr>
          <a:xfrm>
            <a:off x="512860" y="3673400"/>
            <a:ext cx="3694176" cy="2157437"/>
          </a:xfrm>
          <a:prstGeom prst="roundRect">
            <a:avLst>
              <a:gd name="adj" fmla="val 665"/>
            </a:avLst>
          </a:prstGeom>
          <a:solidFill>
            <a:schemeClr val="bg1"/>
          </a:solidFill>
          <a:ln w="28575">
            <a:noFill/>
          </a:ln>
        </p:spPr>
        <p:txBody>
          <a:bodyPr/>
          <a:lstStyle/>
          <a:p>
            <a:endParaRPr lang="en-US" dirty="0"/>
          </a:p>
        </p:txBody>
      </p:sp>
      <p:sp>
        <p:nvSpPr>
          <p:cNvPr id="20" name="Text Placeholder 28">
            <a:extLst>
              <a:ext uri="{FF2B5EF4-FFF2-40B4-BE49-F238E27FC236}">
                <a16:creationId xmlns:a16="http://schemas.microsoft.com/office/drawing/2014/main" id="{64639AEC-AE0F-BF07-E916-213013ABD86E}"/>
              </a:ext>
            </a:extLst>
          </p:cNvPr>
          <p:cNvSpPr>
            <a:spLocks noGrp="1"/>
          </p:cNvSpPr>
          <p:nvPr>
            <p:ph type="body" sz="quarter" idx="30" hasCustomPrompt="1"/>
          </p:nvPr>
        </p:nvSpPr>
        <p:spPr>
          <a:xfrm>
            <a:off x="11588054" y="6601347"/>
            <a:ext cx="369691" cy="123111"/>
          </a:xfrm>
        </p:spPr>
        <p:txBody>
          <a:bodyPr anchor="ctr">
            <a:spAutoFit/>
          </a:bodyPr>
          <a:lstStyle>
            <a:lvl1pPr>
              <a:defRPr sz="800">
                <a:solidFill>
                  <a:srgbClr val="212121"/>
                </a:solidFill>
                <a:latin typeface="Arial" panose="020B0604020202020204" pitchFamily="34" charset="0"/>
                <a:cs typeface="Arial" panose="020B0604020202020204" pitchFamily="34" charset="0"/>
              </a:defRPr>
            </a:lvl1pPr>
            <a:lvl2pPr>
              <a:defRPr sz="800">
                <a:latin typeface="Arial" panose="020B0604020202020204" pitchFamily="34" charset="0"/>
                <a:cs typeface="Arial" panose="020B0604020202020204" pitchFamily="34" charset="0"/>
              </a:defRPr>
            </a:lvl2pPr>
            <a:lvl3pPr>
              <a:defRPr sz="800">
                <a:latin typeface="Arial" panose="020B0604020202020204" pitchFamily="34" charset="0"/>
                <a:cs typeface="Arial" panose="020B0604020202020204" pitchFamily="34" charset="0"/>
              </a:defRPr>
            </a:lvl3pPr>
            <a:lvl4pPr>
              <a:defRPr sz="800">
                <a:latin typeface="Arial" panose="020B0604020202020204" pitchFamily="34" charset="0"/>
                <a:cs typeface="Arial" panose="020B0604020202020204" pitchFamily="34" charset="0"/>
              </a:defRPr>
            </a:lvl4pPr>
            <a:lvl5pPr>
              <a:defRPr sz="800">
                <a:latin typeface="Arial" panose="020B0604020202020204" pitchFamily="34" charset="0"/>
                <a:cs typeface="Arial" panose="020B0604020202020204" pitchFamily="34" charset="0"/>
              </a:defRPr>
            </a:lvl5pPr>
          </a:lstStyle>
          <a:p>
            <a:pPr lvl="0"/>
            <a:r>
              <a:rPr lang="en-US" dirty="0"/>
              <a:t>{##]</a:t>
            </a:r>
          </a:p>
        </p:txBody>
      </p:sp>
      <p:sp>
        <p:nvSpPr>
          <p:cNvPr id="33" name="TextBox 32">
            <a:extLst>
              <a:ext uri="{FF2B5EF4-FFF2-40B4-BE49-F238E27FC236}">
                <a16:creationId xmlns:a16="http://schemas.microsoft.com/office/drawing/2014/main" id="{2E18CE2C-3AD4-F38C-5A2A-2A881D50E8E0}"/>
              </a:ext>
            </a:extLst>
          </p:cNvPr>
          <p:cNvSpPr txBox="1"/>
          <p:nvPr userDrawn="1"/>
        </p:nvSpPr>
        <p:spPr>
          <a:xfrm>
            <a:off x="10145744" y="6601347"/>
            <a:ext cx="1371962" cy="123111"/>
          </a:xfrm>
          <a:prstGeom prst="rect">
            <a:avLst/>
          </a:prstGeom>
        </p:spPr>
        <p:txBody>
          <a:bodyPr vert="horz" lIns="0" tIns="0" rIns="0" bIns="0" rtlCol="0" anchor="ctr" anchorCtr="0">
            <a:spAutoFit/>
          </a:bodyPr>
          <a:lstStyle>
            <a:defPPr>
              <a:defRPr lang="en-US"/>
            </a:defPPr>
            <a:lvl1pPr marR="0" lvl="0" indent="0" algn="r" fontAlgn="auto">
              <a:lnSpc>
                <a:spcPct val="100000"/>
              </a:lnSpc>
              <a:spcBef>
                <a:spcPts val="0"/>
              </a:spcBef>
              <a:spcAft>
                <a:spcPts val="0"/>
              </a:spcAft>
              <a:buClrTx/>
              <a:buSzTx/>
              <a:buFontTx/>
              <a:buNone/>
              <a:tabLst/>
              <a:defRPr kumimoji="0" sz="800" b="0" i="0" u="none" strike="noStrike" cap="none" spc="0" normalizeH="0" baseline="0">
                <a:ln>
                  <a:noFill/>
                </a:ln>
                <a:solidFill>
                  <a:srgbClr val="212121"/>
                </a:solidFill>
                <a:effectLst/>
                <a:uLnTx/>
                <a:uFillTx/>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12121"/>
                </a:solidFill>
                <a:effectLst/>
                <a:uLnTx/>
                <a:uFillTx/>
                <a:latin typeface="Arial" panose="020B0604020202020204" pitchFamily="34" charset="0"/>
                <a:ea typeface="+mn-ea"/>
                <a:cs typeface="Arial" panose="020B0604020202020204" pitchFamily="34" charset="0"/>
              </a:rPr>
              <a:t>Gensuite/ComplyWorks ID:</a:t>
            </a:r>
          </a:p>
        </p:txBody>
      </p:sp>
      <p:sp>
        <p:nvSpPr>
          <p:cNvPr id="16" name="Footer Placeholder 4">
            <a:extLst>
              <a:ext uri="{FF2B5EF4-FFF2-40B4-BE49-F238E27FC236}">
                <a16:creationId xmlns:a16="http://schemas.microsoft.com/office/drawing/2014/main" id="{74D7E613-D1F6-F535-F471-4D837251760D}"/>
              </a:ext>
            </a:extLst>
          </p:cNvPr>
          <p:cNvSpPr txBox="1">
            <a:spLocks/>
          </p:cNvSpPr>
          <p:nvPr userDrawn="1"/>
        </p:nvSpPr>
        <p:spPr>
          <a:xfrm>
            <a:off x="419100" y="6601346"/>
            <a:ext cx="6639726" cy="192464"/>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12121"/>
                </a:solidFill>
                <a:effectLst/>
                <a:uLnTx/>
                <a:uFillTx/>
                <a:latin typeface="Arial" panose="020B0604020202020204" pitchFamily="34" charset="0"/>
                <a:ea typeface="+mn-ea"/>
                <a:cs typeface="Arial" panose="020B0604020202020204" pitchFamily="34" charset="0"/>
              </a:rPr>
              <a:t>© 2025 GE Vernova and/or its affiliates. All rights reserved. </a:t>
            </a:r>
            <a:r>
              <a:rPr kumimoji="0" lang="en-US" sz="8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rPr>
              <a:t>Not to be copied, distributed or reproduced without prior approval from GE Vernova. </a:t>
            </a:r>
            <a:endParaRPr kumimoji="0" 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8" name="Icon 1">
            <a:extLst>
              <a:ext uri="{FF2B5EF4-FFF2-40B4-BE49-F238E27FC236}">
                <a16:creationId xmlns:a16="http://schemas.microsoft.com/office/drawing/2014/main" id="{3969D2FB-58EB-4C0B-F902-AC3DCF516BE3}"/>
              </a:ext>
            </a:extLst>
          </p:cNvPr>
          <p:cNvSpPr/>
          <p:nvPr userDrawn="1"/>
        </p:nvSpPr>
        <p:spPr>
          <a:xfrm>
            <a:off x="429433" y="1524000"/>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19" name="Icon 1">
            <a:extLst>
              <a:ext uri="{FF2B5EF4-FFF2-40B4-BE49-F238E27FC236}">
                <a16:creationId xmlns:a16="http://schemas.microsoft.com/office/drawing/2014/main" id="{19488EBE-75EB-4008-C167-D5CBD80222A5}"/>
              </a:ext>
            </a:extLst>
          </p:cNvPr>
          <p:cNvSpPr/>
          <p:nvPr userDrawn="1"/>
        </p:nvSpPr>
        <p:spPr>
          <a:xfrm>
            <a:off x="1410300" y="1539387"/>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35" name="TextBox 34">
            <a:extLst>
              <a:ext uri="{FF2B5EF4-FFF2-40B4-BE49-F238E27FC236}">
                <a16:creationId xmlns:a16="http://schemas.microsoft.com/office/drawing/2014/main" id="{C07E62D1-A97F-E0A7-8586-922C950C4E48}"/>
              </a:ext>
            </a:extLst>
          </p:cNvPr>
          <p:cNvSpPr txBox="1"/>
          <p:nvPr userDrawn="1"/>
        </p:nvSpPr>
        <p:spPr>
          <a:xfrm>
            <a:off x="490230" y="1745038"/>
            <a:ext cx="574398" cy="253916"/>
          </a:xfrm>
          <a:prstGeom prst="rect">
            <a:avLst/>
          </a:prstGeom>
          <a:noFill/>
        </p:spPr>
        <p:txBody>
          <a:bodyPr wrap="none" lIns="45720" tIns="45720" rIns="45720" bIns="4572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Business</a:t>
            </a:r>
          </a:p>
        </p:txBody>
      </p:sp>
      <p:sp>
        <p:nvSpPr>
          <p:cNvPr id="37" name="TextBox 36">
            <a:extLst>
              <a:ext uri="{FF2B5EF4-FFF2-40B4-BE49-F238E27FC236}">
                <a16:creationId xmlns:a16="http://schemas.microsoft.com/office/drawing/2014/main" id="{E34217B3-BD78-B3A7-5AC9-957BFEA6007B}"/>
              </a:ext>
            </a:extLst>
          </p:cNvPr>
          <p:cNvSpPr txBox="1"/>
          <p:nvPr userDrawn="1"/>
        </p:nvSpPr>
        <p:spPr>
          <a:xfrm>
            <a:off x="1533395" y="1702717"/>
            <a:ext cx="449803" cy="369332"/>
          </a:xfrm>
          <a:prstGeom prst="rect">
            <a:avLst/>
          </a:prstGeom>
          <a:noFill/>
        </p:spPr>
        <p:txBody>
          <a:bodyPr wrap="none" lIns="45720" tIns="45720" rIns="45720" bIns="4572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LSR or</a:t>
            </a:r>
            <a:b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PSE</a:t>
            </a:r>
          </a:p>
        </p:txBody>
      </p:sp>
    </p:spTree>
    <p:extLst>
      <p:ext uri="{BB962C8B-B14F-4D97-AF65-F5344CB8AC3E}">
        <p14:creationId xmlns:p14="http://schemas.microsoft.com/office/powerpoint/2010/main" val="2692048217"/>
      </p:ext>
    </p:extLst>
  </p:cSld>
  <p:clrMapOvr>
    <a:masterClrMapping/>
  </p:clrMapOvr>
  <p:extLst>
    <p:ext uri="{DCECCB84-F9BA-43D5-87BE-67443E8EF086}">
      <p15:sldGuideLst xmlns:p15="http://schemas.microsoft.com/office/powerpoint/2012/main">
        <p15:guide id="1" orient="horz" pos="88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lert_Level C">
    <p:spTree>
      <p:nvGrpSpPr>
        <p:cNvPr id="1" name=""/>
        <p:cNvGrpSpPr/>
        <p:nvPr/>
      </p:nvGrpSpPr>
      <p:grpSpPr>
        <a:xfrm>
          <a:off x="0" y="0"/>
          <a:ext cx="0" cy="0"/>
          <a:chOff x="0" y="0"/>
          <a:chExt cx="0" cy="0"/>
        </a:xfrm>
      </p:grpSpPr>
      <p:sp>
        <p:nvSpPr>
          <p:cNvPr id="2" name="Rectangle: Top Corners Rounded 1">
            <a:extLst>
              <a:ext uri="{FF2B5EF4-FFF2-40B4-BE49-F238E27FC236}">
                <a16:creationId xmlns:a16="http://schemas.microsoft.com/office/drawing/2014/main" id="{E9110847-D1BB-6805-BEEE-6BCE2A58F8AC}"/>
              </a:ext>
            </a:extLst>
          </p:cNvPr>
          <p:cNvSpPr/>
          <p:nvPr userDrawn="1"/>
        </p:nvSpPr>
        <p:spPr>
          <a:xfrm rot="16200000" flipH="1">
            <a:off x="7492366" y="-1191829"/>
            <a:ext cx="1746713" cy="7680960"/>
          </a:xfrm>
          <a:prstGeom prst="round2SameRect">
            <a:avLst>
              <a:gd name="adj1" fmla="val 2577"/>
              <a:gd name="adj2" fmla="val 0"/>
            </a:avLst>
          </a:prstGeom>
          <a:noFill/>
          <a:ln w="12700" cap="flat" cmpd="sng" algn="ctr">
            <a:solidFill>
              <a:schemeClr val="tx1"/>
            </a:solidFill>
            <a:prstDash val="solid"/>
            <a:miter lim="800000"/>
          </a:ln>
          <a:effectLst/>
        </p:spPr>
        <p:txBody>
          <a:bodyPr rtlCol="0" anchor="t" anchorCtr="0"/>
          <a:lstStyle/>
          <a:p>
            <a:pPr marR="0" lvl="0" indent="0" fontAlgn="auto">
              <a:lnSpc>
                <a:spcPct val="100000"/>
              </a:lnSpc>
              <a:spcBef>
                <a:spcPts val="0"/>
              </a:spcBef>
              <a:spcAft>
                <a:spcPts val="600"/>
              </a:spcAft>
              <a:buClrTx/>
              <a:buSzTx/>
              <a:buFontTx/>
              <a:buNone/>
              <a:tabLst/>
            </a:pPr>
            <a:endParaRPr kumimoji="0" lang="en-US" b="0" i="0" u="none" strike="noStrike" kern="0" cap="none" spc="0" normalizeH="0" baseline="0" noProof="0" dirty="0">
              <a:ln>
                <a:noFill/>
              </a:ln>
              <a:solidFill>
                <a:srgbClr val="005E60"/>
              </a:solidFill>
              <a:effectLst/>
              <a:uLnTx/>
              <a:uFillTx/>
              <a:latin typeface="Arial" panose="020B0604020202020204"/>
            </a:endParaRPr>
          </a:p>
        </p:txBody>
      </p:sp>
      <p:sp>
        <p:nvSpPr>
          <p:cNvPr id="3" name="Rectangle: Top Corners Rounded 2">
            <a:extLst>
              <a:ext uri="{FF2B5EF4-FFF2-40B4-BE49-F238E27FC236}">
                <a16:creationId xmlns:a16="http://schemas.microsoft.com/office/drawing/2014/main" id="{9BC4A799-FDEF-1E99-D782-ACBF48DD3D3A}"/>
              </a:ext>
            </a:extLst>
          </p:cNvPr>
          <p:cNvSpPr/>
          <p:nvPr userDrawn="1"/>
        </p:nvSpPr>
        <p:spPr>
          <a:xfrm rot="16200000" flipH="1">
            <a:off x="7212648" y="917571"/>
            <a:ext cx="2291946" cy="7666758"/>
          </a:xfrm>
          <a:prstGeom prst="round2SameRect">
            <a:avLst>
              <a:gd name="adj1" fmla="val 2577"/>
              <a:gd name="adj2" fmla="val 0"/>
            </a:avLst>
          </a:prstGeom>
          <a:solidFill>
            <a:schemeClr val="accent2"/>
          </a:solidFill>
          <a:ln w="12700" cap="flat" cmpd="sng" algn="ctr">
            <a:solidFill>
              <a:schemeClr val="accent2"/>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a:ea typeface="+mn-ea"/>
              <a:cs typeface="+mn-cs"/>
            </a:endParaRPr>
          </a:p>
        </p:txBody>
      </p:sp>
      <p:sp>
        <p:nvSpPr>
          <p:cNvPr id="4" name="Rectangle: Top Corners Rounded 3">
            <a:extLst>
              <a:ext uri="{FF2B5EF4-FFF2-40B4-BE49-F238E27FC236}">
                <a16:creationId xmlns:a16="http://schemas.microsoft.com/office/drawing/2014/main" id="{98F5F5EF-D2AD-4C91-E982-50B831E44C05}"/>
              </a:ext>
            </a:extLst>
          </p:cNvPr>
          <p:cNvSpPr/>
          <p:nvPr userDrawn="1"/>
        </p:nvSpPr>
        <p:spPr>
          <a:xfrm rot="5400000">
            <a:off x="139379" y="1624396"/>
            <a:ext cx="4121627" cy="4423424"/>
          </a:xfrm>
          <a:prstGeom prst="round2SameRect">
            <a:avLst>
              <a:gd name="adj1" fmla="val 1113"/>
              <a:gd name="adj2" fmla="val 0"/>
            </a:avLst>
          </a:prstGeom>
          <a:solidFill>
            <a:schemeClr val="accent2"/>
          </a:solidFill>
          <a:ln w="12700" cap="flat" cmpd="sng" algn="ctr">
            <a:solidFill>
              <a:schemeClr val="accent2"/>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a:ea typeface="+mn-ea"/>
              <a:cs typeface="+mn-cs"/>
            </a:endParaRPr>
          </a:p>
        </p:txBody>
      </p:sp>
      <p:sp>
        <p:nvSpPr>
          <p:cNvPr id="6" name="Freeform: Shape 5">
            <a:extLst>
              <a:ext uri="{FF2B5EF4-FFF2-40B4-BE49-F238E27FC236}">
                <a16:creationId xmlns:a16="http://schemas.microsoft.com/office/drawing/2014/main" id="{29C38609-E274-1D82-F429-738E557D53FA}"/>
              </a:ext>
            </a:extLst>
          </p:cNvPr>
          <p:cNvSpPr/>
          <p:nvPr userDrawn="1"/>
        </p:nvSpPr>
        <p:spPr>
          <a:xfrm>
            <a:off x="1" y="320716"/>
            <a:ext cx="1125027" cy="728662"/>
          </a:xfrm>
          <a:custGeom>
            <a:avLst/>
            <a:gdLst>
              <a:gd name="connsiteX0" fmla="*/ 0 w 1125027"/>
              <a:gd name="connsiteY0" fmla="*/ 0 h 728662"/>
              <a:gd name="connsiteX1" fmla="*/ 759363 w 1125027"/>
              <a:gd name="connsiteY1" fmla="*/ 0 h 728662"/>
              <a:gd name="connsiteX2" fmla="*/ 765174 w 1125027"/>
              <a:gd name="connsiteY2" fmla="*/ 0 h 728662"/>
              <a:gd name="connsiteX3" fmla="*/ 765174 w 1125027"/>
              <a:gd name="connsiteY3" fmla="*/ 584 h 728662"/>
              <a:gd name="connsiteX4" fmla="*/ 833057 w 1125027"/>
              <a:gd name="connsiteY4" fmla="*/ 7402 h 728662"/>
              <a:gd name="connsiteX5" fmla="*/ 1125027 w 1125027"/>
              <a:gd name="connsiteY5" fmla="*/ 364331 h 728662"/>
              <a:gd name="connsiteX6" fmla="*/ 833057 w 1125027"/>
              <a:gd name="connsiteY6" fmla="*/ 721260 h 728662"/>
              <a:gd name="connsiteX7" fmla="*/ 765174 w 1125027"/>
              <a:gd name="connsiteY7" fmla="*/ 728078 h 728662"/>
              <a:gd name="connsiteX8" fmla="*/ 765174 w 1125027"/>
              <a:gd name="connsiteY8" fmla="*/ 728662 h 728662"/>
              <a:gd name="connsiteX9" fmla="*/ 759363 w 1125027"/>
              <a:gd name="connsiteY9" fmla="*/ 728662 h 728662"/>
              <a:gd name="connsiteX10" fmla="*/ 0 w 1125027"/>
              <a:gd name="connsiteY10" fmla="*/ 728662 h 72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5027" h="728662">
                <a:moveTo>
                  <a:pt x="0" y="0"/>
                </a:moveTo>
                <a:lnTo>
                  <a:pt x="759363" y="0"/>
                </a:lnTo>
                <a:lnTo>
                  <a:pt x="765174" y="0"/>
                </a:lnTo>
                <a:lnTo>
                  <a:pt x="765174" y="584"/>
                </a:lnTo>
                <a:lnTo>
                  <a:pt x="833057" y="7402"/>
                </a:lnTo>
                <a:cubicBezTo>
                  <a:pt x="999684" y="41375"/>
                  <a:pt x="1125027" y="188269"/>
                  <a:pt x="1125027" y="364331"/>
                </a:cubicBezTo>
                <a:cubicBezTo>
                  <a:pt x="1125027" y="540393"/>
                  <a:pt x="999684" y="687288"/>
                  <a:pt x="833057" y="721260"/>
                </a:cubicBezTo>
                <a:lnTo>
                  <a:pt x="765174" y="728078"/>
                </a:lnTo>
                <a:lnTo>
                  <a:pt x="765174" y="728662"/>
                </a:lnTo>
                <a:lnTo>
                  <a:pt x="759363" y="728662"/>
                </a:lnTo>
                <a:lnTo>
                  <a:pt x="0" y="72866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F5C147"/>
              </a:solidFill>
              <a:effectLst/>
              <a:uLnTx/>
              <a:uFillTx/>
              <a:latin typeface="Inter"/>
              <a:ea typeface="+mn-ea"/>
              <a:cs typeface="+mn-cs"/>
            </a:endParaRPr>
          </a:p>
        </p:txBody>
      </p:sp>
      <p:sp>
        <p:nvSpPr>
          <p:cNvPr id="7" name="Rectangle 6">
            <a:extLst>
              <a:ext uri="{FF2B5EF4-FFF2-40B4-BE49-F238E27FC236}">
                <a16:creationId xmlns:a16="http://schemas.microsoft.com/office/drawing/2014/main" id="{2CCB88AF-F2BE-DE2D-F707-B011696B4A83}"/>
              </a:ext>
            </a:extLst>
          </p:cNvPr>
          <p:cNvSpPr/>
          <p:nvPr userDrawn="1"/>
        </p:nvSpPr>
        <p:spPr>
          <a:xfrm>
            <a:off x="4411906" y="320716"/>
            <a:ext cx="6256094" cy="728662"/>
          </a:xfrm>
          <a:prstGeom prst="rect">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chemeClr val="tx2"/>
              </a:solidFill>
              <a:effectLst/>
              <a:uLnTx/>
              <a:uFillTx/>
              <a:latin typeface="Inter"/>
              <a:ea typeface="+mn-ea"/>
              <a:cs typeface="+mn-cs"/>
            </a:endParaRPr>
          </a:p>
        </p:txBody>
      </p:sp>
      <p:sp>
        <p:nvSpPr>
          <p:cNvPr id="8" name="TextBox 7">
            <a:extLst>
              <a:ext uri="{FF2B5EF4-FFF2-40B4-BE49-F238E27FC236}">
                <a16:creationId xmlns:a16="http://schemas.microsoft.com/office/drawing/2014/main" id="{9D3EC6D5-86F6-C6D4-D168-BA1CF23A5EB1}"/>
              </a:ext>
            </a:extLst>
          </p:cNvPr>
          <p:cNvSpPr txBox="1"/>
          <p:nvPr userDrawn="1"/>
        </p:nvSpPr>
        <p:spPr>
          <a:xfrm>
            <a:off x="1095481" y="194"/>
            <a:ext cx="3345973" cy="1323439"/>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a:noFill/>
                </a:ln>
                <a:solidFill>
                  <a:schemeClr val="tx1"/>
                </a:solidFill>
                <a:effectLst/>
                <a:uLnTx/>
                <a:uFillTx/>
                <a:latin typeface="Sons Condensed Extrabold" panose="02060906060206060203" pitchFamily="18" charset="0"/>
                <a:ea typeface="+mn-ea"/>
                <a:cs typeface="+mn-cs"/>
              </a:rPr>
              <a:t>EHS ALERT</a:t>
            </a:r>
          </a:p>
        </p:txBody>
      </p:sp>
      <p:sp>
        <p:nvSpPr>
          <p:cNvPr id="9" name="Circle: Hollow 8">
            <a:extLst>
              <a:ext uri="{FF2B5EF4-FFF2-40B4-BE49-F238E27FC236}">
                <a16:creationId xmlns:a16="http://schemas.microsoft.com/office/drawing/2014/main" id="{6229E146-CD2C-64E0-77BB-15392E77F0A8}"/>
              </a:ext>
            </a:extLst>
          </p:cNvPr>
          <p:cNvSpPr/>
          <p:nvPr userDrawn="1"/>
        </p:nvSpPr>
        <p:spPr>
          <a:xfrm>
            <a:off x="440293" y="365007"/>
            <a:ext cx="640080" cy="640080"/>
          </a:xfrm>
          <a:prstGeom prst="donut">
            <a:avLst>
              <a:gd name="adj" fmla="val 41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Inter"/>
              <a:ea typeface="+mn-ea"/>
              <a:cs typeface="+mn-cs"/>
            </a:endParaRPr>
          </a:p>
        </p:txBody>
      </p:sp>
      <p:pic>
        <p:nvPicPr>
          <p:cNvPr id="10" name="Graphic 9">
            <a:extLst>
              <a:ext uri="{FF2B5EF4-FFF2-40B4-BE49-F238E27FC236}">
                <a16:creationId xmlns:a16="http://schemas.microsoft.com/office/drawing/2014/main" id="{869C42ED-87A3-C887-DAC9-8C35CA0213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0507" y="495526"/>
            <a:ext cx="419652" cy="379042"/>
          </a:xfrm>
          <a:prstGeom prst="rect">
            <a:avLst/>
          </a:prstGeom>
        </p:spPr>
      </p:pic>
      <p:grpSp>
        <p:nvGrpSpPr>
          <p:cNvPr id="17" name="Group 16">
            <a:extLst>
              <a:ext uri="{FF2B5EF4-FFF2-40B4-BE49-F238E27FC236}">
                <a16:creationId xmlns:a16="http://schemas.microsoft.com/office/drawing/2014/main" id="{E61711C5-DE9D-01A4-AC43-D7FAB0BBE76D}"/>
              </a:ext>
            </a:extLst>
          </p:cNvPr>
          <p:cNvGrpSpPr/>
          <p:nvPr userDrawn="1"/>
        </p:nvGrpSpPr>
        <p:grpSpPr>
          <a:xfrm>
            <a:off x="4724400" y="302410"/>
            <a:ext cx="730791" cy="899732"/>
            <a:chOff x="4508438" y="407007"/>
            <a:chExt cx="730791" cy="899732"/>
          </a:xfrm>
        </p:grpSpPr>
        <p:sp>
          <p:nvSpPr>
            <p:cNvPr id="14" name="Rectangle 13">
              <a:extLst>
                <a:ext uri="{FF2B5EF4-FFF2-40B4-BE49-F238E27FC236}">
                  <a16:creationId xmlns:a16="http://schemas.microsoft.com/office/drawing/2014/main" id="{DC2A6171-D450-A4F8-E230-62E9064FBB1D}"/>
                </a:ext>
              </a:extLst>
            </p:cNvPr>
            <p:cNvSpPr/>
            <p:nvPr userDrawn="1"/>
          </p:nvSpPr>
          <p:spPr>
            <a:xfrm>
              <a:off x="4618887" y="426069"/>
              <a:ext cx="509892" cy="728662"/>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chemeClr val="tx2"/>
                </a:solidFill>
                <a:effectLst/>
                <a:uLnTx/>
                <a:uFillTx/>
                <a:latin typeface="Inter"/>
                <a:ea typeface="+mn-ea"/>
                <a:cs typeface="+mn-cs"/>
              </a:endParaRPr>
            </a:p>
          </p:txBody>
        </p:sp>
        <p:sp>
          <p:nvSpPr>
            <p:cNvPr id="12" name="TextBox 11">
              <a:extLst>
                <a:ext uri="{FF2B5EF4-FFF2-40B4-BE49-F238E27FC236}">
                  <a16:creationId xmlns:a16="http://schemas.microsoft.com/office/drawing/2014/main" id="{022E3512-EC59-BA41-A817-6C639FF15D78}"/>
                </a:ext>
              </a:extLst>
            </p:cNvPr>
            <p:cNvSpPr txBox="1"/>
            <p:nvPr userDrawn="1"/>
          </p:nvSpPr>
          <p:spPr>
            <a:xfrm>
              <a:off x="4605775" y="415925"/>
              <a:ext cx="536116" cy="890814"/>
            </a:xfrm>
            <a:prstGeom prst="rect">
              <a:avLst/>
            </a:prstGeom>
            <a:noFill/>
          </p:spPr>
          <p:txBody>
            <a:bodyPr wrap="none" lIns="0" tIns="0" rIns="0" bIns="0" rtlCol="0" anchor="ctr">
              <a:noAutofit/>
            </a:bodyPr>
            <a:lstStyle/>
            <a:p>
              <a:pPr algn="ctr">
                <a:spcAft>
                  <a:spcPts val="600"/>
                </a:spcAft>
              </a:pPr>
              <a:r>
                <a:rPr lang="en-US" sz="5600" dirty="0">
                  <a:solidFill>
                    <a:schemeClr val="tx1"/>
                  </a:solidFill>
                  <a:latin typeface="Sons Condensed Extrabold" panose="02060906060206060203" pitchFamily="18" charset="0"/>
                </a:rPr>
                <a:t>C</a:t>
              </a:r>
            </a:p>
          </p:txBody>
        </p:sp>
        <p:sp>
          <p:nvSpPr>
            <p:cNvPr id="13" name="TextBox 12">
              <a:extLst>
                <a:ext uri="{FF2B5EF4-FFF2-40B4-BE49-F238E27FC236}">
                  <a16:creationId xmlns:a16="http://schemas.microsoft.com/office/drawing/2014/main" id="{506A9281-27A7-CA10-90A2-A6263E5B16C1}"/>
                </a:ext>
              </a:extLst>
            </p:cNvPr>
            <p:cNvSpPr txBox="1"/>
            <p:nvPr userDrawn="1"/>
          </p:nvSpPr>
          <p:spPr>
            <a:xfrm>
              <a:off x="4508438" y="407007"/>
              <a:ext cx="730791" cy="262552"/>
            </a:xfrm>
            <a:prstGeom prst="rect">
              <a:avLst/>
            </a:prstGeom>
            <a:noFill/>
          </p:spPr>
          <p:txBody>
            <a:bodyPr wrap="none" lIns="0" tIns="0" rIns="0" bIns="0" rtlCol="0">
              <a:noAutofit/>
            </a:bodyPr>
            <a:lstStyle/>
            <a:p>
              <a:pPr algn="ctr">
                <a:spcAft>
                  <a:spcPts val="600"/>
                </a:spcAft>
              </a:pPr>
              <a:r>
                <a:rPr lang="en-US" sz="1500" dirty="0">
                  <a:solidFill>
                    <a:schemeClr val="tx1"/>
                  </a:solidFill>
                  <a:latin typeface="Sons Condensed Semibold" panose="02060706060206060203" pitchFamily="18" charset="0"/>
                </a:rPr>
                <a:t>LEVEL</a:t>
              </a:r>
            </a:p>
          </p:txBody>
        </p:sp>
      </p:grpSp>
      <p:cxnSp>
        <p:nvCxnSpPr>
          <p:cNvPr id="21" name="Straight Connector 20">
            <a:extLst>
              <a:ext uri="{FF2B5EF4-FFF2-40B4-BE49-F238E27FC236}">
                <a16:creationId xmlns:a16="http://schemas.microsoft.com/office/drawing/2014/main" id="{F6283822-CF06-A764-7EF6-0815F1F913F0}"/>
              </a:ext>
            </a:extLst>
          </p:cNvPr>
          <p:cNvCxnSpPr>
            <a:cxnSpLocks/>
          </p:cNvCxnSpPr>
          <p:nvPr userDrawn="1"/>
        </p:nvCxnSpPr>
        <p:spPr>
          <a:xfrm>
            <a:off x="1950720" y="2913140"/>
            <a:ext cx="2329867" cy="0"/>
          </a:xfrm>
          <a:prstGeom prst="line">
            <a:avLst/>
          </a:prstGeom>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741AA1F2-4362-E378-067F-53BEED4306E8}"/>
              </a:ext>
            </a:extLst>
          </p:cNvPr>
          <p:cNvCxnSpPr>
            <a:cxnSpLocks/>
          </p:cNvCxnSpPr>
          <p:nvPr userDrawn="1"/>
        </p:nvCxnSpPr>
        <p:spPr>
          <a:xfrm>
            <a:off x="1950720" y="3191295"/>
            <a:ext cx="2329867" cy="0"/>
          </a:xfrm>
          <a:prstGeom prst="line">
            <a:avLst/>
          </a:prstGeom>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933AD9F0-4276-ECB9-B824-83FB990696D7}"/>
              </a:ext>
            </a:extLst>
          </p:cNvPr>
          <p:cNvCxnSpPr>
            <a:cxnSpLocks/>
          </p:cNvCxnSpPr>
          <p:nvPr userDrawn="1"/>
        </p:nvCxnSpPr>
        <p:spPr>
          <a:xfrm>
            <a:off x="1950720" y="3465212"/>
            <a:ext cx="2329867" cy="0"/>
          </a:xfrm>
          <a:prstGeom prst="line">
            <a:avLst/>
          </a:prstGeom>
          <a:ln/>
        </p:spPr>
        <p:style>
          <a:lnRef idx="1">
            <a:schemeClr val="dk1"/>
          </a:lnRef>
          <a:fillRef idx="0">
            <a:schemeClr val="dk1"/>
          </a:fillRef>
          <a:effectRef idx="0">
            <a:schemeClr val="dk1"/>
          </a:effectRef>
          <a:fontRef idx="minor">
            <a:schemeClr val="tx1"/>
          </a:fontRef>
        </p:style>
      </p:cxnSp>
      <p:sp>
        <p:nvSpPr>
          <p:cNvPr id="24" name="Text Placeholder 4">
            <a:extLst>
              <a:ext uri="{FF2B5EF4-FFF2-40B4-BE49-F238E27FC236}">
                <a16:creationId xmlns:a16="http://schemas.microsoft.com/office/drawing/2014/main" id="{79F963AE-EBC5-D1EC-21DA-FC7E317B93AF}"/>
              </a:ext>
            </a:extLst>
          </p:cNvPr>
          <p:cNvSpPr>
            <a:spLocks noGrp="1"/>
          </p:cNvSpPr>
          <p:nvPr>
            <p:ph type="body" sz="quarter" idx="17"/>
          </p:nvPr>
        </p:nvSpPr>
        <p:spPr>
          <a:xfrm>
            <a:off x="1998184" y="3214603"/>
            <a:ext cx="2192816" cy="254847"/>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25" name="Text Placeholder 3">
            <a:extLst>
              <a:ext uri="{FF2B5EF4-FFF2-40B4-BE49-F238E27FC236}">
                <a16:creationId xmlns:a16="http://schemas.microsoft.com/office/drawing/2014/main" id="{53201B47-D735-6C2D-88E6-5E0A13315B27}"/>
              </a:ext>
            </a:extLst>
          </p:cNvPr>
          <p:cNvSpPr>
            <a:spLocks noGrp="1"/>
          </p:cNvSpPr>
          <p:nvPr>
            <p:ph type="body" sz="quarter" idx="16"/>
          </p:nvPr>
        </p:nvSpPr>
        <p:spPr>
          <a:xfrm>
            <a:off x="1998184" y="2937379"/>
            <a:ext cx="2192816" cy="253916"/>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26" name="Text Placeholder 2">
            <a:extLst>
              <a:ext uri="{FF2B5EF4-FFF2-40B4-BE49-F238E27FC236}">
                <a16:creationId xmlns:a16="http://schemas.microsoft.com/office/drawing/2014/main" id="{845165A1-4B66-496A-4F3F-FDBF63F65409}"/>
              </a:ext>
            </a:extLst>
          </p:cNvPr>
          <p:cNvSpPr>
            <a:spLocks noGrp="1"/>
          </p:cNvSpPr>
          <p:nvPr>
            <p:ph type="body" sz="quarter" idx="15"/>
          </p:nvPr>
        </p:nvSpPr>
        <p:spPr>
          <a:xfrm>
            <a:off x="1998184" y="2665810"/>
            <a:ext cx="2192816" cy="247330"/>
          </a:xfrm>
        </p:spPr>
        <p:txBody>
          <a:bodyPr lIns="45720" tIns="45720" rIns="45720" bIns="45720"/>
          <a:lstStyle>
            <a:lvl1pPr>
              <a:defRPr sz="1050">
                <a:solidFill>
                  <a:schemeClr val="tx2"/>
                </a:solidFill>
                <a:latin typeface="+mn-lt"/>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27" name="TextBox 26">
            <a:extLst>
              <a:ext uri="{FF2B5EF4-FFF2-40B4-BE49-F238E27FC236}">
                <a16:creationId xmlns:a16="http://schemas.microsoft.com/office/drawing/2014/main" id="{7CACA65A-8AA6-31F1-75E9-C506D33941ED}"/>
              </a:ext>
            </a:extLst>
          </p:cNvPr>
          <p:cNvSpPr txBox="1"/>
          <p:nvPr userDrawn="1"/>
        </p:nvSpPr>
        <p:spPr>
          <a:xfrm>
            <a:off x="439305" y="2659224"/>
            <a:ext cx="1490471"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Location:</a:t>
            </a:r>
          </a:p>
        </p:txBody>
      </p:sp>
      <p:sp>
        <p:nvSpPr>
          <p:cNvPr id="28" name="TextBox 27">
            <a:extLst>
              <a:ext uri="{FF2B5EF4-FFF2-40B4-BE49-F238E27FC236}">
                <a16:creationId xmlns:a16="http://schemas.microsoft.com/office/drawing/2014/main" id="{CADDB9EF-554A-9998-2706-A9C43E166CAF}"/>
              </a:ext>
            </a:extLst>
          </p:cNvPr>
          <p:cNvSpPr txBox="1"/>
          <p:nvPr userDrawn="1"/>
        </p:nvSpPr>
        <p:spPr>
          <a:xfrm>
            <a:off x="439309" y="2937379"/>
            <a:ext cx="1490471"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Date: </a:t>
            </a:r>
          </a:p>
        </p:txBody>
      </p:sp>
      <p:sp>
        <p:nvSpPr>
          <p:cNvPr id="29" name="TextBox 28">
            <a:extLst>
              <a:ext uri="{FF2B5EF4-FFF2-40B4-BE49-F238E27FC236}">
                <a16:creationId xmlns:a16="http://schemas.microsoft.com/office/drawing/2014/main" id="{CDC6971B-7B19-D035-C6B1-F0D2C7125ADF}"/>
              </a:ext>
            </a:extLst>
          </p:cNvPr>
          <p:cNvSpPr txBox="1"/>
          <p:nvPr userDrawn="1"/>
        </p:nvSpPr>
        <p:spPr>
          <a:xfrm>
            <a:off x="439309" y="3215534"/>
            <a:ext cx="1490473"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Customer/Contractor:</a:t>
            </a:r>
          </a:p>
        </p:txBody>
      </p:sp>
      <p:sp>
        <p:nvSpPr>
          <p:cNvPr id="31" name="Icon 1">
            <a:extLst>
              <a:ext uri="{FF2B5EF4-FFF2-40B4-BE49-F238E27FC236}">
                <a16:creationId xmlns:a16="http://schemas.microsoft.com/office/drawing/2014/main" id="{40698077-BCD5-9F73-A137-7D7FB3BA329D}"/>
              </a:ext>
            </a:extLst>
          </p:cNvPr>
          <p:cNvSpPr/>
          <p:nvPr userDrawn="1"/>
        </p:nvSpPr>
        <p:spPr>
          <a:xfrm>
            <a:off x="429433" y="1524000"/>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39" name="Icon 1">
            <a:extLst>
              <a:ext uri="{FF2B5EF4-FFF2-40B4-BE49-F238E27FC236}">
                <a16:creationId xmlns:a16="http://schemas.microsoft.com/office/drawing/2014/main" id="{2238CE4B-F72C-948D-51C9-C2FC57C5C20E}"/>
              </a:ext>
            </a:extLst>
          </p:cNvPr>
          <p:cNvSpPr/>
          <p:nvPr userDrawn="1"/>
        </p:nvSpPr>
        <p:spPr>
          <a:xfrm>
            <a:off x="1410300" y="1539387"/>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48" name="Rectangle 47">
            <a:extLst>
              <a:ext uri="{FF2B5EF4-FFF2-40B4-BE49-F238E27FC236}">
                <a16:creationId xmlns:a16="http://schemas.microsoft.com/office/drawing/2014/main" id="{821CC7AB-7856-01D3-7C4F-38E4F3AFC75C}"/>
              </a:ext>
            </a:extLst>
          </p:cNvPr>
          <p:cNvSpPr/>
          <p:nvPr userDrawn="1"/>
        </p:nvSpPr>
        <p:spPr>
          <a:xfrm>
            <a:off x="-280" y="6009714"/>
            <a:ext cx="12192000" cy="495629"/>
          </a:xfrm>
          <a:prstGeom prst="rect">
            <a:avLst/>
          </a:prstGeom>
          <a:solidFill>
            <a:srgbClr val="F19F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49" name="Takeaway Placeholder 6">
            <a:extLst>
              <a:ext uri="{FF2B5EF4-FFF2-40B4-BE49-F238E27FC236}">
                <a16:creationId xmlns:a16="http://schemas.microsoft.com/office/drawing/2014/main" id="{988B5831-D1E3-8E85-8F71-6A4023567726}"/>
              </a:ext>
            </a:extLst>
          </p:cNvPr>
          <p:cNvSpPr>
            <a:spLocks noGrp="1"/>
          </p:cNvSpPr>
          <p:nvPr>
            <p:ph type="body" sz="quarter" idx="29" hasCustomPrompt="1"/>
          </p:nvPr>
        </p:nvSpPr>
        <p:spPr>
          <a:xfrm>
            <a:off x="-280" y="6070997"/>
            <a:ext cx="12192000" cy="373062"/>
          </a:xfrm>
        </p:spPr>
        <p:txBody>
          <a:bodyPr anchor="ctr"/>
          <a:lstStyle>
            <a:lvl1pPr algn="ctr">
              <a:defRPr sz="1600">
                <a:solidFill>
                  <a:schemeClr val="bg1"/>
                </a:solidFill>
                <a:latin typeface="Arial" panose="020B0604020202020204" pitchFamily="34" charset="0"/>
                <a:cs typeface="Arial" panose="020B0604020202020204" pitchFamily="34" charset="0"/>
              </a:defRPr>
            </a:lvl1pPr>
            <a:lvl2pPr marL="0" indent="0" algn="ctr">
              <a:buNone/>
              <a:defRPr sz="1600">
                <a:latin typeface="Arial" panose="020B0604020202020204" pitchFamily="34" charset="0"/>
                <a:cs typeface="Arial" panose="020B0604020202020204" pitchFamily="34" charset="0"/>
              </a:defRPr>
            </a:lvl2pPr>
            <a:lvl3pPr algn="ctr">
              <a:defRPr sz="1600">
                <a:latin typeface="Arial" panose="020B0604020202020204" pitchFamily="34" charset="0"/>
                <a:cs typeface="Arial" panose="020B0604020202020204" pitchFamily="34" charset="0"/>
              </a:defRPr>
            </a:lvl3pPr>
            <a:lvl4pPr algn="ctr">
              <a:defRPr sz="1600">
                <a:latin typeface="Arial" panose="020B0604020202020204" pitchFamily="34" charset="0"/>
                <a:cs typeface="Arial" panose="020B0604020202020204" pitchFamily="34" charset="0"/>
              </a:defRPr>
            </a:lvl4pPr>
            <a:lvl5pPr algn="ctr">
              <a:defRPr sz="1600">
                <a:latin typeface="Arial" panose="020B0604020202020204" pitchFamily="34" charset="0"/>
                <a:cs typeface="Arial" panose="020B0604020202020204" pitchFamily="34" charset="0"/>
              </a:defRPr>
            </a:lvl5pPr>
          </a:lstStyle>
          <a:p>
            <a:pPr lvl="0"/>
            <a:r>
              <a:rPr lang="en-US" dirty="0"/>
              <a:t>Click to enter the most relevant take away from your event</a:t>
            </a:r>
          </a:p>
        </p:txBody>
      </p:sp>
      <p:sp>
        <p:nvSpPr>
          <p:cNvPr id="55" name="Oval 54">
            <a:extLst>
              <a:ext uri="{FF2B5EF4-FFF2-40B4-BE49-F238E27FC236}">
                <a16:creationId xmlns:a16="http://schemas.microsoft.com/office/drawing/2014/main" id="{8665A15C-6217-FC87-8B31-5E81BD0A92ED}"/>
              </a:ext>
            </a:extLst>
          </p:cNvPr>
          <p:cNvSpPr/>
          <p:nvPr userDrawn="1"/>
        </p:nvSpPr>
        <p:spPr>
          <a:xfrm>
            <a:off x="10210800" y="296427"/>
            <a:ext cx="777240" cy="77724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pic>
        <p:nvPicPr>
          <p:cNvPr id="56" name="Picture 55" descr="Text&#10;&#10;Description automatically generated">
            <a:extLst>
              <a:ext uri="{FF2B5EF4-FFF2-40B4-BE49-F238E27FC236}">
                <a16:creationId xmlns:a16="http://schemas.microsoft.com/office/drawing/2014/main" id="{86280194-3EA6-E972-072D-609FB582173E}"/>
              </a:ext>
            </a:extLst>
          </p:cNvPr>
          <p:cNvPicPr>
            <a:picLocks noChangeAspect="1"/>
          </p:cNvPicPr>
          <p:nvPr userDrawn="1"/>
        </p:nvPicPr>
        <p:blipFill>
          <a:blip r:embed="rId3"/>
          <a:stretch>
            <a:fillRect/>
          </a:stretch>
        </p:blipFill>
        <p:spPr>
          <a:xfrm>
            <a:off x="10333714" y="442411"/>
            <a:ext cx="1553486" cy="485273"/>
          </a:xfrm>
          <a:prstGeom prst="rect">
            <a:avLst/>
          </a:prstGeom>
        </p:spPr>
      </p:pic>
      <p:sp>
        <p:nvSpPr>
          <p:cNvPr id="58" name="Text Placeholder 27">
            <a:extLst>
              <a:ext uri="{FF2B5EF4-FFF2-40B4-BE49-F238E27FC236}">
                <a16:creationId xmlns:a16="http://schemas.microsoft.com/office/drawing/2014/main" id="{5B0941A2-93B8-109B-9A8B-45298BFFAC61}"/>
              </a:ext>
            </a:extLst>
          </p:cNvPr>
          <p:cNvSpPr>
            <a:spLocks noGrp="1"/>
          </p:cNvSpPr>
          <p:nvPr>
            <p:ph type="body" sz="quarter" idx="22"/>
          </p:nvPr>
        </p:nvSpPr>
        <p:spPr>
          <a:xfrm>
            <a:off x="4830045" y="2001779"/>
            <a:ext cx="3185158" cy="1339406"/>
          </a:xfrm>
          <a:prstGeom prst="rect">
            <a:avLst/>
          </a:prstGeom>
        </p:spPr>
        <p:txBody>
          <a:bodyPr/>
          <a:lstStyle>
            <a:lvl1pPr algn="l" defTabSz="914400" rtl="0" eaLnBrk="1" latinLnBrk="0" hangingPunct="1">
              <a:lnSpc>
                <a:spcPct val="100000"/>
              </a:lnSpc>
              <a:spcBef>
                <a:spcPts val="0"/>
              </a:spcBef>
              <a:buNone/>
              <a:defRPr lang="en-US" sz="1400" dirty="0" smtClean="0"/>
            </a:lvl1pPr>
            <a:lvl2pPr marL="0" indent="0" algn="l" defTabSz="914400" rtl="0" eaLnBrk="1" latinLnBrk="0" hangingPunct="1">
              <a:lnSpc>
                <a:spcPct val="100000"/>
              </a:lnSpc>
              <a:spcBef>
                <a:spcPts val="0"/>
              </a:spcBef>
              <a:buNone/>
              <a:defRPr lang="en-US" sz="1400" dirty="0" smtClean="0"/>
            </a:lvl2pPr>
            <a:lvl3pPr marL="182880" indent="0" algn="l" defTabSz="914400" rtl="0" eaLnBrk="1" latinLnBrk="0" hangingPunct="1">
              <a:lnSpc>
                <a:spcPct val="100000"/>
              </a:lnSpc>
              <a:spcBef>
                <a:spcPts val="0"/>
              </a:spcBef>
              <a:buNone/>
              <a:defRPr lang="en-US" sz="1400" dirty="0" smtClean="0"/>
            </a:lvl3pPr>
            <a:lvl4pPr marL="365760" indent="0" algn="l" defTabSz="914400" rtl="0" eaLnBrk="1" latinLnBrk="0" hangingPunct="1">
              <a:lnSpc>
                <a:spcPct val="100000"/>
              </a:lnSpc>
              <a:spcBef>
                <a:spcPts val="0"/>
              </a:spcBef>
              <a:buNone/>
              <a:defRPr lang="en-US" sz="1400" dirty="0" smtClean="0"/>
            </a:lvl4pPr>
            <a:lvl5pPr marL="548640" indent="0" algn="l" defTabSz="914400" rtl="0" eaLnBrk="1" latinLnBrk="0" hangingPunct="1">
              <a:lnSpc>
                <a:spcPct val="100000"/>
              </a:lnSpc>
              <a:spcBef>
                <a:spcPts val="0"/>
              </a:spcBef>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9" name="Text Placeholder 27">
            <a:extLst>
              <a:ext uri="{FF2B5EF4-FFF2-40B4-BE49-F238E27FC236}">
                <a16:creationId xmlns:a16="http://schemas.microsoft.com/office/drawing/2014/main" id="{0232AA09-AEEF-975E-F5F5-B9078C424AFF}"/>
              </a:ext>
            </a:extLst>
          </p:cNvPr>
          <p:cNvSpPr>
            <a:spLocks noGrp="1"/>
          </p:cNvSpPr>
          <p:nvPr>
            <p:ph type="body" sz="quarter" idx="34"/>
          </p:nvPr>
        </p:nvSpPr>
        <p:spPr>
          <a:xfrm>
            <a:off x="8510349" y="2001779"/>
            <a:ext cx="3439285" cy="1339406"/>
          </a:xfrm>
          <a:prstGeom prst="rect">
            <a:avLst/>
          </a:prstGeom>
        </p:spPr>
        <p:txBody>
          <a:bodyPr/>
          <a:lstStyle>
            <a:lvl1pPr marL="171450" indent="-171450"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1pPr>
            <a:lvl2pPr marL="344488" indent="-173038" algn="l" defTabSz="914400" rtl="0" eaLnBrk="1" latinLnBrk="0" hangingPunct="1">
              <a:lnSpc>
                <a:spcPct val="100000"/>
              </a:lnSpc>
              <a:spcBef>
                <a:spcPts val="0"/>
              </a:spcBef>
              <a:spcAft>
                <a:spcPts val="0"/>
              </a:spcAft>
              <a:buClr>
                <a:schemeClr val="tx1"/>
              </a:buClr>
              <a:buFont typeface="Symbol" panose="05050102010706020507" pitchFamily="18" charset="2"/>
              <a:buChar char="-"/>
              <a:defRPr lang="en-US" sz="1400" dirty="0" smtClean="0"/>
            </a:lvl2pPr>
            <a:lvl3pPr marL="344488" indent="-161925"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3pPr>
            <a:lvl4pPr marL="569913" indent="-204788"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4pPr>
            <a:lvl5pPr marL="687388" indent="-139700" algn="l" defTabSz="914400" rtl="0" eaLnBrk="1" latinLnBrk="0" hangingPunct="1">
              <a:lnSpc>
                <a:spcPct val="100000"/>
              </a:lnSpc>
              <a:spcBef>
                <a:spcPts val="0"/>
              </a:spcBef>
              <a:spcAft>
                <a:spcPts val="0"/>
              </a:spcAft>
              <a:buFont typeface="Arial" panose="020B0604020202020204" pitchFamily="34" charset="0"/>
              <a:buChar cha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0" name="Straight Arrow Connector 59">
            <a:extLst>
              <a:ext uri="{FF2B5EF4-FFF2-40B4-BE49-F238E27FC236}">
                <a16:creationId xmlns:a16="http://schemas.microsoft.com/office/drawing/2014/main" id="{B4E36FB1-07DB-704F-1280-22FE8C86980F}"/>
              </a:ext>
            </a:extLst>
          </p:cNvPr>
          <p:cNvCxnSpPr>
            <a:cxnSpLocks/>
          </p:cNvCxnSpPr>
          <p:nvPr userDrawn="1"/>
        </p:nvCxnSpPr>
        <p:spPr>
          <a:xfrm>
            <a:off x="8262776" y="2001779"/>
            <a:ext cx="0" cy="1339406"/>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908F7263-2A89-258A-DAB2-7918F6A993DE}"/>
              </a:ext>
            </a:extLst>
          </p:cNvPr>
          <p:cNvSpPr txBox="1"/>
          <p:nvPr userDrawn="1"/>
        </p:nvSpPr>
        <p:spPr>
          <a:xfrm>
            <a:off x="4724400" y="1426369"/>
            <a:ext cx="2126589" cy="492443"/>
          </a:xfrm>
          <a:prstGeom prst="rect">
            <a:avLst/>
          </a:prstGeom>
          <a:solidFill>
            <a:schemeClr val="bg1"/>
          </a:solidFill>
        </p:spPr>
        <p:txBody>
          <a:bodyPr vert="horz" wrap="square" lIns="91440" tIns="0" rIns="0" bIns="0" rtlCol="0">
            <a:spAutoFit/>
          </a:bodyPr>
          <a:lstStyle>
            <a:lvl1pPr lvl="0" indent="0" fontAlgn="auto">
              <a:lnSpc>
                <a:spcPct val="100000"/>
              </a:lnSpc>
              <a:spcBef>
                <a:spcPts val="0"/>
              </a:spcBef>
              <a:spcAft>
                <a:spcPct val="600000"/>
              </a:spcAft>
              <a:buClr>
                <a:schemeClr val="tx1"/>
              </a:buClr>
              <a:buFont typeface="Arial" panose="020B0604020202020204" pitchFamily="34" charset="0"/>
              <a:buNone/>
              <a:defRPr sz="36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lgn="l"/>
            <a:r>
              <a:rPr lang="en-US" sz="3200" dirty="0"/>
              <a:t>What happened?</a:t>
            </a:r>
          </a:p>
        </p:txBody>
      </p:sp>
      <p:sp>
        <p:nvSpPr>
          <p:cNvPr id="62" name="TextBox 61">
            <a:extLst>
              <a:ext uri="{FF2B5EF4-FFF2-40B4-BE49-F238E27FC236}">
                <a16:creationId xmlns:a16="http://schemas.microsoft.com/office/drawing/2014/main" id="{417797F3-1590-56A4-1907-B42E4E0B2051}"/>
              </a:ext>
            </a:extLst>
          </p:cNvPr>
          <p:cNvSpPr txBox="1"/>
          <p:nvPr userDrawn="1"/>
        </p:nvSpPr>
        <p:spPr>
          <a:xfrm>
            <a:off x="8404705" y="1426369"/>
            <a:ext cx="837889" cy="492443"/>
          </a:xfrm>
          <a:prstGeom prst="rect">
            <a:avLst/>
          </a:prstGeom>
          <a:solidFill>
            <a:schemeClr val="bg1"/>
          </a:solidFill>
        </p:spPr>
        <p:txBody>
          <a:bodyPr vert="horz" wrap="square" lIns="91440" tIns="0" rIns="0" bIns="0" rtlCol="0">
            <a:spAutoFit/>
          </a:bodyPr>
          <a:lstStyle>
            <a:defPPr>
              <a:defRPr lang="en-US"/>
            </a:defPPr>
            <a:lvl1pPr lvl="0" indent="0" fontAlgn="auto">
              <a:lnSpc>
                <a:spcPct val="100000"/>
              </a:lnSpc>
              <a:spcBef>
                <a:spcPts val="0"/>
              </a:spcBef>
              <a:spcAft>
                <a:spcPct val="600000"/>
              </a:spcAft>
              <a:buClr>
                <a:schemeClr val="tx1"/>
              </a:buClr>
              <a:buFont typeface="Arial" panose="020B0604020202020204" pitchFamily="34" charset="0"/>
              <a:buNone/>
              <a:defRPr sz="36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lgn="l"/>
            <a:r>
              <a:rPr lang="en-US" sz="3200" dirty="0"/>
              <a:t>Why?</a:t>
            </a:r>
          </a:p>
        </p:txBody>
      </p:sp>
      <p:sp>
        <p:nvSpPr>
          <p:cNvPr id="63" name="Text Placeholder 32">
            <a:extLst>
              <a:ext uri="{FF2B5EF4-FFF2-40B4-BE49-F238E27FC236}">
                <a16:creationId xmlns:a16="http://schemas.microsoft.com/office/drawing/2014/main" id="{115F4E85-861F-74E0-2C0B-EDFDF90D0839}"/>
              </a:ext>
            </a:extLst>
          </p:cNvPr>
          <p:cNvSpPr>
            <a:spLocks noGrp="1"/>
          </p:cNvSpPr>
          <p:nvPr>
            <p:ph type="body" sz="quarter" idx="19"/>
          </p:nvPr>
        </p:nvSpPr>
        <p:spPr>
          <a:xfrm>
            <a:off x="4830045" y="4220034"/>
            <a:ext cx="7119590" cy="1542591"/>
          </a:xfrm>
          <a:prstGeom prst="rect">
            <a:avLst/>
          </a:prstGeom>
        </p:spPr>
        <p:txBody>
          <a:bodyPr/>
          <a:lstStyle>
            <a:lvl1pPr marL="171450" indent="-171450" algn="l" defTabSz="914400" rtl="0" eaLnBrk="1" fontAlgn="auto" latinLnBrk="0" hangingPunct="1">
              <a:lnSpc>
                <a:spcPct val="100000"/>
              </a:lnSpc>
              <a:spcBef>
                <a:spcPts val="0"/>
              </a:spcBef>
              <a:spcAft>
                <a:spcPct val="0"/>
              </a:spcAft>
              <a:buFont typeface="Arial" panose="020B0604020202020204" pitchFamily="34" charset="0"/>
              <a:buChar char="•"/>
              <a:defRPr lang="en-US" sz="1400" dirty="0"/>
            </a:lvl1pPr>
            <a:lvl2pPr marL="17145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2pPr>
            <a:lvl3pPr marL="35433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3pPr>
            <a:lvl4pPr marL="53721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4pPr>
            <a:lvl5pPr marL="72009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4" name="TextBox 63">
            <a:extLst>
              <a:ext uri="{FF2B5EF4-FFF2-40B4-BE49-F238E27FC236}">
                <a16:creationId xmlns:a16="http://schemas.microsoft.com/office/drawing/2014/main" id="{D83FFA91-A85C-DF62-84CD-8833B8130534}"/>
              </a:ext>
            </a:extLst>
          </p:cNvPr>
          <p:cNvSpPr txBox="1"/>
          <p:nvPr userDrawn="1"/>
        </p:nvSpPr>
        <p:spPr>
          <a:xfrm>
            <a:off x="4724401" y="3629025"/>
            <a:ext cx="2725501" cy="492443"/>
          </a:xfrm>
          <a:prstGeom prst="rect">
            <a:avLst/>
          </a:prstGeom>
          <a:solidFill>
            <a:schemeClr val="accent2"/>
          </a:solidFill>
        </p:spPr>
        <p:txBody>
          <a:bodyPr vert="horz" wrap="square" lIns="91440" tIns="0" rIns="0" bIns="0" rtlCol="0">
            <a:spAutoFit/>
          </a:bodyPr>
          <a:lstStyle>
            <a:defPPr>
              <a:defRPr lang="en-US"/>
            </a:defPPr>
            <a:lvl1pPr lvl="0" indent="0" fontAlgn="auto">
              <a:lnSpc>
                <a:spcPct val="100000"/>
              </a:lnSpc>
              <a:spcBef>
                <a:spcPts val="0"/>
              </a:spcBef>
              <a:spcAft>
                <a:spcPct val="600000"/>
              </a:spcAft>
              <a:buClr>
                <a:schemeClr val="tx1"/>
              </a:buClr>
              <a:buFont typeface="Arial" panose="020B0604020202020204" pitchFamily="34" charset="0"/>
              <a:buNone/>
              <a:defRPr sz="32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r>
              <a:rPr lang="en-US" dirty="0"/>
              <a:t>Learning &amp; changing</a:t>
            </a:r>
          </a:p>
        </p:txBody>
      </p:sp>
      <p:sp>
        <p:nvSpPr>
          <p:cNvPr id="5" name="Rectangle 4">
            <a:extLst>
              <a:ext uri="{FF2B5EF4-FFF2-40B4-BE49-F238E27FC236}">
                <a16:creationId xmlns:a16="http://schemas.microsoft.com/office/drawing/2014/main" id="{8A5C314F-051C-DD12-662B-78B89C65D6B9}"/>
              </a:ext>
            </a:extLst>
          </p:cNvPr>
          <p:cNvSpPr/>
          <p:nvPr userDrawn="1"/>
        </p:nvSpPr>
        <p:spPr>
          <a:xfrm>
            <a:off x="-8849" y="1094425"/>
            <a:ext cx="12192000" cy="120433"/>
          </a:xfrm>
          <a:prstGeom prst="rect">
            <a:avLst/>
          </a:prstGeom>
          <a:solidFill>
            <a:srgbClr val="F19F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11" name="Image Rectangle 31">
            <a:extLst>
              <a:ext uri="{FF2B5EF4-FFF2-40B4-BE49-F238E27FC236}">
                <a16:creationId xmlns:a16="http://schemas.microsoft.com/office/drawing/2014/main" id="{BED6CDC4-A438-8693-0427-FCCEA33BF157}"/>
              </a:ext>
            </a:extLst>
          </p:cNvPr>
          <p:cNvSpPr/>
          <p:nvPr userDrawn="1"/>
        </p:nvSpPr>
        <p:spPr>
          <a:xfrm>
            <a:off x="439309" y="3607315"/>
            <a:ext cx="3841278" cy="2289607"/>
          </a:xfrm>
          <a:prstGeom prst="roundRect">
            <a:avLst>
              <a:gd name="adj" fmla="val 2800"/>
            </a:avLst>
          </a:prstGeom>
          <a:solidFill>
            <a:schemeClr val="tx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5" name="Picture Placeholder 42">
            <a:extLst>
              <a:ext uri="{FF2B5EF4-FFF2-40B4-BE49-F238E27FC236}">
                <a16:creationId xmlns:a16="http://schemas.microsoft.com/office/drawing/2014/main" id="{377A2887-1BEB-903A-9F75-F2C85F5106A9}"/>
              </a:ext>
            </a:extLst>
          </p:cNvPr>
          <p:cNvSpPr>
            <a:spLocks noGrp="1" noChangeAspect="1"/>
          </p:cNvSpPr>
          <p:nvPr>
            <p:ph type="pic" sz="quarter" idx="28"/>
          </p:nvPr>
        </p:nvSpPr>
        <p:spPr>
          <a:xfrm>
            <a:off x="512860" y="3673400"/>
            <a:ext cx="3694176" cy="2157437"/>
          </a:xfrm>
          <a:prstGeom prst="roundRect">
            <a:avLst>
              <a:gd name="adj" fmla="val 665"/>
            </a:avLst>
          </a:prstGeom>
          <a:solidFill>
            <a:schemeClr val="bg1"/>
          </a:solidFill>
          <a:ln w="28575">
            <a:noFill/>
          </a:ln>
        </p:spPr>
        <p:txBody>
          <a:bodyPr/>
          <a:lstStyle/>
          <a:p>
            <a:endParaRPr lang="en-US" dirty="0"/>
          </a:p>
        </p:txBody>
      </p:sp>
      <p:sp>
        <p:nvSpPr>
          <p:cNvPr id="34" name="Text Placeholder 28">
            <a:extLst>
              <a:ext uri="{FF2B5EF4-FFF2-40B4-BE49-F238E27FC236}">
                <a16:creationId xmlns:a16="http://schemas.microsoft.com/office/drawing/2014/main" id="{D384359E-3175-B79F-163C-2EF4BBBF0653}"/>
              </a:ext>
            </a:extLst>
          </p:cNvPr>
          <p:cNvSpPr>
            <a:spLocks noGrp="1"/>
          </p:cNvSpPr>
          <p:nvPr>
            <p:ph type="body" sz="quarter" idx="30" hasCustomPrompt="1"/>
          </p:nvPr>
        </p:nvSpPr>
        <p:spPr>
          <a:xfrm>
            <a:off x="11517509" y="6617052"/>
            <a:ext cx="369691" cy="123111"/>
          </a:xfrm>
        </p:spPr>
        <p:txBody>
          <a:bodyPr anchor="ctr">
            <a:spAutoFit/>
          </a:bodyPr>
          <a:lstStyle>
            <a:lvl1pPr>
              <a:defRPr sz="800">
                <a:solidFill>
                  <a:srgbClr val="212121"/>
                </a:solidFill>
                <a:latin typeface="Arial" panose="020B0604020202020204" pitchFamily="34" charset="0"/>
                <a:cs typeface="Arial" panose="020B0604020202020204" pitchFamily="34" charset="0"/>
              </a:defRPr>
            </a:lvl1pPr>
            <a:lvl2pPr>
              <a:defRPr sz="800">
                <a:latin typeface="Arial" panose="020B0604020202020204" pitchFamily="34" charset="0"/>
                <a:cs typeface="Arial" panose="020B0604020202020204" pitchFamily="34" charset="0"/>
              </a:defRPr>
            </a:lvl2pPr>
            <a:lvl3pPr>
              <a:defRPr sz="800">
                <a:latin typeface="Arial" panose="020B0604020202020204" pitchFamily="34" charset="0"/>
                <a:cs typeface="Arial" panose="020B0604020202020204" pitchFamily="34" charset="0"/>
              </a:defRPr>
            </a:lvl3pPr>
            <a:lvl4pPr>
              <a:defRPr sz="800">
                <a:latin typeface="Arial" panose="020B0604020202020204" pitchFamily="34" charset="0"/>
                <a:cs typeface="Arial" panose="020B0604020202020204" pitchFamily="34" charset="0"/>
              </a:defRPr>
            </a:lvl4pPr>
            <a:lvl5pPr>
              <a:defRPr sz="800">
                <a:latin typeface="Arial" panose="020B0604020202020204" pitchFamily="34" charset="0"/>
                <a:cs typeface="Arial" panose="020B0604020202020204" pitchFamily="34" charset="0"/>
              </a:defRPr>
            </a:lvl5pPr>
          </a:lstStyle>
          <a:p>
            <a:pPr lvl="0"/>
            <a:r>
              <a:rPr lang="en-US" dirty="0"/>
              <a:t>{##]</a:t>
            </a:r>
          </a:p>
        </p:txBody>
      </p:sp>
      <p:sp>
        <p:nvSpPr>
          <p:cNvPr id="35" name="TextBox 34">
            <a:extLst>
              <a:ext uri="{FF2B5EF4-FFF2-40B4-BE49-F238E27FC236}">
                <a16:creationId xmlns:a16="http://schemas.microsoft.com/office/drawing/2014/main" id="{768A28B2-BE62-A3FE-B80A-BD3790055BDE}"/>
              </a:ext>
            </a:extLst>
          </p:cNvPr>
          <p:cNvSpPr txBox="1"/>
          <p:nvPr userDrawn="1"/>
        </p:nvSpPr>
        <p:spPr>
          <a:xfrm>
            <a:off x="10077377" y="6617052"/>
            <a:ext cx="1371962" cy="123111"/>
          </a:xfrm>
          <a:prstGeom prst="rect">
            <a:avLst/>
          </a:prstGeom>
        </p:spPr>
        <p:txBody>
          <a:bodyPr vert="horz" lIns="0" tIns="0" rIns="0" bIns="0" rtlCol="0" anchor="ctr" anchorCtr="0">
            <a:spAutoFit/>
          </a:bodyPr>
          <a:lstStyle>
            <a:defPPr>
              <a:defRPr lang="en-US"/>
            </a:defPPr>
            <a:lvl1pPr marR="0" lvl="0" indent="0" algn="r" fontAlgn="auto">
              <a:lnSpc>
                <a:spcPct val="100000"/>
              </a:lnSpc>
              <a:spcBef>
                <a:spcPts val="0"/>
              </a:spcBef>
              <a:spcAft>
                <a:spcPts val="0"/>
              </a:spcAft>
              <a:buClrTx/>
              <a:buSzTx/>
              <a:buFontTx/>
              <a:buNone/>
              <a:tabLst/>
              <a:defRPr kumimoji="0" sz="800" b="0" i="0" u="none" strike="noStrike" cap="none" spc="0" normalizeH="0" baseline="0">
                <a:ln>
                  <a:noFill/>
                </a:ln>
                <a:solidFill>
                  <a:srgbClr val="212121"/>
                </a:solidFill>
                <a:effectLst/>
                <a:uLnTx/>
                <a:uFillTx/>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12121"/>
                </a:solidFill>
                <a:effectLst/>
                <a:uLnTx/>
                <a:uFillTx/>
                <a:latin typeface="Arial" panose="020B0604020202020204" pitchFamily="34" charset="0"/>
                <a:ea typeface="+mn-ea"/>
                <a:cs typeface="Arial" panose="020B0604020202020204" pitchFamily="34" charset="0"/>
              </a:rPr>
              <a:t>Gensuite/ComplyWorks ID</a:t>
            </a:r>
            <a:r>
              <a:rPr kumimoji="0" 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p:txBody>
      </p:sp>
      <p:sp>
        <p:nvSpPr>
          <p:cNvPr id="16" name="Footer Placeholder 4">
            <a:extLst>
              <a:ext uri="{FF2B5EF4-FFF2-40B4-BE49-F238E27FC236}">
                <a16:creationId xmlns:a16="http://schemas.microsoft.com/office/drawing/2014/main" id="{CA898B98-BDE0-E84A-3B45-C312286346DA}"/>
              </a:ext>
            </a:extLst>
          </p:cNvPr>
          <p:cNvSpPr txBox="1">
            <a:spLocks/>
          </p:cNvSpPr>
          <p:nvPr userDrawn="1"/>
        </p:nvSpPr>
        <p:spPr>
          <a:xfrm>
            <a:off x="419099" y="6601346"/>
            <a:ext cx="7519943" cy="112322"/>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12121"/>
                </a:solidFill>
                <a:effectLst/>
                <a:uLnTx/>
                <a:uFillTx/>
                <a:latin typeface="Arial" panose="020B0604020202020204" pitchFamily="34" charset="0"/>
                <a:ea typeface="+mn-ea"/>
                <a:cs typeface="Arial" panose="020B0604020202020204" pitchFamily="34" charset="0"/>
              </a:rPr>
              <a:t>© 2025 GE Vernova and/or its affiliates. All rights reserved. Not to be copied, distributed or reproduced without prior approval from GE Vernova.   </a:t>
            </a:r>
          </a:p>
        </p:txBody>
      </p:sp>
      <p:sp>
        <p:nvSpPr>
          <p:cNvPr id="18" name="TextBox 17">
            <a:extLst>
              <a:ext uri="{FF2B5EF4-FFF2-40B4-BE49-F238E27FC236}">
                <a16:creationId xmlns:a16="http://schemas.microsoft.com/office/drawing/2014/main" id="{9744D116-D675-5414-7ED7-5A7EA310E8F4}"/>
              </a:ext>
            </a:extLst>
          </p:cNvPr>
          <p:cNvSpPr txBox="1"/>
          <p:nvPr userDrawn="1"/>
        </p:nvSpPr>
        <p:spPr>
          <a:xfrm>
            <a:off x="490230" y="1745038"/>
            <a:ext cx="574398" cy="253916"/>
          </a:xfrm>
          <a:prstGeom prst="rect">
            <a:avLst/>
          </a:prstGeom>
          <a:noFill/>
        </p:spPr>
        <p:txBody>
          <a:bodyPr wrap="none" lIns="45720" tIns="45720" rIns="45720" bIns="4572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Business</a:t>
            </a:r>
          </a:p>
        </p:txBody>
      </p:sp>
      <p:sp>
        <p:nvSpPr>
          <p:cNvPr id="19" name="TextBox 18">
            <a:extLst>
              <a:ext uri="{FF2B5EF4-FFF2-40B4-BE49-F238E27FC236}">
                <a16:creationId xmlns:a16="http://schemas.microsoft.com/office/drawing/2014/main" id="{F2BB1C51-E0F0-8371-B3B1-A67835771C50}"/>
              </a:ext>
            </a:extLst>
          </p:cNvPr>
          <p:cNvSpPr txBox="1"/>
          <p:nvPr userDrawn="1"/>
        </p:nvSpPr>
        <p:spPr>
          <a:xfrm>
            <a:off x="1533395" y="1702717"/>
            <a:ext cx="449803" cy="369332"/>
          </a:xfrm>
          <a:prstGeom prst="rect">
            <a:avLst/>
          </a:prstGeom>
          <a:noFill/>
        </p:spPr>
        <p:txBody>
          <a:bodyPr wrap="none" lIns="45720" tIns="45720" rIns="45720" bIns="4572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LSR or</a:t>
            </a:r>
            <a:b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PSE</a:t>
            </a:r>
          </a:p>
        </p:txBody>
      </p:sp>
    </p:spTree>
    <p:extLst>
      <p:ext uri="{BB962C8B-B14F-4D97-AF65-F5344CB8AC3E}">
        <p14:creationId xmlns:p14="http://schemas.microsoft.com/office/powerpoint/2010/main" val="1886192817"/>
      </p:ext>
    </p:extLst>
  </p:cSld>
  <p:clrMapOvr>
    <a:masterClrMapping/>
  </p:clrMapOvr>
  <p:extLst>
    <p:ext uri="{DCECCB84-F9BA-43D5-87BE-67443E8EF086}">
      <p15:sldGuideLst xmlns:p15="http://schemas.microsoft.com/office/powerpoint/2012/main">
        <p15:guide id="1" orient="horz" pos="88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ert_Near Miss">
    <p:spTree>
      <p:nvGrpSpPr>
        <p:cNvPr id="1" name=""/>
        <p:cNvGrpSpPr/>
        <p:nvPr/>
      </p:nvGrpSpPr>
      <p:grpSpPr>
        <a:xfrm>
          <a:off x="0" y="0"/>
          <a:ext cx="0" cy="0"/>
          <a:chOff x="0" y="0"/>
          <a:chExt cx="0" cy="0"/>
        </a:xfrm>
      </p:grpSpPr>
      <p:sp>
        <p:nvSpPr>
          <p:cNvPr id="2" name="Rectangle: Top Corners Rounded 1">
            <a:extLst>
              <a:ext uri="{FF2B5EF4-FFF2-40B4-BE49-F238E27FC236}">
                <a16:creationId xmlns:a16="http://schemas.microsoft.com/office/drawing/2014/main" id="{E9110847-D1BB-6805-BEEE-6BCE2A58F8AC}"/>
              </a:ext>
            </a:extLst>
          </p:cNvPr>
          <p:cNvSpPr/>
          <p:nvPr userDrawn="1"/>
        </p:nvSpPr>
        <p:spPr>
          <a:xfrm rot="16200000" flipH="1">
            <a:off x="7492366" y="-1191829"/>
            <a:ext cx="1746713" cy="7680960"/>
          </a:xfrm>
          <a:prstGeom prst="round2SameRect">
            <a:avLst>
              <a:gd name="adj1" fmla="val 2577"/>
              <a:gd name="adj2" fmla="val 0"/>
            </a:avLst>
          </a:prstGeom>
          <a:noFill/>
          <a:ln w="12700" cap="flat" cmpd="sng" algn="ctr">
            <a:solidFill>
              <a:schemeClr val="tx1"/>
            </a:solidFill>
            <a:prstDash val="solid"/>
            <a:miter lim="800000"/>
          </a:ln>
          <a:effectLst/>
        </p:spPr>
        <p:txBody>
          <a:bodyPr rtlCol="0" anchor="t" anchorCtr="0"/>
          <a:lstStyle/>
          <a:p>
            <a:pPr marR="0" lvl="0" indent="0" fontAlgn="auto">
              <a:lnSpc>
                <a:spcPct val="100000"/>
              </a:lnSpc>
              <a:spcBef>
                <a:spcPts val="0"/>
              </a:spcBef>
              <a:spcAft>
                <a:spcPts val="600"/>
              </a:spcAft>
              <a:buClrTx/>
              <a:buSzTx/>
              <a:buFontTx/>
              <a:buNone/>
              <a:tabLst/>
            </a:pPr>
            <a:endParaRPr kumimoji="0" lang="en-US" b="0" i="0" u="none" strike="noStrike" kern="0" cap="none" spc="0" normalizeH="0" baseline="0" noProof="0" dirty="0">
              <a:ln>
                <a:noFill/>
              </a:ln>
              <a:solidFill>
                <a:srgbClr val="005E60"/>
              </a:solidFill>
              <a:effectLst/>
              <a:uLnTx/>
              <a:uFillTx/>
              <a:latin typeface="Arial" panose="020B0604020202020204"/>
            </a:endParaRPr>
          </a:p>
        </p:txBody>
      </p:sp>
      <p:sp>
        <p:nvSpPr>
          <p:cNvPr id="3" name="Rectangle: Top Corners Rounded 2">
            <a:extLst>
              <a:ext uri="{FF2B5EF4-FFF2-40B4-BE49-F238E27FC236}">
                <a16:creationId xmlns:a16="http://schemas.microsoft.com/office/drawing/2014/main" id="{9BC4A799-FDEF-1E99-D782-ACBF48DD3D3A}"/>
              </a:ext>
            </a:extLst>
          </p:cNvPr>
          <p:cNvSpPr/>
          <p:nvPr userDrawn="1"/>
        </p:nvSpPr>
        <p:spPr>
          <a:xfrm rot="16200000" flipH="1">
            <a:off x="7212648" y="917571"/>
            <a:ext cx="2291946" cy="7666758"/>
          </a:xfrm>
          <a:prstGeom prst="round2SameRect">
            <a:avLst>
              <a:gd name="adj1" fmla="val 2577"/>
              <a:gd name="adj2" fmla="val 0"/>
            </a:avLst>
          </a:prstGeom>
          <a:solidFill>
            <a:schemeClr val="accent2"/>
          </a:solidFill>
          <a:ln w="12700" cap="flat" cmpd="sng" algn="ctr">
            <a:solidFill>
              <a:schemeClr val="accent2"/>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a:ea typeface="+mn-ea"/>
              <a:cs typeface="+mn-cs"/>
            </a:endParaRPr>
          </a:p>
        </p:txBody>
      </p:sp>
      <p:sp>
        <p:nvSpPr>
          <p:cNvPr id="4" name="Rectangle: Top Corners Rounded 3">
            <a:extLst>
              <a:ext uri="{FF2B5EF4-FFF2-40B4-BE49-F238E27FC236}">
                <a16:creationId xmlns:a16="http://schemas.microsoft.com/office/drawing/2014/main" id="{98F5F5EF-D2AD-4C91-E982-50B831E44C05}"/>
              </a:ext>
            </a:extLst>
          </p:cNvPr>
          <p:cNvSpPr/>
          <p:nvPr userDrawn="1"/>
        </p:nvSpPr>
        <p:spPr>
          <a:xfrm rot="5400000">
            <a:off x="139379" y="1624396"/>
            <a:ext cx="4121627" cy="4423424"/>
          </a:xfrm>
          <a:prstGeom prst="round2SameRect">
            <a:avLst>
              <a:gd name="adj1" fmla="val 1113"/>
              <a:gd name="adj2" fmla="val 0"/>
            </a:avLst>
          </a:prstGeom>
          <a:solidFill>
            <a:schemeClr val="accent2"/>
          </a:solidFill>
          <a:ln w="12700" cap="flat" cmpd="sng" algn="ctr">
            <a:solidFill>
              <a:schemeClr val="accent2"/>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a:ea typeface="+mn-ea"/>
              <a:cs typeface="+mn-cs"/>
            </a:endParaRPr>
          </a:p>
        </p:txBody>
      </p:sp>
      <p:sp>
        <p:nvSpPr>
          <p:cNvPr id="6" name="Freeform: Shape 5">
            <a:extLst>
              <a:ext uri="{FF2B5EF4-FFF2-40B4-BE49-F238E27FC236}">
                <a16:creationId xmlns:a16="http://schemas.microsoft.com/office/drawing/2014/main" id="{29C38609-E274-1D82-F429-738E557D53FA}"/>
              </a:ext>
            </a:extLst>
          </p:cNvPr>
          <p:cNvSpPr/>
          <p:nvPr userDrawn="1"/>
        </p:nvSpPr>
        <p:spPr>
          <a:xfrm>
            <a:off x="1" y="320716"/>
            <a:ext cx="1125027" cy="728662"/>
          </a:xfrm>
          <a:custGeom>
            <a:avLst/>
            <a:gdLst>
              <a:gd name="connsiteX0" fmla="*/ 0 w 1125027"/>
              <a:gd name="connsiteY0" fmla="*/ 0 h 728662"/>
              <a:gd name="connsiteX1" fmla="*/ 759363 w 1125027"/>
              <a:gd name="connsiteY1" fmla="*/ 0 h 728662"/>
              <a:gd name="connsiteX2" fmla="*/ 765174 w 1125027"/>
              <a:gd name="connsiteY2" fmla="*/ 0 h 728662"/>
              <a:gd name="connsiteX3" fmla="*/ 765174 w 1125027"/>
              <a:gd name="connsiteY3" fmla="*/ 584 h 728662"/>
              <a:gd name="connsiteX4" fmla="*/ 833057 w 1125027"/>
              <a:gd name="connsiteY4" fmla="*/ 7402 h 728662"/>
              <a:gd name="connsiteX5" fmla="*/ 1125027 w 1125027"/>
              <a:gd name="connsiteY5" fmla="*/ 364331 h 728662"/>
              <a:gd name="connsiteX6" fmla="*/ 833057 w 1125027"/>
              <a:gd name="connsiteY6" fmla="*/ 721260 h 728662"/>
              <a:gd name="connsiteX7" fmla="*/ 765174 w 1125027"/>
              <a:gd name="connsiteY7" fmla="*/ 728078 h 728662"/>
              <a:gd name="connsiteX8" fmla="*/ 765174 w 1125027"/>
              <a:gd name="connsiteY8" fmla="*/ 728662 h 728662"/>
              <a:gd name="connsiteX9" fmla="*/ 759363 w 1125027"/>
              <a:gd name="connsiteY9" fmla="*/ 728662 h 728662"/>
              <a:gd name="connsiteX10" fmla="*/ 0 w 1125027"/>
              <a:gd name="connsiteY10" fmla="*/ 728662 h 72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5027" h="728662">
                <a:moveTo>
                  <a:pt x="0" y="0"/>
                </a:moveTo>
                <a:lnTo>
                  <a:pt x="759363" y="0"/>
                </a:lnTo>
                <a:lnTo>
                  <a:pt x="765174" y="0"/>
                </a:lnTo>
                <a:lnTo>
                  <a:pt x="765174" y="584"/>
                </a:lnTo>
                <a:lnTo>
                  <a:pt x="833057" y="7402"/>
                </a:lnTo>
                <a:cubicBezTo>
                  <a:pt x="999684" y="41375"/>
                  <a:pt x="1125027" y="188269"/>
                  <a:pt x="1125027" y="364331"/>
                </a:cubicBezTo>
                <a:cubicBezTo>
                  <a:pt x="1125027" y="540393"/>
                  <a:pt x="999684" y="687288"/>
                  <a:pt x="833057" y="721260"/>
                </a:cubicBezTo>
                <a:lnTo>
                  <a:pt x="765174" y="728078"/>
                </a:lnTo>
                <a:lnTo>
                  <a:pt x="765174" y="728662"/>
                </a:lnTo>
                <a:lnTo>
                  <a:pt x="759363" y="728662"/>
                </a:lnTo>
                <a:lnTo>
                  <a:pt x="0" y="72866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F5C147"/>
              </a:solidFill>
              <a:effectLst/>
              <a:uLnTx/>
              <a:uFillTx/>
              <a:latin typeface="Inter"/>
              <a:ea typeface="+mn-ea"/>
              <a:cs typeface="+mn-cs"/>
            </a:endParaRPr>
          </a:p>
        </p:txBody>
      </p:sp>
      <p:sp>
        <p:nvSpPr>
          <p:cNvPr id="7" name="Rectangle 6">
            <a:extLst>
              <a:ext uri="{FF2B5EF4-FFF2-40B4-BE49-F238E27FC236}">
                <a16:creationId xmlns:a16="http://schemas.microsoft.com/office/drawing/2014/main" id="{2CCB88AF-F2BE-DE2D-F707-B011696B4A83}"/>
              </a:ext>
            </a:extLst>
          </p:cNvPr>
          <p:cNvSpPr/>
          <p:nvPr userDrawn="1"/>
        </p:nvSpPr>
        <p:spPr>
          <a:xfrm>
            <a:off x="4411906" y="320716"/>
            <a:ext cx="6256094" cy="728662"/>
          </a:xfrm>
          <a:prstGeom prst="rect">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chemeClr val="tx2"/>
              </a:solidFill>
              <a:effectLst/>
              <a:uLnTx/>
              <a:uFillTx/>
              <a:latin typeface="Inter"/>
              <a:ea typeface="+mn-ea"/>
              <a:cs typeface="+mn-cs"/>
            </a:endParaRPr>
          </a:p>
        </p:txBody>
      </p:sp>
      <p:sp>
        <p:nvSpPr>
          <p:cNvPr id="8" name="TextBox 7">
            <a:extLst>
              <a:ext uri="{FF2B5EF4-FFF2-40B4-BE49-F238E27FC236}">
                <a16:creationId xmlns:a16="http://schemas.microsoft.com/office/drawing/2014/main" id="{9D3EC6D5-86F6-C6D4-D168-BA1CF23A5EB1}"/>
              </a:ext>
            </a:extLst>
          </p:cNvPr>
          <p:cNvSpPr txBox="1"/>
          <p:nvPr userDrawn="1"/>
        </p:nvSpPr>
        <p:spPr>
          <a:xfrm>
            <a:off x="1095481" y="194"/>
            <a:ext cx="3345973" cy="1323439"/>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a:noFill/>
                </a:ln>
                <a:solidFill>
                  <a:schemeClr val="tx1"/>
                </a:solidFill>
                <a:effectLst/>
                <a:uLnTx/>
                <a:uFillTx/>
                <a:latin typeface="Sons Condensed Extrabold" panose="02060906060206060203" pitchFamily="18" charset="0"/>
                <a:ea typeface="+mn-ea"/>
                <a:cs typeface="+mn-cs"/>
              </a:rPr>
              <a:t>EHS ALERT</a:t>
            </a:r>
          </a:p>
        </p:txBody>
      </p:sp>
      <p:sp>
        <p:nvSpPr>
          <p:cNvPr id="9" name="Circle: Hollow 8">
            <a:extLst>
              <a:ext uri="{FF2B5EF4-FFF2-40B4-BE49-F238E27FC236}">
                <a16:creationId xmlns:a16="http://schemas.microsoft.com/office/drawing/2014/main" id="{6229E146-CD2C-64E0-77BB-15392E77F0A8}"/>
              </a:ext>
            </a:extLst>
          </p:cNvPr>
          <p:cNvSpPr/>
          <p:nvPr userDrawn="1"/>
        </p:nvSpPr>
        <p:spPr>
          <a:xfrm>
            <a:off x="440293" y="365007"/>
            <a:ext cx="640080" cy="640080"/>
          </a:xfrm>
          <a:prstGeom prst="donut">
            <a:avLst>
              <a:gd name="adj" fmla="val 41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Inter"/>
              <a:ea typeface="+mn-ea"/>
              <a:cs typeface="+mn-cs"/>
            </a:endParaRPr>
          </a:p>
        </p:txBody>
      </p:sp>
      <p:pic>
        <p:nvPicPr>
          <p:cNvPr id="10" name="Graphic 9">
            <a:extLst>
              <a:ext uri="{FF2B5EF4-FFF2-40B4-BE49-F238E27FC236}">
                <a16:creationId xmlns:a16="http://schemas.microsoft.com/office/drawing/2014/main" id="{869C42ED-87A3-C887-DAC9-8C35CA0213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0507" y="495526"/>
            <a:ext cx="419652" cy="379042"/>
          </a:xfrm>
          <a:prstGeom prst="rect">
            <a:avLst/>
          </a:prstGeom>
        </p:spPr>
      </p:pic>
      <p:sp>
        <p:nvSpPr>
          <p:cNvPr id="14" name="Rectangle 13">
            <a:extLst>
              <a:ext uri="{FF2B5EF4-FFF2-40B4-BE49-F238E27FC236}">
                <a16:creationId xmlns:a16="http://schemas.microsoft.com/office/drawing/2014/main" id="{DC2A6171-D450-A4F8-E230-62E9064FBB1D}"/>
              </a:ext>
            </a:extLst>
          </p:cNvPr>
          <p:cNvSpPr/>
          <p:nvPr userDrawn="1"/>
        </p:nvSpPr>
        <p:spPr>
          <a:xfrm>
            <a:off x="4876800" y="321472"/>
            <a:ext cx="454829" cy="728662"/>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75000"/>
              </a:lnSpc>
              <a:spcBef>
                <a:spcPts val="0"/>
              </a:spcBef>
              <a:spcAft>
                <a:spcPts val="0"/>
              </a:spcAft>
              <a:buClrTx/>
              <a:buSzTx/>
              <a:buFontTx/>
              <a:buNone/>
              <a:tabLst/>
              <a:defRPr/>
            </a:pPr>
            <a:endParaRPr kumimoji="0" lang="en-US" sz="600" b="0" i="0" u="none" strike="noStrike" kern="1200" cap="none" spc="0" normalizeH="0" baseline="0" noProof="0" dirty="0">
              <a:ln>
                <a:noFill/>
              </a:ln>
              <a:solidFill>
                <a:schemeClr val="tx2"/>
              </a:solidFill>
              <a:effectLst/>
              <a:uLnTx/>
              <a:uFillTx/>
              <a:latin typeface="Sons Condensed Semibold" panose="02060706060206060203" pitchFamily="18" charset="0"/>
              <a:ea typeface="+mn-ea"/>
              <a:cs typeface="+mn-cs"/>
            </a:endParaRPr>
          </a:p>
        </p:txBody>
      </p:sp>
      <p:cxnSp>
        <p:nvCxnSpPr>
          <p:cNvPr id="21" name="Straight Connector 20">
            <a:extLst>
              <a:ext uri="{FF2B5EF4-FFF2-40B4-BE49-F238E27FC236}">
                <a16:creationId xmlns:a16="http://schemas.microsoft.com/office/drawing/2014/main" id="{F6283822-CF06-A764-7EF6-0815F1F913F0}"/>
              </a:ext>
            </a:extLst>
          </p:cNvPr>
          <p:cNvCxnSpPr>
            <a:cxnSpLocks/>
          </p:cNvCxnSpPr>
          <p:nvPr userDrawn="1"/>
        </p:nvCxnSpPr>
        <p:spPr>
          <a:xfrm>
            <a:off x="1950720" y="2913140"/>
            <a:ext cx="2329867" cy="0"/>
          </a:xfrm>
          <a:prstGeom prst="line">
            <a:avLst/>
          </a:prstGeom>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741AA1F2-4362-E378-067F-53BEED4306E8}"/>
              </a:ext>
            </a:extLst>
          </p:cNvPr>
          <p:cNvCxnSpPr>
            <a:cxnSpLocks/>
          </p:cNvCxnSpPr>
          <p:nvPr userDrawn="1"/>
        </p:nvCxnSpPr>
        <p:spPr>
          <a:xfrm>
            <a:off x="1950720" y="3191295"/>
            <a:ext cx="2329867" cy="0"/>
          </a:xfrm>
          <a:prstGeom prst="line">
            <a:avLst/>
          </a:prstGeom>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933AD9F0-4276-ECB9-B824-83FB990696D7}"/>
              </a:ext>
            </a:extLst>
          </p:cNvPr>
          <p:cNvCxnSpPr>
            <a:cxnSpLocks/>
          </p:cNvCxnSpPr>
          <p:nvPr userDrawn="1"/>
        </p:nvCxnSpPr>
        <p:spPr>
          <a:xfrm>
            <a:off x="1950720" y="3465212"/>
            <a:ext cx="2329867" cy="0"/>
          </a:xfrm>
          <a:prstGeom prst="line">
            <a:avLst/>
          </a:prstGeom>
          <a:ln/>
        </p:spPr>
        <p:style>
          <a:lnRef idx="1">
            <a:schemeClr val="dk1"/>
          </a:lnRef>
          <a:fillRef idx="0">
            <a:schemeClr val="dk1"/>
          </a:fillRef>
          <a:effectRef idx="0">
            <a:schemeClr val="dk1"/>
          </a:effectRef>
          <a:fontRef idx="minor">
            <a:schemeClr val="tx1"/>
          </a:fontRef>
        </p:style>
      </p:cxnSp>
      <p:sp>
        <p:nvSpPr>
          <p:cNvPr id="24" name="Text Placeholder 4">
            <a:extLst>
              <a:ext uri="{FF2B5EF4-FFF2-40B4-BE49-F238E27FC236}">
                <a16:creationId xmlns:a16="http://schemas.microsoft.com/office/drawing/2014/main" id="{79F963AE-EBC5-D1EC-21DA-FC7E317B93AF}"/>
              </a:ext>
            </a:extLst>
          </p:cNvPr>
          <p:cNvSpPr>
            <a:spLocks noGrp="1"/>
          </p:cNvSpPr>
          <p:nvPr>
            <p:ph type="body" sz="quarter" idx="17"/>
          </p:nvPr>
        </p:nvSpPr>
        <p:spPr>
          <a:xfrm>
            <a:off x="1998184" y="3214603"/>
            <a:ext cx="2192816" cy="254847"/>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25" name="Text Placeholder 3">
            <a:extLst>
              <a:ext uri="{FF2B5EF4-FFF2-40B4-BE49-F238E27FC236}">
                <a16:creationId xmlns:a16="http://schemas.microsoft.com/office/drawing/2014/main" id="{53201B47-D735-6C2D-88E6-5E0A13315B27}"/>
              </a:ext>
            </a:extLst>
          </p:cNvPr>
          <p:cNvSpPr>
            <a:spLocks noGrp="1"/>
          </p:cNvSpPr>
          <p:nvPr>
            <p:ph type="body" sz="quarter" idx="16"/>
          </p:nvPr>
        </p:nvSpPr>
        <p:spPr>
          <a:xfrm>
            <a:off x="1998184" y="2937379"/>
            <a:ext cx="2192816" cy="253916"/>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26" name="Text Placeholder 2">
            <a:extLst>
              <a:ext uri="{FF2B5EF4-FFF2-40B4-BE49-F238E27FC236}">
                <a16:creationId xmlns:a16="http://schemas.microsoft.com/office/drawing/2014/main" id="{845165A1-4B66-496A-4F3F-FDBF63F65409}"/>
              </a:ext>
            </a:extLst>
          </p:cNvPr>
          <p:cNvSpPr>
            <a:spLocks noGrp="1"/>
          </p:cNvSpPr>
          <p:nvPr>
            <p:ph type="body" sz="quarter" idx="15"/>
          </p:nvPr>
        </p:nvSpPr>
        <p:spPr>
          <a:xfrm>
            <a:off x="1998184" y="2665810"/>
            <a:ext cx="2192816" cy="247330"/>
          </a:xfrm>
        </p:spPr>
        <p:txBody>
          <a:bodyPr lIns="45720" tIns="45720" rIns="45720" bIns="45720"/>
          <a:lstStyle>
            <a:lvl1pPr>
              <a:defRPr sz="1050">
                <a:solidFill>
                  <a:schemeClr val="tx2"/>
                </a:solidFill>
                <a:latin typeface="+mn-lt"/>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27" name="TextBox 26">
            <a:extLst>
              <a:ext uri="{FF2B5EF4-FFF2-40B4-BE49-F238E27FC236}">
                <a16:creationId xmlns:a16="http://schemas.microsoft.com/office/drawing/2014/main" id="{7CACA65A-8AA6-31F1-75E9-C506D33941ED}"/>
              </a:ext>
            </a:extLst>
          </p:cNvPr>
          <p:cNvSpPr txBox="1"/>
          <p:nvPr userDrawn="1"/>
        </p:nvSpPr>
        <p:spPr>
          <a:xfrm>
            <a:off x="439305" y="2659224"/>
            <a:ext cx="1490471"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Location:</a:t>
            </a:r>
          </a:p>
        </p:txBody>
      </p:sp>
      <p:sp>
        <p:nvSpPr>
          <p:cNvPr id="28" name="TextBox 27">
            <a:extLst>
              <a:ext uri="{FF2B5EF4-FFF2-40B4-BE49-F238E27FC236}">
                <a16:creationId xmlns:a16="http://schemas.microsoft.com/office/drawing/2014/main" id="{CADDB9EF-554A-9998-2706-A9C43E166CAF}"/>
              </a:ext>
            </a:extLst>
          </p:cNvPr>
          <p:cNvSpPr txBox="1"/>
          <p:nvPr userDrawn="1"/>
        </p:nvSpPr>
        <p:spPr>
          <a:xfrm>
            <a:off x="439309" y="2937379"/>
            <a:ext cx="1490471"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Date: </a:t>
            </a:r>
          </a:p>
        </p:txBody>
      </p:sp>
      <p:sp>
        <p:nvSpPr>
          <p:cNvPr id="29" name="TextBox 28">
            <a:extLst>
              <a:ext uri="{FF2B5EF4-FFF2-40B4-BE49-F238E27FC236}">
                <a16:creationId xmlns:a16="http://schemas.microsoft.com/office/drawing/2014/main" id="{CDC6971B-7B19-D035-C6B1-F0D2C7125ADF}"/>
              </a:ext>
            </a:extLst>
          </p:cNvPr>
          <p:cNvSpPr txBox="1"/>
          <p:nvPr userDrawn="1"/>
        </p:nvSpPr>
        <p:spPr>
          <a:xfrm>
            <a:off x="439309" y="3215534"/>
            <a:ext cx="1490473"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Customer/Contractor:</a:t>
            </a:r>
          </a:p>
        </p:txBody>
      </p:sp>
      <p:sp>
        <p:nvSpPr>
          <p:cNvPr id="48" name="Rectangle 47">
            <a:extLst>
              <a:ext uri="{FF2B5EF4-FFF2-40B4-BE49-F238E27FC236}">
                <a16:creationId xmlns:a16="http://schemas.microsoft.com/office/drawing/2014/main" id="{821CC7AB-7856-01D3-7C4F-38E4F3AFC75C}"/>
              </a:ext>
            </a:extLst>
          </p:cNvPr>
          <p:cNvSpPr/>
          <p:nvPr userDrawn="1"/>
        </p:nvSpPr>
        <p:spPr>
          <a:xfrm>
            <a:off x="-280" y="6009714"/>
            <a:ext cx="12192000" cy="495629"/>
          </a:xfrm>
          <a:prstGeom prst="rect">
            <a:avLst/>
          </a:prstGeom>
          <a:solidFill>
            <a:srgbClr val="F5C1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49" name="Takeaway Placeholder 6">
            <a:extLst>
              <a:ext uri="{FF2B5EF4-FFF2-40B4-BE49-F238E27FC236}">
                <a16:creationId xmlns:a16="http://schemas.microsoft.com/office/drawing/2014/main" id="{988B5831-D1E3-8E85-8F71-6A4023567726}"/>
              </a:ext>
            </a:extLst>
          </p:cNvPr>
          <p:cNvSpPr>
            <a:spLocks noGrp="1"/>
          </p:cNvSpPr>
          <p:nvPr>
            <p:ph type="body" sz="quarter" idx="29" hasCustomPrompt="1"/>
          </p:nvPr>
        </p:nvSpPr>
        <p:spPr>
          <a:xfrm>
            <a:off x="-280" y="6070997"/>
            <a:ext cx="12192000" cy="373062"/>
          </a:xfrm>
        </p:spPr>
        <p:txBody>
          <a:bodyPr anchor="ctr"/>
          <a:lstStyle>
            <a:lvl1pPr algn="ctr">
              <a:defRPr sz="1600">
                <a:solidFill>
                  <a:schemeClr val="bg1"/>
                </a:solidFill>
                <a:latin typeface="Arial" panose="020B0604020202020204" pitchFamily="34" charset="0"/>
                <a:cs typeface="Arial" panose="020B0604020202020204" pitchFamily="34" charset="0"/>
              </a:defRPr>
            </a:lvl1pPr>
            <a:lvl2pPr marL="0" indent="0" algn="ctr">
              <a:buNone/>
              <a:defRPr sz="1600">
                <a:latin typeface="Arial" panose="020B0604020202020204" pitchFamily="34" charset="0"/>
                <a:cs typeface="Arial" panose="020B0604020202020204" pitchFamily="34" charset="0"/>
              </a:defRPr>
            </a:lvl2pPr>
            <a:lvl3pPr algn="ctr">
              <a:defRPr sz="1600">
                <a:latin typeface="Arial" panose="020B0604020202020204" pitchFamily="34" charset="0"/>
                <a:cs typeface="Arial" panose="020B0604020202020204" pitchFamily="34" charset="0"/>
              </a:defRPr>
            </a:lvl3pPr>
            <a:lvl4pPr algn="ctr">
              <a:defRPr sz="1600">
                <a:latin typeface="Arial" panose="020B0604020202020204" pitchFamily="34" charset="0"/>
                <a:cs typeface="Arial" panose="020B0604020202020204" pitchFamily="34" charset="0"/>
              </a:defRPr>
            </a:lvl4pPr>
            <a:lvl5pPr algn="ctr">
              <a:defRPr sz="1600">
                <a:latin typeface="Arial" panose="020B0604020202020204" pitchFamily="34" charset="0"/>
                <a:cs typeface="Arial" panose="020B0604020202020204" pitchFamily="34" charset="0"/>
              </a:defRPr>
            </a:lvl5pPr>
          </a:lstStyle>
          <a:p>
            <a:pPr lvl="0"/>
            <a:r>
              <a:rPr lang="en-US" dirty="0"/>
              <a:t>Click to enter the most relevant take away from your event</a:t>
            </a:r>
          </a:p>
        </p:txBody>
      </p:sp>
      <p:sp>
        <p:nvSpPr>
          <p:cNvPr id="55" name="Oval 54">
            <a:extLst>
              <a:ext uri="{FF2B5EF4-FFF2-40B4-BE49-F238E27FC236}">
                <a16:creationId xmlns:a16="http://schemas.microsoft.com/office/drawing/2014/main" id="{8665A15C-6217-FC87-8B31-5E81BD0A92ED}"/>
              </a:ext>
            </a:extLst>
          </p:cNvPr>
          <p:cNvSpPr/>
          <p:nvPr userDrawn="1"/>
        </p:nvSpPr>
        <p:spPr>
          <a:xfrm>
            <a:off x="10210800" y="296427"/>
            <a:ext cx="777240" cy="77724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pic>
        <p:nvPicPr>
          <p:cNvPr id="56" name="Picture 55" descr="Text&#10;&#10;Description automatically generated">
            <a:extLst>
              <a:ext uri="{FF2B5EF4-FFF2-40B4-BE49-F238E27FC236}">
                <a16:creationId xmlns:a16="http://schemas.microsoft.com/office/drawing/2014/main" id="{86280194-3EA6-E972-072D-609FB582173E}"/>
              </a:ext>
            </a:extLst>
          </p:cNvPr>
          <p:cNvPicPr>
            <a:picLocks noChangeAspect="1"/>
          </p:cNvPicPr>
          <p:nvPr userDrawn="1"/>
        </p:nvPicPr>
        <p:blipFill>
          <a:blip r:embed="rId3"/>
          <a:stretch>
            <a:fillRect/>
          </a:stretch>
        </p:blipFill>
        <p:spPr>
          <a:xfrm>
            <a:off x="10333714" y="442411"/>
            <a:ext cx="1553486" cy="485273"/>
          </a:xfrm>
          <a:prstGeom prst="rect">
            <a:avLst/>
          </a:prstGeom>
        </p:spPr>
      </p:pic>
      <p:sp>
        <p:nvSpPr>
          <p:cNvPr id="58" name="Text Placeholder 27">
            <a:extLst>
              <a:ext uri="{FF2B5EF4-FFF2-40B4-BE49-F238E27FC236}">
                <a16:creationId xmlns:a16="http://schemas.microsoft.com/office/drawing/2014/main" id="{5B0941A2-93B8-109B-9A8B-45298BFFAC61}"/>
              </a:ext>
            </a:extLst>
          </p:cNvPr>
          <p:cNvSpPr>
            <a:spLocks noGrp="1"/>
          </p:cNvSpPr>
          <p:nvPr>
            <p:ph type="body" sz="quarter" idx="22"/>
          </p:nvPr>
        </p:nvSpPr>
        <p:spPr>
          <a:xfrm>
            <a:off x="4830045" y="2001779"/>
            <a:ext cx="3185158" cy="1339406"/>
          </a:xfrm>
          <a:prstGeom prst="rect">
            <a:avLst/>
          </a:prstGeom>
        </p:spPr>
        <p:txBody>
          <a:bodyPr/>
          <a:lstStyle>
            <a:lvl1pPr algn="l" defTabSz="914400" rtl="0" eaLnBrk="1" latinLnBrk="0" hangingPunct="1">
              <a:lnSpc>
                <a:spcPct val="100000"/>
              </a:lnSpc>
              <a:spcBef>
                <a:spcPts val="0"/>
              </a:spcBef>
              <a:buNone/>
              <a:defRPr lang="en-US" sz="1400" dirty="0" smtClean="0"/>
            </a:lvl1pPr>
            <a:lvl2pPr marL="0" indent="0" algn="l" defTabSz="914400" rtl="0" eaLnBrk="1" latinLnBrk="0" hangingPunct="1">
              <a:lnSpc>
                <a:spcPct val="100000"/>
              </a:lnSpc>
              <a:spcBef>
                <a:spcPts val="0"/>
              </a:spcBef>
              <a:buNone/>
              <a:defRPr lang="en-US" sz="1400" dirty="0" smtClean="0"/>
            </a:lvl2pPr>
            <a:lvl3pPr marL="182880" indent="0" algn="l" defTabSz="914400" rtl="0" eaLnBrk="1" latinLnBrk="0" hangingPunct="1">
              <a:lnSpc>
                <a:spcPct val="100000"/>
              </a:lnSpc>
              <a:spcBef>
                <a:spcPts val="0"/>
              </a:spcBef>
              <a:buNone/>
              <a:defRPr lang="en-US" sz="1400" dirty="0" smtClean="0"/>
            </a:lvl3pPr>
            <a:lvl4pPr marL="365760" indent="0" algn="l" defTabSz="914400" rtl="0" eaLnBrk="1" latinLnBrk="0" hangingPunct="1">
              <a:lnSpc>
                <a:spcPct val="100000"/>
              </a:lnSpc>
              <a:spcBef>
                <a:spcPts val="0"/>
              </a:spcBef>
              <a:buNone/>
              <a:defRPr lang="en-US" sz="1400" dirty="0" smtClean="0"/>
            </a:lvl4pPr>
            <a:lvl5pPr marL="548640" indent="0" algn="l" defTabSz="914400" rtl="0" eaLnBrk="1" latinLnBrk="0" hangingPunct="1">
              <a:lnSpc>
                <a:spcPct val="100000"/>
              </a:lnSpc>
              <a:spcBef>
                <a:spcPts val="0"/>
              </a:spcBef>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9" name="Text Placeholder 27">
            <a:extLst>
              <a:ext uri="{FF2B5EF4-FFF2-40B4-BE49-F238E27FC236}">
                <a16:creationId xmlns:a16="http://schemas.microsoft.com/office/drawing/2014/main" id="{0232AA09-AEEF-975E-F5F5-B9078C424AFF}"/>
              </a:ext>
            </a:extLst>
          </p:cNvPr>
          <p:cNvSpPr>
            <a:spLocks noGrp="1"/>
          </p:cNvSpPr>
          <p:nvPr>
            <p:ph type="body" sz="quarter" idx="34"/>
          </p:nvPr>
        </p:nvSpPr>
        <p:spPr>
          <a:xfrm>
            <a:off x="8510349" y="2001779"/>
            <a:ext cx="3439285" cy="1339406"/>
          </a:xfrm>
          <a:prstGeom prst="rect">
            <a:avLst/>
          </a:prstGeom>
        </p:spPr>
        <p:txBody>
          <a:bodyPr/>
          <a:lstStyle>
            <a:lvl1pPr marL="171450" indent="-171450"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1pPr>
            <a:lvl2pPr marL="344488" indent="-173038" algn="l" defTabSz="914400" rtl="0" eaLnBrk="1" latinLnBrk="0" hangingPunct="1">
              <a:lnSpc>
                <a:spcPct val="100000"/>
              </a:lnSpc>
              <a:spcBef>
                <a:spcPts val="0"/>
              </a:spcBef>
              <a:spcAft>
                <a:spcPts val="0"/>
              </a:spcAft>
              <a:buClr>
                <a:schemeClr val="tx1"/>
              </a:buClr>
              <a:buFont typeface="Symbol" panose="05050102010706020507" pitchFamily="18" charset="2"/>
              <a:buChar char="-"/>
              <a:defRPr lang="en-US" sz="1400" dirty="0" smtClean="0"/>
            </a:lvl2pPr>
            <a:lvl3pPr marL="344488" indent="-161925"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3pPr>
            <a:lvl4pPr marL="569913" indent="-204788"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4pPr>
            <a:lvl5pPr marL="687388" indent="-139700" algn="l" defTabSz="914400" rtl="0" eaLnBrk="1" latinLnBrk="0" hangingPunct="1">
              <a:lnSpc>
                <a:spcPct val="100000"/>
              </a:lnSpc>
              <a:spcBef>
                <a:spcPts val="0"/>
              </a:spcBef>
              <a:spcAft>
                <a:spcPts val="0"/>
              </a:spcAft>
              <a:buFont typeface="Arial" panose="020B0604020202020204" pitchFamily="34" charset="0"/>
              <a:buChar cha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0" name="Straight Arrow Connector 59">
            <a:extLst>
              <a:ext uri="{FF2B5EF4-FFF2-40B4-BE49-F238E27FC236}">
                <a16:creationId xmlns:a16="http://schemas.microsoft.com/office/drawing/2014/main" id="{B4E36FB1-07DB-704F-1280-22FE8C86980F}"/>
              </a:ext>
            </a:extLst>
          </p:cNvPr>
          <p:cNvCxnSpPr>
            <a:cxnSpLocks/>
          </p:cNvCxnSpPr>
          <p:nvPr userDrawn="1"/>
        </p:nvCxnSpPr>
        <p:spPr>
          <a:xfrm>
            <a:off x="8262776" y="2001779"/>
            <a:ext cx="0" cy="1339406"/>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908F7263-2A89-258A-DAB2-7918F6A993DE}"/>
              </a:ext>
            </a:extLst>
          </p:cNvPr>
          <p:cNvSpPr txBox="1"/>
          <p:nvPr userDrawn="1"/>
        </p:nvSpPr>
        <p:spPr>
          <a:xfrm>
            <a:off x="4724400" y="1426369"/>
            <a:ext cx="2126589" cy="492443"/>
          </a:xfrm>
          <a:prstGeom prst="rect">
            <a:avLst/>
          </a:prstGeom>
          <a:solidFill>
            <a:schemeClr val="bg1"/>
          </a:solidFill>
        </p:spPr>
        <p:txBody>
          <a:bodyPr vert="horz" wrap="square" lIns="91440" tIns="0" rIns="0" bIns="0" rtlCol="0">
            <a:spAutoFit/>
          </a:bodyPr>
          <a:lstStyle>
            <a:lvl1pPr lvl="0" indent="0" fontAlgn="auto">
              <a:lnSpc>
                <a:spcPct val="100000"/>
              </a:lnSpc>
              <a:spcBef>
                <a:spcPts val="0"/>
              </a:spcBef>
              <a:spcAft>
                <a:spcPct val="600000"/>
              </a:spcAft>
              <a:buClr>
                <a:schemeClr val="tx1"/>
              </a:buClr>
              <a:buFont typeface="Arial" panose="020B0604020202020204" pitchFamily="34" charset="0"/>
              <a:buNone/>
              <a:defRPr sz="36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lgn="l"/>
            <a:r>
              <a:rPr lang="en-US" sz="3200" dirty="0"/>
              <a:t>What happened?</a:t>
            </a:r>
          </a:p>
        </p:txBody>
      </p:sp>
      <p:sp>
        <p:nvSpPr>
          <p:cNvPr id="62" name="TextBox 61">
            <a:extLst>
              <a:ext uri="{FF2B5EF4-FFF2-40B4-BE49-F238E27FC236}">
                <a16:creationId xmlns:a16="http://schemas.microsoft.com/office/drawing/2014/main" id="{417797F3-1590-56A4-1907-B42E4E0B2051}"/>
              </a:ext>
            </a:extLst>
          </p:cNvPr>
          <p:cNvSpPr txBox="1"/>
          <p:nvPr userDrawn="1"/>
        </p:nvSpPr>
        <p:spPr>
          <a:xfrm>
            <a:off x="8404705" y="1426369"/>
            <a:ext cx="837889" cy="492443"/>
          </a:xfrm>
          <a:prstGeom prst="rect">
            <a:avLst/>
          </a:prstGeom>
          <a:solidFill>
            <a:schemeClr val="bg1"/>
          </a:solidFill>
        </p:spPr>
        <p:txBody>
          <a:bodyPr vert="horz" wrap="square" lIns="91440" tIns="0" rIns="0" bIns="0" rtlCol="0">
            <a:spAutoFit/>
          </a:bodyPr>
          <a:lstStyle>
            <a:defPPr>
              <a:defRPr lang="en-US"/>
            </a:defPPr>
            <a:lvl1pPr lvl="0" indent="0" fontAlgn="auto">
              <a:lnSpc>
                <a:spcPct val="100000"/>
              </a:lnSpc>
              <a:spcBef>
                <a:spcPts val="0"/>
              </a:spcBef>
              <a:spcAft>
                <a:spcPct val="600000"/>
              </a:spcAft>
              <a:buClr>
                <a:schemeClr val="tx1"/>
              </a:buClr>
              <a:buFont typeface="Arial" panose="020B0604020202020204" pitchFamily="34" charset="0"/>
              <a:buNone/>
              <a:defRPr sz="36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lgn="l"/>
            <a:r>
              <a:rPr lang="en-US" sz="3200" dirty="0"/>
              <a:t>Why?</a:t>
            </a:r>
          </a:p>
        </p:txBody>
      </p:sp>
      <p:sp>
        <p:nvSpPr>
          <p:cNvPr id="63" name="Text Placeholder 32">
            <a:extLst>
              <a:ext uri="{FF2B5EF4-FFF2-40B4-BE49-F238E27FC236}">
                <a16:creationId xmlns:a16="http://schemas.microsoft.com/office/drawing/2014/main" id="{115F4E85-861F-74E0-2C0B-EDFDF90D0839}"/>
              </a:ext>
            </a:extLst>
          </p:cNvPr>
          <p:cNvSpPr>
            <a:spLocks noGrp="1"/>
          </p:cNvSpPr>
          <p:nvPr>
            <p:ph type="body" sz="quarter" idx="19"/>
          </p:nvPr>
        </p:nvSpPr>
        <p:spPr>
          <a:xfrm>
            <a:off x="4830045" y="4220034"/>
            <a:ext cx="7119590" cy="1542591"/>
          </a:xfrm>
          <a:prstGeom prst="rect">
            <a:avLst/>
          </a:prstGeom>
        </p:spPr>
        <p:txBody>
          <a:bodyPr/>
          <a:lstStyle>
            <a:lvl1pPr marL="171450" indent="-171450" algn="l" defTabSz="914400" rtl="0" eaLnBrk="1" fontAlgn="auto" latinLnBrk="0" hangingPunct="1">
              <a:lnSpc>
                <a:spcPct val="100000"/>
              </a:lnSpc>
              <a:spcBef>
                <a:spcPts val="0"/>
              </a:spcBef>
              <a:spcAft>
                <a:spcPct val="0"/>
              </a:spcAft>
              <a:buFont typeface="Arial" panose="020B0604020202020204" pitchFamily="34" charset="0"/>
              <a:buChar char="•"/>
              <a:defRPr lang="en-US" sz="1400" dirty="0"/>
            </a:lvl1pPr>
            <a:lvl2pPr marL="17145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2pPr>
            <a:lvl3pPr marL="35433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3pPr>
            <a:lvl4pPr marL="53721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4pPr>
            <a:lvl5pPr marL="72009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4" name="TextBox 63">
            <a:extLst>
              <a:ext uri="{FF2B5EF4-FFF2-40B4-BE49-F238E27FC236}">
                <a16:creationId xmlns:a16="http://schemas.microsoft.com/office/drawing/2014/main" id="{D83FFA91-A85C-DF62-84CD-8833B8130534}"/>
              </a:ext>
            </a:extLst>
          </p:cNvPr>
          <p:cNvSpPr txBox="1"/>
          <p:nvPr userDrawn="1"/>
        </p:nvSpPr>
        <p:spPr>
          <a:xfrm>
            <a:off x="4724401" y="3629025"/>
            <a:ext cx="2725501" cy="492443"/>
          </a:xfrm>
          <a:prstGeom prst="rect">
            <a:avLst/>
          </a:prstGeom>
          <a:solidFill>
            <a:schemeClr val="accent2"/>
          </a:solidFill>
        </p:spPr>
        <p:txBody>
          <a:bodyPr vert="horz" wrap="square" lIns="91440" tIns="0" rIns="0" bIns="0" rtlCol="0">
            <a:spAutoFit/>
          </a:bodyPr>
          <a:lstStyle>
            <a:defPPr>
              <a:defRPr lang="en-US"/>
            </a:defPPr>
            <a:lvl1pPr lvl="0" indent="0" fontAlgn="auto">
              <a:lnSpc>
                <a:spcPct val="100000"/>
              </a:lnSpc>
              <a:spcBef>
                <a:spcPts val="0"/>
              </a:spcBef>
              <a:spcAft>
                <a:spcPct val="600000"/>
              </a:spcAft>
              <a:buClr>
                <a:schemeClr val="tx1"/>
              </a:buClr>
              <a:buFont typeface="Arial" panose="020B0604020202020204" pitchFamily="34" charset="0"/>
              <a:buNone/>
              <a:defRPr sz="32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r>
              <a:rPr lang="en-US" dirty="0"/>
              <a:t>Learning &amp; changing</a:t>
            </a:r>
          </a:p>
        </p:txBody>
      </p:sp>
      <p:sp>
        <p:nvSpPr>
          <p:cNvPr id="5" name="Rectangle 4">
            <a:extLst>
              <a:ext uri="{FF2B5EF4-FFF2-40B4-BE49-F238E27FC236}">
                <a16:creationId xmlns:a16="http://schemas.microsoft.com/office/drawing/2014/main" id="{8A5C314F-051C-DD12-662B-78B89C65D6B9}"/>
              </a:ext>
            </a:extLst>
          </p:cNvPr>
          <p:cNvSpPr/>
          <p:nvPr userDrawn="1"/>
        </p:nvSpPr>
        <p:spPr>
          <a:xfrm>
            <a:off x="-8849" y="1094425"/>
            <a:ext cx="12192000" cy="120433"/>
          </a:xfrm>
          <a:prstGeom prst="rect">
            <a:avLst/>
          </a:prstGeom>
          <a:solidFill>
            <a:srgbClr val="F5C1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11" name="Image Rectangle 31">
            <a:extLst>
              <a:ext uri="{FF2B5EF4-FFF2-40B4-BE49-F238E27FC236}">
                <a16:creationId xmlns:a16="http://schemas.microsoft.com/office/drawing/2014/main" id="{BED6CDC4-A438-8693-0427-FCCEA33BF157}"/>
              </a:ext>
            </a:extLst>
          </p:cNvPr>
          <p:cNvSpPr/>
          <p:nvPr userDrawn="1"/>
        </p:nvSpPr>
        <p:spPr>
          <a:xfrm>
            <a:off x="439309" y="3607315"/>
            <a:ext cx="3841278" cy="2289607"/>
          </a:xfrm>
          <a:prstGeom prst="roundRect">
            <a:avLst>
              <a:gd name="adj" fmla="val 2800"/>
            </a:avLst>
          </a:prstGeom>
          <a:solidFill>
            <a:schemeClr val="tx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5" name="Picture Placeholder 42">
            <a:extLst>
              <a:ext uri="{FF2B5EF4-FFF2-40B4-BE49-F238E27FC236}">
                <a16:creationId xmlns:a16="http://schemas.microsoft.com/office/drawing/2014/main" id="{377A2887-1BEB-903A-9F75-F2C85F5106A9}"/>
              </a:ext>
            </a:extLst>
          </p:cNvPr>
          <p:cNvSpPr>
            <a:spLocks noGrp="1" noChangeAspect="1"/>
          </p:cNvSpPr>
          <p:nvPr>
            <p:ph type="pic" sz="quarter" idx="28"/>
          </p:nvPr>
        </p:nvSpPr>
        <p:spPr>
          <a:xfrm>
            <a:off x="512860" y="3673400"/>
            <a:ext cx="3694176" cy="2157437"/>
          </a:xfrm>
          <a:prstGeom prst="roundRect">
            <a:avLst>
              <a:gd name="adj" fmla="val 665"/>
            </a:avLst>
          </a:prstGeom>
          <a:solidFill>
            <a:schemeClr val="bg1"/>
          </a:solidFill>
          <a:ln w="28575">
            <a:noFill/>
          </a:ln>
        </p:spPr>
        <p:txBody>
          <a:bodyPr/>
          <a:lstStyle/>
          <a:p>
            <a:endParaRPr lang="en-US" dirty="0"/>
          </a:p>
        </p:txBody>
      </p:sp>
      <p:sp>
        <p:nvSpPr>
          <p:cNvPr id="33" name="Text Placeholder 28">
            <a:extLst>
              <a:ext uri="{FF2B5EF4-FFF2-40B4-BE49-F238E27FC236}">
                <a16:creationId xmlns:a16="http://schemas.microsoft.com/office/drawing/2014/main" id="{ECF42DF7-DD8A-47D8-D4FF-5CF7478FC634}"/>
              </a:ext>
            </a:extLst>
          </p:cNvPr>
          <p:cNvSpPr>
            <a:spLocks noGrp="1"/>
          </p:cNvSpPr>
          <p:nvPr>
            <p:ph type="body" sz="quarter" idx="30" hasCustomPrompt="1"/>
          </p:nvPr>
        </p:nvSpPr>
        <p:spPr>
          <a:xfrm>
            <a:off x="11588054" y="6618134"/>
            <a:ext cx="369691" cy="123111"/>
          </a:xfrm>
        </p:spPr>
        <p:txBody>
          <a:bodyPr anchor="ctr">
            <a:spAutoFit/>
          </a:bodyPr>
          <a:lstStyle>
            <a:lvl1pPr>
              <a:defRPr sz="800">
                <a:solidFill>
                  <a:srgbClr val="212121"/>
                </a:solidFill>
                <a:latin typeface="Arial" panose="020B0604020202020204" pitchFamily="34" charset="0"/>
                <a:cs typeface="Arial" panose="020B0604020202020204" pitchFamily="34" charset="0"/>
              </a:defRPr>
            </a:lvl1pPr>
            <a:lvl2pPr>
              <a:defRPr sz="800">
                <a:latin typeface="Arial" panose="020B0604020202020204" pitchFamily="34" charset="0"/>
                <a:cs typeface="Arial" panose="020B0604020202020204" pitchFamily="34" charset="0"/>
              </a:defRPr>
            </a:lvl2pPr>
            <a:lvl3pPr>
              <a:defRPr sz="800">
                <a:latin typeface="Arial" panose="020B0604020202020204" pitchFamily="34" charset="0"/>
                <a:cs typeface="Arial" panose="020B0604020202020204" pitchFamily="34" charset="0"/>
              </a:defRPr>
            </a:lvl3pPr>
            <a:lvl4pPr>
              <a:defRPr sz="800">
                <a:latin typeface="Arial" panose="020B0604020202020204" pitchFamily="34" charset="0"/>
                <a:cs typeface="Arial" panose="020B0604020202020204" pitchFamily="34" charset="0"/>
              </a:defRPr>
            </a:lvl4pPr>
            <a:lvl5pPr>
              <a:defRPr sz="800">
                <a:latin typeface="Arial" panose="020B0604020202020204" pitchFamily="34" charset="0"/>
                <a:cs typeface="Arial" panose="020B0604020202020204" pitchFamily="34" charset="0"/>
              </a:defRPr>
            </a:lvl5pPr>
          </a:lstStyle>
          <a:p>
            <a:pPr lvl="0"/>
            <a:r>
              <a:rPr lang="en-US" dirty="0"/>
              <a:t>{##]</a:t>
            </a:r>
          </a:p>
        </p:txBody>
      </p:sp>
      <p:sp>
        <p:nvSpPr>
          <p:cNvPr id="34" name="TextBox 33">
            <a:extLst>
              <a:ext uri="{FF2B5EF4-FFF2-40B4-BE49-F238E27FC236}">
                <a16:creationId xmlns:a16="http://schemas.microsoft.com/office/drawing/2014/main" id="{D5B67AC9-3C08-2043-90CE-8C55E5993977}"/>
              </a:ext>
            </a:extLst>
          </p:cNvPr>
          <p:cNvSpPr txBox="1"/>
          <p:nvPr userDrawn="1"/>
        </p:nvSpPr>
        <p:spPr>
          <a:xfrm>
            <a:off x="10198299" y="6618134"/>
            <a:ext cx="1371962" cy="123111"/>
          </a:xfrm>
          <a:prstGeom prst="rect">
            <a:avLst/>
          </a:prstGeom>
        </p:spPr>
        <p:txBody>
          <a:bodyPr vert="horz" lIns="0" tIns="0" rIns="0" bIns="0" rtlCol="0" anchor="ctr" anchorCtr="0">
            <a:spAutoFit/>
          </a:bodyPr>
          <a:lstStyle>
            <a:defPPr>
              <a:defRPr lang="en-US"/>
            </a:defPPr>
            <a:lvl1pPr marR="0" lvl="0" indent="0" algn="r" fontAlgn="auto">
              <a:lnSpc>
                <a:spcPct val="100000"/>
              </a:lnSpc>
              <a:spcBef>
                <a:spcPts val="0"/>
              </a:spcBef>
              <a:spcAft>
                <a:spcPts val="0"/>
              </a:spcAft>
              <a:buClrTx/>
              <a:buSzTx/>
              <a:buFontTx/>
              <a:buNone/>
              <a:tabLst/>
              <a:defRPr kumimoji="0" sz="800" b="0" i="0" u="none" strike="noStrike" cap="none" spc="0" normalizeH="0" baseline="0">
                <a:ln>
                  <a:noFill/>
                </a:ln>
                <a:solidFill>
                  <a:srgbClr val="212121"/>
                </a:solidFill>
                <a:effectLst/>
                <a:uLnTx/>
                <a:uFillTx/>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12121"/>
                </a:solidFill>
                <a:effectLst/>
                <a:uLnTx/>
                <a:uFillTx/>
                <a:latin typeface="Arial" panose="020B0604020202020204" pitchFamily="34" charset="0"/>
                <a:ea typeface="+mn-ea"/>
                <a:cs typeface="Arial" panose="020B0604020202020204" pitchFamily="34" charset="0"/>
              </a:rPr>
              <a:t>Gensuite/ComplyWorks ID:</a:t>
            </a:r>
          </a:p>
        </p:txBody>
      </p:sp>
      <p:sp>
        <p:nvSpPr>
          <p:cNvPr id="12" name="Footer Placeholder 4">
            <a:extLst>
              <a:ext uri="{FF2B5EF4-FFF2-40B4-BE49-F238E27FC236}">
                <a16:creationId xmlns:a16="http://schemas.microsoft.com/office/drawing/2014/main" id="{4FDEAC6E-B381-918F-B24B-F59C2F8EDDF4}"/>
              </a:ext>
            </a:extLst>
          </p:cNvPr>
          <p:cNvSpPr txBox="1">
            <a:spLocks/>
          </p:cNvSpPr>
          <p:nvPr userDrawn="1"/>
        </p:nvSpPr>
        <p:spPr>
          <a:xfrm>
            <a:off x="419100" y="6601346"/>
            <a:ext cx="6810642" cy="123112"/>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12121"/>
                </a:solidFill>
                <a:effectLst/>
                <a:uLnTx/>
                <a:uFillTx/>
                <a:latin typeface="Arial" panose="020B0604020202020204" pitchFamily="34" charset="0"/>
                <a:ea typeface="+mn-ea"/>
                <a:cs typeface="Arial" panose="020B0604020202020204" pitchFamily="34" charset="0"/>
              </a:rPr>
              <a:t>© 2025 GE Vernova and/or its affiliates. All rights reserved. Not to be copied, distributed or reproduced without prior approval from GE Vernova. </a:t>
            </a:r>
          </a:p>
        </p:txBody>
      </p:sp>
      <p:sp>
        <p:nvSpPr>
          <p:cNvPr id="16" name="Icon 1">
            <a:extLst>
              <a:ext uri="{FF2B5EF4-FFF2-40B4-BE49-F238E27FC236}">
                <a16:creationId xmlns:a16="http://schemas.microsoft.com/office/drawing/2014/main" id="{744010D7-A559-E87C-E930-C13CC5046532}"/>
              </a:ext>
            </a:extLst>
          </p:cNvPr>
          <p:cNvSpPr/>
          <p:nvPr userDrawn="1"/>
        </p:nvSpPr>
        <p:spPr>
          <a:xfrm>
            <a:off x="429433" y="1524000"/>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18" name="Icon 1">
            <a:extLst>
              <a:ext uri="{FF2B5EF4-FFF2-40B4-BE49-F238E27FC236}">
                <a16:creationId xmlns:a16="http://schemas.microsoft.com/office/drawing/2014/main" id="{83542CD3-FC83-BE0E-6695-AD00A54A6263}"/>
              </a:ext>
            </a:extLst>
          </p:cNvPr>
          <p:cNvSpPr/>
          <p:nvPr userDrawn="1"/>
        </p:nvSpPr>
        <p:spPr>
          <a:xfrm>
            <a:off x="1410300" y="1539387"/>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19" name="TextBox 18">
            <a:extLst>
              <a:ext uri="{FF2B5EF4-FFF2-40B4-BE49-F238E27FC236}">
                <a16:creationId xmlns:a16="http://schemas.microsoft.com/office/drawing/2014/main" id="{CFCB8773-CAC0-18F4-23C0-A048E63B8003}"/>
              </a:ext>
            </a:extLst>
          </p:cNvPr>
          <p:cNvSpPr txBox="1"/>
          <p:nvPr userDrawn="1"/>
        </p:nvSpPr>
        <p:spPr>
          <a:xfrm>
            <a:off x="490230" y="1745038"/>
            <a:ext cx="574398" cy="253916"/>
          </a:xfrm>
          <a:prstGeom prst="rect">
            <a:avLst/>
          </a:prstGeom>
          <a:noFill/>
        </p:spPr>
        <p:txBody>
          <a:bodyPr wrap="none" lIns="45720" tIns="45720" rIns="45720" bIns="4572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Business</a:t>
            </a:r>
          </a:p>
        </p:txBody>
      </p:sp>
      <p:sp>
        <p:nvSpPr>
          <p:cNvPr id="20" name="TextBox 19">
            <a:extLst>
              <a:ext uri="{FF2B5EF4-FFF2-40B4-BE49-F238E27FC236}">
                <a16:creationId xmlns:a16="http://schemas.microsoft.com/office/drawing/2014/main" id="{EA5EE0E8-924D-C786-950F-4E06EE5E755C}"/>
              </a:ext>
            </a:extLst>
          </p:cNvPr>
          <p:cNvSpPr txBox="1"/>
          <p:nvPr userDrawn="1"/>
        </p:nvSpPr>
        <p:spPr>
          <a:xfrm>
            <a:off x="1533395" y="1702717"/>
            <a:ext cx="449803" cy="369332"/>
          </a:xfrm>
          <a:prstGeom prst="rect">
            <a:avLst/>
          </a:prstGeom>
          <a:noFill/>
        </p:spPr>
        <p:txBody>
          <a:bodyPr wrap="none" lIns="45720" tIns="45720" rIns="45720" bIns="4572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LSR or</a:t>
            </a:r>
            <a:b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PSE</a:t>
            </a:r>
          </a:p>
        </p:txBody>
      </p:sp>
      <p:grpSp>
        <p:nvGrpSpPr>
          <p:cNvPr id="30" name="Group 29">
            <a:extLst>
              <a:ext uri="{FF2B5EF4-FFF2-40B4-BE49-F238E27FC236}">
                <a16:creationId xmlns:a16="http://schemas.microsoft.com/office/drawing/2014/main" id="{7F90CBD2-8D40-8497-AF80-3D1766E6DB5D}"/>
              </a:ext>
            </a:extLst>
          </p:cNvPr>
          <p:cNvGrpSpPr/>
          <p:nvPr userDrawn="1"/>
        </p:nvGrpSpPr>
        <p:grpSpPr>
          <a:xfrm>
            <a:off x="4724400" y="302410"/>
            <a:ext cx="730791" cy="899732"/>
            <a:chOff x="4508438" y="407007"/>
            <a:chExt cx="730791" cy="899732"/>
          </a:xfrm>
        </p:grpSpPr>
        <p:sp>
          <p:nvSpPr>
            <p:cNvPr id="31" name="Rectangle 30">
              <a:extLst>
                <a:ext uri="{FF2B5EF4-FFF2-40B4-BE49-F238E27FC236}">
                  <a16:creationId xmlns:a16="http://schemas.microsoft.com/office/drawing/2014/main" id="{B7733A01-C4A4-99B3-A2B5-9412627858D3}"/>
                </a:ext>
              </a:extLst>
            </p:cNvPr>
            <p:cNvSpPr/>
            <p:nvPr userDrawn="1"/>
          </p:nvSpPr>
          <p:spPr>
            <a:xfrm>
              <a:off x="4618887" y="426069"/>
              <a:ext cx="509892" cy="728662"/>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chemeClr val="tx2"/>
                </a:solidFill>
                <a:effectLst/>
                <a:uLnTx/>
                <a:uFillTx/>
                <a:latin typeface="Inter"/>
                <a:ea typeface="+mn-ea"/>
                <a:cs typeface="+mn-cs"/>
              </a:endParaRPr>
            </a:p>
          </p:txBody>
        </p:sp>
        <p:sp>
          <p:nvSpPr>
            <p:cNvPr id="32" name="TextBox 31">
              <a:extLst>
                <a:ext uri="{FF2B5EF4-FFF2-40B4-BE49-F238E27FC236}">
                  <a16:creationId xmlns:a16="http://schemas.microsoft.com/office/drawing/2014/main" id="{B3EFC993-1628-6FA4-C481-E78C46062993}"/>
                </a:ext>
              </a:extLst>
            </p:cNvPr>
            <p:cNvSpPr txBox="1"/>
            <p:nvPr userDrawn="1"/>
          </p:nvSpPr>
          <p:spPr>
            <a:xfrm>
              <a:off x="4605775" y="415925"/>
              <a:ext cx="509892" cy="890814"/>
            </a:xfrm>
            <a:prstGeom prst="rect">
              <a:avLst/>
            </a:prstGeom>
            <a:noFill/>
          </p:spPr>
          <p:txBody>
            <a:bodyPr wrap="none" lIns="0" tIns="0" rIns="0" bIns="0" rtlCol="0" anchor="ctr">
              <a:noAutofit/>
            </a:bodyPr>
            <a:lstStyle/>
            <a:p>
              <a:pPr algn="ctr">
                <a:spcAft>
                  <a:spcPts val="600"/>
                </a:spcAft>
              </a:pPr>
              <a:r>
                <a:rPr lang="en-US" sz="5600" dirty="0">
                  <a:solidFill>
                    <a:schemeClr val="tx1"/>
                  </a:solidFill>
                  <a:latin typeface="Sons Condensed Extrabold" panose="02060906060206060203" pitchFamily="18" charset="0"/>
                </a:rPr>
                <a:t>D</a:t>
              </a:r>
            </a:p>
          </p:txBody>
        </p:sp>
        <p:sp>
          <p:nvSpPr>
            <p:cNvPr id="37" name="TextBox 36">
              <a:extLst>
                <a:ext uri="{FF2B5EF4-FFF2-40B4-BE49-F238E27FC236}">
                  <a16:creationId xmlns:a16="http://schemas.microsoft.com/office/drawing/2014/main" id="{09BC2342-DE8E-1184-B57B-A8EEFAB01886}"/>
                </a:ext>
              </a:extLst>
            </p:cNvPr>
            <p:cNvSpPr txBox="1"/>
            <p:nvPr userDrawn="1"/>
          </p:nvSpPr>
          <p:spPr>
            <a:xfrm>
              <a:off x="4508438" y="407007"/>
              <a:ext cx="730791" cy="262552"/>
            </a:xfrm>
            <a:prstGeom prst="rect">
              <a:avLst/>
            </a:prstGeom>
            <a:noFill/>
          </p:spPr>
          <p:txBody>
            <a:bodyPr wrap="none" lIns="0" tIns="0" rIns="0" bIns="0" rtlCol="0">
              <a:noAutofit/>
            </a:bodyPr>
            <a:lstStyle/>
            <a:p>
              <a:pPr algn="ctr">
                <a:spcAft>
                  <a:spcPts val="600"/>
                </a:spcAft>
              </a:pPr>
              <a:r>
                <a:rPr lang="en-US" sz="1500" dirty="0">
                  <a:solidFill>
                    <a:schemeClr val="tx1"/>
                  </a:solidFill>
                  <a:latin typeface="Sons Condensed Semibold" panose="02060706060206060203" pitchFamily="18" charset="0"/>
                </a:rPr>
                <a:t>LEVEL</a:t>
              </a:r>
            </a:p>
          </p:txBody>
        </p:sp>
      </p:grpSp>
    </p:spTree>
    <p:extLst>
      <p:ext uri="{BB962C8B-B14F-4D97-AF65-F5344CB8AC3E}">
        <p14:creationId xmlns:p14="http://schemas.microsoft.com/office/powerpoint/2010/main" val="4247245117"/>
      </p:ext>
    </p:extLst>
  </p:cSld>
  <p:clrMapOvr>
    <a:masterClrMapping/>
  </p:clrMapOvr>
  <p:extLst>
    <p:ext uri="{DCECCB84-F9BA-43D5-87BE-67443E8EF086}">
      <p15:sldGuideLst xmlns:p15="http://schemas.microsoft.com/office/powerpoint/2012/main">
        <p15:guide id="1" orient="horz" pos="88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Alert_Near Miss">
    <p:spTree>
      <p:nvGrpSpPr>
        <p:cNvPr id="1" name=""/>
        <p:cNvGrpSpPr/>
        <p:nvPr/>
      </p:nvGrpSpPr>
      <p:grpSpPr>
        <a:xfrm>
          <a:off x="0" y="0"/>
          <a:ext cx="0" cy="0"/>
          <a:chOff x="0" y="0"/>
          <a:chExt cx="0" cy="0"/>
        </a:xfrm>
      </p:grpSpPr>
      <p:sp>
        <p:nvSpPr>
          <p:cNvPr id="2" name="Rectangle: Top Corners Rounded 1">
            <a:extLst>
              <a:ext uri="{FF2B5EF4-FFF2-40B4-BE49-F238E27FC236}">
                <a16:creationId xmlns:a16="http://schemas.microsoft.com/office/drawing/2014/main" id="{E9110847-D1BB-6805-BEEE-6BCE2A58F8AC}"/>
              </a:ext>
            </a:extLst>
          </p:cNvPr>
          <p:cNvSpPr/>
          <p:nvPr userDrawn="1"/>
        </p:nvSpPr>
        <p:spPr>
          <a:xfrm rot="16200000" flipH="1">
            <a:off x="7492366" y="-1191829"/>
            <a:ext cx="1746713" cy="7680960"/>
          </a:xfrm>
          <a:prstGeom prst="round2SameRect">
            <a:avLst>
              <a:gd name="adj1" fmla="val 2577"/>
              <a:gd name="adj2" fmla="val 0"/>
            </a:avLst>
          </a:prstGeom>
          <a:noFill/>
          <a:ln w="12700" cap="flat" cmpd="sng" algn="ctr">
            <a:solidFill>
              <a:schemeClr val="tx1"/>
            </a:solidFill>
            <a:prstDash val="solid"/>
            <a:miter lim="800000"/>
          </a:ln>
          <a:effectLst/>
        </p:spPr>
        <p:txBody>
          <a:bodyPr rtlCol="0" anchor="t" anchorCtr="0"/>
          <a:lstStyle/>
          <a:p>
            <a:pPr marR="0" lvl="0" indent="0" fontAlgn="auto">
              <a:lnSpc>
                <a:spcPct val="100000"/>
              </a:lnSpc>
              <a:spcBef>
                <a:spcPts val="0"/>
              </a:spcBef>
              <a:spcAft>
                <a:spcPts val="600"/>
              </a:spcAft>
              <a:buClrTx/>
              <a:buSzTx/>
              <a:buFontTx/>
              <a:buNone/>
              <a:tabLst/>
            </a:pPr>
            <a:endParaRPr kumimoji="0" lang="en-US" b="0" i="0" u="none" strike="noStrike" kern="0" cap="none" spc="0" normalizeH="0" baseline="0" noProof="0" dirty="0">
              <a:ln>
                <a:noFill/>
              </a:ln>
              <a:solidFill>
                <a:srgbClr val="005E60"/>
              </a:solidFill>
              <a:effectLst/>
              <a:uLnTx/>
              <a:uFillTx/>
              <a:latin typeface="Arial" panose="020B0604020202020204"/>
            </a:endParaRPr>
          </a:p>
        </p:txBody>
      </p:sp>
      <p:sp>
        <p:nvSpPr>
          <p:cNvPr id="3" name="Rectangle: Top Corners Rounded 2">
            <a:extLst>
              <a:ext uri="{FF2B5EF4-FFF2-40B4-BE49-F238E27FC236}">
                <a16:creationId xmlns:a16="http://schemas.microsoft.com/office/drawing/2014/main" id="{9BC4A799-FDEF-1E99-D782-ACBF48DD3D3A}"/>
              </a:ext>
            </a:extLst>
          </p:cNvPr>
          <p:cNvSpPr/>
          <p:nvPr userDrawn="1"/>
        </p:nvSpPr>
        <p:spPr>
          <a:xfrm rot="16200000" flipH="1">
            <a:off x="7212648" y="917571"/>
            <a:ext cx="2291946" cy="7666758"/>
          </a:xfrm>
          <a:prstGeom prst="round2SameRect">
            <a:avLst>
              <a:gd name="adj1" fmla="val 2577"/>
              <a:gd name="adj2" fmla="val 0"/>
            </a:avLst>
          </a:prstGeom>
          <a:solidFill>
            <a:schemeClr val="accent2"/>
          </a:solidFill>
          <a:ln w="12700" cap="flat" cmpd="sng" algn="ctr">
            <a:solidFill>
              <a:schemeClr val="accent2"/>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a:ea typeface="+mn-ea"/>
              <a:cs typeface="+mn-cs"/>
            </a:endParaRPr>
          </a:p>
        </p:txBody>
      </p:sp>
      <p:sp>
        <p:nvSpPr>
          <p:cNvPr id="4" name="Rectangle: Top Corners Rounded 3">
            <a:extLst>
              <a:ext uri="{FF2B5EF4-FFF2-40B4-BE49-F238E27FC236}">
                <a16:creationId xmlns:a16="http://schemas.microsoft.com/office/drawing/2014/main" id="{98F5F5EF-D2AD-4C91-E982-50B831E44C05}"/>
              </a:ext>
            </a:extLst>
          </p:cNvPr>
          <p:cNvSpPr/>
          <p:nvPr userDrawn="1"/>
        </p:nvSpPr>
        <p:spPr>
          <a:xfrm rot="5400000">
            <a:off x="139379" y="1624396"/>
            <a:ext cx="4121627" cy="4423424"/>
          </a:xfrm>
          <a:prstGeom prst="round2SameRect">
            <a:avLst>
              <a:gd name="adj1" fmla="val 1113"/>
              <a:gd name="adj2" fmla="val 0"/>
            </a:avLst>
          </a:prstGeom>
          <a:solidFill>
            <a:schemeClr val="accent2"/>
          </a:solidFill>
          <a:ln w="12700" cap="flat" cmpd="sng" algn="ctr">
            <a:solidFill>
              <a:schemeClr val="accent2"/>
            </a:solid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600"/>
              </a:spcAft>
              <a:buClrTx/>
              <a:buSzTx/>
              <a:buFontTx/>
              <a:buNone/>
              <a:tabLst/>
              <a:defRPr/>
            </a:pPr>
            <a:endParaRPr kumimoji="0" lang="en-US" sz="1800" b="0" i="0" u="none" strike="noStrike" kern="0" cap="none" spc="0" normalizeH="0" baseline="0" noProof="0" dirty="0">
              <a:ln>
                <a:noFill/>
              </a:ln>
              <a:solidFill>
                <a:srgbClr val="005E60"/>
              </a:solidFill>
              <a:effectLst/>
              <a:uLnTx/>
              <a:uFillTx/>
              <a:latin typeface="Arial" panose="020B0604020202020204"/>
              <a:ea typeface="+mn-ea"/>
              <a:cs typeface="+mn-cs"/>
            </a:endParaRPr>
          </a:p>
        </p:txBody>
      </p:sp>
      <p:sp>
        <p:nvSpPr>
          <p:cNvPr id="6" name="Freeform: Shape 5">
            <a:extLst>
              <a:ext uri="{FF2B5EF4-FFF2-40B4-BE49-F238E27FC236}">
                <a16:creationId xmlns:a16="http://schemas.microsoft.com/office/drawing/2014/main" id="{29C38609-E274-1D82-F429-738E557D53FA}"/>
              </a:ext>
            </a:extLst>
          </p:cNvPr>
          <p:cNvSpPr/>
          <p:nvPr userDrawn="1"/>
        </p:nvSpPr>
        <p:spPr>
          <a:xfrm>
            <a:off x="1" y="320716"/>
            <a:ext cx="1125027" cy="728662"/>
          </a:xfrm>
          <a:custGeom>
            <a:avLst/>
            <a:gdLst>
              <a:gd name="connsiteX0" fmla="*/ 0 w 1125027"/>
              <a:gd name="connsiteY0" fmla="*/ 0 h 728662"/>
              <a:gd name="connsiteX1" fmla="*/ 759363 w 1125027"/>
              <a:gd name="connsiteY1" fmla="*/ 0 h 728662"/>
              <a:gd name="connsiteX2" fmla="*/ 765174 w 1125027"/>
              <a:gd name="connsiteY2" fmla="*/ 0 h 728662"/>
              <a:gd name="connsiteX3" fmla="*/ 765174 w 1125027"/>
              <a:gd name="connsiteY3" fmla="*/ 584 h 728662"/>
              <a:gd name="connsiteX4" fmla="*/ 833057 w 1125027"/>
              <a:gd name="connsiteY4" fmla="*/ 7402 h 728662"/>
              <a:gd name="connsiteX5" fmla="*/ 1125027 w 1125027"/>
              <a:gd name="connsiteY5" fmla="*/ 364331 h 728662"/>
              <a:gd name="connsiteX6" fmla="*/ 833057 w 1125027"/>
              <a:gd name="connsiteY6" fmla="*/ 721260 h 728662"/>
              <a:gd name="connsiteX7" fmla="*/ 765174 w 1125027"/>
              <a:gd name="connsiteY7" fmla="*/ 728078 h 728662"/>
              <a:gd name="connsiteX8" fmla="*/ 765174 w 1125027"/>
              <a:gd name="connsiteY8" fmla="*/ 728662 h 728662"/>
              <a:gd name="connsiteX9" fmla="*/ 759363 w 1125027"/>
              <a:gd name="connsiteY9" fmla="*/ 728662 h 728662"/>
              <a:gd name="connsiteX10" fmla="*/ 0 w 1125027"/>
              <a:gd name="connsiteY10" fmla="*/ 728662 h 72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5027" h="728662">
                <a:moveTo>
                  <a:pt x="0" y="0"/>
                </a:moveTo>
                <a:lnTo>
                  <a:pt x="759363" y="0"/>
                </a:lnTo>
                <a:lnTo>
                  <a:pt x="765174" y="0"/>
                </a:lnTo>
                <a:lnTo>
                  <a:pt x="765174" y="584"/>
                </a:lnTo>
                <a:lnTo>
                  <a:pt x="833057" y="7402"/>
                </a:lnTo>
                <a:cubicBezTo>
                  <a:pt x="999684" y="41375"/>
                  <a:pt x="1125027" y="188269"/>
                  <a:pt x="1125027" y="364331"/>
                </a:cubicBezTo>
                <a:cubicBezTo>
                  <a:pt x="1125027" y="540393"/>
                  <a:pt x="999684" y="687288"/>
                  <a:pt x="833057" y="721260"/>
                </a:cubicBezTo>
                <a:lnTo>
                  <a:pt x="765174" y="728078"/>
                </a:lnTo>
                <a:lnTo>
                  <a:pt x="765174" y="728662"/>
                </a:lnTo>
                <a:lnTo>
                  <a:pt x="759363" y="728662"/>
                </a:lnTo>
                <a:lnTo>
                  <a:pt x="0" y="72866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F5C147"/>
              </a:solidFill>
              <a:effectLst/>
              <a:uLnTx/>
              <a:uFillTx/>
              <a:latin typeface="Inter"/>
              <a:ea typeface="+mn-ea"/>
              <a:cs typeface="+mn-cs"/>
            </a:endParaRPr>
          </a:p>
        </p:txBody>
      </p:sp>
      <p:sp>
        <p:nvSpPr>
          <p:cNvPr id="7" name="Rectangle 6">
            <a:extLst>
              <a:ext uri="{FF2B5EF4-FFF2-40B4-BE49-F238E27FC236}">
                <a16:creationId xmlns:a16="http://schemas.microsoft.com/office/drawing/2014/main" id="{2CCB88AF-F2BE-DE2D-F707-B011696B4A83}"/>
              </a:ext>
            </a:extLst>
          </p:cNvPr>
          <p:cNvSpPr/>
          <p:nvPr userDrawn="1"/>
        </p:nvSpPr>
        <p:spPr>
          <a:xfrm>
            <a:off x="4411906" y="320716"/>
            <a:ext cx="6256094" cy="728662"/>
          </a:xfrm>
          <a:prstGeom prst="rect">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chemeClr val="tx2"/>
              </a:solidFill>
              <a:effectLst/>
              <a:uLnTx/>
              <a:uFillTx/>
              <a:latin typeface="Inter"/>
              <a:ea typeface="+mn-ea"/>
              <a:cs typeface="+mn-cs"/>
            </a:endParaRPr>
          </a:p>
        </p:txBody>
      </p:sp>
      <p:sp>
        <p:nvSpPr>
          <p:cNvPr id="8" name="TextBox 7">
            <a:extLst>
              <a:ext uri="{FF2B5EF4-FFF2-40B4-BE49-F238E27FC236}">
                <a16:creationId xmlns:a16="http://schemas.microsoft.com/office/drawing/2014/main" id="{9D3EC6D5-86F6-C6D4-D168-BA1CF23A5EB1}"/>
              </a:ext>
            </a:extLst>
          </p:cNvPr>
          <p:cNvSpPr txBox="1"/>
          <p:nvPr userDrawn="1"/>
        </p:nvSpPr>
        <p:spPr>
          <a:xfrm>
            <a:off x="1095481" y="194"/>
            <a:ext cx="3345973" cy="1323439"/>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dirty="0">
                <a:ln>
                  <a:noFill/>
                </a:ln>
                <a:solidFill>
                  <a:schemeClr val="tx1"/>
                </a:solidFill>
                <a:effectLst/>
                <a:uLnTx/>
                <a:uFillTx/>
                <a:latin typeface="Sons Condensed Extrabold" panose="02060906060206060203" pitchFamily="18" charset="0"/>
                <a:ea typeface="+mn-ea"/>
                <a:cs typeface="+mn-cs"/>
              </a:rPr>
              <a:t>EHS ALERT</a:t>
            </a:r>
          </a:p>
        </p:txBody>
      </p:sp>
      <p:sp>
        <p:nvSpPr>
          <p:cNvPr id="9" name="Circle: Hollow 8">
            <a:extLst>
              <a:ext uri="{FF2B5EF4-FFF2-40B4-BE49-F238E27FC236}">
                <a16:creationId xmlns:a16="http://schemas.microsoft.com/office/drawing/2014/main" id="{6229E146-CD2C-64E0-77BB-15392E77F0A8}"/>
              </a:ext>
            </a:extLst>
          </p:cNvPr>
          <p:cNvSpPr/>
          <p:nvPr userDrawn="1"/>
        </p:nvSpPr>
        <p:spPr>
          <a:xfrm>
            <a:off x="440293" y="365007"/>
            <a:ext cx="640080" cy="640080"/>
          </a:xfrm>
          <a:prstGeom prst="donut">
            <a:avLst>
              <a:gd name="adj" fmla="val 41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Inter"/>
              <a:ea typeface="+mn-ea"/>
              <a:cs typeface="+mn-cs"/>
            </a:endParaRPr>
          </a:p>
        </p:txBody>
      </p:sp>
      <p:pic>
        <p:nvPicPr>
          <p:cNvPr id="10" name="Graphic 9">
            <a:extLst>
              <a:ext uri="{FF2B5EF4-FFF2-40B4-BE49-F238E27FC236}">
                <a16:creationId xmlns:a16="http://schemas.microsoft.com/office/drawing/2014/main" id="{869C42ED-87A3-C887-DAC9-8C35CA0213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0507" y="495526"/>
            <a:ext cx="419652" cy="379042"/>
          </a:xfrm>
          <a:prstGeom prst="rect">
            <a:avLst/>
          </a:prstGeom>
        </p:spPr>
      </p:pic>
      <p:grpSp>
        <p:nvGrpSpPr>
          <p:cNvPr id="17" name="Group 16">
            <a:extLst>
              <a:ext uri="{FF2B5EF4-FFF2-40B4-BE49-F238E27FC236}">
                <a16:creationId xmlns:a16="http://schemas.microsoft.com/office/drawing/2014/main" id="{E61711C5-DE9D-01A4-AC43-D7FAB0BBE76D}"/>
              </a:ext>
            </a:extLst>
          </p:cNvPr>
          <p:cNvGrpSpPr/>
          <p:nvPr userDrawn="1"/>
        </p:nvGrpSpPr>
        <p:grpSpPr>
          <a:xfrm>
            <a:off x="4876800" y="318283"/>
            <a:ext cx="685800" cy="822972"/>
            <a:chOff x="4618887" y="407006"/>
            <a:chExt cx="509892" cy="822971"/>
          </a:xfrm>
        </p:grpSpPr>
        <p:sp>
          <p:nvSpPr>
            <p:cNvPr id="14" name="Rectangle 13">
              <a:extLst>
                <a:ext uri="{FF2B5EF4-FFF2-40B4-BE49-F238E27FC236}">
                  <a16:creationId xmlns:a16="http://schemas.microsoft.com/office/drawing/2014/main" id="{DC2A6171-D450-A4F8-E230-62E9064FBB1D}"/>
                </a:ext>
              </a:extLst>
            </p:cNvPr>
            <p:cNvSpPr/>
            <p:nvPr userDrawn="1"/>
          </p:nvSpPr>
          <p:spPr>
            <a:xfrm>
              <a:off x="4618887" y="407018"/>
              <a:ext cx="509892" cy="822959"/>
            </a:xfrm>
            <a:prstGeom prst="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75000"/>
                </a:lnSpc>
                <a:spcBef>
                  <a:spcPts val="0"/>
                </a:spcBef>
                <a:spcAft>
                  <a:spcPts val="0"/>
                </a:spcAft>
                <a:buClrTx/>
                <a:buSzTx/>
                <a:buFontTx/>
                <a:buNone/>
                <a:tabLst/>
                <a:defRPr/>
              </a:pPr>
              <a:endParaRPr kumimoji="0" lang="en-US" sz="600" b="0" i="0" u="none" strike="noStrike" kern="1200" cap="none" spc="0" normalizeH="0" baseline="0" noProof="0" dirty="0">
                <a:ln>
                  <a:noFill/>
                </a:ln>
                <a:solidFill>
                  <a:schemeClr val="tx2"/>
                </a:solidFill>
                <a:effectLst/>
                <a:uLnTx/>
                <a:uFillTx/>
                <a:latin typeface="Sons Condensed Semibold" panose="02060706060206060203" pitchFamily="18" charset="0"/>
                <a:ea typeface="+mn-ea"/>
                <a:cs typeface="+mn-cs"/>
              </a:endParaRPr>
            </a:p>
          </p:txBody>
        </p:sp>
        <p:sp>
          <p:nvSpPr>
            <p:cNvPr id="13" name="TextBox 12">
              <a:extLst>
                <a:ext uri="{FF2B5EF4-FFF2-40B4-BE49-F238E27FC236}">
                  <a16:creationId xmlns:a16="http://schemas.microsoft.com/office/drawing/2014/main" id="{506A9281-27A7-CA10-90A2-A6263E5B16C1}"/>
                </a:ext>
              </a:extLst>
            </p:cNvPr>
            <p:cNvSpPr txBox="1"/>
            <p:nvPr userDrawn="1"/>
          </p:nvSpPr>
          <p:spPr>
            <a:xfrm>
              <a:off x="4618889" y="407006"/>
              <a:ext cx="509890" cy="792016"/>
            </a:xfrm>
            <a:prstGeom prst="rect">
              <a:avLst/>
            </a:prstGeom>
            <a:noFill/>
          </p:spPr>
          <p:txBody>
            <a:bodyPr wrap="square" lIns="0" tIns="0" rIns="0" bIns="0" rtlCol="0" anchor="b">
              <a:noAutofit/>
            </a:bodyPr>
            <a:lstStyle/>
            <a:p>
              <a:pPr algn="ctr" rtl="0">
                <a:lnSpc>
                  <a:spcPct val="75000"/>
                </a:lnSpc>
                <a:spcAft>
                  <a:spcPts val="0"/>
                </a:spcAft>
              </a:pPr>
              <a:r>
                <a:rPr lang="en-US" sz="3200" dirty="0">
                  <a:solidFill>
                    <a:schemeClr val="tx1"/>
                  </a:solidFill>
                  <a:latin typeface="Sons Condensed Semibold" panose="02060706060206060203" pitchFamily="18" charset="0"/>
                </a:rPr>
                <a:t>NEAR MISS</a:t>
              </a:r>
            </a:p>
          </p:txBody>
        </p:sp>
      </p:grpSp>
      <p:cxnSp>
        <p:nvCxnSpPr>
          <p:cNvPr id="21" name="Straight Connector 20">
            <a:extLst>
              <a:ext uri="{FF2B5EF4-FFF2-40B4-BE49-F238E27FC236}">
                <a16:creationId xmlns:a16="http://schemas.microsoft.com/office/drawing/2014/main" id="{F6283822-CF06-A764-7EF6-0815F1F913F0}"/>
              </a:ext>
            </a:extLst>
          </p:cNvPr>
          <p:cNvCxnSpPr>
            <a:cxnSpLocks/>
          </p:cNvCxnSpPr>
          <p:nvPr userDrawn="1"/>
        </p:nvCxnSpPr>
        <p:spPr>
          <a:xfrm>
            <a:off x="1950720" y="2913140"/>
            <a:ext cx="2329867" cy="0"/>
          </a:xfrm>
          <a:prstGeom prst="line">
            <a:avLst/>
          </a:prstGeom>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741AA1F2-4362-E378-067F-53BEED4306E8}"/>
              </a:ext>
            </a:extLst>
          </p:cNvPr>
          <p:cNvCxnSpPr>
            <a:cxnSpLocks/>
          </p:cNvCxnSpPr>
          <p:nvPr userDrawn="1"/>
        </p:nvCxnSpPr>
        <p:spPr>
          <a:xfrm>
            <a:off x="1950720" y="3191295"/>
            <a:ext cx="2329867" cy="0"/>
          </a:xfrm>
          <a:prstGeom prst="line">
            <a:avLst/>
          </a:prstGeom>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933AD9F0-4276-ECB9-B824-83FB990696D7}"/>
              </a:ext>
            </a:extLst>
          </p:cNvPr>
          <p:cNvCxnSpPr>
            <a:cxnSpLocks/>
          </p:cNvCxnSpPr>
          <p:nvPr userDrawn="1"/>
        </p:nvCxnSpPr>
        <p:spPr>
          <a:xfrm>
            <a:off x="1950720" y="3465212"/>
            <a:ext cx="2329867" cy="0"/>
          </a:xfrm>
          <a:prstGeom prst="line">
            <a:avLst/>
          </a:prstGeom>
          <a:ln/>
        </p:spPr>
        <p:style>
          <a:lnRef idx="1">
            <a:schemeClr val="dk1"/>
          </a:lnRef>
          <a:fillRef idx="0">
            <a:schemeClr val="dk1"/>
          </a:fillRef>
          <a:effectRef idx="0">
            <a:schemeClr val="dk1"/>
          </a:effectRef>
          <a:fontRef idx="minor">
            <a:schemeClr val="tx1"/>
          </a:fontRef>
        </p:style>
      </p:cxnSp>
      <p:sp>
        <p:nvSpPr>
          <p:cNvPr id="24" name="Text Placeholder 4">
            <a:extLst>
              <a:ext uri="{FF2B5EF4-FFF2-40B4-BE49-F238E27FC236}">
                <a16:creationId xmlns:a16="http://schemas.microsoft.com/office/drawing/2014/main" id="{79F963AE-EBC5-D1EC-21DA-FC7E317B93AF}"/>
              </a:ext>
            </a:extLst>
          </p:cNvPr>
          <p:cNvSpPr>
            <a:spLocks noGrp="1"/>
          </p:cNvSpPr>
          <p:nvPr>
            <p:ph type="body" sz="quarter" idx="17"/>
          </p:nvPr>
        </p:nvSpPr>
        <p:spPr>
          <a:xfrm>
            <a:off x="1998184" y="3214603"/>
            <a:ext cx="2192816" cy="254847"/>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25" name="Text Placeholder 3">
            <a:extLst>
              <a:ext uri="{FF2B5EF4-FFF2-40B4-BE49-F238E27FC236}">
                <a16:creationId xmlns:a16="http://schemas.microsoft.com/office/drawing/2014/main" id="{53201B47-D735-6C2D-88E6-5E0A13315B27}"/>
              </a:ext>
            </a:extLst>
          </p:cNvPr>
          <p:cNvSpPr>
            <a:spLocks noGrp="1"/>
          </p:cNvSpPr>
          <p:nvPr>
            <p:ph type="body" sz="quarter" idx="16"/>
          </p:nvPr>
        </p:nvSpPr>
        <p:spPr>
          <a:xfrm>
            <a:off x="1998184" y="2937379"/>
            <a:ext cx="2192816" cy="253916"/>
          </a:xfrm>
        </p:spPr>
        <p:txBody>
          <a:bodyPr vert="horz" lIns="45720" tIns="45720" rIns="45720" bIns="45720" rtlCol="0">
            <a:noAutofit/>
          </a:bodyPr>
          <a:lstStyle>
            <a:lvl1pPr>
              <a:defRPr lang="en-US" sz="1050" dirty="0">
                <a:solidFill>
                  <a:schemeClr val="tx2"/>
                </a:solidFill>
                <a:latin typeface="+mn-lt"/>
                <a:cs typeface="Arial" panose="020B0604020202020204" pitchFamily="34" charset="0"/>
              </a:defRPr>
            </a:lvl1pPr>
          </a:lstStyle>
          <a:p>
            <a:pPr lvl="0"/>
            <a:r>
              <a:rPr lang="en-US" dirty="0"/>
              <a:t>Click to edit</a:t>
            </a:r>
          </a:p>
        </p:txBody>
      </p:sp>
      <p:sp>
        <p:nvSpPr>
          <p:cNvPr id="26" name="Text Placeholder 2">
            <a:extLst>
              <a:ext uri="{FF2B5EF4-FFF2-40B4-BE49-F238E27FC236}">
                <a16:creationId xmlns:a16="http://schemas.microsoft.com/office/drawing/2014/main" id="{845165A1-4B66-496A-4F3F-FDBF63F65409}"/>
              </a:ext>
            </a:extLst>
          </p:cNvPr>
          <p:cNvSpPr>
            <a:spLocks noGrp="1"/>
          </p:cNvSpPr>
          <p:nvPr>
            <p:ph type="body" sz="quarter" idx="15"/>
          </p:nvPr>
        </p:nvSpPr>
        <p:spPr>
          <a:xfrm>
            <a:off x="1998184" y="2665810"/>
            <a:ext cx="2192816" cy="247330"/>
          </a:xfrm>
        </p:spPr>
        <p:txBody>
          <a:bodyPr lIns="45720" tIns="45720" rIns="45720" bIns="45720"/>
          <a:lstStyle>
            <a:lvl1pPr>
              <a:defRPr sz="1050">
                <a:solidFill>
                  <a:schemeClr val="tx2"/>
                </a:solidFill>
                <a:latin typeface="+mn-lt"/>
                <a:cs typeface="Arial" panose="020B0604020202020204" pitchFamily="34" charset="0"/>
              </a:defRPr>
            </a:lvl1pPr>
            <a:lvl2pPr>
              <a:defRPr sz="1050"/>
            </a:lvl2pPr>
            <a:lvl3pPr>
              <a:defRPr sz="1050"/>
            </a:lvl3pPr>
            <a:lvl4pPr>
              <a:defRPr sz="1050"/>
            </a:lvl4pPr>
            <a:lvl5pPr>
              <a:defRPr sz="1050"/>
            </a:lvl5pPr>
          </a:lstStyle>
          <a:p>
            <a:pPr lvl="0"/>
            <a:r>
              <a:rPr lang="en-US" dirty="0"/>
              <a:t>Click to edit</a:t>
            </a:r>
          </a:p>
        </p:txBody>
      </p:sp>
      <p:sp>
        <p:nvSpPr>
          <p:cNvPr id="27" name="TextBox 26">
            <a:extLst>
              <a:ext uri="{FF2B5EF4-FFF2-40B4-BE49-F238E27FC236}">
                <a16:creationId xmlns:a16="http://schemas.microsoft.com/office/drawing/2014/main" id="{7CACA65A-8AA6-31F1-75E9-C506D33941ED}"/>
              </a:ext>
            </a:extLst>
          </p:cNvPr>
          <p:cNvSpPr txBox="1"/>
          <p:nvPr userDrawn="1"/>
        </p:nvSpPr>
        <p:spPr>
          <a:xfrm>
            <a:off x="439305" y="2659224"/>
            <a:ext cx="1490471"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Location:</a:t>
            </a:r>
          </a:p>
        </p:txBody>
      </p:sp>
      <p:sp>
        <p:nvSpPr>
          <p:cNvPr id="28" name="TextBox 27">
            <a:extLst>
              <a:ext uri="{FF2B5EF4-FFF2-40B4-BE49-F238E27FC236}">
                <a16:creationId xmlns:a16="http://schemas.microsoft.com/office/drawing/2014/main" id="{CADDB9EF-554A-9998-2706-A9C43E166CAF}"/>
              </a:ext>
            </a:extLst>
          </p:cNvPr>
          <p:cNvSpPr txBox="1"/>
          <p:nvPr userDrawn="1"/>
        </p:nvSpPr>
        <p:spPr>
          <a:xfrm>
            <a:off x="439309" y="2937379"/>
            <a:ext cx="1490471"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Date: </a:t>
            </a:r>
          </a:p>
        </p:txBody>
      </p:sp>
      <p:sp>
        <p:nvSpPr>
          <p:cNvPr id="29" name="TextBox 28">
            <a:extLst>
              <a:ext uri="{FF2B5EF4-FFF2-40B4-BE49-F238E27FC236}">
                <a16:creationId xmlns:a16="http://schemas.microsoft.com/office/drawing/2014/main" id="{CDC6971B-7B19-D035-C6B1-F0D2C7125ADF}"/>
              </a:ext>
            </a:extLst>
          </p:cNvPr>
          <p:cNvSpPr txBox="1"/>
          <p:nvPr userDrawn="1"/>
        </p:nvSpPr>
        <p:spPr>
          <a:xfrm>
            <a:off x="439309" y="3215534"/>
            <a:ext cx="1490473" cy="253916"/>
          </a:xfrm>
          <a:prstGeom prst="rect">
            <a:avLst/>
          </a:prstGeom>
          <a:solidFill>
            <a:schemeClr val="bg1"/>
          </a:solidFill>
        </p:spPr>
        <p:txBody>
          <a:bodyPr wrap="none" lIns="45720" tIns="45720" rIns="45720" bIns="4572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50" b="0" i="0" u="none" strike="noStrike" kern="1200" cap="none" spc="0" normalizeH="0" baseline="0" noProof="0" dirty="0">
                <a:ln>
                  <a:noFill/>
                </a:ln>
                <a:solidFill>
                  <a:schemeClr val="tx2"/>
                </a:solidFill>
                <a:effectLst/>
                <a:uLnTx/>
                <a:uFillTx/>
                <a:latin typeface="+mj-lt"/>
                <a:ea typeface="+mn-ea"/>
                <a:cs typeface="Arial" panose="020B0604020202020204" pitchFamily="34" charset="0"/>
              </a:rPr>
              <a:t>Customer/Contractor:</a:t>
            </a:r>
          </a:p>
        </p:txBody>
      </p:sp>
      <p:sp>
        <p:nvSpPr>
          <p:cNvPr id="48" name="Rectangle 47">
            <a:extLst>
              <a:ext uri="{FF2B5EF4-FFF2-40B4-BE49-F238E27FC236}">
                <a16:creationId xmlns:a16="http://schemas.microsoft.com/office/drawing/2014/main" id="{821CC7AB-7856-01D3-7C4F-38E4F3AFC75C}"/>
              </a:ext>
            </a:extLst>
          </p:cNvPr>
          <p:cNvSpPr/>
          <p:nvPr userDrawn="1"/>
        </p:nvSpPr>
        <p:spPr>
          <a:xfrm>
            <a:off x="-280" y="6009714"/>
            <a:ext cx="12192000" cy="495629"/>
          </a:xfrm>
          <a:prstGeom prst="rect">
            <a:avLst/>
          </a:prstGeom>
          <a:solidFill>
            <a:srgbClr val="F5C1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49" name="Takeaway Placeholder 6">
            <a:extLst>
              <a:ext uri="{FF2B5EF4-FFF2-40B4-BE49-F238E27FC236}">
                <a16:creationId xmlns:a16="http://schemas.microsoft.com/office/drawing/2014/main" id="{988B5831-D1E3-8E85-8F71-6A4023567726}"/>
              </a:ext>
            </a:extLst>
          </p:cNvPr>
          <p:cNvSpPr>
            <a:spLocks noGrp="1"/>
          </p:cNvSpPr>
          <p:nvPr>
            <p:ph type="body" sz="quarter" idx="29" hasCustomPrompt="1"/>
          </p:nvPr>
        </p:nvSpPr>
        <p:spPr>
          <a:xfrm>
            <a:off x="-280" y="6070997"/>
            <a:ext cx="12192000" cy="373062"/>
          </a:xfrm>
        </p:spPr>
        <p:txBody>
          <a:bodyPr anchor="ctr"/>
          <a:lstStyle>
            <a:lvl1pPr algn="ctr">
              <a:defRPr sz="1600">
                <a:solidFill>
                  <a:schemeClr val="bg1"/>
                </a:solidFill>
                <a:latin typeface="Arial" panose="020B0604020202020204" pitchFamily="34" charset="0"/>
                <a:cs typeface="Arial" panose="020B0604020202020204" pitchFamily="34" charset="0"/>
              </a:defRPr>
            </a:lvl1pPr>
            <a:lvl2pPr marL="0" indent="0" algn="ctr">
              <a:buNone/>
              <a:defRPr sz="1600">
                <a:latin typeface="Arial" panose="020B0604020202020204" pitchFamily="34" charset="0"/>
                <a:cs typeface="Arial" panose="020B0604020202020204" pitchFamily="34" charset="0"/>
              </a:defRPr>
            </a:lvl2pPr>
            <a:lvl3pPr algn="ctr">
              <a:defRPr sz="1600">
                <a:latin typeface="Arial" panose="020B0604020202020204" pitchFamily="34" charset="0"/>
                <a:cs typeface="Arial" panose="020B0604020202020204" pitchFamily="34" charset="0"/>
              </a:defRPr>
            </a:lvl3pPr>
            <a:lvl4pPr algn="ctr">
              <a:defRPr sz="1600">
                <a:latin typeface="Arial" panose="020B0604020202020204" pitchFamily="34" charset="0"/>
                <a:cs typeface="Arial" panose="020B0604020202020204" pitchFamily="34" charset="0"/>
              </a:defRPr>
            </a:lvl4pPr>
            <a:lvl5pPr algn="ctr">
              <a:defRPr sz="1600">
                <a:latin typeface="Arial" panose="020B0604020202020204" pitchFamily="34" charset="0"/>
                <a:cs typeface="Arial" panose="020B0604020202020204" pitchFamily="34" charset="0"/>
              </a:defRPr>
            </a:lvl5pPr>
          </a:lstStyle>
          <a:p>
            <a:pPr lvl="0"/>
            <a:r>
              <a:rPr lang="en-US" dirty="0"/>
              <a:t>Click to enter the most relevant take away from your event</a:t>
            </a:r>
          </a:p>
        </p:txBody>
      </p:sp>
      <p:sp>
        <p:nvSpPr>
          <p:cNvPr id="55" name="Oval 54">
            <a:extLst>
              <a:ext uri="{FF2B5EF4-FFF2-40B4-BE49-F238E27FC236}">
                <a16:creationId xmlns:a16="http://schemas.microsoft.com/office/drawing/2014/main" id="{8665A15C-6217-FC87-8B31-5E81BD0A92ED}"/>
              </a:ext>
            </a:extLst>
          </p:cNvPr>
          <p:cNvSpPr/>
          <p:nvPr userDrawn="1"/>
        </p:nvSpPr>
        <p:spPr>
          <a:xfrm>
            <a:off x="10210800" y="296427"/>
            <a:ext cx="777240" cy="77724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pic>
        <p:nvPicPr>
          <p:cNvPr id="56" name="Picture 55" descr="Text&#10;&#10;Description automatically generated">
            <a:extLst>
              <a:ext uri="{FF2B5EF4-FFF2-40B4-BE49-F238E27FC236}">
                <a16:creationId xmlns:a16="http://schemas.microsoft.com/office/drawing/2014/main" id="{86280194-3EA6-E972-072D-609FB582173E}"/>
              </a:ext>
            </a:extLst>
          </p:cNvPr>
          <p:cNvPicPr>
            <a:picLocks noChangeAspect="1"/>
          </p:cNvPicPr>
          <p:nvPr userDrawn="1"/>
        </p:nvPicPr>
        <p:blipFill>
          <a:blip r:embed="rId3"/>
          <a:stretch>
            <a:fillRect/>
          </a:stretch>
        </p:blipFill>
        <p:spPr>
          <a:xfrm>
            <a:off x="10333714" y="442411"/>
            <a:ext cx="1553486" cy="485273"/>
          </a:xfrm>
          <a:prstGeom prst="rect">
            <a:avLst/>
          </a:prstGeom>
        </p:spPr>
      </p:pic>
      <p:sp>
        <p:nvSpPr>
          <p:cNvPr id="58" name="Text Placeholder 27">
            <a:extLst>
              <a:ext uri="{FF2B5EF4-FFF2-40B4-BE49-F238E27FC236}">
                <a16:creationId xmlns:a16="http://schemas.microsoft.com/office/drawing/2014/main" id="{5B0941A2-93B8-109B-9A8B-45298BFFAC61}"/>
              </a:ext>
            </a:extLst>
          </p:cNvPr>
          <p:cNvSpPr>
            <a:spLocks noGrp="1"/>
          </p:cNvSpPr>
          <p:nvPr>
            <p:ph type="body" sz="quarter" idx="22"/>
          </p:nvPr>
        </p:nvSpPr>
        <p:spPr>
          <a:xfrm>
            <a:off x="4830045" y="2001779"/>
            <a:ext cx="3185158" cy="1339406"/>
          </a:xfrm>
          <a:prstGeom prst="rect">
            <a:avLst/>
          </a:prstGeom>
        </p:spPr>
        <p:txBody>
          <a:bodyPr/>
          <a:lstStyle>
            <a:lvl1pPr algn="l" defTabSz="914400" rtl="0" eaLnBrk="1" latinLnBrk="0" hangingPunct="1">
              <a:lnSpc>
                <a:spcPct val="100000"/>
              </a:lnSpc>
              <a:spcBef>
                <a:spcPts val="0"/>
              </a:spcBef>
              <a:buNone/>
              <a:defRPr lang="en-US" sz="1400" dirty="0" smtClean="0"/>
            </a:lvl1pPr>
            <a:lvl2pPr marL="0" indent="0" algn="l" defTabSz="914400" rtl="0" eaLnBrk="1" latinLnBrk="0" hangingPunct="1">
              <a:lnSpc>
                <a:spcPct val="100000"/>
              </a:lnSpc>
              <a:spcBef>
                <a:spcPts val="0"/>
              </a:spcBef>
              <a:buNone/>
              <a:defRPr lang="en-US" sz="1400" dirty="0" smtClean="0"/>
            </a:lvl2pPr>
            <a:lvl3pPr marL="182880" indent="0" algn="l" defTabSz="914400" rtl="0" eaLnBrk="1" latinLnBrk="0" hangingPunct="1">
              <a:lnSpc>
                <a:spcPct val="100000"/>
              </a:lnSpc>
              <a:spcBef>
                <a:spcPts val="0"/>
              </a:spcBef>
              <a:buNone/>
              <a:defRPr lang="en-US" sz="1400" dirty="0" smtClean="0"/>
            </a:lvl3pPr>
            <a:lvl4pPr marL="365760" indent="0" algn="l" defTabSz="914400" rtl="0" eaLnBrk="1" latinLnBrk="0" hangingPunct="1">
              <a:lnSpc>
                <a:spcPct val="100000"/>
              </a:lnSpc>
              <a:spcBef>
                <a:spcPts val="0"/>
              </a:spcBef>
              <a:buNone/>
              <a:defRPr lang="en-US" sz="1400" dirty="0" smtClean="0"/>
            </a:lvl4pPr>
            <a:lvl5pPr marL="548640" indent="0" algn="l" defTabSz="914400" rtl="0" eaLnBrk="1" latinLnBrk="0" hangingPunct="1">
              <a:lnSpc>
                <a:spcPct val="100000"/>
              </a:lnSpc>
              <a:spcBef>
                <a:spcPts val="0"/>
              </a:spcBef>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9" name="Text Placeholder 27">
            <a:extLst>
              <a:ext uri="{FF2B5EF4-FFF2-40B4-BE49-F238E27FC236}">
                <a16:creationId xmlns:a16="http://schemas.microsoft.com/office/drawing/2014/main" id="{0232AA09-AEEF-975E-F5F5-B9078C424AFF}"/>
              </a:ext>
            </a:extLst>
          </p:cNvPr>
          <p:cNvSpPr>
            <a:spLocks noGrp="1"/>
          </p:cNvSpPr>
          <p:nvPr>
            <p:ph type="body" sz="quarter" idx="34"/>
          </p:nvPr>
        </p:nvSpPr>
        <p:spPr>
          <a:xfrm>
            <a:off x="8510349" y="2001779"/>
            <a:ext cx="3439285" cy="1339406"/>
          </a:xfrm>
          <a:prstGeom prst="rect">
            <a:avLst/>
          </a:prstGeom>
        </p:spPr>
        <p:txBody>
          <a:bodyPr/>
          <a:lstStyle>
            <a:lvl1pPr marL="171450" indent="-171450"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1pPr>
            <a:lvl2pPr marL="344488" indent="-173038" algn="l" defTabSz="914400" rtl="0" eaLnBrk="1" latinLnBrk="0" hangingPunct="1">
              <a:lnSpc>
                <a:spcPct val="100000"/>
              </a:lnSpc>
              <a:spcBef>
                <a:spcPts val="0"/>
              </a:spcBef>
              <a:spcAft>
                <a:spcPts val="0"/>
              </a:spcAft>
              <a:buClr>
                <a:schemeClr val="tx1"/>
              </a:buClr>
              <a:buFont typeface="Symbol" panose="05050102010706020507" pitchFamily="18" charset="2"/>
              <a:buChar char="-"/>
              <a:defRPr lang="en-US" sz="1400" dirty="0" smtClean="0"/>
            </a:lvl2pPr>
            <a:lvl3pPr marL="344488" indent="-161925"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3pPr>
            <a:lvl4pPr marL="569913" indent="-204788" algn="l" defTabSz="914400" rtl="0" eaLnBrk="1" latinLnBrk="0" hangingPunct="1">
              <a:lnSpc>
                <a:spcPct val="100000"/>
              </a:lnSpc>
              <a:spcBef>
                <a:spcPts val="0"/>
              </a:spcBef>
              <a:spcAft>
                <a:spcPts val="0"/>
              </a:spcAft>
              <a:buFont typeface="Arial" panose="020B0604020202020204" pitchFamily="34" charset="0"/>
              <a:buChar char="•"/>
              <a:defRPr lang="en-US" sz="1400" dirty="0" smtClean="0"/>
            </a:lvl4pPr>
            <a:lvl5pPr marL="687388" indent="-139700" algn="l" defTabSz="914400" rtl="0" eaLnBrk="1" latinLnBrk="0" hangingPunct="1">
              <a:lnSpc>
                <a:spcPct val="100000"/>
              </a:lnSpc>
              <a:spcBef>
                <a:spcPts val="0"/>
              </a:spcBef>
              <a:spcAft>
                <a:spcPts val="0"/>
              </a:spcAft>
              <a:buFont typeface="Arial" panose="020B0604020202020204" pitchFamily="34" charset="0"/>
              <a:buChar cha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0" name="Straight Arrow Connector 59">
            <a:extLst>
              <a:ext uri="{FF2B5EF4-FFF2-40B4-BE49-F238E27FC236}">
                <a16:creationId xmlns:a16="http://schemas.microsoft.com/office/drawing/2014/main" id="{B4E36FB1-07DB-704F-1280-22FE8C86980F}"/>
              </a:ext>
            </a:extLst>
          </p:cNvPr>
          <p:cNvCxnSpPr>
            <a:cxnSpLocks/>
          </p:cNvCxnSpPr>
          <p:nvPr userDrawn="1"/>
        </p:nvCxnSpPr>
        <p:spPr>
          <a:xfrm>
            <a:off x="8262776" y="2001779"/>
            <a:ext cx="0" cy="1339406"/>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908F7263-2A89-258A-DAB2-7918F6A993DE}"/>
              </a:ext>
            </a:extLst>
          </p:cNvPr>
          <p:cNvSpPr txBox="1"/>
          <p:nvPr userDrawn="1"/>
        </p:nvSpPr>
        <p:spPr>
          <a:xfrm>
            <a:off x="4724400" y="1426369"/>
            <a:ext cx="2126589" cy="492443"/>
          </a:xfrm>
          <a:prstGeom prst="rect">
            <a:avLst/>
          </a:prstGeom>
          <a:solidFill>
            <a:schemeClr val="bg1"/>
          </a:solidFill>
        </p:spPr>
        <p:txBody>
          <a:bodyPr vert="horz" wrap="square" lIns="91440" tIns="0" rIns="0" bIns="0" rtlCol="0">
            <a:spAutoFit/>
          </a:bodyPr>
          <a:lstStyle>
            <a:lvl1pPr lvl="0" indent="0" fontAlgn="auto">
              <a:lnSpc>
                <a:spcPct val="100000"/>
              </a:lnSpc>
              <a:spcBef>
                <a:spcPts val="0"/>
              </a:spcBef>
              <a:spcAft>
                <a:spcPct val="600000"/>
              </a:spcAft>
              <a:buClr>
                <a:schemeClr val="tx1"/>
              </a:buClr>
              <a:buFont typeface="Arial" panose="020B0604020202020204" pitchFamily="34" charset="0"/>
              <a:buNone/>
              <a:defRPr sz="36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lgn="l"/>
            <a:r>
              <a:rPr lang="en-US" sz="3200" dirty="0"/>
              <a:t>What happened?</a:t>
            </a:r>
          </a:p>
        </p:txBody>
      </p:sp>
      <p:sp>
        <p:nvSpPr>
          <p:cNvPr id="62" name="TextBox 61">
            <a:extLst>
              <a:ext uri="{FF2B5EF4-FFF2-40B4-BE49-F238E27FC236}">
                <a16:creationId xmlns:a16="http://schemas.microsoft.com/office/drawing/2014/main" id="{417797F3-1590-56A4-1907-B42E4E0B2051}"/>
              </a:ext>
            </a:extLst>
          </p:cNvPr>
          <p:cNvSpPr txBox="1"/>
          <p:nvPr userDrawn="1"/>
        </p:nvSpPr>
        <p:spPr>
          <a:xfrm>
            <a:off x="8404705" y="1426369"/>
            <a:ext cx="837889" cy="492443"/>
          </a:xfrm>
          <a:prstGeom prst="rect">
            <a:avLst/>
          </a:prstGeom>
          <a:solidFill>
            <a:schemeClr val="bg1"/>
          </a:solidFill>
        </p:spPr>
        <p:txBody>
          <a:bodyPr vert="horz" wrap="square" lIns="91440" tIns="0" rIns="0" bIns="0" rtlCol="0">
            <a:spAutoFit/>
          </a:bodyPr>
          <a:lstStyle>
            <a:defPPr>
              <a:defRPr lang="en-US"/>
            </a:defPPr>
            <a:lvl1pPr lvl="0" indent="0" fontAlgn="auto">
              <a:lnSpc>
                <a:spcPct val="100000"/>
              </a:lnSpc>
              <a:spcBef>
                <a:spcPts val="0"/>
              </a:spcBef>
              <a:spcAft>
                <a:spcPct val="600000"/>
              </a:spcAft>
              <a:buClr>
                <a:schemeClr val="tx1"/>
              </a:buClr>
              <a:buFont typeface="Arial" panose="020B0604020202020204" pitchFamily="34" charset="0"/>
              <a:buNone/>
              <a:defRPr sz="36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lgn="l"/>
            <a:r>
              <a:rPr lang="en-US" sz="3200" dirty="0"/>
              <a:t>Why?</a:t>
            </a:r>
          </a:p>
        </p:txBody>
      </p:sp>
      <p:sp>
        <p:nvSpPr>
          <p:cNvPr id="63" name="Text Placeholder 32">
            <a:extLst>
              <a:ext uri="{FF2B5EF4-FFF2-40B4-BE49-F238E27FC236}">
                <a16:creationId xmlns:a16="http://schemas.microsoft.com/office/drawing/2014/main" id="{115F4E85-861F-74E0-2C0B-EDFDF90D0839}"/>
              </a:ext>
            </a:extLst>
          </p:cNvPr>
          <p:cNvSpPr>
            <a:spLocks noGrp="1"/>
          </p:cNvSpPr>
          <p:nvPr>
            <p:ph type="body" sz="quarter" idx="19"/>
          </p:nvPr>
        </p:nvSpPr>
        <p:spPr>
          <a:xfrm>
            <a:off x="4830045" y="4220034"/>
            <a:ext cx="7119590" cy="1542591"/>
          </a:xfrm>
          <a:prstGeom prst="rect">
            <a:avLst/>
          </a:prstGeom>
        </p:spPr>
        <p:txBody>
          <a:bodyPr/>
          <a:lstStyle>
            <a:lvl1pPr marL="171450" indent="-171450" algn="l" defTabSz="914400" rtl="0" eaLnBrk="1" fontAlgn="auto" latinLnBrk="0" hangingPunct="1">
              <a:lnSpc>
                <a:spcPct val="100000"/>
              </a:lnSpc>
              <a:spcBef>
                <a:spcPts val="0"/>
              </a:spcBef>
              <a:spcAft>
                <a:spcPct val="0"/>
              </a:spcAft>
              <a:buFont typeface="Arial" panose="020B0604020202020204" pitchFamily="34" charset="0"/>
              <a:buChar char="•"/>
              <a:defRPr lang="en-US" sz="1400" dirty="0"/>
            </a:lvl1pPr>
            <a:lvl2pPr marL="17145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2pPr>
            <a:lvl3pPr marL="35433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3pPr>
            <a:lvl4pPr marL="53721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4pPr>
            <a:lvl5pPr marL="720090" indent="-171450" algn="l" defTabSz="914400" rtl="0" eaLnBrk="1" fontAlgn="auto" latinLnBrk="0" hangingPunct="1">
              <a:lnSpc>
                <a:spcPct val="100000"/>
              </a:lnSpc>
              <a:spcBef>
                <a:spcPts val="0"/>
              </a:spcBef>
              <a:spcAft>
                <a:spcPct val="0"/>
              </a:spcAft>
              <a:buFont typeface="Arial" panose="020B0604020202020204" pitchFamily="34" charset="0"/>
              <a:buChar char="•"/>
              <a:defRPr sz="1200" b="0">
                <a:solidFill>
                  <a:srgbClr val="212121"/>
                </a:solidFill>
                <a:latin typefac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4" name="TextBox 63">
            <a:extLst>
              <a:ext uri="{FF2B5EF4-FFF2-40B4-BE49-F238E27FC236}">
                <a16:creationId xmlns:a16="http://schemas.microsoft.com/office/drawing/2014/main" id="{D83FFA91-A85C-DF62-84CD-8833B8130534}"/>
              </a:ext>
            </a:extLst>
          </p:cNvPr>
          <p:cNvSpPr txBox="1"/>
          <p:nvPr userDrawn="1"/>
        </p:nvSpPr>
        <p:spPr>
          <a:xfrm>
            <a:off x="4724401" y="3629025"/>
            <a:ext cx="2725501" cy="492443"/>
          </a:xfrm>
          <a:prstGeom prst="rect">
            <a:avLst/>
          </a:prstGeom>
          <a:solidFill>
            <a:schemeClr val="accent2"/>
          </a:solidFill>
        </p:spPr>
        <p:txBody>
          <a:bodyPr vert="horz" wrap="square" lIns="91440" tIns="0" rIns="0" bIns="0" rtlCol="0">
            <a:spAutoFit/>
          </a:bodyPr>
          <a:lstStyle>
            <a:defPPr>
              <a:defRPr lang="en-US"/>
            </a:defPPr>
            <a:lvl1pPr lvl="0" indent="0" fontAlgn="auto">
              <a:lnSpc>
                <a:spcPct val="100000"/>
              </a:lnSpc>
              <a:spcBef>
                <a:spcPts val="0"/>
              </a:spcBef>
              <a:spcAft>
                <a:spcPct val="600000"/>
              </a:spcAft>
              <a:buClr>
                <a:schemeClr val="tx1"/>
              </a:buClr>
              <a:buFont typeface="Arial" panose="020B0604020202020204" pitchFamily="34" charset="0"/>
              <a:buNone/>
              <a:defRPr sz="3200" b="0" cap="all" spc="0" baseline="0">
                <a:solidFill>
                  <a:srgbClr val="005E60"/>
                </a:solidFill>
                <a:latin typeface="Sons Condensed Semibold" panose="02060706060206060203" pitchFamily="18" charset="0"/>
              </a:defRPr>
            </a:lvl1pPr>
            <a:lvl2pPr marL="0" indent="0" fontAlgn="auto">
              <a:lnSpc>
                <a:spcPct val="100000"/>
              </a:lnSpc>
              <a:spcBef>
                <a:spcPts val="0"/>
              </a:spcBef>
              <a:spcAft>
                <a:spcPct val="600000"/>
              </a:spcAft>
              <a:buClr>
                <a:schemeClr val="tx2"/>
              </a:buClr>
              <a:buFont typeface="Arial" panose="020B0604020202020204" pitchFamily="34" charset="0"/>
              <a:buNone/>
              <a:defRPr sz="4400" b="0">
                <a:solidFill>
                  <a:srgbClr val="005E60"/>
                </a:solidFill>
                <a:latin typeface="Sons Condensed Semibold" panose="02060706060206060203" pitchFamily="18" charset="0"/>
              </a:defRPr>
            </a:lvl2pPr>
            <a:lvl3pPr marL="18288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3pPr>
            <a:lvl4pPr marL="36576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4pPr>
            <a:lvl5pPr marL="548640" indent="0" fontAlgn="auto">
              <a:lnSpc>
                <a:spcPct val="100000"/>
              </a:lnSpc>
              <a:spcBef>
                <a:spcPts val="0"/>
              </a:spcBef>
              <a:spcAft>
                <a:spcPct val="600000"/>
              </a:spcAft>
              <a:buClr>
                <a:schemeClr val="tx2"/>
              </a:buClr>
              <a:buFont typeface="Arial"/>
              <a:buNone/>
              <a:defRPr sz="4400" b="0">
                <a:solidFill>
                  <a:srgbClr val="005E60"/>
                </a:solidFill>
                <a:latin typeface="Sons Condensed Semibold" panose="02060706060206060203" pitchFamily="18" charset="0"/>
              </a:defRPr>
            </a:lvl5pPr>
            <a:lvl6pPr marL="0" indent="0">
              <a:lnSpc>
                <a:spcPct val="100000"/>
              </a:lnSpc>
              <a:spcBef>
                <a:spcPts val="0"/>
              </a:spcBef>
              <a:spcAft>
                <a:spcPts val="400"/>
              </a:spcAft>
              <a:buClr>
                <a:schemeClr val="tx1"/>
              </a:buClr>
              <a:buFont typeface="Arial" panose="020B0604020202020204" pitchFamily="34" charset="0"/>
              <a:buNone/>
              <a:tabLst/>
              <a:defRPr sz="1400"/>
            </a:lvl6pPr>
            <a:lvl7pPr marL="0" indent="-182880">
              <a:lnSpc>
                <a:spcPct val="100000"/>
              </a:lnSpc>
              <a:spcBef>
                <a:spcPts val="0"/>
              </a:spcBef>
              <a:spcAft>
                <a:spcPts val="400"/>
              </a:spcAft>
              <a:buClr>
                <a:schemeClr val="tx1"/>
              </a:buClr>
              <a:buFont typeface="Arial"/>
              <a:buChar char="–"/>
              <a:defRPr sz="1400"/>
            </a:lvl7pPr>
            <a:lvl8pPr marL="365760" indent="-182880">
              <a:lnSpc>
                <a:spcPct val="100000"/>
              </a:lnSpc>
              <a:spcBef>
                <a:spcPts val="0"/>
              </a:spcBef>
              <a:spcAft>
                <a:spcPts val="400"/>
              </a:spcAft>
              <a:buClr>
                <a:schemeClr val="tx1"/>
              </a:buClr>
              <a:buFont typeface="Arial"/>
              <a:buChar char="–"/>
              <a:defRPr sz="1400"/>
            </a:lvl8pPr>
            <a:lvl9pPr marL="0" indent="0">
              <a:lnSpc>
                <a:spcPct val="100000"/>
              </a:lnSpc>
              <a:spcBef>
                <a:spcPts val="0"/>
              </a:spcBef>
              <a:spcAft>
                <a:spcPts val="200"/>
              </a:spcAft>
              <a:buFont typeface="Arial" panose="020B0604020202020204" pitchFamily="34" charset="0"/>
              <a:buNone/>
              <a:tabLst/>
              <a:defRPr sz="1100" i="1"/>
            </a:lvl9pPr>
          </a:lstStyle>
          <a:p>
            <a:pPr lvl="0"/>
            <a:r>
              <a:rPr lang="en-US" dirty="0"/>
              <a:t>Learning &amp; changing</a:t>
            </a:r>
          </a:p>
        </p:txBody>
      </p:sp>
      <p:sp>
        <p:nvSpPr>
          <p:cNvPr id="5" name="Rectangle 4">
            <a:extLst>
              <a:ext uri="{FF2B5EF4-FFF2-40B4-BE49-F238E27FC236}">
                <a16:creationId xmlns:a16="http://schemas.microsoft.com/office/drawing/2014/main" id="{8A5C314F-051C-DD12-662B-78B89C65D6B9}"/>
              </a:ext>
            </a:extLst>
          </p:cNvPr>
          <p:cNvSpPr/>
          <p:nvPr userDrawn="1"/>
        </p:nvSpPr>
        <p:spPr>
          <a:xfrm>
            <a:off x="-8849" y="1094425"/>
            <a:ext cx="12192000" cy="120433"/>
          </a:xfrm>
          <a:prstGeom prst="rect">
            <a:avLst/>
          </a:prstGeom>
          <a:solidFill>
            <a:srgbClr val="F5C14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11" name="Image Rectangle 31">
            <a:extLst>
              <a:ext uri="{FF2B5EF4-FFF2-40B4-BE49-F238E27FC236}">
                <a16:creationId xmlns:a16="http://schemas.microsoft.com/office/drawing/2014/main" id="{BED6CDC4-A438-8693-0427-FCCEA33BF157}"/>
              </a:ext>
            </a:extLst>
          </p:cNvPr>
          <p:cNvSpPr/>
          <p:nvPr userDrawn="1"/>
        </p:nvSpPr>
        <p:spPr>
          <a:xfrm>
            <a:off x="439309" y="3607315"/>
            <a:ext cx="3841278" cy="2289607"/>
          </a:xfrm>
          <a:prstGeom prst="roundRect">
            <a:avLst>
              <a:gd name="adj" fmla="val 2800"/>
            </a:avLst>
          </a:prstGeom>
          <a:solidFill>
            <a:schemeClr val="tx1"/>
          </a:solidFill>
          <a:ln>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29"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5" name="Picture Placeholder 42">
            <a:extLst>
              <a:ext uri="{FF2B5EF4-FFF2-40B4-BE49-F238E27FC236}">
                <a16:creationId xmlns:a16="http://schemas.microsoft.com/office/drawing/2014/main" id="{377A2887-1BEB-903A-9F75-F2C85F5106A9}"/>
              </a:ext>
            </a:extLst>
          </p:cNvPr>
          <p:cNvSpPr>
            <a:spLocks noGrp="1" noChangeAspect="1"/>
          </p:cNvSpPr>
          <p:nvPr>
            <p:ph type="pic" sz="quarter" idx="28"/>
          </p:nvPr>
        </p:nvSpPr>
        <p:spPr>
          <a:xfrm>
            <a:off x="512860" y="3673400"/>
            <a:ext cx="3694176" cy="2157437"/>
          </a:xfrm>
          <a:prstGeom prst="roundRect">
            <a:avLst>
              <a:gd name="adj" fmla="val 665"/>
            </a:avLst>
          </a:prstGeom>
          <a:solidFill>
            <a:schemeClr val="bg1"/>
          </a:solidFill>
          <a:ln w="28575">
            <a:noFill/>
          </a:ln>
        </p:spPr>
        <p:txBody>
          <a:bodyPr/>
          <a:lstStyle/>
          <a:p>
            <a:endParaRPr lang="en-US" dirty="0"/>
          </a:p>
        </p:txBody>
      </p:sp>
      <p:sp>
        <p:nvSpPr>
          <p:cNvPr id="33" name="Text Placeholder 28">
            <a:extLst>
              <a:ext uri="{FF2B5EF4-FFF2-40B4-BE49-F238E27FC236}">
                <a16:creationId xmlns:a16="http://schemas.microsoft.com/office/drawing/2014/main" id="{ECF42DF7-DD8A-47D8-D4FF-5CF7478FC634}"/>
              </a:ext>
            </a:extLst>
          </p:cNvPr>
          <p:cNvSpPr>
            <a:spLocks noGrp="1"/>
          </p:cNvSpPr>
          <p:nvPr>
            <p:ph type="body" sz="quarter" idx="30" hasCustomPrompt="1"/>
          </p:nvPr>
        </p:nvSpPr>
        <p:spPr>
          <a:xfrm>
            <a:off x="11517509" y="6618134"/>
            <a:ext cx="369691" cy="123111"/>
          </a:xfrm>
        </p:spPr>
        <p:txBody>
          <a:bodyPr anchor="ctr">
            <a:spAutoFit/>
          </a:bodyPr>
          <a:lstStyle>
            <a:lvl1pPr>
              <a:defRPr sz="800">
                <a:solidFill>
                  <a:srgbClr val="212121"/>
                </a:solidFill>
                <a:latin typeface="Arial" panose="020B0604020202020204" pitchFamily="34" charset="0"/>
                <a:cs typeface="Arial" panose="020B0604020202020204" pitchFamily="34" charset="0"/>
              </a:defRPr>
            </a:lvl1pPr>
            <a:lvl2pPr>
              <a:defRPr sz="800">
                <a:latin typeface="Arial" panose="020B0604020202020204" pitchFamily="34" charset="0"/>
                <a:cs typeface="Arial" panose="020B0604020202020204" pitchFamily="34" charset="0"/>
              </a:defRPr>
            </a:lvl2pPr>
            <a:lvl3pPr>
              <a:defRPr sz="800">
                <a:latin typeface="Arial" panose="020B0604020202020204" pitchFamily="34" charset="0"/>
                <a:cs typeface="Arial" panose="020B0604020202020204" pitchFamily="34" charset="0"/>
              </a:defRPr>
            </a:lvl3pPr>
            <a:lvl4pPr>
              <a:defRPr sz="800">
                <a:latin typeface="Arial" panose="020B0604020202020204" pitchFamily="34" charset="0"/>
                <a:cs typeface="Arial" panose="020B0604020202020204" pitchFamily="34" charset="0"/>
              </a:defRPr>
            </a:lvl4pPr>
            <a:lvl5pPr>
              <a:defRPr sz="800">
                <a:latin typeface="Arial" panose="020B0604020202020204" pitchFamily="34" charset="0"/>
                <a:cs typeface="Arial" panose="020B0604020202020204" pitchFamily="34" charset="0"/>
              </a:defRPr>
            </a:lvl5pPr>
          </a:lstStyle>
          <a:p>
            <a:pPr lvl="0"/>
            <a:r>
              <a:rPr lang="en-US" dirty="0"/>
              <a:t>{##]</a:t>
            </a:r>
          </a:p>
        </p:txBody>
      </p:sp>
      <p:sp>
        <p:nvSpPr>
          <p:cNvPr id="34" name="TextBox 33">
            <a:extLst>
              <a:ext uri="{FF2B5EF4-FFF2-40B4-BE49-F238E27FC236}">
                <a16:creationId xmlns:a16="http://schemas.microsoft.com/office/drawing/2014/main" id="{D5B67AC9-3C08-2043-90CE-8C55E5993977}"/>
              </a:ext>
            </a:extLst>
          </p:cNvPr>
          <p:cNvSpPr txBox="1"/>
          <p:nvPr userDrawn="1"/>
        </p:nvSpPr>
        <p:spPr>
          <a:xfrm>
            <a:off x="10077378" y="6618134"/>
            <a:ext cx="1371962" cy="123111"/>
          </a:xfrm>
          <a:prstGeom prst="rect">
            <a:avLst/>
          </a:prstGeom>
        </p:spPr>
        <p:txBody>
          <a:bodyPr vert="horz" lIns="0" tIns="0" rIns="0" bIns="0" rtlCol="0" anchor="ctr" anchorCtr="0">
            <a:spAutoFit/>
          </a:bodyPr>
          <a:lstStyle>
            <a:defPPr>
              <a:defRPr lang="en-US"/>
            </a:defPPr>
            <a:lvl1pPr marR="0" lvl="0" indent="0" algn="r" fontAlgn="auto">
              <a:lnSpc>
                <a:spcPct val="100000"/>
              </a:lnSpc>
              <a:spcBef>
                <a:spcPts val="0"/>
              </a:spcBef>
              <a:spcAft>
                <a:spcPts val="0"/>
              </a:spcAft>
              <a:buClrTx/>
              <a:buSzTx/>
              <a:buFontTx/>
              <a:buNone/>
              <a:tabLst/>
              <a:defRPr kumimoji="0" sz="800" b="0" i="0" u="none" strike="noStrike" cap="none" spc="0" normalizeH="0" baseline="0">
                <a:ln>
                  <a:noFill/>
                </a:ln>
                <a:solidFill>
                  <a:srgbClr val="212121"/>
                </a:solidFill>
                <a:effectLst/>
                <a:uLnTx/>
                <a:uFillTx/>
                <a:latin typeface="Arial" panose="020B0604020202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12121"/>
                </a:solidFill>
                <a:effectLst/>
                <a:uLnTx/>
                <a:uFillTx/>
                <a:latin typeface="Arial" panose="020B0604020202020204" pitchFamily="34" charset="0"/>
                <a:ea typeface="+mn-ea"/>
                <a:cs typeface="Arial" panose="020B0604020202020204" pitchFamily="34" charset="0"/>
              </a:rPr>
              <a:t>Gensuite/ComplyWorks ID:</a:t>
            </a:r>
          </a:p>
        </p:txBody>
      </p:sp>
      <p:sp>
        <p:nvSpPr>
          <p:cNvPr id="12" name="Footer Placeholder 4">
            <a:extLst>
              <a:ext uri="{FF2B5EF4-FFF2-40B4-BE49-F238E27FC236}">
                <a16:creationId xmlns:a16="http://schemas.microsoft.com/office/drawing/2014/main" id="{4FDEAC6E-B381-918F-B24B-F59C2F8EDDF4}"/>
              </a:ext>
            </a:extLst>
          </p:cNvPr>
          <p:cNvSpPr txBox="1">
            <a:spLocks/>
          </p:cNvSpPr>
          <p:nvPr userDrawn="1"/>
        </p:nvSpPr>
        <p:spPr>
          <a:xfrm>
            <a:off x="419100" y="6601346"/>
            <a:ext cx="6665364" cy="192464"/>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12121"/>
                </a:solidFill>
                <a:effectLst/>
                <a:uLnTx/>
                <a:uFillTx/>
                <a:latin typeface="Arial" panose="020B0604020202020204" pitchFamily="34" charset="0"/>
                <a:ea typeface="+mn-ea"/>
                <a:cs typeface="Arial" panose="020B0604020202020204" pitchFamily="34" charset="0"/>
              </a:rPr>
              <a:t>© 2025 GE Vernova and/or its affiliates. All rights reserved. Not to be copied, distributed or reproduced without prior approval from GE Vernova</a:t>
            </a:r>
          </a:p>
        </p:txBody>
      </p:sp>
      <p:sp>
        <p:nvSpPr>
          <p:cNvPr id="16" name="Icon 1">
            <a:extLst>
              <a:ext uri="{FF2B5EF4-FFF2-40B4-BE49-F238E27FC236}">
                <a16:creationId xmlns:a16="http://schemas.microsoft.com/office/drawing/2014/main" id="{744010D7-A559-E87C-E930-C13CC5046532}"/>
              </a:ext>
            </a:extLst>
          </p:cNvPr>
          <p:cNvSpPr/>
          <p:nvPr userDrawn="1"/>
        </p:nvSpPr>
        <p:spPr>
          <a:xfrm>
            <a:off x="429433" y="1524000"/>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18" name="Icon 1">
            <a:extLst>
              <a:ext uri="{FF2B5EF4-FFF2-40B4-BE49-F238E27FC236}">
                <a16:creationId xmlns:a16="http://schemas.microsoft.com/office/drawing/2014/main" id="{83542CD3-FC83-BE0E-6695-AD00A54A6263}"/>
              </a:ext>
            </a:extLst>
          </p:cNvPr>
          <p:cNvSpPr/>
          <p:nvPr userDrawn="1"/>
        </p:nvSpPr>
        <p:spPr>
          <a:xfrm>
            <a:off x="1410300" y="1539387"/>
            <a:ext cx="695992" cy="695992"/>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005E60"/>
              </a:solidFill>
              <a:effectLst/>
              <a:uLnTx/>
              <a:uFillTx/>
              <a:latin typeface="Arial" panose="020B0604020202020204" pitchFamily="34" charset="0"/>
              <a:ea typeface="+mn-ea"/>
              <a:cs typeface="Arial" panose="020B0604020202020204" pitchFamily="34" charset="0"/>
            </a:endParaRPr>
          </a:p>
        </p:txBody>
      </p:sp>
      <p:sp>
        <p:nvSpPr>
          <p:cNvPr id="19" name="TextBox 18">
            <a:extLst>
              <a:ext uri="{FF2B5EF4-FFF2-40B4-BE49-F238E27FC236}">
                <a16:creationId xmlns:a16="http://schemas.microsoft.com/office/drawing/2014/main" id="{CFCB8773-CAC0-18F4-23C0-A048E63B8003}"/>
              </a:ext>
            </a:extLst>
          </p:cNvPr>
          <p:cNvSpPr txBox="1"/>
          <p:nvPr userDrawn="1"/>
        </p:nvSpPr>
        <p:spPr>
          <a:xfrm>
            <a:off x="490230" y="1745038"/>
            <a:ext cx="574398" cy="253916"/>
          </a:xfrm>
          <a:prstGeom prst="rect">
            <a:avLst/>
          </a:prstGeom>
          <a:noFill/>
        </p:spPr>
        <p:txBody>
          <a:bodyPr wrap="none" lIns="45720" tIns="45720" rIns="45720" bIns="4572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Business</a:t>
            </a:r>
          </a:p>
        </p:txBody>
      </p:sp>
      <p:sp>
        <p:nvSpPr>
          <p:cNvPr id="20" name="TextBox 19">
            <a:extLst>
              <a:ext uri="{FF2B5EF4-FFF2-40B4-BE49-F238E27FC236}">
                <a16:creationId xmlns:a16="http://schemas.microsoft.com/office/drawing/2014/main" id="{EA5EE0E8-924D-C786-950F-4E06EE5E755C}"/>
              </a:ext>
            </a:extLst>
          </p:cNvPr>
          <p:cNvSpPr txBox="1"/>
          <p:nvPr userDrawn="1"/>
        </p:nvSpPr>
        <p:spPr>
          <a:xfrm>
            <a:off x="1533395" y="1702717"/>
            <a:ext cx="449803" cy="369332"/>
          </a:xfrm>
          <a:prstGeom prst="rect">
            <a:avLst/>
          </a:prstGeom>
          <a:noFill/>
        </p:spPr>
        <p:txBody>
          <a:bodyPr wrap="none" lIns="45720" tIns="45720" rIns="45720" bIns="4572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LSR or</a:t>
            </a:r>
            <a:b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br>
            <a:r>
              <a:rPr kumimoji="0" lang="en-US" sz="900" b="0" i="0" u="none" strike="noStrike" kern="1200" cap="none" spc="0" normalizeH="0" baseline="0" noProof="0" dirty="0">
                <a:ln>
                  <a:noFill/>
                </a:ln>
                <a:solidFill>
                  <a:schemeClr val="tx1"/>
                </a:solidFill>
                <a:effectLst/>
                <a:uLnTx/>
                <a:uFillTx/>
                <a:latin typeface="+mn-lt"/>
                <a:ea typeface="+mn-ea"/>
                <a:cs typeface="Arial" panose="020B0604020202020204" pitchFamily="34" charset="0"/>
              </a:rPr>
              <a:t>PSE</a:t>
            </a:r>
          </a:p>
        </p:txBody>
      </p:sp>
    </p:spTree>
    <p:extLst>
      <p:ext uri="{BB962C8B-B14F-4D97-AF65-F5344CB8AC3E}">
        <p14:creationId xmlns:p14="http://schemas.microsoft.com/office/powerpoint/2010/main" val="594767490"/>
      </p:ext>
    </p:extLst>
  </p:cSld>
  <p:clrMapOvr>
    <a:masterClrMapping/>
  </p:clrMapOvr>
  <p:extLst>
    <p:ext uri="{DCECCB84-F9BA-43D5-87BE-67443E8EF086}">
      <p15:sldGuideLst xmlns:p15="http://schemas.microsoft.com/office/powerpoint/2012/main">
        <p15:guide id="1" orient="horz" pos="88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6883B8-E38C-CA45-2FE0-FCB6CBEF9B14}"/>
              </a:ext>
            </a:extLst>
          </p:cNvPr>
          <p:cNvPicPr>
            <a:picLocks noChangeAspect="1"/>
          </p:cNvPicPr>
          <p:nvPr userDrawn="1"/>
        </p:nvPicPr>
        <p:blipFill>
          <a:blip r:embed="rId2">
            <a:alphaModFix amt="74000"/>
          </a:blip>
          <a:srcRect/>
          <a:stretch/>
        </p:blipFill>
        <p:spPr>
          <a:xfrm>
            <a:off x="197520" y="111105"/>
            <a:ext cx="11796961" cy="663579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839572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0" y="419101"/>
            <a:ext cx="9044077" cy="45702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49"/>
            <a:ext cx="11353800" cy="480695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743838"/>
      </p:ext>
    </p:extLst>
  </p:cSld>
  <p:clrMap bg1="lt1" tx1="dk1" bg2="lt2" tx2="dk2" accent1="accent1" accent2="accent2" accent3="accent3" accent4="accent4" accent5="accent5" accent6="accent6" hlink="hlink" folHlink="folHlink"/>
  <p:sldLayoutIdLst>
    <p:sldLayoutId id="2147483714" r:id="rId1"/>
    <p:sldLayoutId id="2147483756" r:id="rId2"/>
    <p:sldLayoutId id="2147483761" r:id="rId3"/>
    <p:sldLayoutId id="2147483765"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841" r:id="rId14"/>
    <p:sldLayoutId id="2147483842" r:id="rId15"/>
    <p:sldLayoutId id="2147483843" r:id="rId16"/>
    <p:sldLayoutId id="2147483840" r:id="rId17"/>
    <p:sldLayoutId id="2147483839" r:id="rId18"/>
    <p:sldLayoutId id="2147483780" r:id="rId19"/>
    <p:sldLayoutId id="2147483781" r:id="rId20"/>
    <p:sldLayoutId id="2147483782" r:id="rId21"/>
    <p:sldLayoutId id="2147483783" r:id="rId22"/>
    <p:sldLayoutId id="2147483844" r:id="rId23"/>
    <p:sldLayoutId id="2147483784" r:id="rId24"/>
  </p:sldLayoutIdLst>
  <p:hf hdr="0" dt="0"/>
  <p:txStyles>
    <p:title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pos="7416">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3F206114-8D3D-95C8-3191-681E231F8E8C}"/>
              </a:ext>
            </a:extLst>
          </p:cNvPr>
          <p:cNvSpPr>
            <a:spLocks noGrp="1"/>
          </p:cNvSpPr>
          <p:nvPr>
            <p:ph type="ftr" sz="quarter" idx="11"/>
          </p:nvPr>
        </p:nvSpPr>
        <p:spPr>
          <a:xfrm>
            <a:off x="271809" y="6608409"/>
            <a:ext cx="6953744" cy="175704"/>
          </a:xfrm>
        </p:spPr>
        <p:txBody>
          <a:bodyPr/>
          <a:lstStyle/>
          <a:p>
            <a:pPr lvl="0"/>
            <a:r>
              <a:rPr lang="en-US" noProof="0" dirty="0"/>
              <a:t>© 2025 GE Vernova and/or its affiliates. All rights reserved. Not to be copied, distributed or reproduced without prior approval from GE Vernova. </a:t>
            </a:r>
          </a:p>
        </p:txBody>
      </p:sp>
      <p:sp>
        <p:nvSpPr>
          <p:cNvPr id="3" name="Text Placeholder 2">
            <a:extLst>
              <a:ext uri="{FF2B5EF4-FFF2-40B4-BE49-F238E27FC236}">
                <a16:creationId xmlns:a16="http://schemas.microsoft.com/office/drawing/2014/main" id="{DFBF0C2F-1993-08C5-14B6-8CC4A5CC12D2}"/>
              </a:ext>
            </a:extLst>
          </p:cNvPr>
          <p:cNvSpPr>
            <a:spLocks noGrp="1"/>
          </p:cNvSpPr>
          <p:nvPr>
            <p:ph type="body" sz="quarter" idx="12"/>
          </p:nvPr>
        </p:nvSpPr>
        <p:spPr>
          <a:xfrm>
            <a:off x="271809" y="4900756"/>
            <a:ext cx="4576638" cy="1190849"/>
          </a:xfrm>
        </p:spPr>
        <p:txBody>
          <a:bodyPr/>
          <a:lstStyle/>
          <a:p>
            <a:r>
              <a:rPr lang="en-US" sz="1100" dirty="0"/>
              <a:t>After installing the 7HA.03 exhaust frame, the crew were clearing up the rigging, and as the lifting team cabling up, the ¾” wire rope caught on (snag) the stud on the mini case of the exhaust frame causing the ¾” wire rope to snap and break. Due to the snapping of the wire rope, this resulted to one of the10T chain fall dropped on the platform. No one is injured during this event.</a:t>
            </a:r>
          </a:p>
        </p:txBody>
      </p:sp>
      <p:sp>
        <p:nvSpPr>
          <p:cNvPr id="11" name="Text Placeholder 10">
            <a:extLst>
              <a:ext uri="{FF2B5EF4-FFF2-40B4-BE49-F238E27FC236}">
                <a16:creationId xmlns:a16="http://schemas.microsoft.com/office/drawing/2014/main" id="{C0D80225-3174-36AB-0229-BF11DD1A2EEF}"/>
              </a:ext>
            </a:extLst>
          </p:cNvPr>
          <p:cNvSpPr>
            <a:spLocks noGrp="1"/>
          </p:cNvSpPr>
          <p:nvPr>
            <p:ph type="body" sz="quarter" idx="22"/>
          </p:nvPr>
        </p:nvSpPr>
        <p:spPr/>
        <p:txBody>
          <a:bodyPr/>
          <a:lstStyle/>
          <a:p>
            <a:r>
              <a:rPr lang="en-US" dirty="0"/>
              <a:t>Do not Start Work when there is no secondary verification of all rigging equipment clear from </a:t>
            </a:r>
            <a:r>
              <a:rPr lang="en-US"/>
              <a:t>any snagging</a:t>
            </a:r>
            <a:endParaRPr lang="en-US" dirty="0"/>
          </a:p>
        </p:txBody>
      </p:sp>
      <p:sp>
        <p:nvSpPr>
          <p:cNvPr id="5" name="Text Placeholder 4">
            <a:extLst>
              <a:ext uri="{FF2B5EF4-FFF2-40B4-BE49-F238E27FC236}">
                <a16:creationId xmlns:a16="http://schemas.microsoft.com/office/drawing/2014/main" id="{696AF5B5-E4AD-C58E-AC0F-CC195AF2D20E}"/>
              </a:ext>
            </a:extLst>
          </p:cNvPr>
          <p:cNvSpPr>
            <a:spLocks noGrp="1"/>
          </p:cNvSpPr>
          <p:nvPr>
            <p:ph type="body" sz="quarter" idx="14"/>
          </p:nvPr>
        </p:nvSpPr>
        <p:spPr/>
        <p:txBody>
          <a:bodyPr/>
          <a:lstStyle/>
          <a:p>
            <a:r>
              <a:rPr lang="en-US" sz="1100" dirty="0"/>
              <a:t>Ensure all rigging equipment are visibly detached and cleared from any snagging prior to any movement of the OH crane.</a:t>
            </a:r>
          </a:p>
          <a:p>
            <a:r>
              <a:rPr lang="en-US" sz="1100" dirty="0"/>
              <a:t>Do not start work when there is no secondary verification of the rigging equipment clear from all or any potential snagging.</a:t>
            </a:r>
          </a:p>
          <a:p>
            <a:r>
              <a:rPr lang="en-US" sz="1100" dirty="0"/>
              <a:t>Stop work when there is no movement during the clearing and cabling up of the rigging equipment.</a:t>
            </a:r>
          </a:p>
          <a:p>
            <a:r>
              <a:rPr lang="en-US" sz="1100" dirty="0"/>
              <a:t>Secure all pull chains and place them in the bag prior to any movement of the crane.</a:t>
            </a:r>
          </a:p>
          <a:p>
            <a:r>
              <a:rPr lang="en-US" sz="1100" dirty="0"/>
              <a:t>Place a secondary exclusion zone to ensure no one is nearby when there is a potential rigging failure.</a:t>
            </a:r>
          </a:p>
          <a:p>
            <a:endParaRPr lang="en-US" sz="1100" dirty="0"/>
          </a:p>
        </p:txBody>
      </p:sp>
      <p:sp>
        <p:nvSpPr>
          <p:cNvPr id="4" name="Text Placeholder 3">
            <a:extLst>
              <a:ext uri="{FF2B5EF4-FFF2-40B4-BE49-F238E27FC236}">
                <a16:creationId xmlns:a16="http://schemas.microsoft.com/office/drawing/2014/main" id="{F46D176B-E4DD-EE6A-DBC5-E75E8CE38319}"/>
              </a:ext>
            </a:extLst>
          </p:cNvPr>
          <p:cNvSpPr>
            <a:spLocks noGrp="1"/>
          </p:cNvSpPr>
          <p:nvPr>
            <p:ph type="body" sz="quarter" idx="13"/>
          </p:nvPr>
        </p:nvSpPr>
        <p:spPr>
          <a:xfrm>
            <a:off x="4951413" y="2392643"/>
            <a:ext cx="6821487" cy="1557629"/>
          </a:xfrm>
        </p:spPr>
        <p:txBody>
          <a:bodyPr/>
          <a:lstStyle/>
          <a:p>
            <a:r>
              <a:rPr lang="en-US" sz="1100" dirty="0"/>
              <a:t>The signal person who was on top of the compressor turbine shell, approximately 10ft away from the rigging did not notice the snagging of the wire rope on the stud.</a:t>
            </a:r>
          </a:p>
          <a:p>
            <a:r>
              <a:rPr lang="en-US" sz="1100" dirty="0"/>
              <a:t>The OH crane operator does not have visibility of the rigging and relying on the signal person’s communication from the top of the turbine. Thus, the OH crane operator continue the operation (cabling up), creating a tensile stress and tension to the ¾” wire rope that was snagged on the stud.</a:t>
            </a:r>
          </a:p>
          <a:p>
            <a:r>
              <a:rPr lang="en-US" sz="1100" dirty="0"/>
              <a:t>The snapping of the ¾” wire rope (force and energy) caused one of the 10t chain fall to break loose and dropped on top of the turbine then on to the platform. No one is injured when the chain fall fell to the platform.</a:t>
            </a:r>
          </a:p>
        </p:txBody>
      </p:sp>
      <p:sp>
        <p:nvSpPr>
          <p:cNvPr id="10" name="Text Placeholder 9">
            <a:extLst>
              <a:ext uri="{FF2B5EF4-FFF2-40B4-BE49-F238E27FC236}">
                <a16:creationId xmlns:a16="http://schemas.microsoft.com/office/drawing/2014/main" id="{6E2C9E09-F798-2CBF-1505-5A082B2B7620}"/>
              </a:ext>
            </a:extLst>
          </p:cNvPr>
          <p:cNvSpPr>
            <a:spLocks noGrp="1"/>
          </p:cNvSpPr>
          <p:nvPr>
            <p:ph type="body" sz="quarter" idx="21"/>
          </p:nvPr>
        </p:nvSpPr>
        <p:spPr/>
        <p:txBody>
          <a:bodyPr/>
          <a:lstStyle/>
          <a:p>
            <a:r>
              <a:rPr lang="en-US" dirty="0"/>
              <a:t>Level D/Near Miss</a:t>
            </a:r>
          </a:p>
        </p:txBody>
      </p:sp>
      <p:sp>
        <p:nvSpPr>
          <p:cNvPr id="13" name="Text Placeholder 12">
            <a:extLst>
              <a:ext uri="{FF2B5EF4-FFF2-40B4-BE49-F238E27FC236}">
                <a16:creationId xmlns:a16="http://schemas.microsoft.com/office/drawing/2014/main" id="{99EB9687-9855-9CD3-AB93-55A5CC17C6C7}"/>
              </a:ext>
            </a:extLst>
          </p:cNvPr>
          <p:cNvSpPr>
            <a:spLocks noGrp="1"/>
          </p:cNvSpPr>
          <p:nvPr>
            <p:ph type="body" sz="quarter" idx="29"/>
          </p:nvPr>
        </p:nvSpPr>
        <p:spPr/>
        <p:txBody>
          <a:bodyPr/>
          <a:lstStyle/>
          <a:p>
            <a:endParaRPr lang="en-US" dirty="0"/>
          </a:p>
        </p:txBody>
      </p:sp>
      <p:sp>
        <p:nvSpPr>
          <p:cNvPr id="9" name="Text Placeholder 8">
            <a:extLst>
              <a:ext uri="{FF2B5EF4-FFF2-40B4-BE49-F238E27FC236}">
                <a16:creationId xmlns:a16="http://schemas.microsoft.com/office/drawing/2014/main" id="{E04064C3-1C00-65B1-B04D-F41A24A7A72D}"/>
              </a:ext>
            </a:extLst>
          </p:cNvPr>
          <p:cNvSpPr>
            <a:spLocks noGrp="1"/>
          </p:cNvSpPr>
          <p:nvPr>
            <p:ph type="body" sz="quarter" idx="17"/>
          </p:nvPr>
        </p:nvSpPr>
        <p:spPr/>
        <p:txBody>
          <a:bodyPr/>
          <a:lstStyle/>
          <a:p>
            <a:r>
              <a:rPr lang="en-US" dirty="0"/>
              <a:t>N/A</a:t>
            </a:r>
          </a:p>
        </p:txBody>
      </p:sp>
      <p:sp>
        <p:nvSpPr>
          <p:cNvPr id="7" name="Text Placeholder 6">
            <a:extLst>
              <a:ext uri="{FF2B5EF4-FFF2-40B4-BE49-F238E27FC236}">
                <a16:creationId xmlns:a16="http://schemas.microsoft.com/office/drawing/2014/main" id="{110CA453-E059-D4E1-1B3E-081AA8AF193B}"/>
              </a:ext>
            </a:extLst>
          </p:cNvPr>
          <p:cNvSpPr>
            <a:spLocks noGrp="1"/>
          </p:cNvSpPr>
          <p:nvPr>
            <p:ph type="body" sz="quarter" idx="16"/>
          </p:nvPr>
        </p:nvSpPr>
        <p:spPr/>
        <p:txBody>
          <a:bodyPr/>
          <a:lstStyle/>
          <a:p>
            <a:r>
              <a:rPr lang="en-US" dirty="0"/>
              <a:t>July 29, 2026</a:t>
            </a:r>
          </a:p>
        </p:txBody>
      </p:sp>
      <p:sp>
        <p:nvSpPr>
          <p:cNvPr id="6" name="Text Placeholder 5">
            <a:extLst>
              <a:ext uri="{FF2B5EF4-FFF2-40B4-BE49-F238E27FC236}">
                <a16:creationId xmlns:a16="http://schemas.microsoft.com/office/drawing/2014/main" id="{69CA6529-3240-14CA-E5DC-7BFFB14285D3}"/>
              </a:ext>
            </a:extLst>
          </p:cNvPr>
          <p:cNvSpPr>
            <a:spLocks noGrp="1"/>
          </p:cNvSpPr>
          <p:nvPr>
            <p:ph type="body" sz="quarter" idx="15"/>
          </p:nvPr>
        </p:nvSpPr>
        <p:spPr/>
        <p:txBody>
          <a:bodyPr/>
          <a:lstStyle/>
          <a:p>
            <a:r>
              <a:rPr lang="en-US" dirty="0"/>
              <a:t>Houston Learning Center</a:t>
            </a:r>
          </a:p>
        </p:txBody>
      </p:sp>
      <p:pic>
        <p:nvPicPr>
          <p:cNvPr id="14" name="Picture 13">
            <a:extLst>
              <a:ext uri="{FF2B5EF4-FFF2-40B4-BE49-F238E27FC236}">
                <a16:creationId xmlns:a16="http://schemas.microsoft.com/office/drawing/2014/main" id="{0C3FD971-A09F-8DF3-2C14-9F7FA10F47A2}"/>
              </a:ext>
            </a:extLst>
          </p:cNvPr>
          <p:cNvPicPr>
            <a:picLocks noChangeAspect="1"/>
          </p:cNvPicPr>
          <p:nvPr/>
        </p:nvPicPr>
        <p:blipFill>
          <a:blip r:embed="rId3"/>
          <a:stretch>
            <a:fillRect/>
          </a:stretch>
        </p:blipFill>
        <p:spPr>
          <a:xfrm>
            <a:off x="9864937" y="922642"/>
            <a:ext cx="1371719" cy="1207113"/>
          </a:xfrm>
          <a:prstGeom prst="rect">
            <a:avLst/>
          </a:prstGeom>
        </p:spPr>
      </p:pic>
      <p:pic>
        <p:nvPicPr>
          <p:cNvPr id="16" name="Picture 15">
            <a:extLst>
              <a:ext uri="{FF2B5EF4-FFF2-40B4-BE49-F238E27FC236}">
                <a16:creationId xmlns:a16="http://schemas.microsoft.com/office/drawing/2014/main" id="{A45CC41C-5E33-A406-2CBF-9533A7D56A88}"/>
              </a:ext>
            </a:extLst>
          </p:cNvPr>
          <p:cNvPicPr>
            <a:picLocks noChangeAspect="1"/>
          </p:cNvPicPr>
          <p:nvPr/>
        </p:nvPicPr>
        <p:blipFill>
          <a:blip r:embed="rId4"/>
          <a:stretch>
            <a:fillRect/>
          </a:stretch>
        </p:blipFill>
        <p:spPr>
          <a:xfrm>
            <a:off x="11176645" y="971453"/>
            <a:ext cx="774259" cy="835224"/>
          </a:xfrm>
          <a:prstGeom prst="rect">
            <a:avLst/>
          </a:prstGeom>
        </p:spPr>
      </p:pic>
      <p:pic>
        <p:nvPicPr>
          <p:cNvPr id="18" name="Picture 17">
            <a:extLst>
              <a:ext uri="{FF2B5EF4-FFF2-40B4-BE49-F238E27FC236}">
                <a16:creationId xmlns:a16="http://schemas.microsoft.com/office/drawing/2014/main" id="{C5294176-C776-77F2-F139-152F58D1934C}"/>
              </a:ext>
            </a:extLst>
          </p:cNvPr>
          <p:cNvPicPr>
            <a:picLocks noChangeAspect="1"/>
          </p:cNvPicPr>
          <p:nvPr/>
        </p:nvPicPr>
        <p:blipFill>
          <a:blip r:embed="rId5"/>
          <a:stretch>
            <a:fillRect/>
          </a:stretch>
        </p:blipFill>
        <p:spPr>
          <a:xfrm>
            <a:off x="9150547" y="913205"/>
            <a:ext cx="902286" cy="1054699"/>
          </a:xfrm>
          <a:prstGeom prst="rect">
            <a:avLst/>
          </a:prstGeom>
        </p:spPr>
      </p:pic>
      <p:grpSp>
        <p:nvGrpSpPr>
          <p:cNvPr id="26" name="Group 25">
            <a:extLst>
              <a:ext uri="{FF2B5EF4-FFF2-40B4-BE49-F238E27FC236}">
                <a16:creationId xmlns:a16="http://schemas.microsoft.com/office/drawing/2014/main" id="{0BCA4DFA-E5BE-5F8B-FE5E-3E7CFBF27257}"/>
              </a:ext>
            </a:extLst>
          </p:cNvPr>
          <p:cNvGrpSpPr/>
          <p:nvPr/>
        </p:nvGrpSpPr>
        <p:grpSpPr>
          <a:xfrm>
            <a:off x="173927" y="1746548"/>
            <a:ext cx="2184788" cy="2681441"/>
            <a:chOff x="271809" y="1856440"/>
            <a:chExt cx="2078922" cy="2581078"/>
          </a:xfrm>
        </p:grpSpPr>
        <p:pic>
          <p:nvPicPr>
            <p:cNvPr id="22" name="Picture 21">
              <a:extLst>
                <a:ext uri="{FF2B5EF4-FFF2-40B4-BE49-F238E27FC236}">
                  <a16:creationId xmlns:a16="http://schemas.microsoft.com/office/drawing/2014/main" id="{378EA972-61C8-7F3D-DB42-EFAA59AE2836}"/>
                </a:ext>
              </a:extLst>
            </p:cNvPr>
            <p:cNvPicPr>
              <a:picLocks noChangeAspect="1"/>
            </p:cNvPicPr>
            <p:nvPr/>
          </p:nvPicPr>
          <p:blipFill>
            <a:blip r:embed="rId6"/>
            <a:stretch>
              <a:fillRect/>
            </a:stretch>
          </p:blipFill>
          <p:spPr>
            <a:xfrm>
              <a:off x="271809" y="1856440"/>
              <a:ext cx="2078922" cy="2581078"/>
            </a:xfrm>
            <a:prstGeom prst="rect">
              <a:avLst/>
            </a:prstGeom>
          </p:spPr>
        </p:pic>
        <p:sp>
          <p:nvSpPr>
            <p:cNvPr id="23" name="Oval 22">
              <a:extLst>
                <a:ext uri="{FF2B5EF4-FFF2-40B4-BE49-F238E27FC236}">
                  <a16:creationId xmlns:a16="http://schemas.microsoft.com/office/drawing/2014/main" id="{2ACA2654-C861-77F5-F58F-4703AA078E71}"/>
                </a:ext>
              </a:extLst>
            </p:cNvPr>
            <p:cNvSpPr/>
            <p:nvPr/>
          </p:nvSpPr>
          <p:spPr>
            <a:xfrm>
              <a:off x="634525" y="3343542"/>
              <a:ext cx="123913" cy="8545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25" name="Oval 24">
              <a:extLst>
                <a:ext uri="{FF2B5EF4-FFF2-40B4-BE49-F238E27FC236}">
                  <a16:creationId xmlns:a16="http://schemas.microsoft.com/office/drawing/2014/main" id="{D35C5DEC-B162-6522-10C3-A4C1F44D0F1A}"/>
                </a:ext>
              </a:extLst>
            </p:cNvPr>
            <p:cNvSpPr/>
            <p:nvPr/>
          </p:nvSpPr>
          <p:spPr>
            <a:xfrm>
              <a:off x="1801738" y="2664863"/>
              <a:ext cx="123913" cy="8545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grpSp>
      <p:pic>
        <p:nvPicPr>
          <p:cNvPr id="28" name="Picture 27">
            <a:extLst>
              <a:ext uri="{FF2B5EF4-FFF2-40B4-BE49-F238E27FC236}">
                <a16:creationId xmlns:a16="http://schemas.microsoft.com/office/drawing/2014/main" id="{35E26A39-21C4-00F8-CA0B-FD1FB6C6E27B}"/>
              </a:ext>
            </a:extLst>
          </p:cNvPr>
          <p:cNvPicPr>
            <a:picLocks noChangeAspect="1"/>
          </p:cNvPicPr>
          <p:nvPr/>
        </p:nvPicPr>
        <p:blipFill>
          <a:blip r:embed="rId7"/>
          <a:stretch>
            <a:fillRect/>
          </a:stretch>
        </p:blipFill>
        <p:spPr>
          <a:xfrm>
            <a:off x="2297967" y="1768157"/>
            <a:ext cx="1019616" cy="1473345"/>
          </a:xfrm>
          <a:prstGeom prst="rect">
            <a:avLst/>
          </a:prstGeom>
        </p:spPr>
      </p:pic>
      <p:pic>
        <p:nvPicPr>
          <p:cNvPr id="20" name="Picture 19">
            <a:extLst>
              <a:ext uri="{FF2B5EF4-FFF2-40B4-BE49-F238E27FC236}">
                <a16:creationId xmlns:a16="http://schemas.microsoft.com/office/drawing/2014/main" id="{79B2036F-85A1-43A8-4EAD-25142FF90C5E}"/>
              </a:ext>
            </a:extLst>
          </p:cNvPr>
          <p:cNvPicPr>
            <a:picLocks noChangeAspect="1"/>
          </p:cNvPicPr>
          <p:nvPr/>
        </p:nvPicPr>
        <p:blipFill>
          <a:blip r:embed="rId8"/>
          <a:stretch>
            <a:fillRect/>
          </a:stretch>
        </p:blipFill>
        <p:spPr>
          <a:xfrm>
            <a:off x="3276406" y="2169448"/>
            <a:ext cx="1609493" cy="1001631"/>
          </a:xfrm>
          <a:prstGeom prst="rect">
            <a:avLst/>
          </a:prstGeom>
        </p:spPr>
      </p:pic>
      <p:pic>
        <p:nvPicPr>
          <p:cNvPr id="15" name="Picture Placeholder 14">
            <a:extLst>
              <a:ext uri="{FF2B5EF4-FFF2-40B4-BE49-F238E27FC236}">
                <a16:creationId xmlns:a16="http://schemas.microsoft.com/office/drawing/2014/main" id="{7481A1CB-4486-0DA9-AAC2-B5102BD1E385}"/>
              </a:ext>
            </a:extLst>
          </p:cNvPr>
          <p:cNvPicPr>
            <a:picLocks noGrp="1" noChangeAspect="1"/>
          </p:cNvPicPr>
          <p:nvPr>
            <p:ph type="pic" sz="quarter" idx="28"/>
          </p:nvPr>
        </p:nvPicPr>
        <p:blipFill>
          <a:blip r:embed="rId9"/>
          <a:srcRect t="23599" b="23599"/>
          <a:stretch/>
        </p:blipFill>
        <p:spPr>
          <a:xfrm>
            <a:off x="2518012" y="3258320"/>
            <a:ext cx="2134628" cy="1190850"/>
          </a:xfrm>
          <a:prstGeom prst="rect">
            <a:avLst/>
          </a:prstGeom>
          <a:solidFill>
            <a:srgbClr val="FFFFFF"/>
          </a:solidFill>
        </p:spPr>
      </p:pic>
      <p:cxnSp>
        <p:nvCxnSpPr>
          <p:cNvPr id="19" name="Straight Arrow Connector 18">
            <a:extLst>
              <a:ext uri="{FF2B5EF4-FFF2-40B4-BE49-F238E27FC236}">
                <a16:creationId xmlns:a16="http://schemas.microsoft.com/office/drawing/2014/main" id="{24108104-8DA7-E307-03FF-29B93C0FFE52}"/>
              </a:ext>
            </a:extLst>
          </p:cNvPr>
          <p:cNvCxnSpPr/>
          <p:nvPr/>
        </p:nvCxnSpPr>
        <p:spPr>
          <a:xfrm flipV="1">
            <a:off x="2920621" y="2785078"/>
            <a:ext cx="798394" cy="19013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9755199"/>
      </p:ext>
    </p:extLst>
  </p:cSld>
  <p:clrMapOvr>
    <a:masterClrMapping/>
  </p:clrMapOvr>
</p:sld>
</file>

<file path=ppt/theme/theme1.xml><?xml version="1.0" encoding="utf-8"?>
<a:theme xmlns:a="http://schemas.openxmlformats.org/drawingml/2006/main" name="GEVernova_20240723_Extended Colors">
  <a:themeElements>
    <a:clrScheme name="GE Vernova 3/14/24">
      <a:dk1>
        <a:srgbClr val="005E60"/>
      </a:dk1>
      <a:lt1>
        <a:srgbClr val="FFFFFF"/>
      </a:lt1>
      <a:dk2>
        <a:srgbClr val="212121"/>
      </a:dk2>
      <a:lt2>
        <a:srgbClr val="C8FF08"/>
      </a:lt2>
      <a:accent1>
        <a:srgbClr val="FAFAFA"/>
      </a:accent1>
      <a:accent2>
        <a:srgbClr val="E3E3E3"/>
      </a:accent2>
      <a:accent3>
        <a:srgbClr val="CCCCCC"/>
      </a:accent3>
      <a:accent4>
        <a:srgbClr val="696969"/>
      </a:accent4>
      <a:accent5>
        <a:srgbClr val="484848"/>
      </a:accent5>
      <a:accent6>
        <a:srgbClr val="59C3C9"/>
      </a:accent6>
      <a:hlink>
        <a:srgbClr val="75CA64"/>
      </a:hlink>
      <a:folHlink>
        <a:srgbClr val="BFA682"/>
      </a:folHlink>
    </a:clrScheme>
    <a:fontScheme name="Custom 5">
      <a:majorFont>
        <a:latin typeface="Sons Condensed Extrabol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Sky">
      <a:srgbClr val="59C3C9"/>
    </a:custClr>
    <a:custClr name="Dark Sky">
      <a:srgbClr val="439297"/>
    </a:custClr>
    <a:custClr name="Forest">
      <a:srgbClr val="75CA64"/>
    </a:custClr>
    <a:custClr name="Dark Forest">
      <a:srgbClr val="58984B"/>
    </a:custClr>
    <a:custClr name="Earth">
      <a:srgbClr val="BFA682"/>
    </a:custClr>
    <a:custClr name="Dark Earth">
      <a:srgbClr val="8F7D62"/>
    </a:custClr>
    <a:custClr name="Alert 1">
      <a:srgbClr val="EC642B"/>
    </a:custClr>
    <a:custClr name="Alert 2">
      <a:srgbClr val="F19F39"/>
    </a:custClr>
    <a:custClr name="Alert 3">
      <a:srgbClr val="F5C147"/>
    </a:custClr>
    <a:custClr name="Evergreen Tint 2">
      <a:srgbClr val="96BDBD"/>
    </a:custClr>
    <a:custClr name="Evergreen Tint 3">
      <a:srgbClr val="C7DBDB"/>
    </a:custClr>
  </a:custClrLst>
  <a:extLst>
    <a:ext uri="{05A4C25C-085E-4340-85A3-A5531E510DB2}">
      <thm15:themeFamily xmlns:thm15="http://schemas.microsoft.com/office/thememl/2012/main" name="GEVernova_20240723_Extended Colors" id="{7077AE36-C71F-4240-88B0-C0042C2B1F2A}" vid="{EA16ED31-8917-4A4F-94A1-708E82B9EE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C803AA22DD4348AED7266C456BB7C2" ma:contentTypeVersion="3" ma:contentTypeDescription="Create a new document." ma:contentTypeScope="" ma:versionID="db4ca98365d1884c5b0d7f47aa224d5e">
  <xsd:schema xmlns:xsd="http://www.w3.org/2001/XMLSchema" xmlns:xs="http://www.w3.org/2001/XMLSchema" xmlns:p="http://schemas.microsoft.com/office/2006/metadata/properties" xmlns:ns2="c25fc2cf-9288-4703-975d-8cf17ebb8c3b" targetNamespace="http://schemas.microsoft.com/office/2006/metadata/properties" ma:root="true" ma:fieldsID="d00ce883786f084b10933bbeb1510dc9" ns2:_="">
    <xsd:import namespace="c25fc2cf-9288-4703-975d-8cf17ebb8c3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5fc2cf-9288-4703-975d-8cf17ebb8c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E4A35B-5F0C-4211-BEBA-C987D0327D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5fc2cf-9288-4703-975d-8cf17ebb8c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6A31001-A973-48D3-BF92-E4BBE4C78C38}">
  <ds:schemaRefs>
    <ds:schemaRef ds:uri="http://schemas.microsoft.com/office/2006/documentManagement/types"/>
    <ds:schemaRef ds:uri="02d12187-754c-41a9-9e93-c3e1cfacc155"/>
    <ds:schemaRef ds:uri="http://purl.org/dc/elements/1.1/"/>
    <ds:schemaRef ds:uri="http://www.w3.org/XML/1998/namespace"/>
    <ds:schemaRef ds:uri="b402df0d-8178-4802-b8b9-ef402e68d744"/>
    <ds:schemaRef ds:uri="http://schemas.microsoft.com/office/infopath/2007/PartnerControls"/>
    <ds:schemaRef ds:uri="http://schemas.openxmlformats.org/package/2006/metadata/core-properties"/>
    <ds:schemaRef ds:uri="http://purl.org/dc/terms/"/>
    <ds:schemaRef ds:uri="660f4d75-da08-481c-93a0-a5d59f6ee71c"/>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BDE64E55-0318-435E-9885-1C7A491FCFD5}">
  <ds:schemaRefs>
    <ds:schemaRef ds:uri="http://schemas.microsoft.com/sharepoint/v3/contenttype/forms"/>
  </ds:schemaRefs>
</ds:datastoreItem>
</file>

<file path=docMetadata/LabelInfo.xml><?xml version="1.0" encoding="utf-8"?>
<clbl:labelList xmlns:clbl="http://schemas.microsoft.com/office/2020/mipLabelMetadata">
  <clbl:label id="{a4ef0f07-48bb-4492-88e1-66e92ce59d57}" enabled="1" method="Standard" siteId="{15ccb6d1-d335-4996-b6f9-7b6925f08121}" removed="0"/>
</clbl:labelList>
</file>

<file path=docProps/app.xml><?xml version="1.0" encoding="utf-8"?>
<Properties xmlns="http://schemas.openxmlformats.org/officeDocument/2006/extended-properties" xmlns:vt="http://schemas.openxmlformats.org/officeDocument/2006/docPropsVTypes">
  <Template>GE Vernova PowerPoint Template</Template>
  <TotalTime>18451</TotalTime>
  <Words>392</Words>
  <Application>Microsoft Office PowerPoint</Application>
  <PresentationFormat>Widescreen</PresentationFormat>
  <Paragraphs>17</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Inter</vt:lpstr>
      <vt:lpstr>Sons Condensed Extrabold</vt:lpstr>
      <vt:lpstr>Arial</vt:lpstr>
      <vt:lpstr>Sons Condensed Semibold</vt:lpstr>
      <vt:lpstr>Inter Semi Bold</vt:lpstr>
      <vt:lpstr>Symbol</vt:lpstr>
      <vt:lpstr>SonsCondensed-Extrabold</vt:lpstr>
      <vt:lpstr>GEVernova_20240723_Extended Colors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EHS event templates</dc:title>
  <dc:subject/>
  <dc:creator>Trujillo, Jennifer S (GE Vernova)</dc:creator>
  <cp:keywords/>
  <dc:description/>
  <cp:lastModifiedBy>Galley, Lizlee Lepon (GE Vernova)</cp:lastModifiedBy>
  <cp:revision>62</cp:revision>
  <dcterms:created xsi:type="dcterms:W3CDTF">2025-01-17T21:13:15Z</dcterms:created>
  <dcterms:modified xsi:type="dcterms:W3CDTF">2026-07-31T15:40:25Z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0x0101000AC803AA22DD4348AED7266C456BB7C2</vt:lpwstr>
  </property>
</Properties>
</file>